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9" r:id="rId2"/>
    <p:sldId id="258" r:id="rId3"/>
    <p:sldId id="260" r:id="rId4"/>
    <p:sldId id="261" r:id="rId5"/>
    <p:sldId id="262" r:id="rId6"/>
    <p:sldId id="263" r:id="rId7"/>
    <p:sldId id="266" r:id="rId8"/>
    <p:sldId id="279" r:id="rId9"/>
    <p:sldId id="280" r:id="rId10"/>
    <p:sldId id="281" r:id="rId11"/>
    <p:sldId id="264" r:id="rId12"/>
    <p:sldId id="265" r:id="rId13"/>
    <p:sldId id="267" r:id="rId14"/>
    <p:sldId id="268" r:id="rId15"/>
    <p:sldId id="273" r:id="rId16"/>
    <p:sldId id="282" r:id="rId17"/>
    <p:sldId id="283" r:id="rId18"/>
    <p:sldId id="284" r:id="rId19"/>
    <p:sldId id="269" r:id="rId20"/>
    <p:sldId id="270" r:id="rId21"/>
    <p:sldId id="271" r:id="rId22"/>
    <p:sldId id="274" r:id="rId23"/>
    <p:sldId id="275" r:id="rId24"/>
    <p:sldId id="276" r:id="rId25"/>
    <p:sldId id="277" r:id="rId26"/>
    <p:sldId id="278" r:id="rId27"/>
  </p:sldIdLst>
  <p:sldSz cx="12192000" cy="6858000"/>
  <p:notesSz cx="6858000" cy="9144000"/>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89048" autoAdjust="0"/>
  </p:normalViewPr>
  <p:slideViewPr>
    <p:cSldViewPr snapToGrid="0">
      <p:cViewPr varScale="1">
        <p:scale>
          <a:sx n="56" d="100"/>
          <a:sy n="56" d="100"/>
        </p:scale>
        <p:origin x="100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2226.01904" units="1/cm"/>
          <inkml:channelProperty channel="Y" name="resolution" value="3561.63037" units="1/cm"/>
          <inkml:channelProperty channel="F" name="resolution" value="2.84167" units="1/deg"/>
          <inkml:channelProperty channel="T" name="resolution" value="1" units="1/dev"/>
        </inkml:channelProperties>
      </inkml:inkSource>
      <inkml:timestamp xml:id="ts0" timeString="2020-08-06T13:52:41.727"/>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2060"/>
    </inkml:brush>
  </inkml:definitions>
  <inkml:trace contextRef="#ctx0" brushRef="#br0">25473 8146 102 0,'-7'-4'35'0,"1"-9"-19"16,3 9 34-16,3 2 11 15,0-2-30-15,0 4-14 16,0 0 8-16,0-2-2 16,0 2 0-16,0-2-2 15,0 2 5-15,0 0-3 16,-2 0 4-16,2 0-6 16,-3 0 1-16,3 0-6 0,-2 0-3 15,2 0-3 1,0 0 1-16,-3 0-4 0,3 0 0 15,0 0-2-15,0 0-1 16,0 0 0-16,0 0 0 16,0 0 0-16,0 0-2 15,0 0-1-15,0 0-1 16,0 0 1-16,0 0 0 16,0 0-1-16,0 0 2 15,0 10-1-15,0 4 0 16,0 5 1-16,3 4-2 15,2 2 2-15,2 4-1 16,2 0 0-16,0 2-1 16,-2 0 2-16,4-2 0 0,1 0-2 15,2-2 0-15,-1 0 0 16,4-2 2-16,-2-3-1 16,2 1 0-16,-4-2-1 15,2-3 0-15,-4 1 1 16,-4-7-1-16,2-1 0 15,-4-3 1-15,-3-2-2 16,3 1 1-16,-5-3 0 16,2-4 1-16,-2 0-1 15,0 0 1-15,0 0 1 16,0 0-4-16,0 0 2 16,0 0-4-16,0 0-7 15,0 0-35-15,2 0-3 16,5 0-27-16,0-7-18 15,2-13-29-15,0-7-84 0</inkml:trace>
  <inkml:trace contextRef="#ctx0" brushRef="#br0" timeOffset="568.58">25867 8154 69 0,'2'-4'57'16,"0"-3"-42"-16,0 6 36 16,-2-2 12-16,0 2-26 15,0 1-7-15,0 0-10 16,0 0 2-16,0 0-3 15,0 0-2-15,0 0 2 16,0 0-2-16,0 0-5 16,0 0 0-16,-6 0-3 15,-5 0 6-15,-11 8-6 16,-3 14 1-16,-3 5-5 16,-4 4 0-16,-5 0-2 0,3 2 2 15,-3 1-3-15,2-5 0 16,5 0 3-16,6-7-2 15,3 1-1-15,2-2 0 16,3-5 0-16,2-1-1 16,-2-2 0-16,0 1 1 15,-2 2-1-15,-1 1-1 16,1 0 1-16,2-5 2 16,7-2-3-16,2-6 1 15,4-1-2-15,3-1 2 16,0-2-1-16,0 0 0 15,0 0-1-15,0 0-1 16,0 0 1-16,0 0-1 16,0 0 3-16,0 0-6 15,0 0-5-15,0 0-23 0,0-2-41 16,19-17-74-16,6-8-77 16</inkml:trace>
  <inkml:trace contextRef="#ctx0" brushRef="#br0" timeOffset="1333.37">25599 7883 39 0,'-4'0'6'15,"0"0"13"-15,-1-2 26 16,1 2-4-16,1 0-22 15,-2 0 4-15,5 0 2 16,-2-2-1-16,2 2-1 16,0-2 4-16,-3 2-3 15,3-3-4-15,0 3-2 16,-2 0 0-16,2 0-4 16,0 0-7-16,0 0-5 0,0 0 0 15,0-2 5-15,0 2 12 16,0 0-6-16,0 0-7 15,0 0 1-15,15 0 4 16,2 0-6-16,7 0-5 16,1 0 3-16,3 0 0 15,4 0 0-15,0 0 0 16,0 0-2-16,-2 0 1 16,-2 0-2-16,-8 0 2 15,-1 0 0-15,-6 0 1 16,-1 0-2-16,-7-2 1 15,-1 2 0-15,-4 0 2 16,0-2-2-16,0 2-1 16,0 0 0-16,0 0-2 0,0 0 2 15,0 0-3-15,0 0-5 16,2 0-21-16,3 0-66 16,5 0-2-16,1 0-102 15</inkml:trace>
  <inkml:trace contextRef="#ctx0" brushRef="#br0" timeOffset="2475.21">25882 8518 83 0,'-2'0'44'15,"2"0"-19"-15,0 0 44 16,0 0-10-16,0 0-28 16,0 0-9-16,0 0 5 15,0 0-3-15,0 0-7 16,0 0-6-16,0-2 2 16,0 0-7-16,0-2 3 15,0-2-3-15,4-1 1 16,4-1-3-16,-1-2 3 15,2 2 2-15,1-3-3 0,1 3-2 16,2-2 0 0,1 1-1-16,-2 3-3 15,0 0 0-15,-6 2 1 16,3 2 0-16,0 2-1 0,1 0 0 16,3 0 0-16,0 0 0 15,-2 0 1-15,-2 0-1 16,0 0 0-16,-2 0 2 15,2 0-2-15,0 0 0 16,1 0-2-16,-1 2 4 16,2 4-4-16,-1 0 4 15,-1 3-4-15,0-1 2 16,0 0 0-16,-2 1 0 16,0-1-1-16,0 0 1 15,-1 1 0-15,2 0 0 0,-1 0 0 16,2 1 0-1,-1 0 0-15,0 1 0 0,1-1 1 16,2-1-1-16,1-3 0 16,4-2 0-16,3 0 2 15,1-2-2-15,5 0 1 16,-2-2-2-16,1 0 1 16,-6 0 1-16,-2 0-2 15,-3-8 2-15,0-4-1 16,-5-1 1-16,1-2-1 15,-1-1 1-15,-1-1-1 16,-3-3 0-16,1 3 0 0,-1 1-2 16,-4 3 1-1,0 5-1-15,0 0-4 0,0 4 0 16,0 0-1-16,0-1-9 16,0 3-11-16,0 2-10 15,0 0-54-15,0 0-91 16</inkml:trace>
  <inkml:trace contextRef="#ctx0" brushRef="#br0" timeOffset="3540.63">26796 8278 132 0,'0'-6'83'0,"0"0"-58"16,0 1 26-16,0 5-2 16,0-1-21-16,0 1-19 0,0 0-3 15,0 0-2-15,0 0-2 16,0 0 0-16,0 0-1 16,0 6 3-16,0 13-1 15,0 1 1-15,0 7-2 16,0 2 0-16,0 2-4 15,0 0 8-15,0 0-6 16,-2 0 1-16,-5-4 4 16,3-4-9-16,-2-4 3 15,4-5 0-15,0-4 8 16,-1-1-6-16,3-5 0 16,0 0-1-16,0-4 1 15,0 0 0-15,-2 0-1 0,2 0 3 16,0 0-1-16,0 0 0 15,0 0-4-15,0-13-4 16,0-5-6 0,0-7 6-16,0-2 0 0,0-4-3 15,5 2 15-15,2-2-3 16,-2 2-1-16,1 2 0 16,-3 2-1-16,-1 5 0 15,-2 3 3-15,0 7-1 16,2 2 0-16,-2 3 2 15,0 3-3-15,0 0 3 16,0 2-3-16,0-2 2 0,0 2 0 16,0 0-1-16,0 0-4 15,0 0-2-15,5 0 0 16,-3 0 3-16,3 0 3 16,4 4-5-16,0 8 4 15,2 3-2-15,1 2 0 16,4 3 1-16,-2 3-1 15,2 0 1-15,0 2-2 16,0 0 1-16,3 0 0 16,0-3 1-16,1-3-1 15,-4-2 1-15,0-5-1 16,-2-4 0-16,-3-2 1 16,1-4-1-16,2-2 2 15,-3 0-1-15,1 0 3 16,-3-4-4-16,-7-12 0 0,5-5 0 15,3-2 1-15,-6-4-2 16,3-4 3-16,-3-2-3 16,1 0 2-16,-3 0 0 15,-2 4-2-15,0 4 2 16,0 4 4-16,0 5-3 16,0-1 0-16,0 3 8 15,-2 3-7-15,0 3 2 16,-1 2-3-16,1 4-1 15,2-1-2-15,0 3-3 16,0 0-13-16,0 0-42 0,0 0-13 16,0 0-16-1,0 0-68-15</inkml:trace>
  <inkml:trace contextRef="#ctx0" brushRef="#br0" timeOffset="4117.26">27606 8090 88 0,'0'-2'85'15,"0"0"-54"-15,0-1 32 16,0 2-2-16,0 1-28 0,0 0-17 16,0 0 1-16,-3 0-8 15,-3 0-3-15,-6 6 4 16,-6 16 7-16,-6 10-6 16,-6 2-5-16,6 4 0 15,-2 1 1-15,3 1 0 16,4 3-5-16,4 3 8 15,-2 3-6-15,6-1-2 16,0-2 0-16,-1-5-3 16,7-1 2-16,3-7-1 15,2 0 0-15,0-6 2 16,0-2-1-16,7-5 1 16,0-6-1-16,0-1-2 15,0-7-12-15,0-2-15 16,1 0-22-16,5-1-25 0,-2-3-32 15</inkml:trace>
  <inkml:trace contextRef="#ctx0" brushRef="#br0" timeOffset="4849.89">27654 8370 105 0,'0'-13'60'16,"0"5"-37"-16,0 1 47 15,0 5-6-15,0 0-34 16,0 2-4-16,0 0-2 15,0 0-1-15,0 0-13 16,0 0-5-16,0 0-1 16,0 0 0-16,0 0-3 15,0 0 5-15,0 11 4 16,-6 10 1-16,-4 3-4 16,1 5-2-16,2-2-3 15,-2 0-1-15,2 2 0 0,2-2-1 16,1-4-1-16,4-3 0 15,0-3 1-15,0-3-1 16,0-3-1-16,0-3 4 16,6-4-2-16,6 0 0 15,4-4 0-15,1 0-1 16,8 0-3-16,0-10-10 16,2-7 4-16,1-3 0 15,-3-5 1-15,-1-4 6 16,1-4 1-16,-5 0 2 15,-3-1 0-15,-2 1 1 16,-5 8 0-16,-3 5 2 16,-5 7 0-16,0 7 0 15,-2 4 0-15,0 2-1 0,0 0-4 16,0 0 1-16,0 0 0 16,0 0-1-16,0 0 6 15,-2 12 2-15,-7 12-3 16,-5 4 0-16,3 5-1 15,1-4 1-15,3 3-1 16,5-6 2-16,0-1-3 16,2 0 1-16,0-4-1 15,0-3-1-15,4-3 1 16,13-3-4-16,3-3-4 16,5-7-32-16,1-2-17 15,2 0-4-15,-1 0-12 16,-3 0-37-16</inkml:trace>
  <inkml:trace contextRef="#ctx0" brushRef="#br0" timeOffset="5228.54">28188 8626 169 0,'0'0'51'0,"0"0"-14"16,0 2 18-16,0 2-18 16,0 3-17-16,0 3-4 15,0 4-1-15,-5 1-3 16,-4-1-5-16,0 3-6 16,0-2 2-16,2 1-5 15,0 1-44-15,0-1-44 0,0 1-6 16</inkml:trace>
  <inkml:trace contextRef="#ctx0" brushRef="#br0" timeOffset="6328.44">28446 8328 60 0,'0'-6'73'15,"0"2"-36"-15,0-1 28 16,0 1 5-16,0 2-29 16,0 2-3-16,0-2-11 15,0 2-7-15,4 0-7 16,10 0-2-16,0 0-3 0,-5 0-2 15,0 0 1-15,1 0-4 16,-1 2-2-16,4 9 2 16,1-1-1-16,-2 2-1 15,-3-1-2-15,-4-1-1 16,-3 3 3-16,-2-3-1 16,0 2-4-16,0 3 8 15,-4 1-4-15,-13 3 1 16,-4-1 5-16,1 3 0 15,-5 0-5-15,1 2-1 16,1-3 1-16,1-1 1 0,5-2-2 16,6-7 1-1,3-2-2-15,6-1 0 0,2-6 0 16,0-1 0-16,0 0-2 16,0 0 4-16,0 0 1 15,2 0 2-15,19 0 5 16,7 0-7-16,2 0-2 15,-2 0 1-15,-5 0-1 16,-3 0 0-16,-6 0 0 16,0 0 0-16,-4 0 0 15,-4 0 0-15,-1 0-2 16,-1 0-27-16,1 0-43 16,-1 0-57-16,2 0-76 15</inkml:trace>
  <inkml:trace contextRef="#ctx0" brushRef="#br0" timeOffset="6806.27">28763 8585 24 0,'0'0'30'0,"0"0"36"16,0 0-11-16,0 0-21 15,0 0 1-15,0 0 10 16,0-3 4-16,0 3-7 16,0 0-9-16,0-1 0 15,-2 1 1-15,2-3-9 0,-2 3 1 16,2 0-8-16,0 0-9 15,0 0-6-15,0 0-3 16,0 0 0-16,0 0-4 16,0-2-28-16,0 2-31 15,0 0-40-15,0 0-91 16</inkml:trace>
  <inkml:trace contextRef="#ctx0" brushRef="#br0" timeOffset="7470.56">28961 8303 85 0,'0'-2'101'0,"0"0"-56"16,0 0 28-16,0 0-9 16,0 2-46-16,0 0-12 15,0 0-7-15,0 0-1 16,-7 0 7-16,-2 2-2 0,0 12-3 15,1 1 2-15,4-3-5 16,4 1 7-16,-2-3-3 16,2 0-1-16,0-2 2 15,0 1-2-15,0-3 5 16,0 3 3-16,2-4 1 16,12 4-4-16,4-3-4 15,-1 0 7-15,-2 1-7 16,2-3 0-16,-4 2 1 15,2 0-2-15,-2 2 0 0,-1-1 2 16,-1 1-2 0,-4-2 1-16,-3 2 0 0,1 0-1 15,-3 3-2-15,-2-1 0 16,0 1 0-16,0 1 2 16,0-4 2-16,0 1-2 15,0-3 2-15,-4-2 6 16,-5-2 2-16,2 0 1 15,0-2-9-15,2 0 0 16,-2 0 4-16,-2 0-2 16,-2 0-2-16,-1-8-1 15,-4-5-1-15,2-1 0 16,1 2-4-16,1 1-33 16,5 5-30-16,2 2-27 15,3 2 1-15,2 0-103 0</inkml:trace>
  <inkml:trace contextRef="#ctx0" brushRef="#br0" timeOffset="8190.26">29050 8251 69 0,'0'-2'40'15,"0"2"10"-15,0 0-13 16,-2-2-16-16,0 2-7 16,0 0-3-16,-3-2 1 15,1 2-2-15,-1 0-5 16,0 0 4-16,3 0 0 16,-3 0-6-16,3 0-1 15,0 0 1-15,2 0 0 16,-2 0-2-16,2 0 3 0,-3 0-3 15,1 0 0 1,2 0 2-16,-2 0-3 0,0 0 2 16,-1 0-2-16,3 0 5 15,0 0-3-15,0 0-1 16,-2 0 1-16,-1 0-2 16,1 0 2-16,-3 0-2 15,3 2 3-15,2 0-3 16,-2-2-9-16,2 0 10 15,0 0 7-15,0 0-6 0,0 0 5 16,0 0 5 0,0 0 6-16,4 0-9 15,11 0 4-15,-2 0-11 0,6 0 1 16,4 0-1-16,-1 0-3 16,4 0 2-16,-1 0 0 15,-1 0-1-15,-7 0 2 16,-4 0 1-16,-9 0 2 15,0 0 0-15,-4 0 3 16,0 0-5-16,0 0-2 16,0 0-3-16,0 0 1 15,0 0-5-15,0 0-15 16,0 0-43-16,0 2-69 16</inkml:trace>
  <inkml:trace contextRef="#ctx0" brushRef="#br0" timeOffset="9028.57">29214 8034 49 0,'-5'-2'21'16,"5"0"18"-16,-2 0 18 15,2 2-22-15,0 0-8 16,0-3-1-16,0 3 4 16,0 0-4-16,0 0-10 15,0 0 12-15,0 0-7 16,0 0-10-16,0 0-4 15,0 0 17-15,5 0-3 16,6 9-5-16,3 7 4 16,2 1-9-16,0 6-4 15,0 6 1-15,3 4-1 0,1 4-2 16,-1 5 0 0,-3 1 0-16,3 1-1 0,-4 1-4 15,-3 3 2-15,-3-3-2 16,-7 1-3-16,-2-5 6 15,0 1-7-15,0-5 6 16,-6-2-3-16,-3-6-2 16,-8-2 1-16,2-4 3 15,-9-2 7-15,-3-3-7 16,8-3 5-16,3-5-5 16,4 0 0-16,8-6 0 15,-3 0 0-15,7-4 0 0,-2 0 0 16,0 0 0-16,2 0-1 15,0 0-1-15,0 0-17 16,0 0-47-16,0 0-41 16,4 0-102-16</inkml:trace>
  <inkml:trace contextRef="#ctx0" brushRef="#br0" timeOffset="11908.65">25501 7829 10 0,'0'-2'38'0,"0"2"-20"15,0-2-14 1,0-1 5-16,0 3 17 0,0-1-4 16,0-2 2-16,0 2 2 15,0 1 5-15,0-3-5 16,0 3-2-16,0 0-4 16,0 0-1-16,0 0 1 15,0 0-3-15,0 0 2 16,2 0-3-16,15 0 1 15,5 0-7-15,5 0-5 16,3 0-1-16,3 0 0 16,1 0-2-16,1 0-2 0,-2 0 5 15,-7 0-4 1,0 3 1-16,-3-2-2 0,0 2 1 16,3-2-1-16,0 4 0 15,4 1 1-15,0-4-3 16,-2 4 4-16,-2-1-3 15,-5-4 4-15,-6 2-5 16,-5-3 4-16,-8 0-3 16,0 0 1-16,-2 0 1 15,0 0-1-15,0 0-1 16,0 0 1-16,0 0 0 16,0 0-2-16,0 0 2 15,-4 0 0-15,-13 0 5 0,0 0-1 16,-9 0-3-16,-4 0-2 15,-4 0 2-15,-6 0 3 16,-3 0-8-16,-6 0-7 16,3 0 0-16,8 0 6 15,5 0-1-15,8 0 5 16,6-4 1-16,6 4 0 16,3-3-3-16,1 3 4 15,0 0-1-15,2 0-1 16,0 0 4-16,2 0-3 15,3 0 0-15,0 0-2 16,2-2 0-16,0 2 1 16,0 0-2-16,0-2 8 15,0 2-1-15,0 0-1 16,0 0-6-16,11 0 9 0,14 0-5 16,10 0 3-16,7 0-5 15,1 0 2-15,-2 0 0 16,1 0-1-16,-5 0 2 15,-7 0-3-15,-9 0 3 16,-8 0-3-16,-6 0 2 16,-5 0-1-16,-2 0 0 15,0 0 4-15,0 0-4 16,0 0 1-16,0 0-5 16,0 0 7-16,-7 0-1 0,-8 0 5 15,-8 0-10 1,-7 0 4-16,-2 0 2 0,-5 2-3 15,-3 4 1 1,3 3-2-16,1-3 2 0,6 0-6 16,7 0 10-16,7-3-3 15,6-1-2-15,6 0-2 16,1-2-2-16,3 0 4 16,0 0-6-16,0 0 2 15,0 0 3-15,3 0 1 16,16 0 11-16,8 0-9 15,8 0-1-15,-1 0 2 16,-2 0-3-16,-4 0 0 16,-3 0 0-16,-1-7 0 0,-4 5 1 15,-2 0-1-15,-4 0 2 16,-2 0-4-16,-5 0 3 16,-1 2-1-16,-1-2 0 15,-5 2 0-15,0 0-1 16,0 0 1-16,0 0-1 15,0 0-5-15,0 0-5 16,-7 0 12-16,-8 0-1 16,-2 0-43-16,4 0-66 15</inkml:trace>
  <inkml:trace contextRef="#ctx0" brushRef="#br0" timeOffset="55033.2">18676 10908 22 0,'0'0'45'0,"4"0"22"15,-4 0-18-15,0 0-11 16,0 0-11-16,0-2 7 16,0 0-10-16,0-2-2 15,0 1-1-15,0 2 15 16,0 1-4-16,0 0-2 15,0-3-4-15,0-1-6 16,0 2-8-16,0-2-3 16,0 2 1-16,-6-2 0 15,2 2-1-15,-1 0-7 16,1-3 5-16,-1 5-4 0,1-4 4 16,-4 2 3-16,1 0-6 15,1-2 7-15,1 4-8 16,3-2 2-16,-2 2-3 15,-2 0 2-15,0 0-5 16,-3 0 2-16,-2 0-1 16,-4 0 0-16,4 0 1 15,-1 0-3-15,1 0 4 16,0 4-2-16,-1 0 3 16,-2 2-4-16,-2 1 2 15,0 3-1-15,-3-2 0 16,4 0 1-16,-4 1-3 15,2-3 4-15,2 3-6 16,-4 1 9-16,3 2-6 0,-3 1 2 16,6 1-2-16,-6 1 2 15,1 1-3-15,0 3 3 16,1 1-2-16,1-1-2 16,0 0 5-16,3 2-4 15,1 1 5-15,-2 3-3 16,3 0 1-16,-3 2-2 15,-2-2 1-15,2 2 1 16,2-2-1-16,1-1-2 16,4 3 0-16,0 0 5 15,5 2-4-15,-3 4 4 16,3-2-3-16,0 2 0 16,2-1-1-16,0-3 2 0,-2 4-1 15,2 2-1-15,0 0 1 16,0-2-1-16,0-2 4 15,0 1-5-15,0-4 5 16,0 4-5-16,0-2 3 16,0 2-2-16,0 1 1 15,0 0 0-15,0 2-1 16,0 2 4-16,9 3-5 16,2-3 4-16,1 2-3 15,-1-1 2-15,1-5-2 16,1 2 0-16,-1-2 2 15,0-2-3-15,6 2 3 16,-2-2-2-16,2-2 4 16,1 2-5-16,0-2 6 0,3 2-6 15,3 3 3-15,3-4 0 16,2 4-1-16,-2-1 0 16,-1-4-1-16,-1 0 4 15,-4-4-4-15,1-3 3 16,-4-1-3-16,-1-4 2 15,1-1-2-15,-4-1 2 16,6-1-2-16,0 1 0 16,3 1 1-16,2-1 0 15,0 1 2-15,2 1-3 16,2-2 4-16,-3-1-6 0,5 0 3 16,5-1 0-16,-3-3 0 15,4 3 0-15,-4-5-2 16,1 2 5-16,-1-2-4 15,-2 0 3-15,-2-1-3 16,-2-1 2-16,0-2-3 16,-3 3 4-16,3-1-2 15,1-2-1-15,4 0 1 16,1 0-1-16,1-2 3 16,1-2-3-16,-1 0 4 15,-1 0-6-15,3 0 3 16,-2 0 0-16,0 0 0 0,-1 0 0 15,-2 0-1-15,0 0 3 16,-2-4-3-16,-2 0 4 16,2 0-5-16,-6-3 4 15,4 3-4-15,0 0 3 16,-5 0-2-16,-2 0 0 16,-1 0 2-16,1-2-2 15,7-1 3-15,2 2-2 16,2 0 1-16,-4-1-3 15,2 2 2-15,2-5-1 16,0 3 1-16,2 0-1 16,-1 0 0-16,-6 0 2 15,1-1-1-15,-7 1 1 16,-1-2-2-16,6 0 3 16,-5-5-4-16,4 1 2 0,2-3-1 15,-2-3-1-15,3-1 2 16,-3-2-3-16,1 3 5 15,2-1-3-15,-6-1 3 16,3-1-4-16,-1-2 3 16,-3 2-2-16,-1 1 2 15,-4-5-1-15,2 0-2 16,-1-2 3-16,1-2-1 16,0-2 2-16,1-7-3 15,-3 1 3-15,2-2-3 16,-2-3 1-16,3 3 1 15,-3 2 0-15,-2 2 1 16,2 0 0-16,-4-1 3 16,-4-1-4-16,2-2 4 0,-3-3-5 15,-3 1 3-15,1 1-2 16,-1 1 1-16,-1-2 1 16,-1 2 0-16,0 1 4 15,-2 1-3-15,0 6 1 16,0-2-4-16,0 4 5 15,-4-2-5-15,-5 2 1 16,0 0-1-16,-1 2 1 16,1-2 0-16,2 2-2 15,-2-2 5-15,-3 2-3 16,1 0 2-16,-1 4-4 0,-4 1 2 16,0-2-1-1,-2 4 0-15,-3-3 0 0,-2 0-3 16,0-1 4-16,0 1-3 15,2 0 3-15,1 4-4 16,1 5 4-16,1 1-5 16,4 3 4-16,0 0-1 15,0 0 0-15,-2 1 1 16,-2 1-4-16,1-3 6 16,2 5-4-16,-4-2 3 15,-1 0-4-15,-3-1 2 16,0 1-1-16,7-2 1 0,-7 2 0 15,2 1-1 1,0-1 2-16,1 0-1 0,-1-2 1 16,3 1-2-16,-6-2 3 15,3 3-4-15,-4-2 2 16,-1 0 0-16,4 1-1 16,-1-1 2-16,0 2-2 15,-1-2 3-15,4 1-3 16,-3 1 4-16,0-3-5 15,1 3 3-15,-2-2-2 16,1-1 1-16,-5 3 0 16,3 0-1-16,-5 0 1 15,0-1 0-15,6 1 1 16,-2 2-1-16,3 0 1 16,0 2-3-16,-1 0 3 0,4 1-1 15,1 1-1-15,-1 0 1 16,-1 2-2-16,3 0 5 15,-2 0-5-15,-2 0 4 16,-1 0-3-16,-2 0 1 16,-5 0-2-16,2 0 2 15,-1 0 0-15,1 0-2 16,1 0 3-16,1 0-1 16,-1 0 2-16,-3 2-3 15,0 3 2-15,-5-1-1 16,1 0-1-16,-5 0 1 15,-3 0-2-15,1-2 4 0,2 2-4 16,-3 0 4-16,3 1-3 16,3-1 3-16,-3 2-2 15,-1-2 0-15,1 2 0 16,-2 3 0-16,-1-4-1 16,3 4 0-16,-2-3 1 15,1 0-1-15,4 2 1 16,1 1-5-16,5-3 0 15,7 0-10-15,7 1-8 16,4 1-12-16,6 2-28 16,1 7-34-16,1 5-83 15</inkml:trace>
  <inkml:trace contextRef="#ctx0" brushRef="#br0" timeOffset="56580.49">20832 11519 36 0,'23'-11'51'16,"-2"5"-30"-16,3 0 28 15,0 0 6-15,4 2-17 16,2 0-14-16,-2 0 4 0,-1-1-3 15,-1 3-12-15,-1 2 0 16,1 0 1-16,0 0-3 16,4 0-4-16,0 0 4 15,2 0-3-15,4 0 1 16,-2 0 5-16,-2 0-3 16,3 0 8-16,-1 4-12 15,-2 3 4-15,3 1-7 16,-1 2 2-16,-4-2-3 15,-4 1-1-15,-5-3 0 0,-8 2 2 16,-1-4 1-16,-3 3-4 16,-2-1 6-16,-1-4-2 15,-1 0 3-15,2 2-6 16,0-2 3-16,0 2 0 16,-1 2-2-16,4 1 0 15,-1-1-2-15,0-2 3 16,-4 0-4-16,-3-1 5 15,3-3-6-15,-5 1 3 16,0-1-1-16,0 0 0 16,0 0-1-16,0 0-7 15,0 0-2-15,0 0-21 16,0 0-15-16,0 0-40 0,0 0-38 16,-14 0-75-1</inkml:trace>
  <inkml:trace contextRef="#ctx0" brushRef="#br0" timeOffset="57222.07">21606 11419 147 0,'0'-4'91'0,"0"2"-86"0,0 0 10 16,0 2 43-16,0 0-28 15,0 0-22-15,0 0 2 16,0 0 6-16,0 0 0 16,0 0-7-16,0 0 12 15,0 4-2-15,7 7-10 16,4-1 3-16,1 2-3 15,4 1 1-15,2 4-4 16,-2-3 5-16,1 2-6 16,0-1-1-16,-2-1-2 15,-2-1 0-15,-1-5 3 16,-5 1-7-16,0-4 9 16,-5 0-8-16,0 1 5 0,0-4-6 15,0 0 4-15,1 3-4 16,-1-5 2-16,1 1 2 15,-1-1-4-15,-2 0 6 16,0 0-5-16,0 0-2 16,0 0 1-16,0 0 1 15,0 3 1-15,0-2-1 16,-2 3 8-16,-21 3 1 16,-5 1-4-16,-4 0-3 15,7-2 5-15,3 3-6 16,9-5 5-16,4 0-5 15,2 0 1-15,2-2 0 0,1-2-2 16,4 0 2-16,0 0-3 16,0 0 5-16,0 0-7 15,0 0-8-15,0 0-10 16,0 0 1-16,0 0-9 16,0 0-28-16,0 0-25 15,0 0-15-15,0 0-89 16</inkml:trace>
  <inkml:trace contextRef="#ctx0" brushRef="#br0" timeOffset="86480.92">22409 11459 19 0,'-19'0'19'0,"4"0"-7"16,-2-2 26-16,8-1 17 15,-3 2-25-15,3-2-4 16,0 1 10-16,1 2-7 15,0-2-2-15,-4 2-2 16,2 0-4-16,2 0-1 16,-4 0-7-16,0 0 6 15,-1-2-1-15,-4 2-2 16,2-2 0-16,4 0-3 16,-6 2-5-16,4-2-2 0,-6 2 2 15,-2 0 3-15,3 0-3 16,-3 0 0-16,-2 0 1 15,-2 2-2-15,-5 2 9 16,0 2-6-16,3-2-1 16,1 3-7-16,3-1 1 15,2 0-3-15,1 7 1 16,-3-3 0-16,-1 5-1 16,-1-1 2-16,0 3-2 15,-2 1 4-15,1 3-5 16,1-1 4-16,1 1-6 15,2 2 4-15,3-4-1 16,6 2-1-16,1-1-1 0,3 1 1 16,5-3 5-1,-1 3-4-15,3 0 3 0,2 4-2 16,0 1 3-16,0 2-4 16,0 3 1-16,0-2-1 15,0 4 1-15,2 2 2 16,5 2-2-16,-3-3 6 15,1 0-7-15,-1 2 5 16,-2-1-6-16,1-2 3 16,-3-2 0-16,2 0-4 15,3-2 4-15,2 0-4 16,4 0 5-16,3 0-3 16,4 2 3-16,6 2-3 15,-3-4 2-15,4 2-2 0,0-2 4 16,4 4-2-16,6 1-2 15,0-4 2-15,0 2-1 16,1-3 1-16,1-2-2 16,-1-1 3-16,7-1-5 15,-2-2 3-15,4 0 0 16,4 2-1-16,0 1 2 16,3-2-3-16,-3 0 4 15,2-3-2-15,-1-5 1 16,0 1-3-16,-2-2 3 15,1-1-1-15,4 1 3 0,-7-3-4 16,5 1 0 0,6-1 4-16,3-2-4 15,2-1 3-15,0-3-3 16,-5 0 3-16,3-2-4 0,0-2 1 16,0 1 1-16,-3-2-1 15,1-1 2-15,0 0-2 16,-5 0 3-16,-1 0-3 15,-1 0 3-15,-2 0-3 16,-2 0 5-16,0 0-3 16,1-10 2-16,-2-2 0 15,0-3-6-15,0-1 5 16,0 1-2-16,0-2 2 16,2 1-4-16,-4-1 3 0,0 1-3 15,-3-3 3-15,-4-2 1 16,-2 1-2-16,-3-3 1 15,-2 0-3-15,-2 1 4 16,-4-6-4-16,-1 1 3 16,-2-6-1-16,0 0 1 15,-3-4 0-15,1-3 1 16,-1-3 3-16,-2-3-3 16,-2-1 2-16,-2 1-4 15,-3 3 3-15,-7 4-4 16,-2 1 4-16,0-1-5 15,0 0 1-15,0-1 1 16,-7 1-2-16,-5 2 2 0,-1-3-2 16,-4 7 4-16,4 0-4 15,-3 4 3-15,2 2-3 16,1 1 3-16,-2 1-1 16,2 2-1-16,-4-2 3 15,4 4-3-15,-6-2 2 16,4 2-2-16,-4 3 2 15,0-1-3-15,3 3 3 16,0-1-3-16,2 5 1 16,-4-4 0-16,2-1-1 15,-3 2 2-15,1-1-3 16,-3 1 6-16,-2 1-5 16,0-1 3-16,-2 1-3 15,-2 2 1-15,-1-1 0 0,0 1 0 16,1-1 0-16,-3-2-2 15,-3 3 4-15,4 2-3 16,-1-1 3-16,0 1-4 16,4 0 4-16,-4 2-4 15,2-1 2-15,2 3 0 16,-4-3-2-16,0-1 4 16,-2 2-4-16,2 0 4 15,2 1-3-15,0 3 3 16,3-2-3-16,-1 0 1 15,1 2-1-15,3 0 1 16,-4 1 1-16,5 2-3 16,-2-4 4-16,3 3-3 15,-3 0 3-15,2-2-3 16,-2 2 3-16,0-2-4 0,-2 2 2 16,-3-2 1-16,-2 1-2 15,2-1 2-15,0 0-3 16,3 2 5-16,3 2-4 15,-2-2 3-15,3 2-3 16,1 0 1-16,2 0-1 16,2 0 1-16,-3 0 1 15,0 0-2-15,4 0 3 16,-6 0-3-16,-2 0 5 16,-5 0-6-16,-4 0 4 0,-3 0-4 15,1 0 2-15,2 7 2 16,4-2-4-16,6 2 4 15,5-3-5-15,1 2 6 16,0-2-3-16,-10 3 1 16,5 1-2-16,-3-2 2 15,1 0 0-15,2 2-1 16,-3-3 1-16,2 3-3 16,-1 0 4-16,0 0-3 15,-3 3 4-15,4 1-4 16,-1-2 3-16,2 1-3 15,7-3 1-15,2-2 0 16,3-2-1-16,0 3 2 0,5-5-3 16,-2 2 4-16,2 0-3 15,2 0 3-15,2-4-4 16,-3 0 2-16,3 0-2 16,0 0-13-16,0 0-35 15,0 2-29-15,0 5-100 16,0 5-191-16</inkml:trace>
  <inkml:trace contextRef="#ctx0" brushRef="#br0" timeOffset="91341.29">13328 12687 178 0,'-19'-15'78'0,"1"-3"-81"16,13 9 5-16,0 3 44 16,5 4 1-16,-2 0-18 15,0 2-19-15,2 0 4 16,-2 0 2-16,2 0-2 15,0 0-4-15,0 0 7 16,0 0 0-16,0 0-1 16,0 0 1-16,0 0-4 15,0 0 7-15,0 0-8 16,-3 0 1-16,3 0-6 0,-2 0-1 16,2 0 0-1,0 0-4-15,0 0-1 0,0 0-2 16,0 0 2-16,21 0 1 15,23-6 2 1,22-7-4-16,13-1 2 0,-2-1-3 16,9 5 2-16,-3 4-1 15,-3 1-1-15,-1 3 2 16,-4-2-3-16,-8 2 5 16,-5-2-4-16,-14 0 3 15,-9 0-4-15,-9-1 3 16,-11 4-1-16,-8-2 1 15,-6 2 0-15,-3 1 1 16,-2 0 6-16,0 0-4 0,0 0 1 16,0 0-2-16,0 0 0 15,0 0-4-15,0 0 0 16,0 0-9-16,0 0-27 16,0 0-23-16,0 0-56 15,0 0-65-15</inkml:trace>
  <inkml:trace contextRef="#ctx0" brushRef="#br0" timeOffset="111187.37">6257 15602 3 0,'-9'2'54'16,"0"-2"-41"-16,0 0 11 15,6 0 19-15,1 0-15 16,2 0-1-16,0 0-8 0,-2 0 1 15,2 0-4 1,0 0 1-16,0 0-10 0,0 0 4 16,0 0 4-16,-2 0 0 15,2 0 0-15,0 0 2 16,0 0 6-16,-3 0-5 16,1 0 4-16,0 0-6 15,2 0 1-15,0 0-2 16,-2 0-1-16,2 0 3 15,0 0-8-15,0 0 0 16,0 0-4-16,0 0 1 16,0 0-4-16,0 0 4 15,-2 0-5-15,2 0 3 0,0 0-1 16,0 0 0-16,0 0-2 16,0 0-1-16,0 0 2 15,0 0-3-15,0 0 4 16,0 0-4-16,0 0 2 15,0 0-2-15,0 0 3 16,0 0-2-16,0 0 0 16,0 0 2-16,0 0-3 15,0 0 5-15,2 0-4 16,7 0 3-16,-3 0-3 16,4 0 0-16,1 0 1 15,0 0-1-15,4 0 3 0,-4 0-4 16,3 0 4-16,2 0-4 15,1 0 4-15,-4 0-5 16,0 0 3-16,2 0-1 16,-4 0-1-16,-1 0 2 15,1 0-2-15,-5 0 2 16,7 0 3-16,-5-2 3 16,6 2-7-16,0-4 4 15,0 4-4-15,2-4 2 16,4 4-1-16,3-4-1 15,-2 1 4-15,3 2-5 16,-7 1 4-16,5 0-4 16,-1-3 6-16,-4 3-9 0,7 0 5 15,-7 0-1-15,2 0 3 16,2 0-3-16,-5-4 0 16,3 4 3-16,-2-4-3 15,2 4 3-15,-2 0-2 16,-6-4 3-16,2 4-4 15,2 0 0-15,-6 0 1 16,5 0-2-16,-1 0 1 16,4-2 0-16,1 2 2 15,1-2-2-15,1 0 2 16,1-2-3-16,2 4 1 16,-2-7-1-16,1 3 2 15,1 0-1-15,5 0-1 16,0 4 3-16,0-6-3 0,-3 4 3 15,2 0-3-15,0-3 3 16,1 1-3-16,4 2 2 16,-2 2-2-16,-4 0 0 15,1-2 2-15,-1 2-3 16,2-2 5-16,-4 2-3 16,2 0 2-16,1 0-4 15,-3 0 3-15,1 0-2 16,-2 0 1-16,-3 0 0 15,4 0-1-15,-6 0 4 16,0 0-4-16,1-4 4 16,1 4-5-16,1 0 6 15,2 0-5-15,1 0 1 0,0 0 1 16,-1 0-1-16,1 0 0 16,-1 0-1-16,-1 0 4 15,4 0-3-15,-1 0 2 16,5-4-3-16,-2 0 2 15,0 1 0-15,-1 3-2 16,-1-1 2-16,-2-2-1 16,2 3 2-16,1 0-2 15,-1 0 4-15,-1-4-6 16,-2 4 4-16,-2-4-3 16,2 2 2-16,-5 0 0 15,3-2-2-15,-5 4 3 0,-5-2-2 16,-2 2 5-16,-1 0-4 15,-3-4 4-15,1 4-5 16,1 0 4-16,0 0 0 16,2 0-2-16,-2 0-1 15,0 0-2-15,2-4 4 16,3 1-3-16,-1 3 5 16,6 0-6-16,-4-1 4 15,6 1-5-15,-4-3 3 16,4 3-1-16,-1-4-1 15,3 4 2-15,0-4-2 16,-1 4 4-16,-1-6-4 16,4 4 3-16,-3 0-4 15,3-2 2-15,3-1 0 0,-1 3 0 16,1-2 0-16,2 0-2 16,-2 0 5-16,0 0-4 15,-3 0 3-15,0 1-3 16,3-1 2-16,4 0-2 15,-8 4 1-15,1 0 0 16,0 0-1-16,3 0 2 16,4-2-2-16,-2 0 4 15,2 0-5-15,-4 2 5 16,2-4-4-16,0 4 1 16,4-4-1-16,0 4 3 15,5 0-3-15,0-4 0 16,0 0 3-16,-3 1-4 0,1-1 5 15,-1 0-4-15,0 4 2 16,-1-2-2-16,-3 2 1 16,-3-2 0-16,1 0-1 15,-3 2 1-15,3-2-1 16,0 0 4-16,-3 2-4 16,0-4 2-16,3 4-2 15,-3 0 2-15,1 0-1 16,-3 0-2-16,-1 0 3 15,1 0-2-15,3 0 4 16,2 0-5-16,-1 0 5 16,1 0-6-16,-3 0 6 15,-5 0-5-15,1 0 2 0,1 0-1 16,2 0 0-16,2 0 3 16,3 0-4-16,4 4 5 15,-3-4-5-15,2 0 5 16,-5 0-5-16,1 0 1 15,2 0 3-15,2 0-3 16,3 0 1-16,1 0-2 16,4 0 5-16,-6 0-5 15,-1 0 5-15,1 0-5 16,3 0 3-16,1 0-2 16,2-4 0-16,-1 0 2 15,0 0-2-15,3 1 2 0,-5-1-2 16,-1-2 3-16,-4 4-4 15,-4 2 5-15,-2-2-4 16,-4 2 0-16,1 0 2 16,-2 0-2-16,-3 0 2 15,1 0-3-15,-3 0 5 16,0 0-5-16,-2 0 5 16,2 0-5-16,-7 0 3 15,-5 0-2-15,4 0 2 16,-4 0 0-16,-1 0-2 15,1 0 4-15,-4 0-3 16,0 0 3-16,0 0-4 16,0 0-1-16,0 0-15 15,0-2-14-15,0 0-28 16,0 2-37-16,0 0-73 0</inkml:trace>
  <inkml:trace contextRef="#ctx0" brushRef="#br0" timeOffset="-63686.82">2716 9655 1 0,'0'-8'32'0,"0"1"-24"15,0 3 11-15,0 3 20 16,0 1-13-16,0 0-4 16,0 0 1-16,0 0 8 15,0 0-7-15,0 0 1 16,0 0-1-16,3 0-1 16,-1 0-5-16,0-3-7 15,-2 2 7-15,2-4-2 16,2 3 1-16,-2-2-6 0,-2 0 1 15,0 4-5-15,0-2-2 16,0 2 10-16,2 0-6 16,-2 0 2-16,2 0-3 15,-2 0 1-15,2 0-5 16,1 8 13-16,1 9-12 16,-2-1 4-16,1 3-5 15,-1-3-2-15,0 5 3 16,3 0-4-16,-2 0 8 15,1-1-7-15,1 3 2 16,-1 0-2-16,1 4 0 16,-1-1 2-16,4 6-3 0,-4 3 3 15,1 7-3-15,-1 3 4 16,0 3-4-16,-1 1 6 16,-1 1-7-16,0-5 3 15,0 1-3-15,4 4 0 16,-4-3 2-16,3 3-3 15,-1 1 3-15,3 1-3 16,-3-2 5-16,4 2-4 16,-2 0 5-16,1-3-6 15,0 3 3-15,-1 0-1 16,2-2 1-16,-3 0 0 16,-1-3-2-16,1-1 4 15,-1-1-5-15,0-1 9 16,0-1-9-16,0 3 5 15,-4 4-4-15,2-3 4 0,-2-1-1 16,0-1-5-16,3 3 5 16,-1-3-4-16,2 1 6 15,1-1-6-15,-1-4 4 16,2-1-5-16,-2 1 3 16,0-4-2-16,1 3-1 15,-3 0 4-15,3-2-5 16,-3 2 7-16,0 0-7 15,0-3 10-15,-2 0-11 16,0 0 6-16,0-1-4 0,0 1 2 16,0-2 1-16,0 0-2 15,0 0 2-15,0 1-3 16,0 1 7-16,0-4-7 16,0-2 6-16,0-6-6 15,-2-4 2-15,2-5 0 16,0-6-2-16,0-3 4 15,0-3-6-15,-2-2 6 16,0-2-18-16,-3 0-17 16,5 0-18-16,0 4-6 15,-4 6-25-15,-3 3-25 16,-3-5-92-16</inkml:trace>
  <inkml:trace contextRef="#ctx0" brushRef="#br0" timeOffset="-61738">618 11730 195 0,'0'-7'45'0,"0"7"-56"16,3 0 25-16,-3-1 13 15,2-2-16-15,0 2-7 16,0-2 1-16,0 3 16 15,-2 0-9-15,0 0 2 16,0 0-6-16,4 0 4 16,-2-4 0-16,2 3 0 0,-1-2 0 15,-1 3-2-15,0-2 4 16,2 0-5-16,3-2 5 16,1 4-9-16,-2-2 7 15,1 2-6-15,0 0-2 16,5 0-1-16,1 0 1 15,8 0 0-15,2-2-4 16,7 0 8-16,0-2-6 16,2 0 3-16,-2-1-7 15,2 1 6-15,-5 4-4 16,3 0 0-16,3 0 1 16,-1-2-2-16,3 0 5 15,0 0-4-15,-1-2 4 0,3 2-4 16,1-5 4-1,-3 1-6-15,2 4 4 16,-2-4-2-16,-3 2 0 0,0 0 1 16,0-1-4-16,0 4 8 15,1-4-5-15,1 1 3 16,3 2-6-16,5-2 6 16,-1 0-4-16,0 2 3 15,1-2 0-15,-3-4-3 16,0 5 3-16,-1-3-2 15,2 2 4-15,4 2-5 16,7-2 3-16,-2-1-3 0,5 4 1 16,1-3 0-16,-6 1-3 15,1 3 6-15,1-2-7 16,-6 0 9-16,9-2-6 16,-1 2 4-16,-1 0-5 15,3 0 3-15,1-2-2 16,1 0 1-16,-1-1 0 15,1 3-2-15,-2 0 4 16,-2 2-3-16,0-2 5 16,-3 2-7-16,3 0 7 15,-4-2-7-15,3 0 3 16,-1-2 0-16,0-2-1 16,-3 1 2-16,-4 1-4 15,-3 0 7-15,-2 0-5 16,-1 4 4-16,-1-2-5 0,-1 0 3 15,1-2-3-15,-1-1 2 16,6 0 0-16,-3 1-3 16,2-3 5-16,-1 3-2 15,-3 0 2-15,2 0-3 16,-5-2 6-16,3 3-10 16,3-1 5-16,-4 2 0 15,3 0-1-15,2-4 2 16,3 2-4-16,0 2 7 15,0 0-5-15,-3 2 4 16,-4 0-5-16,-1 0 3 16,4 0-2-16,3 0 1 15,2 0 0-15,-2-5-3 16,2 3 5-16,4 0-3 0,4-2 4 16,-5 2-3-16,1-4 3 15,-4 4-7-15,0 2 4 16,-4-2 0-16,-5 2-1 15,1 0 2-15,-4 0-3 16,-4-2 5-16,-1 2-5 16,-3-3 7-16,-1 2-8 15,1 1 4-15,-5-3-3 16,1 3 2-16,-6 0 1 16,-7-1-4-16,-3-2 5 15,-3 3-3-15,-2 0 4 0,0 0-6 16,0 0-13-16,0 0-47 15,-13 0-31-15,-13 0-119 16</inkml:trace>
  <inkml:trace contextRef="#ctx0" brushRef="#br0" timeOffset="-57413.33">1083 11413 80 0,'0'0'29'0,"-2"0"-38"15,0 0 22-15,2 0 18 16,0 0-13-16,0 2-18 16,0-2 0-16,0 0-2 0,0 0 10 15,0 0 1 1,6 0 13-16,1 0-10 0,-2 0 21 15,0 0-13-15,-3 0-3 16,0 0 3-16,0 0-10 16,-2 0-1-16,3 0-6 15,1 0 6-15,3 0-6 16,3 0 3-16,-1 0-5 16,2 0 7-16,3 0-4 15,-1 0-4-15,6 0 3 16,2-2-1-16,-3 0 3 15,3-2-4-15,-3 2 6 16,-1-2-4-16,-2 0 2 16,2-3-5-16,-1 3 4 15,0-2-2-15,0 0-1 16,-2 1 1-16,2 0-3 16,0-2 7-16,1 3-4 0,-4-2 1 15,0 0-5-15,2 0 5 16,0-1 0-16,0 3 2 15,0-2-1-15,-1-2-5 16,0 1 7-16,0 1-7 16,2-2 5-16,-2 2-6 15,-1-2 4-15,2-1-3 16,-2 5 1-16,-4-2 0 16,1 4-1-16,-1-2 3 15,2 0-4-15,-1-3 6 0,3-1-4 16,-2 2 4-1,2-1-5-15,-5-1 2 0,5 0 0 16,-2 2 1-16,-2-3-2 16,3 3 0-16,1-2 2 15,0-3-2-15,2 1 4 16,-2 0-5-16,2 0 3 16,-2 1-4-16,1-1 3 15,0 2 0-15,0-3-3 16,-1 3 4-16,-2-5-6 15,4 5 9-15,-6 0-5 16,0 0 3-16,1-1-5 16,-2 1 4-16,7-2-2 0,-4-1 0 15,-2 1 1 1,3-2-2-16,-1 1 5 0,-2 1-7 16,1 0 8-16,-1 1-6 15,-3 1 4-15,3-3-4 16,3-1 2-16,0 0-1 15,-1-1-1-15,-1-1 3 16,1-1-5-16,-2 5 7 16,1 0-5-16,-1 2 4 15,-5-1-5-15,3 3 4 16,3-3-2-16,-4 0 1 16,3 0 2-16,-2-3-3 15,-4-1 4-15,-1 3-4 16,3-3 5-16,-1 3-5 0,3-2 4 15,0-1-4-15,0 1 1 16,0-2 2-16,0 1-7 16,1 1 8-16,0 1-8 15,-3 1 10-15,1-1-6 16,-4 3 3-16,5 0-4 16,-5 0 3-16,1-1-3 15,4 1 2-15,-2-3-1 16,-1 2 0-16,1 0 1 15,-3 1-1-15,2 0 4 0,1-3-5 16,2 1 4-16,2-3-5 16,-4-1 3-1,1 3-2-15,-1 1 0 16,0 2 3-16,0 0-6 0,-1 1 9 16,3-1-6-16,-3-5 4 15,6 1-5-15,-3 0 3 16,0-3-1-16,2 3-1 15,-5-1 2-15,4 3-4 16,-2-1 5-16,-1 3-2 16,-3 2 3-16,5-2-3 15,-5 2 2-15,3 0-3 16,0-1 1-16,-3 3 0 16,0-2-2-16,3 2 4 15,-1-2-5-15,1 1 7 0,0-1-5 16,2 0 3-16,0 0-3 15,-1-3 2-15,1 1-3 16,1-2 2-16,0-1 1 16,-1 1-3-16,2-2 3 15,1 4-1-15,-3-1 3 16,2 3-4-16,-3 0 4 16,2 2-5-16,-4-3 2 15,1 1 0-15,-1 0-1 16,1 0 2-16,-1 0-3 15,2 3 7-15,-2-1-8 16,0 2 7-16,-1 0-6 16,-1 0 3-16,2-2-4 0,1 0 5 15,-3 0-2-15,4 0-3 16,-2 1 6-16,0 2-5 16,1-2 5-16,-1 2-4 15,-1-4 3-15,3 3-4 16,0-2 3-16,-4 2-2 15,2-2-1-15,-1 2 5 16,-1 0-7-16,2-1 9 16,-2 2-6-16,1-2 4 15,1 1-5-15,-1 0 4 16,0 2-4-16,-1-2 3 16,0 2-2-16,-2-2-1 15,2 2 6-15,1 0-5 16,-1-2 3-16,0 2-3 0,0 0 4 15,0 0-5-15,1-2 2 16,1 2 0-16,2-2 0 16,0 0 1-16,1 0-3 15,0 2 6-15,2-2-5 16,-2 0 4-16,0 2-5 16,0-2 4-16,-1 2-4 15,0 0 2-15,0 0 1 16,1 0-3-16,0 0 5 15,-1 0-4-15,0 0 5 0,1 0-5 16,-3 0 4 0,0 0-5-16,1 0 2 0,-3 0 0 15,4 0-1-15,-4 0 3 16,2 0-6-16,-2 0 9 16,1 0-6-16,1 0 5 15,1 0-6-15,-1 0 3 16,0 0-1-16,6 0 0 15,-3 0 1-15,0 4-2 16,3-2 5-16,-4 2-5 16,1-2 6-16,0 2-7 15,-1 0 7-15,2-2-7 16,-1 3 2-16,-1-4 0 16,3 4 0-16,-1-3 2 15,-1 2-4-15,2 0 6 0,-3 0-6 16,2-2 7-16,1 2-7 15,0 0 4-15,1 0-2 16,1 1 1-16,-2 1-1 16,3-2-3-16,-1 0 8 15,2 1-7-15,2-1 8 16,-4 0-6-16,3 0 4 16,-1 0-6-16,4 0 4 15,-4 2-1-15,2-2-1 16,-4 3 2-16,0-1-3 15,1 0 4-15,-1 0-4 16,0 0 6-16,-1-1-8 0,-1 1 4 16,2 0-2-16,1 2 2 15,0-1 1-15,-1-1-5 16,1 0 7-16,-3 0-5 16,0 2 5-16,3-1-4 15,-1 1 4-15,3 0-4 16,0 1 3-16,0-1-1 15,-3 2-4-15,0-4 4 16,1 3-4-16,0-3 8 16,-1 2-9-16,1 1 9 15,1-4-8-15,-1 4 4 16,-3-1-2-16,2-1 1 16,1 1 0-16,2 0-2 15,-3 0 3-15,3 1-3 16,0-1 5-16,-2 0-4 0,1 0 3 15,-1-1-4-15,2 1 2 16,-1-2 0-16,1 1-1 16,0-2 2-16,-2 2-2 15,-1-1 7-15,3 0-9 16,0 3 8-16,2-1-5 16,-2 0 2-16,1 2-4 15,2-1 2-15,-1-1 0 16,-2 0-2-16,2 1 2 15,0 1-1-15,0 1 5 16,0-2-6-16,-2 2 5 16,0-3-8-16,1-2 5 15,2 3-1-15,-1-3-1 16,0 2 2-16,1 0-3 0,-2 1 5 16,2-3-5-16,-2 0 7 15,0 2-6-15,0-1 3 16,4 1-6-16,-1 1 7 15,1-4-2-15,0 4-5 16,-4-5 7-16,4 2-7 16,-3 0 10-16,0-2-7 15,0 3 4-15,0-3-6 16,-2 2 4-16,4-2-1 16,-2-2 0-16,1 2-1 15,-2 0-1-15,2-1 5 0,1-1-5 16,-2 0 7-1,1 0-8-15,-2 0 6 0,2 0-5 16,-2-2 2-16,0 2-1 16,-6-2 0-16,-5 2 3 15,1-2-5-15,-1 0 7 16,6 0-5-16,1 0 4 16,0 0-6-16,4 0 4 15,-2 0-1-15,1 0-1 16,0 0 1-16,0 0-2 15,-1 0 5-15,1 0-4 16,0 0 4-16,-3 0-5 0,1 0 5 16,0 0-6-1,-1 0 4-15,-1 0-2 0,-2 0 1 16,-1 0 1-16,3 0-4 16,-1 0 7-16,-2 0-5 15,-3 0 4-15,1 0-6 16,0 0 4-16,-1 0-1 15,1 0 0-15,2 0-1 16,-1 0-1-16,4 0 4 16,-1 0-3-16,0 0 5 15,0 0-6-15,3 0 5 16,-1 0-6-16,6 0 3 16,-6 0 0-16,5 0-2 15,-2 0 4-15,2 0-5 16,2 0 8-16,-1 0-7 0,-2 0 5 15,2 0-6-15,-2 0 5 16,0 0-3-16,0 0 1 16,0 0-1-16,-4 0-1 15,0 0 4-15,-3 0-3 16,1 0 4-16,0 0-4 16,-3 0 4-16,2 0-6 15,-4 0 3-15,-1 0 0 16,-1 0-1-16,-2 0 2 15,2 0-4-15,-2 0 7 16,0 0-5-16,0 0 4 16,0 0-3-16,0 0 2 15,0 0-3-15,0 0-5 0,0 0-18 16,0 0-24-16,0 2-28 16,-7 8-45-16,-2 1-185 15</inkml:trace>
  <inkml:trace contextRef="#ctx0" brushRef="#br0" timeOffset="-51644.47">3975 10775 4 0,'0'-1'21'0,"0"1"-7"16,0 0-2-16,0 0-3 15,0 0 2-15,0 0-5 16,0 0 2-16,0 0 6 15,0 0-2-15,0 0 2 16,0 0-5-16,0 0 8 0,0 0-2 16,0 0 5-1,0 0-8-15,0 0 2 0,0 0-11 16,0 0 2-16,0 0-2 16,0 0-2-16,0 0 2 15,0 0-1-15,0 0 10 16,0 0-9-16,0-3 2 15,0 3-6-15,0 0 3 16,0 0-3-16,0-2-1 16,0 0 2-16,0 2 2 15,0-2 4-15,0 0-3 16,0 2 6-16,0-2-11 16,0 0 5-16,0-2-6 15,0 2 9-15,0-1-3 0,0 2-3 16,0-2 2-1,0 1-3-15,0 2 7 0,0 0 1 16,0 0 3-16,0 0-9 16,0 0 1-16,0 0-2 15,0-2 1-15,0 2-1 16,0-2-1-16,0-2 13 16,0 0 3-16,0 0-5 15,0 0-8-15,0 2 13 16,0 2-7-16,0 0-1 15,0 0 0-15,0 0-1 16,0 0-2-16,0 0-4 16,0 0 6-16,0 0-7 15,0 0 3-15,0 0-4 16,0 0 9-16,0 6-3 0,0 2-3 16,0 5 0-16,0 1-3 15,0 2 6-15,0 3-6 16,0 4 6-16,0 2-5 15,0-3 3-15,0-3-4 16,-2-5 4-16,2-3-2 16,0-5-1-16,0-3 2 15,0-2-3-15,0-1-6 16,0 0-23-16,0 3 2 16,0-2-22-16,0 3 13 0,0 1-21 15,0-3-21-15,0 2-13 16</inkml:trace>
  <inkml:trace contextRef="#ctx0" brushRef="#br0" timeOffset="-50939.25">4014 11173 9 0,'-2'2'34'0,"-1"-2"-10"15,3 0-9-15,0 0 2 16,0 0 5-16,0 0-3 16,0 0 4-16,0 0-4 15,0 0 1-15,0 0-6 0,0 0-7 16,0 0-2-1,0 0-2-15,0 0 7 0,0 0-8 16,0 0 3-16,0-2-2 16,0-2 7-16,-2 2 1 15,2 2 1-15,0-2-2 16,0 2-3-16,0 0 1 16,-2 0-6-16,2-3 4 15,0 2-5-15,0 1 5 16,-2 0-3-16,2 0 3 15,0-3-1-15,0 3-1 16,0 0 3-16,0 0-8 16,0 0 7-16,0 0-3 15,-2 0 1-15,2 0-4 16,0 0 6-16,0 0-3 0,0 7-1 16,0 9 1-16,0 3-5 15,0 2 5-15,0 1-3 16,0-3 2-16,0 2-2 15,0-3 2-15,0-5-3 16,0 1 1-16,0-7 0 16,0-3-9-16,0-2-27 15,0-2-15-15,0 2-29 16,0 0-37-16</inkml:trace>
  <inkml:trace contextRef="#ctx0" brushRef="#br0" timeOffset="-49672.07">3849 11726 19 0,'-3'0'39'16,"1"0"-23"-16,2 0 28 16,0 0-7-16,0 0-4 15,0 0-11-15,0 0 3 16,0 0 2-16,0 0-9 16,0 0 12-16,0 0-9 15,0 0-5-15,0 0-11 16,0-4-2-16,0 0-4 15,0 1 2-15,0 2-3 16,0-2 1-16,0 2 3 16,5-2-4-16,4-1 5 15,0 2-3-15,-2-2 4 0,0 4-6 16,-1 0 2-16,-1 0-2 16,0 0 2-16,-2 0 2 15,-1 0-6-15,-2 2 10 16,0 6-10-16,0 8 14 15,0 1-10-15,0 4 5 16,0 2-7-16,0 0 4 16,-8 2-2-16,1 1-1 15,3 1 2-15,0 0-3 16,1 4 6-16,3-4-6 16,0 0 4-16,0-4-4 15,0-8 2-15,5-5-1 0,6-4 0 16,1-2 1-16,1-2-3 15,2-2 6-15,0 0-6 16,0 0 6-16,-2 0-6 16,-2-6-5-16,-3-5-12 15,-1 3-11-15,-7 2-15 16,0 4-41-16,0 0 16 16,0 2-26-16</inkml:trace>
  <inkml:trace contextRef="#ctx0" brushRef="#br0" timeOffset="-49397.7">3835 11947 58 0,'-7'-1'10'15,"2"1"12"-15,3 0 12 16,2-3-1-16,0 3-19 15,0 0-4-15,0-2-6 16,0 0-1-16,0 0-3 16,0-4 0-16,9-3 3 15,1 1-3-15,1 2 3 16,0 2-3-16,1 0 4 16,-3 0-6-16,2-1 4 0,-3-1-18 15,3 2-72 1</inkml:trace>
  <inkml:trace contextRef="#ctx0" brushRef="#br0" timeOffset="-49057.51">4044 11832 137 0,'0'0'15'16,"0"0"-17"-16,0 0 17 15,0 0-8-15,0 0-11 16,0 0 2-16,0-3 5 15,8-1-2-15,3 0 0 16,2-4-2-16,-1-1 2 16,1 3 0-16,-4 2-2 15,-1 2-1-15,-6 2-21 16,-2 0-31-16,0-2-10 16</inkml:trace>
  <inkml:trace contextRef="#ctx0" brushRef="#br0" timeOffset="-48798.04">4044 11832 93 0,'8'86'11'0,"-8"-83"32"16,0-2 4-16,0 3-27 15,0-4-6-15,0 0 1 16,0 0-13-16,0 0-3 16,0 0 4-16,0 0-8 0,0 0-9 15,0 0-28 1,6 0-4-16,3-4-2 0,4 0-21 16</inkml:trace>
  <inkml:trace contextRef="#ctx0" brushRef="#br0" timeOffset="-48172.32">4217 11811 66 0,'-5'-3'30'16,"3"3"-3"-1,2 0 13-15,0 0-13 0,0 0-18 16,0 0-6-16,0 0-4 16,0 0 2-16,0 0-5 15,0 0 8-15,0-1-5 16,9-6 4-16,8 1-3 15,-2-2 1-15,0 0 1 16,-2 3-2-16,-4 3 1 16,1 0-4-16,-4 2 8 15,-1 0-7-15,-1 0 6 0,-4 0-5 16,0 0 6-16,0 0 10 16,0 0 18-16,0 0-29 15,0 9-4-15,0 3 2 16,0 2-2-16,0-1 5 15,0 2-5-15,-6-1 3 16,-3 2-4-16,1 1 6 16,-1 2-2-16,0-5 0 15,-1 0-2-15,4-3-2 16,3-2 4-16,3-4-5 16,0-2 4-16,0-3-10 15,3 0 7-15,11 0-3 0,-1 0 4 16,6 0 3-1,-1-8-3-15,3-1 3 0,0 1-4 16,-3-3 6-16,-2 3-6 16,0 4 3-16,-2 0-3 15,-5 2 2-15,-4 0-3 16,-5 0-38-16,0 0-56 16,0 2-55-16</inkml:trace>
  <inkml:trace contextRef="#ctx0" brushRef="#br0" timeOffset="-46131.99">4313 10759 50 0,'3'-2'36'0,"-1"2"-29"16,-2 0 32-16,2 0 15 15,-2 0-23-15,2 0-19 16,-2 0 1-16,0 0 5 16,0 0-9-16,0 10-4 15,0 11 8-15,-11 12-10 16,-8 8 5-16,-3 1-11 15,3 1 6-15,-4-3-4 16,3-3 2-16,3-2-1 16,2 0-1-16,0-6 3 15,6-4-4-15,3-6 7 0,4-9-6 16,-2-4 2-16,4-6-16 16,-2 0-8-16,2 0-12 15,-2 0-11-15,2 0-16 16,0 0 26-16,0-4 13 15</inkml:trace>
  <inkml:trace contextRef="#ctx0" brushRef="#br0" timeOffset="-45735.19">4472 10808 52 0,'0'-1'17'0,"0"1"-5"15,0 0 58-15,0 0-6 16,0 0-38-16,0 0-23 16,0 12-4-16,0 6 3 15,-11 9-3-15,-8 2 8 16,6-4-5-16,-6 2 9 15,1 4-11-15,-5 7 6 16,-7 5-1-16,2 3-3 16,-2 1 1-16,0-1-6 0,7-7 8 15,3-4-7-15,3-8 6 16,8-4-6 0,3-4 5-16,0-7-6 0,4-3 3 15,0-5-5-15,2-3-10 16,0-1-9-16,0 0-19 15,0 0-6-15,0 0-31 16,0 0 14-16</inkml:trace>
  <inkml:trace contextRef="#ctx0" brushRef="#br0" timeOffset="-45335.18">4622 10914 93 0,'0'-6'8'0,"0"2"-34"16,-3 1 30-16,1 2 11 15,0 1 23-15,0 0-17 16,-3 0-9-16,0 0-8 15,-4 18 13-15,-2 7-2 16,-6-2 6-16,2 2-10 16,-4 2-6-16,1-1 6 15,1 8-9-15,-4 3 4 0,1 0-6 16,-5 3 5-16,-3-5-7 16,7-6 4-16,3-2-3 15,2-5 2-15,5-3-1 16,-2-4-2-16,5-3 4 15,1-3-10-15,2-8-3 16,3-1-50-16,2 0-7 16,0 0 5-16,0 0 23 15</inkml:trace>
  <inkml:trace contextRef="#ctx0" brushRef="#br0" timeOffset="-44966.32">4760 10897 58 0,'0'0'36'15,"0"0"-34"-15,0 0 30 16,-3 0-3-16,-10 3-20 15,-3 15-2-15,-1 7 14 16,-4 4-3-16,1 4-6 16,-1 2 1-16,-2 3-8 0,0 1 4 15,-2 1-5 1,2-3 2-16,0 0-7 0,5-6 5 16,1 0-6-16,6-8 4 15,7-7-4-15,-2-5 2 16,4-5 0-16,2-6-15 15,0 0-5-15,0 0-25 16,0 0-19-16,0 0 29 16,2-10-22-16</inkml:trace>
  <inkml:trace contextRef="#ctx0" brushRef="#br0" timeOffset="-44601.14">4960 10854 58 0,'2'-4'28'0,"-2"4"-29"16,0 0 37-16,0 0 27 15,0 0-49-15,0 10-14 16,-18 11 4-16,-5 8-1 15,0 2 8-15,-3 2-4 16,1 3 8-16,2-2-5 16,-4 6-8-16,1-3 4 15,-4 3-5-15,5-3 7 0,-1-4-6 16,4-6 3-16,8-5-7 16,0-3 6-16,4-2-6 15,8-9 2-15,0-4-2 16,2-4-30-16,0 0-5 15,0 0-18-15,0 0 10 16,4 0 23-16,13-12-26 16</inkml:trace>
  <inkml:trace contextRef="#ctx0" brushRef="#br0" timeOffset="-44240.79">5123 10815 43 0,'0'0'30'0,"0"0"-7"16,0 0 13-16,0 12-3 15,-9 5-12-15,-2-3 9 16,1 3-12-16,-1 0-3 15,-3 3-10-15,-4 5 3 16,-3 8-6-16,-2 7 1 16,0 1-2-16,-2 0-1 0,1-1 2 15,4-3-3-15,-1-4 7 16,7-4-9-16,5-9 7 16,2-1-6-16,5-9 2 15,0-5-10-15,2-3-21 16,0-2-4-16,0 2-13 15,0 0-10-15,0-2-27 16</inkml:trace>
  <inkml:trace contextRef="#ctx0" brushRef="#br0" timeOffset="-42136.29">1914 11132 7 0,'0'-3'11'16,"0"2"4"-16,0-2-3 16,0 1 6-16,0 0-1 15,0 2 7-15,0 0 4 16,0 0-9-16,0 0 13 15,0 0-13-15,0 0 1 16,0 0-9-16,0 0 1 16,0 0-6-16,0 0 5 15,0 0-5-15,0 0-2 16,0 0 4-16,0 0 7 16,0 0 10-16,0 0-19 15,0 0 1-15,0 0-8 0,0 4 4 16,2 3-4-16,-2 3 2 15,2 0 1-15,0 3-5 16,0 1 6-16,4-1-6 16,-4-1 8-16,0 1-6 15,1-3 4-15,-3-2-5 16,2-6-17-16,-2 0-12 16,2-2-5-16,-2 3-15 15,0-2-19-15,0 2 15 16,0 1-10-16</inkml:trace>
  <inkml:trace contextRef="#ctx0" brushRef="#br0" timeOffset="-41728.81">1950 11407 0 0,'0'0'42'16,"0"0"-40"-16,0 0 29 16,0 0 5-16,0 0-4 15,0 0-16-15,0 0 11 0,5 0-1 16,-2 0-3-16,-3 0-9 15,0 0-2-15,0 0-3 16,0 0-7-16,0 8 4 16,0 3-4-16,0 3 2 15,4 5-6-15,1 4 5 16,1 1-5-16,-1-1 3 16,-1-6-1-16,-1-5-1 15,-3-3 3-15,0-8-6 16,0 2 0-16,0-3-20 15,0 0 2-15,0 0-13 16,0 0-11-16,0 0-27 16</inkml:trace>
  <inkml:trace contextRef="#ctx0" brushRef="#br0" timeOffset="-38932.25">1697 11972 4 0,'-4'0'22'0,"-3"0"4"15,3 0-3-15,-2 0-8 16,2 0 12-16,-1 0 9 16,1 2-1-16,2 3-14 15,-1-5-5-15,1 0 9 16,2 0-7-16,0 0-6 16,-2 0 9-16,2 0-11 15,0 0 1-15,0 0-10 0,0 0 1 16,0 0-9-16,0 0 4 15,0-3-1-15,0 1-1 16,0-2 8-16,9 2-3 16,0 0 6-16,3 0-8 15,1-2 8-15,4-1-12 16,-6 1 13-16,0 0-5 16,-3 3-1-16,-6 1-1 15,0 0 2-15,3 0 4 16,-3 0-5-16,-2 9 6 15,0 6-8-15,0 2 5 16,0-1-6-16,0 3 4 16,0 4-2-16,0-3 0 0,0 1 4 15,-2-2-5-15,-3-3 5 16,1 1-5-16,-2-1 6 16,6 1-9-16,0-2 7 15,0-3-6-15,0 0 3 16,0 1 0-16,0-5-3 15,8 0 5-15,1-6-5 16,2-2 3-16,-1 0-10 16,1 0 8-16,-2 0-6 15,-5-2-4-15,0-6-24 16,-4 0-21-16,0 4-38 16</inkml:trace>
  <inkml:trace contextRef="#ctx0" brushRef="#br0" timeOffset="-38639.28">1635 12187 47 0,'0'0'38'16,"0"-4"-40"-16,0 3-1 16,0-4 12-16,0 1-2 15,7-4-2-15,12-3-1 16,-1-1-4-16,3 0 4 16,-3 1-4-16,-2 3 3 0,-4 0-6 15,-1-1 0-15,0 1-26 16,1-2-41-16</inkml:trace>
  <inkml:trace contextRef="#ctx0" brushRef="#br0" timeOffset="-38375.25">1840 12016 140 0,'-2'0'-21'16,"2"-2"-2"-16,0-2 27 16,0-3-5-16,0 3 9 15,0 0-11-15,7 0 0 16,4 0-12-16,1 0 6 15,1 0-27-15</inkml:trace>
  <inkml:trace contextRef="#ctx0" brushRef="#br0" timeOffset="-38114.94">1840 12016 75 0,'58'78'33'0,"-58"-78"-51"16,0 0 14-16,0 0 17 16,0 0-22-16,0 0 26 15,0-4-7-15,4 0-3 16,1 0-10-16,-1 2 1 0,-1 2-12 15,1 0-28-15,-2 0-21 16</inkml:trace>
  <inkml:trace contextRef="#ctx0" brushRef="#br0" timeOffset="-37708.47">2018 12026 36 0,'-4'0'30'15,"4"-2"-20"-15,0 2 33 16,0 0-17-16,0 0 0 16,0 0-6-16,0 0 4 15,0 0-2-15,0 0-4 16,0-2-8-16,0-4-1 0,0 0-2 16,0 1-10-1,4 1 8-15,2 2-4 0,3-4 4 16,5-2-7-16,4-3 0 15,1 1 0-15,-5 1-1 16,0 4-22-16,-7-4-20 16,-1 3-5-16,-3 4-46 15</inkml:trace>
  <inkml:trace contextRef="#ctx0" brushRef="#br0" timeOffset="-37064.36">2018 12026 136 0,'112'-141'19'0,"-117"141"-22"15,5 0 35-15,0 0-22 16,0 0-18-16,0-2 7 16,0 0-1-16,11-2 7 15,2 0 1-15,0 0 1 16,1 0-6-16,-3-3 4 0,-2 3-5 15,1 2 3-15,-3 0-1 16,0 0 0-16,-3 2 9 16,1 0-5-16,0 0 3 15,-3 0-7-15,-2 0 10 16,0 0-8-16,0 4 3 16,0 0 0-16,5 2-7 15,-1 1 4-15,-4 1-6 16,0 2 8-16,0 5-6 15,0 1 10-15,0 3-9 16,0-2 5-16,0 1-6 16,0 1 2-16,0-3-2 15,0-1-1-15,0-2 6 16,0-5-6-16,0-2 4 0,0-4-5 16,0-2 2-16,2 0-5 15,7 0 2-15,3 0 2 16,4 0 5-16,1-12 2 15,0-3-8-15,4 1 6 16,-2-5-2-16,-3 2-5 16,-2 5-32-16,-5 1 22 15,-2 6-21-15,-3 0-62 16,1 3 21-16</inkml:trace>
  <inkml:trace contextRef="#ctx0" brushRef="#br0" timeOffset="-36056.78">1808 12107 12 0,'-2'0'7'0,"2"0"-6"15,0-2 9-15,0 0-9 16,0-3-3-16,0 4 9 16,0-6-6-16,4 1 1 15,5 0 0-15,-2 0 0 0,1-1 3 16,-4 3-4-16,-2 2 6 15,3 0 4-15,-3 2 1 16,-2 0 10-16,0 0-6 16,0 0-3-16,0 0-10 15,0 0 3-15,0 0-5 16,0 0 12-16,2 0 5 16,-2 0 21-16,0 2-32 15,0 4-7-15,0 2 6 16,0 3-6-16,-6-1 6 15,-3 3-7-15,1-3 4 16,-1 1-6-16,2-1 4 16,-3-2-1-16,2-1-8 0,-1-2-18 15,0 0-23 1,1-1-3-16,6 0-17 0</inkml:trace>
  <inkml:trace contextRef="#ctx0" brushRef="#br0" timeOffset="-35457.89">1950 12117 43 0,'0'0'9'15,"0"0"1"-15,0-2 9 16,0 2-5-16,0 0-8 15,0 0-3-15,0 0 12 16,0 0-1-16,0 0 10 16,0 0 3-16,0 0 0 15,0 0-3-15,0 0 2 16,0 0-3-16,0 0-16 16,-4 0-1-16,-3 2-8 15,0 9 8-15,1 3-8 0,-2 1 5 16,1-3-4-1,1 1 1-15,-3-4 0 0,1 2-3 16,-1-7 3-16,0 0-30 16,3-4-7-16,0 0-67 15</inkml:trace>
  <inkml:trace contextRef="#ctx0" brushRef="#br0" timeOffset="-25627.69">1451 13728 99 0,'0'-4'48'16,"0"4"-23"-16,0 0-5 15,0-4 19-15,0 2-13 16,0 0-14-16,0 2-6 15,0 0 1-15,0 0 15 0,0 0-7 16,0 0 4-16,0-2 2 16,0 0 3-16,0-5-16 15,0 3 0-15,0 0-7 16,0 0 0-16,0 4 0 16,0-2-3-16,0 0 5 15,0 0-5-15,0-1 10 16,0 2-4-16,0-2 3 15,0 2-6-15,0-10 7 16,0-3-3-16,0-3-7 16,0-2 6-16,0-1-8 0,0-1 10 15,0 0-9-15,5-3 8 16,-3-1-9-16,0 10 6 16,0 0-3-1,-2 9 1-15,3 4 1 0,0 2 1 16,-3 0 8-16,2 0-7 15,-2 0 7-15,2 0-9 16,-2 0 3-16,2 0-4 16,-2 0 1-16,0 2 0 15,0 0-1-15,3 5 5 16,-1 5-3-16,2 7 5 16,3 3-7-16,3 6 4 15,-3 0-5-15,1 4 4 16,2-2-3-16,-1 3 1 0,0 5 1 15,-2-3-4 1,1 2 6-16,-2-4-7 0,1-2 9 16,0 1-8-16,-1-1 6 15,0-2-6-15,0 2 2 16,-1-4 1-16,-3-2-3 16,-2-5 4-16,2-1-5 15,-2-7 7-15,0 1-6 16,0-9 7-16,0 2-8 15,0 2 5-15,0-4-3 16,0 3 1-16,0-3 0 16,0-2-2-16,0 0 6 15,-4 2-6-15,-3-2 6 0,-5 2-5 16,-1 0 5-16,-6-4-8 16,1 4 4-16,-1 1 0 15,4-1-2-15,-4 2 3 16,0-2-3-16,3 0 6 15,-2-2-7-15,2 3 9 16,4-3-10-16,-1 2 5 16,6-2-3-16,2 0 3 15,0-2-2-15,3 2-1 16,0 0 4-16,2-2-3 16,0 0 4-16,0 0-4 15,0 0 4-15,0 0-9 16,0 0 5-16,0 0-1 15,0 0 0-15,7 0 3 0,9 0-6 16,3 0 10-16,5 0-7 16,4 0 5-16,4 0-5 15,3-6 3-15,0-2-2 16,-1 1 1-16,-6 1 1 16,-10 4-5-16,-8 2 7 15,-8 0-6-15,-2 0 8 16,0 0-40-16,0 0-41 15,0 0-68-15</inkml:trace>
  <inkml:trace contextRef="#ctx0" brushRef="#br0" timeOffset="-23637.72">1884 13894 99 0,'4'-7'84'16,"-4"-1"-51"-16,2 8-21 0,-2 0 24 16,0-4-3-16,0 4-22 15,0-2-8-15,0 0-4 16,6 2 4-16,3 0 2 15,2 0 11-15,1 0-2 16,-1-2-3-16,-7 2-1 16,3 0-1-16,-5 0-6 15,1-2 0-15,0 2 6 16,-3 0-3-16,2 0 6 16,0 0-5-16,-2 0 7 15,5 0-9-15,-1 0 4 16,3 0-6-16,5 0 1 0,1 0-2 15,4-2-3-15,1 2 4 16,3-2-3-16,2 2 5 16,-1 0-5-16,2-2 3 15,1-1-4-15,-4 2 2 16,-8 1 0-16,-1 0-3 16,-5 0 4-16,-5 0-4 15,1 0 7-15,1 0-7 16,-4 0 8-16,0 0-9 15,0 0 7-15,0 0-3 16,0 0 3-16,0 0 0 16,0 0 0-16,0 0 2 15,0 0-7-15,-2 0 6 0,-17 4-6 16,-3 4 3-16,-1 2-14 16,2-3-33-16,9-3 5 15,8 0-33-15,4-2-39 16,0 0-104-16</inkml:trace>
  <inkml:trace contextRef="#ctx0" brushRef="#br0" timeOffset="-22484.12">2643 13716 82 0,'-2'0'52'0,"-2"0"-45"16,-2 0 18-16,2 0 17 15,-1 0-8-15,1-4-8 16,1 1-12-16,1 1 9 16,2 2-8-16,-2 0-4 15,2-4-10-15,0 2 4 16,0-2-4-16,0 4 1 0,0 0 0 15,0-2-2-15,-2 2 4 16,2-2-4-16,0 2 3 16,0 0-6-16,0-2 5 15,0 2-5-15,0-7 4 16,0-1 1-16,11-2-4 16,6-5 4-16,-4 3-3 15,3 0 8-15,0 1-6 16,1 5 7-16,0 0-7 15,0-2 5-15,3 1-4 16,1 1-1-16,0 2 2 16,-3 2-4-16,1 0 6 15,-6 2-4-15,1 0 7 0,0 0-8 16,0 0 5-16,4 0-6 16,-1 0 1-16,-2 6 1 15,-1 0-2-15,-5-2 4 16,0 7-6-16,-1 1 11 15,-1-1-8-15,-3 7 4 16,-4-3-4-16,0 7 15 16,0 5-13-16,0 5-1 15,-11 5-1-15,-6-4-2 16,2 0 6-16,-6-2-6 16,2-4 8-16,-1 0-9 15,1-4 6-15,-2-1-6 0,1 3 3 16,1-4 0-1,4 0-1-15,-2-3 3 0,4-1-7 16,1-1 12-16,0-1-9 16,6-5 5-16,4-2-6 15,-2-1 5-15,4-7-5 16,0 0 2-16,0 0 2 16,0 0-6-16,0 0 6 15,0 0-3-15,0 0 3 16,17 0-4-16,6 0 6 15,5 0-7-15,2-11 6 16,0 3-1-16,0-2-4 16,-4 2 6-16,4 1-5 0,0 3 7 15,0-2-6-15,-2 2 4 16,-3 2-6-16,-6 2 6 16,-8 0-5-16,-8 0 2 15,-3 0 0-15,0 0 0 16,0 0 3-16,0 0-17 15,0 0-25-15,-7 0-35 16,2 0-35-16</inkml:trace>
  <inkml:trace contextRef="#ctx0" brushRef="#br0" timeOffset="-21615.64">3292 13546 124 0,'0'-4'29'0,"0"2"4"16,0-1 3-16,0-1 22 15,0 0-19-15,-2 0-16 16,2 4-4-16,-3 0-8 16,3 0 6-16,0 0-12 0,0 0 4 15,0 0-3 1,0 7 8-16,0 11-6 0,3 9 10 16,10 6-8-16,4-4-1 15,-4 12-2-15,1 3-6 16,2 4 4-16,3-1 1 15,-1 1 5-15,0-3-9 16,-4-5 3-16,-2-3-7 16,-1-6 2-16,-4-2 1 15,0-12-3-15,-2-1 4 16,-3-9-5-16,-2-6 7 16,0 2-7-16,0-3-1 15,0 0-18-15,0 0-13 16,0 0-10-16,0 0-11 0,-12-11-20 15,-1-7-45-15,-9-3 8 16</inkml:trace>
  <inkml:trace contextRef="#ctx0" brushRef="#br0" timeOffset="-21153.95">3138 13635 83 0,'-7'-8'38'15,"5"-3"-25"-15,0 5 28 0,2-2-12 16,0 8-17 0,0-4-8-16,0-3-1 0,11 1 7 15,7 0-5-15,3-4 8 16,4 2-3-16,-2-1 10 15,7-3-14-15,0 4 2 16,5 1-2-16,1 1 1 16,-4 4-3-16,1 2 4 15,-3 0-3-15,-7 0-3 16,-3 0 10-16,-1 8-6 16,-5-1 1-16,-5 5-9 15,-5 2 15-15,-4 9-6 16,0 10-4-16,0 8 1 15,-16 3-3-15,-6 0 1 0,-6-7-2 16,2-4 5 0,1-8-5-16,2-5 3 0,0-3-8 15,0-5-3-15,2-5-7 16,1-1-26-16,-1-4-10 16,7 0 5-16,5-2-11 15,6 0-33-15</inkml:trace>
  <inkml:trace contextRef="#ctx0" brushRef="#br0" timeOffset="-20638.07">3757 13359 73 0,'2'-6'47'0,"0"0"-18"0,-2 6 27 15,2 0-1-15,-2 0-9 16,0 0-22-16,0 0-6 16,0 0-1-16,0 0-5 15,-6 15-13-15,-3 14 3 16,-1 6 3-16,3 2 1 16,7 0 1-16,0 3-9 15,0 3 13-15,0 3-5 16,0 1 5-16,0 1-8 15,7-3 1-15,7-1-3 16,4-7-1-16,3 0 1 16,0-3-3-16,2-1 5 15,2-2-4-15,0-4 5 0,-1-5-7 16,-3-5 6-16,-1-4-17 16,-2-11-13-16,-2-2-14 15,5 0-27-15,-2 0-22 16,-1-9-53-16</inkml:trace>
  <inkml:trace contextRef="#ctx0" brushRef="#br0" timeOffset="-20115.54">3956 13532 185 0,'0'-7'60'0,"-2"1"-31"16,0 0 12-16,0 4 7 16,2 2-27-16,0 0-17 0,0 0 7 15,0 0-8 1,0 0 17-16,16 0 2 0,4 8-2 16,3 6-11-16,7 1 5 15,0 2 3-15,5 5-10 16,1 1 5-16,2 0-4 15,-1 8 5-15,-1-2-7 16,-6-2 3-16,-4 0-10 16,-5-5 4-16,-8-5-2 15,-4-5-2-15,-7-8 4 16,-2-1-6-16,0-1 7 16,0-2-8-16,0 0 1 0,0 0-19 15,0 0-17 1,0 0-17-16,0 0 4 0,0-5-19 15,-4-9-27-15,-3 2-23 16</inkml:trace>
  <inkml:trace contextRef="#ctx0" brushRef="#br0" timeOffset="-19139.43">3956 13579 141 0,'0'0'77'16,"3"0"-54"-16,-3 0 28 15,0-2-5-15,0-2-15 16,0 4-21-16,0 0 10 15,0 0-2-15,0 0-3 16,-3 0-8-16,3 0-6 16,0 0 5-16,0 0-4 15,0 0 7-15,0 0-9 0,0 0 3 16,0 0-5-16,0 0 3 16,0 0-2-16,6 0 1 15,9-2 2-15,6-3 2 16,7 1 5-16,4-4-9 15,3-2 6-15,3-1-8 16,7-1 5-16,-4 0-5 16,-2 3 3-16,-7 5-1 15,-7 0-2-15,-6 4 4 16,-8 0-5-16,-6 0 8 16,-1 0-5-16,-2 0 4 15,-2 0-5-15,6 0 2 16,-4 10 0-16,0 9 6 0,0 4 5 15,1 8 3-15,-3-2 1 16,0 4-12-16,0 2 4 16,-7 0-11-16,-5 3 7 15,1-7-8-15,0-2 4 16,3 0 1-16,1-2-3 16,5-1 4-16,0-1-6 15,2-10 10-15,0-3-9 16,0-1 6-16,0-7-8 15,0 0 5-15,7-4-3 16,7 0 1-16,1 0 0 16,6 0-3-16,7-4 10 15,0-11-6-15,-6 1 6 16,-1-3-8-16,-2 0-5 16,-3 5-1-16,-5 0-16 0,-1 2-11 15,-6 1-18-15,1-1-17 16,-3 2-67-16</inkml:trace>
  <inkml:trace contextRef="#ctx0" brushRef="#br0" timeOffset="-18806.38">4086 13728 214 0,'0'0'56'0,"0"-8"-39"16,0 0 9-16,0 3 8 15,0-1-26-15,4-6 1 16,24-5-9-16,11-1 6 15,4 3-8-15,6 3 3 16,-4 1 0-16,-5 5-3 16,-10 0 4-16,-7 0-5 15,-5-5-7-15,-3 3-69 16,0 4-34-16,-4-2-34 0</inkml:trace>
  <inkml:trace contextRef="#ctx0" brushRef="#br0" timeOffset="-17809.57">4619 13488 18 0,'0'0'127'0,"0"0"-77"16,-4-2-11-16,-1-8 29 16,1 5-11-16,-1 1-36 15,5 4-10-15,0 0-6 0,0 0 7 16,0 0 2-16,0 0-7 15,0 0 3-15,0 0-1 16,0 0 8-16,0 0-8 16,7 0-3-16,7 2-5 15,2 6 3-15,4-1-4 16,3-5 1-16,1 4 1 16,1-4-3-16,-3 2 4 15,-1 0-4-15,3 1 7 16,-2 1-1-16,1-2 3 15,-4 0-11-15,-6 0 5 16,0-4-1-16,-5 2-4 16,-1-2 6-16,0 2-7 15,-2 1 10-15,-2-3-7 0,-3 0 4 16,2 1-5-16,0 2 3 16,-2-3-2-16,0 1 2 15,0-1-1-15,0 0-2 16,0 0 6-16,0 0-4 15,0 0 8-15,0 5-6 16,0 1 10-16,0 4-14 16,-7 5 4-16,0-3 0 15,-2-1-4-15,-2-1 5 16,-4 5-5-16,-3 3 7 16,0 5-6-16,-1-5 4 15,1 1-5-15,1-4 4 16,8-5-5-16,1 0 3 0,5-8 1 15,1 1-5-15,-1-3 6 16,3 0-7-16,0 0-12 16,0 0-22-16,0 0-10 15,0 0-45-15,8-3-30 16,14-9-19-16</inkml:trace>
  <inkml:trace contextRef="#ctx0" brushRef="#br0" timeOffset="-17415.21">5107 13654 81 0,'0'0'110'15,"0"0"-109"-15,7 0 30 16,2 1 17-16,-9-1 7 15,0 0-35-15,0-1-3 16,0-3 5-16,0 4 6 16,0 0-7-16,0 0-3 15,-2 0 0-15,-3 0-4 16,-4 0 3-16,-5 8-16 16,-4 10 4-16,-5 3-7 15,-3 2 7-15,1 4-7 0,-3-1 2 16,1 3 0-16,2-4 0 15,2-2 2-15,4-4-5 16,3-2 9-16,7-7-9 16,2-2 6-16,2-6-19 15,3 0-13-15,2-2-8 16,0 0-5-16,0 0-23 16,0 0-22-16,0 0-108 15</inkml:trace>
  <inkml:trace contextRef="#ctx0" brushRef="#br0" timeOffset="-16881.34">5217 13488 125 0,'-27'-19'179'0,"9"7"-149"16,3-1-12-16,15 7 3 16,0 4-5-16,3-4-9 15,9 0-9-15,1 0 10 16,1-3-10-16,4 1 9 16,3 4-7-16,0 0 4 15,1 0-6-15,-1 1 3 16,-2 1-2-16,-3 2 2 15,-4 0 0-15,-3 0 1 0,-2 0 14 16,-3 0-7-16,-2 7 2 16,0 3 13-16,-2 4-10 15,0 3-12-15,0 3 1 16,-2 8 1-16,-18 5-5 16,-5 4 5-16,-3 0-3 15,3 3 8-15,5-7-7 16,5-4 4-16,6-2-8 15,5-7 4-15,4-3-4 16,0-6-1-16,0-3-2 16,9-4-4-16,6-2 15 15,4-2-9-15,2 0 5 0,1 0-6 16,4 0 13 0,-3 0-12-16,3-6-17 0,-3-5-9 15,-1-5-6-15,-3 3-22 16,-2 1-50-16,-4-1-44 15</inkml:trace>
  <inkml:trace contextRef="#ctx0" brushRef="#br0" timeOffset="-16432.1">5381 13159 245 0,'-8'-2'36'16,"4"-2"-29"-16,2 1 44 15,2 3-14-15,0 0-24 16,0 0-3-16,16 11 7 16,10 6-2-16,4 1-7 0,6 2 15 15,3 5-10 1,2 2-1-16,6 9-9 0,1 1 6 16,5 6-4-16,-2 7 3 15,-12 4-4-15,-9 2-2 16,-16 0 6-16,-14-1-8 15,0 4 5-15,-10-4-5 16,-15-3 4-16,4-4-9 16,5-5 0-16,7-14-19 15,0-4-24-15,-3-8-6 16,-1-7-42-16,-8-3-90 16</inkml:trace>
  <inkml:trace contextRef="#ctx0" brushRef="#br0" timeOffset="-13867.6">4090 10473 33 0,'-16'0'27'16,"5"4"-21"-16,2 9 27 16,3-3 1-16,2 2-18 0,4-3-10 15,-2 3 4 1,2 1 2-16,0 1-4 15,0 2 6-15,0 5-2 0,0 6 4 16,0 0-2-16,-5 4-1 16,3-2-9-16,0 0 3 15,2 0-7-15,0 5 5 16,0-4-1-16,0 4-3 16,0-4 5-16,0-1 1 15,0 0 8-15,0 1-10 16,0-1 7-16,0-3-7 15,0 1 2-15,0 0-5 16,0 2-1-16,0 2 3 16,6 0-4-16,1 5 6 15,1-3-3-15,1 0 3 0,0 0-5 16,-1-6 8-16,2 0-8 16,1-4 3-16,4-1-1 15,0 1-2 1,4-2 5-16,-1 2-7 0,1-5 8 15,2 3-5-15,1 0 7 16,1 1-9-16,3 3 5 16,-1-2-5-16,3 0 7 15,0-5-2-15,4-1-7 16,0-2 7-16,-2-3-8 16,-2-2 7-16,-2 1-9 15,4-3 12-15,8-2-10 0,3 1 0 16,2-3 2-16,6 0-4 15,-3-2 10-15,0-2-4 16,5 0 8-16,-5 0-8 16,0 0 5-16,-2 0-8 15,-8-2 4-15,-1-1-2 16,-6 2 0-16,1-6 1 16,-2 1-1-16,4-2 5 15,0-7-5-15,3 1 0 16,-1 2 4-16,-2-7 4 15,2 0-8-15,-6 1 10 16,-2-7-5-16,-1 2 0 16,-4 0 3-16,-5-4-8 15,3-2 8-15,0 0-10 16,-2-2 9-16,7-2-10 0,-1-4 7 16,2-3-4-16,-4 5 3 15,-3-4 4-15,-2 2-6 16,-4-3 8-16,-5 1-7 15,-7 2 11-15,0-3-9 16,0 1 4-16,-9 0-8 16,-6-3 3-16,2 1-2 15,1-3 0-15,1 1 1 16,0 1-3-16,-6 5 8 16,1 0-1-16,-4 1 4 0,-4 1-11 15,-6 0 4 1,-2 2-4-16,-4-2 2 0,-9 4-1 15,-2-3-1-15,-4 1 3 16,3 5-4-16,3-1 7 16,11 4-4-16,0 4 6 15,-1 5-7-15,-4-1 4 16,-9 2 1-16,-3 1 1 16,-1 1-2-16,-4 1-5 15,1 2 6-15,-5 2-6 16,-2 4 6-16,0-1-7 15,4 5 5-15,3 0-4 16,7 0 1-16,4 6 1 16,-9 17-3-16,-2 6 4 15,-9 4-5-15,-3 8 8 0,3 3-7 16,6 8 5 0,9 4-11-16,8 10-2 0,7 11-16 15,4 14-17-15,0 15-18 16,0 3-1-16,2-3-10 15,12-15-15-15,13-21-83 16</inkml:trace>
  <inkml:trace contextRef="#ctx0" brushRef="#br0" timeOffset="-12013.07">5229 9665 70 0,'0'-8'22'16,"0"8"-20"-16,2 0 36 15,3 0 12-15,-1 0-23 16,3 0 4-16,-5 0 11 15,-2-2-18-15,0 2-8 16,0 0 8-16,0 29-3 16,-11 15-11-16,-4 11-1 15,0 10-8-15,2-3 8 0,1 2-8 16,-6 4 5 0,-3 9-6-16,-7 8 1 0,-6 2-1 15,-3 0 0-15,1-12 1 16,3-11-3-16,17-14 7 15,9-18-6-15,7-11 5 16,0-13-7-16,0-4 5 16,0-1-4-16,0-3 2 15,0 0-3-15,0 0-5 16,0 0 11-16,0 0-10 16,0-3 10-16,0-5-5 15,0-6 4-15,-2-3-4 16,-3-1 4-16,0-5-2 15,1 0 0-15,-1-2 0 0,3-2-3 16,2-6 7-16,0-2-5 16,0 0 1-16,0 5 0 15,0 10 5-15,0 7-5 16,0 7 15-16,0 6-9 16,0 0-2-16,0 0 6 15,-2 0-9-15,-1 0 5 16,-1 11-6-16,0 8 4 15,-2 9-6-15,4 8 3 16,2 3-2-16,0 4 1 16,0-1 0-16,0-3-2 15,0-4 6-15,0-2-6 16,0-6 6-16,0-6-7 0,0-6 6 16,0-9-5-16,0-6 3 15,0 0-2-15,0 0 0 16,0 0 2-16,0 0-1 15,0-2 5-15,0-2-7 16,0-4 6-16,0-7-6 16,0-4 2-16,0-6 1 15,2-2-1-15,-2 0 0 16,0 5-1-16,0 3 4 16,0 5-5-16,0 5 11 15,0 3-8-15,0 4 3 0,0 0-5 16,0 2 2-16,0 0 0 15,0 0-4 1,0 0 4-16,0 0-5 0,0 4 9 16,3 11-5-16,4 5 6 15,0 7-10-15,-3 2 5 16,1 4-1-16,-5-6 0 16,4-4 3-16,-1-6-8 15,-1-5 10-15,1-6-8 16,-1-4 8-16,-2-2-7 15,0 0 5-15,0 0-5 16,0 0 2-16,0 0 1 16,0 0-2-16,0 0 2 15,0 0-6-15,2 0 10 0,3 0-7 16,3-6 4-16,5-7-3 16,4-5 2-16,4-7-1 15,3-6-1-15,-2 2 2 16,-1-2-3-16,0 0 5 15,-1 2-4-15,-3 4 3 16,-4 11-4-16,-8 7 5 16,-2 7-6-16,-3 0 4 15,0 0 0-15,0 0-1 16,0 3 3-16,-6 11-4 16,-9 5 7-16,-9 10-8 15,4 4 5-15,-1 2-5 0,0 0 3 16,-2-4-2-16,-1-8 1 15,0-5 1-15,10-7-5 16,9-9 7-16,5-2-4 16,0 0 4-16,3 0-6 15,1-6 5-15,2 2-6 16,0 0 1-16,5-4 3 16,4-7-2-16,3-2 4 15,-2-6-4-15,0-2 6 16,0 5-5-16,-2 2 3 15,-4 5-4-15,-2 5 4 16,-5 5-4-16,-3 3 2 16,0 0 0-16,0 0-3 15,0 0 6-15,0 0-4 16,0 0 6-16,0 4-7 0,0 3 6 16,0 1-9-16,-11 5-23 15,-6 5-33-15,1 1-58 16,2-5-83-16</inkml:trace>
  <inkml:trace contextRef="#ctx0" brushRef="#br0" timeOffset="-10222.37">1808 11283 26 0,'0'-4'24'15,"0"1"2"-15,0 3 4 16,0 0-3-16,0 0 5 16,0 0-6-16,2 0-1 15,1 0-1-15,-1 0 1 16,2 0 1-16,-4 0 5 0,0-1-9 15,0 1-19-15,0 0-1 16,0 0-4-16,-9 14 7 16,-9 17-7-16,2 2 7 15,-3 7-7-15,-2-1 6 16,1-6-6-16,-3 0 1 16,0-8 2-16,3 0-2 15,3-5 2-15,6-11-7 16,5-3 1-16,4-6-20 15,0 0 3-15,2 0-1 16,-2 0-13-16,2-4-43 16,0-3 0-16</inkml:trace>
  <inkml:trace contextRef="#ctx0" brushRef="#br0" timeOffset="-9889.56">1785 11194 188 0,'-13'8'10'16,"-4"7"-6"-16,6-3 8 15,-4-2 11-15,2 1-15 0,-3-1-2 16,-5 9-3-16,-2 1 0 15,-2 9 0-15,-3 7-1 16,-4 3 5-16,0 6 1 16,-3-1 3-16,5-5-9 15,5-8 3-15,4-8-8 16,5-8 5-16,4-7-4 16,5-6-7-16,3-2-10 15,4 0-27-15,0 0-44 16,0 0 4-16</inkml:trace>
  <inkml:trace contextRef="#ctx0" brushRef="#br0" timeOffset="-9554.95">1658 11297 85 0,'-16'0'32'0,"3"0"-31"15,-4 4 28-15,1 13 19 16,-2 0-28-16,-2 3-4 16,-4-3-10-16,3 1 5 0,-2 1-6 15,-2-2 0-15,-2 5-6 16,-5 3 2-16,-3-2-1 15,-5 0 0-15,2-5 0 16,-4 1-9-16,-2 0 10 16,5-5-53-16,7-7-6 15,11-7 62-15,10 0-42 16,9 0-30-16,2 0 40 16</inkml:trace>
  <inkml:trace contextRef="#ctx0" brushRef="#br0" timeOffset="-9194.73">1442 11372 95 0,'-14'0'32'16,"1"0"-27"-16,-4 4 14 16,1 8 18-16,0 1-23 15,-2 3-6-15,-1-1 4 16,-2 3 4-16,1 7-13 16,-5 2 9-16,-1 4-3 15,3-2 1-15,1-4-8 0,3 0 1 16,3-7-5-16,0-1 3 15,2-7-2-15,0-1-12 16,1-1-6-16,5-8-13 16,6 0-17-16,2 0-37 15,0-2 68-15,5-10-5 16</inkml:trace>
  <inkml:trace contextRef="#ctx0" brushRef="#br0" timeOffset="-8938.96">1254 11407 68 0,'0'0'19'0,"-12"0"11"15,-4 6 5 1,-5 15 3-16,0-1-24 0,-1 5 0 16,-2 2-7-16,1-4-1 15,3 4-6-15,-3 0 2 16,0-5-1-16,-1 3-4 15,2-2 6-15,1-4-6 16,2-5 0-16,6-3-17 16,1-7-13-16,12-2-6 15,0-2-17-15,0 0-1 16,5 0 34-16</inkml:trace>
  <inkml:trace contextRef="#ctx0" brushRef="#br0" timeOffset="-8789.18">1055 11542 44 0,'0'0'49'16,"0"0"-9"-16,0 0-16 15,-11 8-22-15,-14 14 4 16,-5 7-6-16,2 0 3 16,8-2-3-16,10-10-54 15</inkml:trace>
  <inkml:trace contextRef="#ctx0" brushRef="#br0" timeOffset="-6075.98">1049 10444 69 0,'-51'0'67'15,"18"0"-64"-15,9 6 23 0,5 2 30 16,8-5-34-16,-1 1-10 16,-1 2 0-16,0 2-8 15,-2 7 8-15,-2 1-7 16,-3 5 1-16,-1 6 6 15,-7 4 1-15,1 4 5 16,-5 5-6-16,-1-1 4 16,6 2-8-16,3-3 3 15,7-1-9-15,0-4 0 16,1 0 1-16,0 4-2 16,-2 1 4-16,-1 5-3 15,0 3 4-15,4-1 0 0,4 1 5 16,-1-3-8-1,5-1 1-15,0-3-4 0,3-2 2 16,2-2 1-16,-2-2-2 16,4 3 4-16,0-3 0 15,0-2 2-15,0 0-7 16,0-2 6-16,4 2-7 16,4 1 3-16,4-6 1 15,0 1-5-15,-1-4 9 16,0 2-9-16,6 4 10 15,-2-3-6-15,4 1 6 16,-2 1-8-16,0-3 5 16,2-1-3-16,-1 1 1 0,5-2 0 15,0 2-1-15,3-3 1 16,-2 1-3 0,4-2 6-16,0 0-8 15,2-3 7-15,0-3-6 0,0 1 3 16,0-5-1-16,0-3-1 15,0-2 2-15,4-4-4 16,0-2 6-16,8 0-5 16,-1 0 7-16,1 0-9 15,2 0 7-15,-5 0-5 16,2 0 1-16,3 0 1 16,-3-4-5-16,3-7 8 0,-3-1-5 15,-2-2 5-15,-2-1-4 16,-7-3 4-16,-2-1-8 15,-3-2 5-15,-4 5-1 16,-3-3 0-16,-2 2 2 16,-2 1-5-16,0-5 9 15,-3-2-7-15,4 1 8 16,-4-7-10-16,0 0 6 16,-1-2-4-16,-3-2 1 15,1-3 1-15,1 5-3 16,3 2 5-16,-3 3-6 15,0-2 8-15,1 4-5 16,-3-3 3-16,0-4-6 16,-1-2 3-16,4-5 0 15,-3-1-1-15,2-5 2 0,-3 3-4 16,2 1 8-16,1 1-8 16,-7 2 7-16,-2 0-7 15,0-3 6-15,0-1-4 16,-21-2 2-16,-3-7-1 15,-4-6-2-15,-2-2 5 16,-2 0-6-16,4 4 8 16,3 10-6-16,8 11 5 15,1 9-7-15,-2-1 5 16,-6-2 0-16,0 0-2 16,-2 0 2-16,3 4-4 15,-2 2 7-15,-3 3-7 16,-2-3 7-16,-7-2-8 15,-4 1 6-15,0 3-5 0,-1 9 3 16,6 8 3-16,3 2-7 16,10 0 6-16,3 4-5 15,-1 4 8-15,-4-2-6 16,-12 3 3-16,-10 3-6 16,0 11 4-16,-6 12-2 15,2 15 1-15,1 7 0 16,-1 12-3-16,-3 3 7 15,2 5-6-15,8-9 6 16,7-5-26-16,18-8-6 16,19-11-33-16,0-1-24 0,30 1-44 15,12-3-114 1</inkml:trace>
  <inkml:trace contextRef="#ctx0" brushRef="#br0" timeOffset="-1355.29">2070 10660 117 0,'-23'0'51'16,"18"0"-44"-16,-1 0 9 15,1 0 18-15,3 0-6 16,-3 0-19-16,3 0 4 16,0 0-8-16,2 0 5 0,0 0-5 15,0 0 6 1,0 0-5-16,0 0 2 0,0 0-4 16,0 0-6-16,0 0 8 15,16 0-6-15,20 0 9 16,22 0-4-16,16-5 7 15,18-11-11-15,9-5 7 16,11 0-8-16,6 0 0 16,-5 3 4-16,-2-3-8 15,-4 3 9-15,-13-5-5 16,-10 4 3-16,-22 4-5 16,-19 7 4-16,-18 2-4 0,-16 6 3 15,-9 0-1 1,0 0-3-16,-11 0 4 0,-10 0-32 15,-3 0-44-15,-6 0-48 16,-8 6 23-16</inkml:trace>
  <inkml:trace contextRef="#ctx0" brushRef="#br0" timeOffset="-951.98">2052 11059 64 0,'-2'2'41'16,"2"-2"-23"-16,0 0 11 15,0 0 8-15,11 0-21 16,5 0 12-16,11 0 4 16,15-14-9-16,20-9 2 15,23-4-7-15,17-2 4 16,15 0-8-16,5-4-2 16,-1 2-10-16,7 2 3 15,-10 0-4-15,-4 4 0 0,-16 2 0 16,-17 3-3-16,-19 5 6 15,-18 5-7-15,-19 3 8 16,-15 7-9-16,-10 0-1 16,-3 0-32-16,-24 0-36 15,-11 11-61-15</inkml:trace>
  <inkml:trace contextRef="#ctx0" brushRef="#br0" timeOffset="-570.54">2215 11320 79 0,'-4'2'49'16,"4"0"-52"-16,0-2 27 15,0 0 28-15,0 0-13 16,0 0-35-16,9 0 22 16,14-12 12-16,25-7-20 15,26-10-4-15,29-4-6 16,17-4 5-16,4-5-7 16,-4-1 6-16,-9 6-8 15,-8 5-1-15,-7 10 0 16,-6 7-4-16,-14 5 2 0,-11-3-3 15,-20 3 4-15,-15 0-2 16,-21 10-10-16,-9 0-39 16,-2 0 24-16,-32 14-26 15,-7 5-59-15,-10 2 8 16</inkml:trace>
  <inkml:trace contextRef="#ctx0" brushRef="#br0" timeOffset="-223.44">2410 11571 140 0,'-11'10'16'16,"9"-8"-12"-16,2 0 40 15,0-2 5-15,4 0-34 16,8 0-12-16,2 0 20 16,18-4 13-16,26-19-13 15,32-16-15-15,34-13 2 16,24 0-10-16,2-2 5 16,-7 9-8-16,-21 12 6 15,-23 12-4-15,-20 9 2 0,-15-1 0 16,-19 1-3-16,-17 1 2 15,-21 11-44 1,-7 0 5-16,-9 0-2 0,-21 13-127 16</inkml:trace>
  <inkml:trace contextRef="#ctx0" brushRef="#br0" timeOffset="5415.73">2438 15306 9 0,'0'-19'27'16,"0"13"-12"-16,0 2-2 15,0 0 3-15,0-4-8 0,0 5 5 16,0-5 0-16,0 4 6 16,0 0 6-16,0 2-6 15,0-6-5-15,0 4-2 16,0-3 7-16,0-1 7 15,0-2 11-15,0-1-12 16,0-3-2-16,0 5-9 16,0 5 7-16,0 0-6 15,0 2 2-15,0 0-1 16,0 0-3-16,0 2-1 16,0 0 1-16,0 0 9 15,0 0-9-15,-2 0-3 16,-3 0-6-16,3-4 1 0,2 4-3 15,0 0-1-15,0 0 2 16,0 0-3-16,0 0 8 16,0 0-5-16,0 0 13 15,0 0-15-15,0 14 5 16,2 13-9-16,12 2 6 16,2 8-1-16,0-1-1 15,-2 5 3-15,2 7-5 16,3 8 8-16,6-1-7 15,1 8 5-15,-4-1-6 16,1 8 3-16,0 5-1 16,3 9-1-16,2 1 2 15,2 7-5-15,-1 1 7 0,4 6-6 16,-1-4 9-16,4 5-7 16,1-1 8-16,-3-6-9 15,-1-2 1-15,-3-6 2 16,-3-1-2-16,-3-8 3 15,1 0-5-15,-3-1 8 16,-1 2-6-16,-4-3 5 16,-4-8-7-16,-2 1 4 15,2-7-2-15,-2-13-1 16,5-3 1-16,-2-11-2 16,-2-6 5-16,-3-13-5 15,-7-3 7-15,-2-7-8 16,0-4 0-16,0 0-22 0,0 0-5 15,0 0-11-15,0 0-21 16,0-4-4-16,-2-11 5 16,-11-8-21-16,-7-10-98 15</inkml:trace>
  <inkml:trace contextRef="#ctx0" brushRef="#br0" timeOffset="6820.63">945 17242 141 0,'-4'-4'66'0,"-2"-3"-50"16,-2-1-1-16,-4 2 24 15,3 2-4-15,4 4-20 16,3-4-7-16,2 4 4 16,0 0 8-16,0 0-11 15,0 0 1-15,0 0-4 16,7 0 20-16,16 0 1 15,7-4-13-15,11-3-7 0,5-1-4 16,10-2 8-16,6 2-1 16,4-3 0-16,3 1-8 15,0 2 8-15,1-3-5 16,1 3 6-16,2 2-9 16,3 1 4-16,2-3-2 15,1 2-5-15,-4 2 6 16,4 0-5-16,2-2 8 15,-6 1-9-15,4-3 6 16,-4 2-4-16,-4 2 1 16,4 0 1-16,-2 4-3 15,-4-4 5-15,1 2-4 0,-4-3 5 16,-2 1-6-16,-4 0 6 16,-2 0-7-16,2-2 5 15,0-3-3-15,0 3 1 16,-2-2-1-16,-2 1-4 15,-1 3 7-15,-2 0-6 16,0 0 7-16,0 3-5 16,0-4 4-16,0 1-5 15,-1-4 1-15,4 5 1 16,-1-5-2-16,-1 4 3 16,-2-2-4-16,1-2 6 15,-2 4-7-15,-1-3 9 16,5-1-9-16,-2 2 5 0,1-3-3 15,-2-1 0-15,-1 2 2 16,-2-3-3-16,-4 3 4 16,-4 2-4-16,3-2 6 15,-5 4-5-15,2-3 5 16,1-1-8-16,0 2 4 16,4-2 0-16,4-3 0 15,1 3 1-15,-3-2-4 16,-2 1 7-16,-2-1-7 15,0 6 9-15,-1-7-10 16,4 7 8-16,-4-2-7 16,-2-2 2-16,-3 0 2 15,-6 1-4-15,-2 3 6 16,0 0-7-16,-3-2 11 0,0-2-10 16,1 3 7-16,-3 3-8 15,1-2 6-15,-7 0-4 16,-4 0 1-16,-6 0 2 15,-1 2-4-15,-6 2 8 16,-2 0-8-16,0 0 10 16,0 0-9-16,0 0-6 15,-10 0-28-15,-8 0-43 16,-5 0-39-16,-14 0-244 16</inkml:trace>
  <inkml:trace contextRef="#ctx0" brushRef="#br0" timeOffset="10755.85">1222 16822 95 0,'0'4'52'0,"0"-4"-30"0,2 0 8 15,-2 0 18-15,0 0-28 16,0 0-7-16,0 0-8 16,0 0 4-16,0 0 3 15,0 0-6-15,0 0 4 16,0 0-4-16,0 0 10 15,0 0-11-15,0 0 9 16,2 0-9-16,-2 0 0 0,0 0-1 16,0 0 0-1,2-4-1-15,3 0-2 0,-1 2 10 16,5-3-5-16,1 1 1 16,3 0-7-16,2-2 10 15,-2 2-9-15,4-5 2 16,-4 8 1-16,3-4-5 15,0 1 4-15,1 0-1 16,0-3 17-16,0 3-13 16,-4-4 2-16,2 2-8 15,-2 2 4-15,1-4 1 16,0 1-2-16,-3 3 1 16,1-6-5-16,4 6 6 15,0-7-2-15,-2 3 9 16,0-2-11-16,-1 1 2 0,-1-1-4 15,2 2 2 1,1-3-1-16,2 3-1 0,0-6 3 16,-2 3-4-16,-1 3 7 15,-2-2-7-15,-1-1 7 16,3 3-8-16,-3 0 5 16,4-3-3-16,-2 1 4 15,0-5 2-15,2 3-6 16,0 2 7-16,-3-5-7 15,0 3 5-15,4 2-6 16,-3-5 6-16,4 0-7 16,-1 1 5-16,-2 2-3 15,-1 1 0-15,2-3 2 16,-2 3-3-16,0-5 8 0,0 1-9 16,0 1 8-16,-1-1-7 15,-1 5 4-15,-2 2-4 16,-1 1 4-16,-2-1-2 15,3-2-4-15,-2 2 9 16,3 1-7-16,-3-1 7 16,-1-2-6-16,1 1 4 15,-3 3-6-15,4-6 4 16,-1 1-1-16,-1 1 0 16,1 2 4-16,-2-3-7 0,2 3 10 15,-2-2-8 1,-1-2 8-16,3 1-11 15,-3 1 6-15,1 1-3 16,2 3 1-16,0-6 1 16,-2 5-4-16,1-5 6 0,-1 2-5 15,2 2 7-15,2-3-6 16,-2 1 3-16,0 2-4 16,0-3 2-16,-7 1 0 15,5 2-2-15,-1-3 4 16,5 3-6-16,-2-3 10 15,-4 7-10-15,1-6 10 16,-1 2-9-16,1 0 6 16,5-7-6-16,-2 5 3 15,0-5 1-15,0 5-5 0,-3 1 8 16,-1-1-8-16,3 2 11 16,2-3-9-16,-1 3 5 15,-1-2-6-15,-1-2 3 16,-1 5 0-16,1-3-1 15,0 2 3-15,2-3-5 16,-3 3 8-16,1 0-8 16,-3 1 8-16,2-3-8 15,-1 6 5-15,-1 0-4 16,1-3 2-16,-1 3 0 16,3-4-2-16,-1-2 4 15,1-2-3-15,-3 5 5 16,2-1-5-16,1 2 4 0,-2 2-6 15,-1-3 4 1,3 3-2-16,-5 4 0 0,0-4 2 16,0 4-3-16,0-4 7 15,0 4-9-15,0 0 9 16,2-4-8-16,0 2 6 16,0-2-6-16,1 4 3 15,-1 0 0-15,0 0-2 16,-2-5 4-16,2 1-5 15,-2 2 8-15,0 0-6 16,3 0 3-16,4 2-5 16,-2-4 3-16,-1 0 0 15,3-4-1-15,-5 5 2 16,3-1-5-16,-1 4 9 0,-1 0-8 16,-1 0 8-16,1 0-8 15,-1 0 6-15,-2 0-6 16,0 0 4-16,0 0-1 15,0 0-2-15,2 0 3 16,5-4-3-16,-1 4 7 16,2-4-7-16,-1 4 6 15,0 0-8-15,-3 0 5 16,3 0-2-16,-3-2 1 16,2 0 0-16,-2 2-3 15,3-2 7-15,-1 2-6 16,1 0 7-16,-2 0-9 15,0 0 8-15,-1 0-7 0,-1 0 2 16,3 0 2 0,3 0-3-16,-1 0 4 0,-1 0-5 15,-1 0 9-15,3 0-9 16,1 0 7-16,-1 0-7 16,0 0 3-16,1 0-1 15,-1 0 1-15,-5 0 0 16,1 0-3-16,-3 0 7 15,0 0-6-15,3 0 7 16,-2 0-8-16,-1 0 6 0,2 0-4 16,1 0 1-1,1 0 0-15,1 0-2 0,3 4 4 16,-1 2-5-16,-2-6 10 16,3 4-10-16,-4 0 8 15,3-1-8-15,0-2 4 16,3 6-2-16,-3-3 1 15,2 0 1-15,-1 0-5 16,1 2 8-16,-2 1-5 16,-1-3 6-16,-1 4-7 15,1-4 5-15,7 7-6 16,-4-1 4-16,2 2-2 16,-1-1-1-16,0-3 5 15,2 2-7-15,1 1 9 16,2 1-6-16,-1-2 5 0,-2-1-7 15,-1 5 4 1,2-3-1-16,0 3-1 0,0-3 3 16,-2 1-2-16,0-2 6 15,2 2 0-15,-2 3 1 16,1 0-9-16,0-5 6 16,-2 5-7-16,-1-3 4 15,2 2 0-15,0-3-3 16,-2-1 4-16,1 2-5 15,-1-1 9-15,0-3-9 16,1 3 6-16,-1-3-6 16,-2 2 4-16,1-3-1 15,-1 1-2-15,0 0 3 16,5 2-4-16,-3-3 6 0,1 1-4 16,-3 0 5-16,0 2-6 15,2-6 5-15,-1 7-6 16,1-1 3-16,1 3 0 15,0-3-3-15,1 5 6 16,1-7-7-16,0 6 10 16,0-3-8-16,0 1 5 15,-1-2-6-15,1 1 5 16,0-3-4-16,0 2 1 16,-5-1 4-16,3 1-8 15,-1-6 8-15,0 7-4 16,1-7 4-16,0 0-5 15,-4 2 6-15,2 2-8 0,1-4 4 16,-2 3 2-16,3 1-5 16,0-4 6-16,1 6-8 15,1-3 10-15,0 1-5 16,0 0 3-16,-1-1-6 16,0 1 5-16,0-6-3 15,-2 2 1-15,3 0 1 16,0 4-3-16,0-5 5 15,-3 5-4-15,1-4 6 16,-1-2-7-16,-2 2 5 0,3 0-6 16,0 0 4-1,-1-4-1-15,3 4-3 0,-1-1 6 16,4 1-6-16,-1 0 7 16,-2-4-5-16,-1 4 6 15,2-4-9-15,-6 4 7 16,2-4-5-16,-1 0 2 15,-4 0 0-15,3 2-3 16,0-2 6-16,3 0-5 16,-1 4 7-16,-2-4-6 15,1 0 4-15,-1 0-6 16,-2 0 3-16,7 0 0 16,-3 0-3-16,4 0 6 15,-2 0-7-15,0 0 10 16,2 0-8-16,-2 0 6 0,-1 0-6 15,-1 0 3-15,0 0-3 16,-3 0 2-16,1 0 0 16,0 0-3-16,3 0 7 15,-3 0-6-15,2 0 6 16,-1 0-5-16,1 0 4 16,-2 0-7-16,3 0 5 15,-3 0-1-15,2-4-2 16,1 2 4-16,-1 2-5 15,4-4 7-15,-2 4-6 16,4-4 7-16,1 0-9 16,-2 4 6-16,0-7-4 15,-4 7 2-15,-3-4 1 16,-3 0-4-16,-1 4 5 0,2-4-3 16,2 2 5-16,0 0-6 15,0 0 5-15,-1 2-6 16,3-4 3-16,-2 0 0 15,3 4-2-15,-3-4 4 16,0 1-5-16,-2 3 7 16,-2-4-6-16,0 4 6 15,-3 0-7-15,2-4 5 16,1 4-4-16,-1 0 2 16,1-4 0-16,2 4-3 15,0-4 6-15,2 2-5 0,0-2 6 16,-2 0-5-1,0 4 4-15,0-5-6 0,-3 5 2 16,1-2 1-16,0 2-1 16,0-4 3-16,-3 4-5 15,0 0 7-15,0 0-6 16,0 0 6-16,-2 0-7 16,0 0 6-16,0 0-6 15,0 0 5-15,0 0-5 16,0 0-17-16,0 0-29 15,-6 0-87-15,-9 0-156 16</inkml:trace>
  <inkml:trace contextRef="#ctx0" brushRef="#br0" timeOffset="12803.4">1808 16623 30 0,'0'0'9'16,"0"0"15"-16,0 0 17 15,2 0 0-15,1 0-5 16,-3 0-19-16,2 0-4 16,-2 0-7-16,0 0 1 15,0 0 0-15,0 0 4 16,0 0 2-16,0 0-4 15,0 0 4-15,0 0 0 16,0 0 7-16,0 0-10 16,0 0 1-16,0 0-10 15,0 0 2-15,0 0 1 0,0 4-3 16,2 6 3-16,0 1-7 16,1 1 9-16,-1 2-7 15,0-3 4-15,2 1-5 16,0-1 3-16,-2-1-2 15,2-6-4-15,-1 0-9 16,-3 3-11-16,2-3-8 16,-2 0-19-16,0 0-16 15,0-4-9-15</inkml:trace>
  <inkml:trace contextRef="#ctx0" brushRef="#br0" timeOffset="13404.25">1905 16929 33 0,'0'-4'31'0,"0"4"-6"16,0 0 24-16,0 0 2 15,0 0-22-15,0 0-16 16,0-4 4-16,0-2-1 16,0 6-4-16,0 0-1 15,0 0-6-15,0 0 14 16,0 0-3-16,0 0-5 0,0 0-10 15,0 0 1 1,0 0-3-16,0 14 3 0,0 1 0 16,0-1-4-16,0 1 5 15,0-7-7-15,0-2 10 16,0 2-8-16,0 3 5 16,0 2-5-16,0-3 3 15,0-6-6-15,0 2-13 16,0 2-5-16,0-1-11 15,0 1 9-15,0-4-14 16,0 2-14-16,0-2-10 16,0 0-2-16</inkml:trace>
  <inkml:trace contextRef="#ctx0" brushRef="#br0" timeOffset="19598.14">1834 17695 22 0,'-8'0'11'0,"6"0"-11"15,0 4 9-15,-1-4 3 0,3 0 1 16,-2 0-1-1,2 5 13-15,0-5-5 0,0 0-5 16,0 0-3-16,0 0 7 16,0 0-4-16,0 0-6 15,-2 0 7-15,-5 0 2 16,-3 0-3-16,1 0-3 16,0 0-6-16,3 0-5 15,4 6 1-15,-2-2 3 16,2 0 1-16,-5 5 2 15,3-7-3-15,-3 2-1 16,5-4 5-16,0 4-2 16,2-4-6-16,0 0 1 15,0 0 5-15,0 0 0 16,0 0-1-16,0 0-3 0,0 0 2 16,0 0-5-16,0 0 0 15,0 0-5-15,0 0-1 16,0 0 4-16,0 0 0 15,0 0 2-15,9-4 6 16,6-2 6-16,4-3-12 16,2 1 4-16,-3 2-3 15,1-3 0-15,0 5-1 16,-4 3 1-16,-1-4-2 16,-5 5 1-16,-4 0-1 15,-3 0-2-15,0 0 1 16,-2 0-1-16,0 0 3 0,0 0 0 15,0 0 10 1,0 0 1-16,0 0-8 0,0 0 4 16,0 14-5-16,0 9 1 15,0-2-2-15,0-4 0 16,0-3-1-16,-4-4 2 16,-1 5-2-16,-7 3 2 15,3 6 0-15,-2-6 0 16,1-4 1-16,4 1-2 15,-1-5 1-15,3-2-2 16,1 3 0-16,1-7 0 16,2 1 1-16,0-4-2 0,0 2-2 15,0-3-1-15,0 0-8 16,0 0 7-16,0 0-1 16,9 0 12-16,4-3-4 15,4-7 1-15,-1-1 0 16,2-3-7-16,1 2 8 15,1-3-6-15,1 1 2 16,0-1 0-16,-1 5 2 16,-1-3-2-16,-6 3-10 15,-5 10-2-15,-3-4 6 16,-5 4 1-16,0 0-7 16,0 0-16-16,0 0-10 15,0 0-16-15,0 0-100 16</inkml:trace>
  <inkml:trace contextRef="#ctx0" brushRef="#br0" timeOffset="20065.03">1893 17921 86 0,'0'0'51'16,"0"0"-47"-16,0 0 5 15,0 0 6-15,7 0-11 16,2-4-1-16,4 0 9 16,4-3-2-16,2-2-5 15,-1-4 8-15,0 2-4 16,6-1 1-16,-6 2 3 0,0 1-9 15,-4-1-1 1,-8 6-1-16,0 2-4 0,-6 2-1 16,0 0 3-16,0 0-6 15,0 0-19-15,0 0-43 16,0 0-65-16</inkml:trace>
  <inkml:trace contextRef="#ctx0" brushRef="#br0" timeOffset="22569.03">1772 17851 11 0,'0'0'20'0,"0"0"-10"16,0 0-1-16,-4 0 2 15,4 0-2-15,-2 0 2 16,0 0 0-16,0 0 2 0,2 0 3 15,-3 0 3 1,3 0 3-16,0 0-12 0,0 0 0 16,0 0-4-16,0 4 4 15,0-4-1-15,0 0-5 16,0 0-1-16,0 0 1 16,0 0 5-16,0 0 4 15,0 0-4-15,0 0 0 16,-2 0-3-16,0 0-3 15,0 0-2-15,2 0-1 16,0-4 6-16,0-2-5 16,2-7 1-16,11-2-1 0,2 6 1 15,-2-4-2-15,1 2 0 16,0 1 1-16,0 2-1 16,-3 2 0-16,0 1 0 15,-5 1 1-15,0 4-2 16,-3-4 3-16,-3 4-2 15,0 0-3-15,0 0 4 16,0 0-1-16,0-4 0 16,0 4-7-16,0 0-9 15,0 0-5-15,0 0-4 16,0 0-41-16,0 0-22 16</inkml:trace>
  <inkml:trace contextRef="#ctx0" brushRef="#br0" timeOffset="23252.91">2070 17604 79 0,'2'0'71'15,"-2"5"-48"-15,0-5 6 16,0 2-6-16,0-2-10 16,0 0-8-16,0 0-3 15,0 4 0-15,0-4-2 16,0 0 0-16,0 0 3 15,0 0 7-15,2 0-2 16,6 0-2-16,3 0-4 16,0 0 5-16,6 0 1 15,-2-4 2-15,0-7-6 16,0 3 0-16,-2 2-2 0,-7 6-3 16,-4 0 2-16,-2 0-1 15,0 0-1-15,0 0-1 16,0 0-24-16,3-5-44 15,-3 5-63-15</inkml:trace>
  <inkml:trace contextRef="#ctx0" brushRef="#br0" timeOffset="23542.82">2070 17604 51 0,'90'86'81'0,"-90"-86"-64"15,0 0-1-15,0 0 2 16,0 0-7-16,0 0-9 16,0 0 3-16,9 0-1 15,5 0-2-15,-1-5 6 16,4 1-8-16,-4-7 5 15,4 3-4-15,3-2 0 16,-8 2-1-16,-1 1-7 16,-4 7-43-16,-4 0-15 15,2 0-22-15</inkml:trace>
  <inkml:trace contextRef="#ctx0" brushRef="#br0" timeOffset="23928.87">2429 17534 25 0,'-7'0'164'0,"2"4"-149"16,3-4 2-16,0 0 20 15,2 0-8-15,0 0-19 16,0 0-9-16,0 0 2 16,0 0-6-16,0 0 3 15,0 0 1-15,0 0-1 16,0 0 3-16,0 0 3 15,12 0-8-15,1-4 5 16,1-4-8-16,-2-3-30 16,-6 7 6-16,-1 0-15 0,0 4-20 15,0 0-10-15</inkml:trace>
  <inkml:trace contextRef="#ctx0" brushRef="#br0" timeOffset="24437.53">2613 17397 104 0,'-6'4'87'15,"0"-4"-77"-15,4 0-7 0,2 0 15 16,0 0-5-16,0 0-7 16,0 0-5-16,0 0-1 15,0 0 1-15,2 0 0 16,12 0 0-16,-2 0-1 16,2 0 2-16,-1 0-4 15,-1 0 4-15,-3 0-1 16,-2 0 0-16,-5 0-1 15,-2 0 6-15,2 0-4 16,-2 0 10-16,3 7 4 16,-1 9-12-16,0 5-2 15,-2 6-1-15,3-7-1 0,-3 7 3 16,0-2-1 0,3-2-2-16,-1 2 0 0,5-6-3 15,1-5 1-15,5-2-2 16,-2-1 3-16,0-7 2 15,1-4-1-15,-1 0 0 16,0 0 0-16,6 0 7 16,-2-10-5-16,-2-3 7 15,-5-5-50-15,-3 3-16 16,-5-4-103-16</inkml:trace>
  <inkml:trace contextRef="#ctx0" brushRef="#br0" timeOffset="25308.53">1845 16859 33 0,'2'0'92'15,"-2"0"-76"-15,0 0 22 16,0 0 3-16,0 0-6 16,0 0-12-16,0 0-6 15,0 0 3-15,0 10-10 16,0 13-4-16,-7 6 3 16,-5 4-2-16,-3 4-2 15,-4-4 0-15,5-3-3 16,-2 3-1-16,3-11 2 0,0 1-3 15,4-8 1-15,5-5-2 16,0-2-1-16,1-8-7 16,3 0-25-16,0 0-28 15,0 0-38-15,0-4 2 16</inkml:trace>
  <inkml:trace contextRef="#ctx0" brushRef="#br0" timeOffset="25650.07">1753 16759 44 0,'0'-4'99'0,"0"4"-65"16,0 0-4-16,0 0 5 15,-5 0-23-15,-1 0-9 16,-4 0 0-16,1 0 1 16,-2 8 0-16,-1 7 15 15,0 4-17-15,-4 6 6 16,-2 1-4-16,-3 7-2 16,0 1 4-16,3 5-5 15,-1-7-1-15,4-4 2 16,-2-7 1-16,6-2-5 15,-1-5 1-15,5-2-33 16,1-1-30-16,3-11-6 16,3 4-6-16</inkml:trace>
  <inkml:trace contextRef="#ctx0" brushRef="#br0" timeOffset="26006.12">1672 16619 67 0,'0'0'44'16,"0"0"-9"-16,0 8 1 15,-5 6-11-15,-8 10-5 16,-4 0-3-16,0 5 3 15,-7 8-8-15,1 1 3 16,-5 5-2-16,-2-2-7 16,-2 3-1-16,-4-3-4 15,-1 3 1-15,0-3-2 16,2-8 1-16,8-4-2 16,6-10 3-16,7-9-3 15,5-5-14-15,9-5-49 16,0 0-3-16,0 0 18 0,7-11 6 15,12-8-24-15</inkml:trace>
  <inkml:trace contextRef="#ctx0" brushRef="#br0" timeOffset="26333.62">1587 16693 30 0,'0'15'53'15,"-9"-1"-50"-15,-7 1 1 16,-1 3 23-16,2 5-17 0,-2-2 32 16,-1 6-29-16,-3 2-10 15,-2 8 0-15,-2 0-2 16,2 0 2-16,-2-4 0 15,2 1 0-15,2-9-3 16,1-3 3-16,1-3-2 16,0 0-1-16,-1 0-1 15,1-9-30-15,4 0 14 16,2-6-4-16,9-4-36 16,4 0 1-16,0 0 37 15</inkml:trace>
  <inkml:trace contextRef="#ctx0" brushRef="#br0" timeOffset="26581.31">1426 16784 25 0,'0'0'16'16,"0"0"-6"-16,0 4 19 15,-14 15-14-15,-5 4 9 16,-1 6 1-16,-3 0-13 0,-2 4-3 16,4 0-1-1,-2 0-2-15,0-6-3 0,2-2-3 16,-2 2-5-16,1 2-32 16,-4-4-77-16</inkml:trace>
  <inkml:trace contextRef="#ctx0" brushRef="#br0" timeOffset="26926">1258 17043 62 0,'-2'4'-46'16,"-10"3"30"-16,3 1 20 15,2 2 8-15,1 5-3 16,3-3 7-16,-2-2 3 16,0 1-10-16,-1 6-3 15,-3-3 2-15,-6 0-2 16,0 5 0-16,-4-5-2 15,-1 5-4-15,-1-5 2 16,2 5-1-16,1-4-1 16,0-1-2-16,4-3-2 15,2-3-6-15,5-8-29 16</inkml:trace>
  <inkml:trace contextRef="#ctx0" brushRef="#br0" timeOffset="27197.78">1230 17020 49 0,'0'0'15'0,"0"0"-15"16,-8 13 4-16,-2 1 14 15,-2 1-11-15,4 3 0 16,0-3-3-16,1-1-2 16,3 1-2-16,-3-1 0 0,-2 1-1 15,-1 2 0-15,1-7-10 16,0 4-30-16,5-10-2 16</inkml:trace>
  <inkml:trace contextRef="#ctx0" brushRef="#br0" timeOffset="31150.96">4792 17474 159 0,'-19'4'65'16,"3"-4"-40"-16,9 0-5 16,5 0 19-16,2 0 2 15,0 0-17-15,0 0-17 0,0 0-1 16,0 0 4-16,0 0-1 16,0 0-3-16,0 0-1 15,0 0-3-15,0 0-2 16,0 0 1-16,0 0 0 15,0 0 4-15,0-4-1 16,0-7 5-16,0 1-7 16,0-4-1-16,0-1-4 15,0-3 4-15,0-1 5 16,0-4-4-16,0 0-2 16,0 5 1-16,0 3 0 15,0 9 0-15,0 2-1 16,0 4 3-16,0 0 4 0,0 0 2 15,0 0 2-15,0 0-4 16,0 0-1-16,0 0 2 16,0 0-1-16,0 0-2 15,0 0-1-15,0 0 2 16,0 0-1-16,0 0 0 16,0 0-2-16,9 14 1 15,3 9 0-15,1 2-3 16,2 4 3-16,-2-2-2 15,4 6-1-15,-6 0 1 16,0 0-1-16,-1 4 1 16,-6 1-2-16,3-3 1 15,0-4-1-15,-2-10 1 16,0 1-1-16,-1 1-1 0,3-2 2 16,-3 2-2-16,1-5 2 15,2-3-2-15,-2 3 2 16,-1 1-1-16,-2 0-1 15,1-5 1-15,-1-3 1 16,-2-3-2-16,2 1 1 16,-2-4 0-16,0-1 1 15,0 1-1-15,0-5 0 16,0 0 2-16,0 2-2 16,0-2 0-16,0 0-2 15,0 4 2-15,-2-4 0 0,-9 4-1 16,1 1 0-1,-1-4 0-15,0 2-3 0,-2-2-3 16,0-1 4-16,-1 0 1 16,-2 4-2-16,0-4 2 15,4 0 1-15,1 5 2 16,1-5-2-16,4 0 2 16,-1 0-2-16,5 0 1 15,0 0 0-15,-1 0 0 16,3 0 0-16,0 0 0 15,0 0 0-15,0 0 0 16,0 0-2-16,0 0-1 0,0 0-2 16,0 0 3-1,5 0 1-15,13 0 1 0,3 0 0 16,0 0-2-16,-1-5 2 16,1 0 0-16,0-4 0 15,-1 1 2-15,-1-3-2 16,-8 7 0-16,-4 3 0 15,-4-2-5-15,-1 3-42 16,-2-2-25-16,0-2-70 16</inkml:trace>
  <inkml:trace contextRef="#ctx0" brushRef="#br0" timeOffset="31741.53">5257 17592 276 0,'-4'0'42'16,"-2"0"-34"-16,6 0 14 15,0 0 8-15,0 0-15 0,0 0-14 16,0 0-1-1,17 0 13-15,8 0-4 0,3 0-6 16,0-11 0-16,-2 6 9 16,0 0-5-16,-5-3 4 15,-2 4-3 1,-4 4-4-16,-6 0-1 0,-1 0-2 16,-6 0-1-16,-2 0 1 15,0 0-7-15,0-2-49 16,-10 2-47-16,-3 0-105 15</inkml:trace>
  <inkml:trace contextRef="#ctx0" brushRef="#br0" timeOffset="32476.21">5733 17308 93 0,'-2'0'105'16,"2"0"-98"-16,0 0-3 15,0 0 15-15,0 0-4 16,0 0-7-16,6 0 1 15,11 0 6-15,-2 0-6 16,2 0 5-16,1 0-2 16,-2 0-3-16,-2 0 2 15,2 0-4-15,-2 0 6 16,-4 0 0-16,1 0-9 0,-5 0-1 16,-1 0 3-16,2 0 7 15,-2 0-9-15,2 15 15 16,-1 3-12-16,-4 5-4 15,1 10 2-15,-3 0-2 16,0 4 1-16,0 7-3 16,-9-7 1-16,-2-4 1 15,1-3-3-15,3-8 1 16,3-3-1-16,-1-1 0 16,3-7 2-16,0-2-2 15,2-4 0-15,0-1-2 16,0 1 1-16,0-5-4 15,0 0 2-15,0 0 5 0,13 0-1 16,6 0 8-16,2 0-7 16,1-5 1-16,-1 0-2 15,0-4 1-15,-3 1-2 16,1 1 0-16,-1 3-2 16,-2 0-8-16,-5 0-27 15,-1 2 9-15,-3-2-98 16</inkml:trace>
  <inkml:trace contextRef="#ctx0" brushRef="#br0" timeOffset="33053.93">6276 17223 73 0,'0'0'80'16,"0"-1"-62"-16,0 1 9 15,0 0 24-15,0 0-12 16,0 0-14-16,0 0-8 16,0 0 2-16,0 0 7 15,0 9-1-15,7 6-9 16,2 4-1-16,1 6-1 15,1 1 1-15,0 7-1 16,1 1 1-16,1 3-3 16,2 2-2-16,-4 3-4 15,2 1-3-15,-3-6 3 16,-1-3-2-16,-5-5-1 16,-1-11-1-16,-1 1-1 0,0-6-2 15,0-3 3-15,-2-4-1 16,0-2-1-16,4 0 0 15,-4-4-4-15,0 0-18 16,0 0-17-16,0 0-8 16,0 0-12-16,0-4 8 15,0-6-27-15,0-4-43 16</inkml:trace>
  <inkml:trace contextRef="#ctx0" brushRef="#br0" timeOffset="33517.68">6152 17323 89 0,'-2'-7'41'0,"2"-3"-24"16,0 2 22-16,0-2-5 15,0-3-13-15,0-1-6 16,11 3-1-16,-2-1 5 16,3 1 1-16,-1 6-5 15,-2 0 0-15,3 1 15 0,1 0-16 16,2-2-6 0,0 1-2-16,6-3-3 0,0 2-1 15,4 2-1-15,3 0 0 16,-3 0 0-16,1 4-4 15,-5 0 2-15,-4 0 0 16,-5 0 6-16,0 12 0 16,-3 9 4-16,-5 5-6 15,-4-1 0-15,0 9 1 16,0 3-4-16,-13-4 5 16,-6 4-3-16,-3-8-1 15,-2 3 0-15,-3-8 0 16,-1-5-1-16,0-5-9 15,5-3-17-15,5-7-28 16,8-4-27-16,6 0-52 0</inkml:trace>
  <inkml:trace contextRef="#ctx0" brushRef="#br0" timeOffset="34817.5">6858 16958 64 0,'0'0'49'0,"0"0"-39"15,0-4-1-15,2 4 34 16,1-4-1-16,-1 4-9 16,0 0-15-16,-2 0 5 15,0 0-1-15,2 0-1 16,-2 0 0-16,0 0-6 16,0 0 0-16,0 0-8 15,0 0-3-15,0 12-1 16,0 7 0-16,-9 6 3 15,-3 4 4-15,1 12-3 0,-2 11-5 16,-1 10 0-16,0 3-1 16,4-4 0-16,6 2 0 15,2-8 2-15,2 2 1 16,0-4 1-16,0-1-2 16,8-4 0-16,9-1-1 15,2-5-2-15,-1-5 0 16,-2-4-3-16,2-10 3 15,1-4-2-15,-4-3-2 16,0-4-13-16,-6-5-12 16,-3 1-13-16,-3-8 6 15,2 0-14-15,6 0-8 0,0 0-14 16,6-10-34-16</inkml:trace>
  <inkml:trace contextRef="#ctx0" brushRef="#br0" timeOffset="35498.21">6987 17356 87 0,'-2'0'66'15,"-1"0"-47"-15,3-2 1 16,-2 2 23-16,2 0-10 16,0 0-17-16,0-5-6 15,0 5-3-15,0-4 1 16,0 0 1-16,14 3-2 0,2-4 5 16,2 1 12-16,5 0-16 15,5 0-6-15,2-3 0 16,2-1 0-16,0 6-1 15,-4-2 0-15,-8 4-7 16,-6 0-1-16,-9 0 6 16,-5 0 5-16,0 6 15 15,0 13-12-15,0 14-4 16,-11 4 11-16,-6-4-4 16,4 4-4-16,1 3-3 15,3-5 4-15,4 0-3 16,3-8 0-16,2-2-2 15,0-6-3-15,0-1 4 0,0-7-3 16,7-7 1-16,-1 5-5 16,4-5 3-16,1-3 2 15,1-1 2-15,2 0 2 16,1 0-1-16,0 0-15 16,-2 0-8-16,-1 0-1 15,-1-1-6-15,-4-8-29 16,0-1-4-16,0-3-30 15,-2-5-89-15</inkml:trace>
  <inkml:trace contextRef="#ctx0" brushRef="#br0" timeOffset="35740.49">7056 17538 149 0,'0'-4'55'15,"0"0"-48"-15,0 4 6 16,2-4 7-16,17-3-10 16,6-1-9-16,7-2 0 15,5 0-8-15,4 1-30 16,1-6-42-16,-7 7-47 15</inkml:trace>
  <inkml:trace contextRef="#ctx0" brushRef="#br0" timeOffset="36226.62">7711 17217 111 0,'2'-4'67'16,"-2"4"-38"-1,0 0 8-15,0 0 9 0,0 0-3 16,0 0-16-16,0 0-1 15,0 0-18-15,-2 4-6 16,-16 10 1-16,-5 5-1 16,0 2 0-16,1 2 3 15,0-5 7-15,4 1-3 16,2-1-6-16,2-3 2 16,5 0-4-16,4-7 0 15,5-2-1-15,0-6 1 16,0 4-2-16,0-4-4 15,3 0 1-15,18 0 3 0,9 0-6 16,4 0 5 0,0-10 7-16,3-3-8 0,-5 3 2 15,-2 0 2-15,-7 1-1 16,-5-1 1-16,-8 6-14 16,-3 4-10-16,-5-4-17 15,-2 4-30-15,0 0-57 16</inkml:trace>
  <inkml:trace contextRef="#ctx0" brushRef="#br0" timeOffset="36519">7539 17590 111 0,'-2'0'64'0,"2"0"-57"16,0 0 6-16,0 0 9 16,0 0-8-16,4 0 12 15,10 0-6-15,2 0-8 16,5 0 7-16,-3 0-8 16,3-4 1-16,-3-1 4 15,-1 1-8-15,-4 3-2 16,1-4-4-16,0 1-1 0,-2-4-1 15,-1 1 0 1,0 3-59-16,-1-2-71 0</inkml:trace>
  <inkml:trace contextRef="#ctx0" brushRef="#br0" timeOffset="37091.28">8064 17345 56 0,'-7'0'159'16,"2"0"-103"-16,0 0-10 16,1 0-8-16,4 0-9 15,0 0-9-15,0 0-7 16,0 0-1-16,0 0-4 16,0 0-1-16,0 0-7 15,0 0 3-15,0 0 2 16,6 0-5-16,9 0 1 15,0 0-2-15,0 0 4 16,-2 0-1-16,-1 0 0 16,-1 0-1-16,-4 0-1 15,-3 0 0-15,-1 0 0 0,-3 0 3 16,0 0-11-16,0 0-27 16,0 0-50-16,0-4-46 15</inkml:trace>
  <inkml:trace contextRef="#ctx0" brushRef="#br0" timeOffset="37852.75">8325 17165 82 0,'0'0'97'0,"0"0"-72"16,3-4-4-16,-3 4 2 0,5 0-2 15,2 0-8 1,-1 0 7-16,1 0-6 0,5 0-7 16,-1 0-4-16,1 0-2 15,0 0 0-15,-3 0 5 16,-5 0 8-16,3 0-3 15,-5 0 5-15,3 4 8 16,-2 3-5-16,3 5-8 16,-1-2-9-16,-1 5-1 15,1-2 2-15,0 1-1 16,-3 0-1-16,-2 1 0 16,0-1 4-16,0 9 4 15,0 2-6-15,-7 2 0 0,-7 2-2 16,0-4 2-1,1-3-2-15,-1 6 1 0,2-12-1 16,3 2-1-16,3-3 1 16,-4-3 0-16,5-1 0 15,3-1-1-15,2-6-1 16,0-4-3-16,0 0-1 16,0 0 0-16,0 0 3 15,2 0 3-15,17 0 8 16,4 0-6-16,2 0-3 15,0 0 7-15,1-10-4 16,-3 2-1-16,-3-3-2 16,-3 3 2-16,-4 6-3 15,-3-2 1-15,-1 0 1 0,-3 4-1 16,-3-5 0-16,1 5-7 16,-1 0-18-16,0-6-30 15,-3 6-33-15,0 0-29 16</inkml:trace>
  <inkml:trace contextRef="#ctx0" brushRef="#br0" timeOffset="38422.1">8599 16911 130 0,'-20'-5'172'0,"2"0"-144"15,6 0-20-15,10 5 27 16,2 0 14-16,0 0-11 16,0 0-18-16,0 0-5 15,0 0-7-15,2 0 0 16,14 6 2-16,5 7 0 0,7 1-5 16,-1 1-1-16,6 3 6 15,1 7-6-15,-2 2 3 16,3 2-4-16,-8 8 0 15,1-4-1-15,-6 5 2 16,-3-3-3-16,-2 6 2 16,-2 3 0-16,-4 1 0 15,1 7 1-15,-3-4-3 16,-2-1 1-16,-7-3-2 16,0-7 0-16,0-4-1 15,-2-1 1-15,-7-12-1 16,0-1-1-16,1-11-6 15,4-2-4-15,-1-6-3 0,3 0-13 16,0 0-14-16,2 0-10 16,0 0-12-16,0 0-24 15,0 0-68-15</inkml:trace>
  <inkml:trace contextRef="#ctx0" brushRef="#br0" timeOffset="41394.28">5591 16395 137 0,'9'10'64'0,"-3"-6"-57"16,1 3 19-16,3 5 39 15,3 3-11-15,4-1-13 16,5 7-1-16,4 6-4 15,4-5-3-15,-5 3-8 16,-2-6-8-16,-9-4-3 16,-8-7-6-16,-3-8 0 15,-3 0 1-15,0 0-3 0,0 0 0 16,0 0 3-16,0 0 0 16,0 0 4-16,0 0 0 15,0 0-3-15,-3-15-7 16,-17-8-2-16,-5-14-1 15,-5-6 2-15,-5-9-2 16,1 0 0-16,-4-10 0 16,-3-8 0-16,-2-9 2 15,-6-2-3-15,-2-4 1 16,-3-6-1-16,-1-2 0 16,-1-2 1-16,-2-2-1 15,11 5-1-15,2 8 1 16,2-1 1-16,6 12-1 0,0 3 1 15,7 10-1-15,0 0 1 16,8 14-1-16,3 9 1 16,8 10 1-1,4 8-2-15,2 9 2 0,2-2-3 16,3 9 2-16,0-1-1 16,0 4 1-16,0 0-1 15,0 0 1-15,0 0-1 16,0 0 0-16,0 0 0 15,-2 0 1-15,2 0 0 16,0 0-1-16,0 0 2 16,0 0-1-16,-2 0 0 0,2 0 0 15,-2 0 0 1,2 0 0-16,0 0 1 0,0 0-2 16,-2 0 1-16,2 0 0 15,-3 0-1-15,3 0 0 16,-2 0 1-16,-5 7-2 15,-7 5 0-15,-7 7 2 16,-8 10-2-16,-4 8 2 16,1-4 0-16,5 0 0 15,2-8 0-15,1 2-1 16,5-4 1-16,-1-5 0 16,4 1 0-16,5-6 1 15,4-5-2-15,2-8 0 16,5 0 0-16,0 4 1 15,0-4-2-15,0 0-3 0,0 0 0 16,0 0 2-16,0 0-2 16,0 0 3-16,0 0 0 15,0-4 1-15,0-11-1 16,0-10 0-16,0-6 2 16,0-4-2-16,0-4 2 15,5-1 0-15,0-3 0 16,-1-3 0-16,3-1-1 15,-1-1 1-15,2 0 0 16,1 7 1-16,-5 12-3 16,3 4 3-16,-5 13-2 15,-2 5 2-15,0 7-2 16,2 0 2-16,1 0-2 0,0 0 0 16,-1 0 1-16,-2 0-1 15,2 0 1-15,5 0-2 16,6 0 3-16,4 0-2 15,6 0 1-15,5 7 1 16,-1 3-1-16,5 5 0 16,0 1 0-16,6 3 1 15,0-1-2-15,1 3 2 16,6 2-2-16,-2-9 2 16,-2 1-1-16,-6-5 0 15,-6 3 0-15,-3-9 0 16,-3 0 1-16,-4 2-2 0,-4-6 1 15,-2 4-1 1,-7-1 1-16,-4-3 0 16,-2 0 1-16,0 0-1 15,0 0 0-15,0 0 0 0,0 0 1 16,0 0-1-16,0 0-1 16,0 0 3-16,0 0-3 15,0 0 2-15,0 0 0 16,0 0 0-16,0 0 0 15,-6 0-1-15,-11-7 0 16,-4-5-1-16,1 2 2 16,1-1-2-16,2 3 3 0,-2 2-3 15,0 6 1 1,-3-5-2-16,-4 5 3 0,1 0-1 16,-1 0 0-16,-2 0 1 15,-1 0-2-15,-1 15 1 16,-3 8-1-16,1-1 1 15,2 7 0-15,-2-4 1 16,0 2-1-16,-2 2-1 16,4 0 2-16,0-2-2 15,4-2 1-15,4-2 0 16,3-9 0-16,8 1-1 16,3-11 1-16,6-2-2 15,2-2 2-15,0 0-1 16,0 0-2-16,0 0 0 15,0 0-6-15,0 0-1 0,0 0 1 16,19-10 6-16,13-7 3 16,7-6 0-16,7-8 0 15,0 2-1-15,3 4 1 16,-2 3 0-16,0 1 0 16,-6 8-1-16,-11-1 1 15,-11 3-1-15,-12 7 2 16,-7 4-1-16,0 0 0 15,0 0-1-15,0 0 1 16,-9 0 2-16,-10 0-3 0,-11 7 1 16,-2 9-1-1,-7 3 2-15,7 2-1 16,0-3 0-16,2 3 0 16,4-5 0-16,3-1 1 0,9-11-2 15,12 0 2-15,2-4-3 16,0 0 2-16,0 0-2 15,0 0-8-15,2 0-2 16,3 0-1-16,-1-8 11 16,3-17 1-16,-2-2 4 15,2 2-3-15,-5 5 2 16,-2 5-2-16,0 9 1 16,0 0 0-16,0 6 2 15,0 0 0-15,0 0 3 16,0 0-2-16,0 0-2 0,0 0-4 15,0 0 3-15,0 0-1 16,0 12 1-16,0 3 0 16,-7 3-1-16,0 3 0 15,0-3 0-15,3 3 1 16,-1-8-1-16,5-3-1 16,0-6 1-16,0-4-2 15,0 0 1-15,0 0 1 16,0 0-2-16,0 0-1 15,0-8-1-15,0-17 3 16,0-2-2-16,0-10 3 16,-2 8 0-16,-3 2 0 0,0 6 0 15,3 7 0 1,0 6-1-16,2 1-1 0,0 3 1 16,0 4-4-16,0 0 3 15,0 0 0-15,0 0 0 16,0 7-4-16,0 15 6 15,0 15 5-15,0 5-3 16,0 1-2-16,0-10 1 16,2-12-1-16,0-8-1 15,1-11 1-15,-1-2-7 16,10 0 8-16,11 0-2 16,14-21-1-16,8-12 0 15,6-4-17-15,-14-3-17 16,-16 13 9-16,-14 2 19 15,-7 17 7-15,0 8-9 0,-11 0-25 16,-8 19-68-16</inkml:trace>
  <inkml:trace contextRef="#ctx0" brushRef="#br1" timeOffset="49462.95">18513 2023 66 0,'-11'0'96'16,"4"0"-100"-16,7 0 9 15,0 0 40-15,0 0-26 16,0 0-15-16,0 0 3 16,0 0 10-16,0 0 0 15,0 0-1-15,0 0 8 16,0 0-5-16,0 0-5 0,0 0 0 15,0 0-1 1,0 0 0-16,0 0-4 0,-3 0 1 16,1 0-1-16,0 0 1 15,2 0-3-15,0 0 0 16,0 0-4-16,0 0 3 16,0 0-2-16,0 0 1 15,0 0-2-15,0 0-1 16,0 2 2-16,0 2-3 15,-5 4 4-15,-1 9 3 0,-1 7-2 16,-1 4-5 0,6 1 0-16,0-2 0 15,0-2-1-15,-3 1 1 16,1 3 0-16,-3 2 1 0,3 2-2 16,-2 7 2-16,6 1-2 15,0 3 0-15,0 5 0 16,0 9 0-16,0 13 3 15,0 14-2-15,0 3 2 16,3 0-2-16,2-14 1 16,-1-12-3-16,-2-2 3 15,-2 2-2-15,3 3 0 16,-3 3 1-16,6-2-1 16,3 1 2-16,1-4-1 15,-1-4 1-15,-7-4-1 0,-2-7 1 16,0-4-3-1,0 3 2-15,0 3 1 0,-9 8 3 16,1 2-3-16,-7 4 4 16,2-4 2-16,-6-6-7 15,3-6 4-15,4-5-4 16,1 3 0-16,7 6-2 16,1 3 2-16,3 5 0 15,0 1-2-15,0-1 2 16,0-5 0-16,0 0 3 15,0-6-3-15,0-1 5 16,0-3-4-16,0-5 4 16,-2-3 1-16,-10-2-2 15,-1 2 3-15,3 1-4 0,3-1 3 16,3-2-5 0,-1-2 2-16,1-2-1 0,-1 6 0 15,-2-1-1-15,-2 1 1 16,2-2-2-16,0-6 1 15,2-4 0-15,3-6 0 16,-5-1 1-16,3 1-2 16,-3-2 4-16,0 3-4 15,2-1 2-15,0-1 0 16,1-1-1-16,-1-5 0 16,1 1-1-16,4-5 3 15,-2 3-5-15,2-1 6 16,-2 0-6-16,2 1 5 0,0-3-5 15,-3 0 2-15,3-3-1 16,-3-1-1-16,3-3 1 16,0-1-1-1,0 0 4-15,0 0-3 0,0 0-1 16,-2 0-22-16,-3 0-39 16,1 0-70-16,0-5-189 15</inkml:trace>
  <inkml:trace contextRef="#ctx0" brushRef="#br1" timeOffset="51524.86">17124 4729 245 0,'0'-2'52'0,"-11"-16"-58"15,3 9 33-15,8 5 8 16,0 4-15-16,8 0-12 15,7-2 10-15,4-2 10 16,4 2-6-16,9 2-8 16,5 0 3-16,2 0-1 15,2 0-7-15,3 0-2 16,4 0 1-16,10 0-2 16,6 2 3-16,12 0-1 15,0 2-2-15,5 0-2 16,2 5 2-16,-5-1 0 15,-5 2-1-15,1 1-3 16,-3-1 3-16,3 0-3 16,8-2 6-16,8 3-5 15,2-5-1-15,0-2 0 0,-2 2-2 16,0-4 3-16,-5 2-1 16,-5-1 0-16,-1 1-3 15,-6 2 2-15,1-2 3 16,0 0-1-16,2 0 0 15,0 0-2-15,4 0 2 16,3-1-1-16,-2-3 0 16,2 0-1-16,-6 0 0 15,0 0-1-15,-4 0 1 16,-2 0-2-16,6 0 0 16,0 0 3-16,2 4 0 15,6 0 1-15,0-2-1 16,7 2 1-16,7-2-5 15,2 0 5-15,0 1-6 0,-2 1 5 16,3 0-3-16,-1 2-1 16,4-2 5-16,8 2-3 15,5 3 1-15,6-1 3 16,7 0-5-16,2 3-1 16,6-3 1-16,-4 4 2 15,-1 1-2-15,4-1 2 16,-12 5-3-16,6-1 6 15,-6-1-6-15,-1 1 5 16,5-1-4-16,-5-5 2 0,-3 0-2 16,-5-2 2-16,-9 1-1 15,-12-3-3-15,-17 0 5 16,-19 3-2-16,-21-5 1 16,-18 0-1-1,-10-2 1-15,-11-2-1 0,0 2-1 16,0-2 1-16,0 0-19 15,-5 0-22-15,-13 0-33 16,-7 0-46-16,-15-12-106 16</inkml:trace>
  <inkml:trace contextRef="#ctx0" brushRef="#br1" timeOffset="55552.44">18530 3042 62 0,'-5'0'25'0,"5"0"-24"15,0 0 7-15,0 0 19 16,0 0-13-16,0 0-5 16,0 0 1-16,0 0 3 15,5 0 12-15,2 0-2 16,-1 0-9-16,-1 0-1 16,-1 0-4-16,2 0-5 15,0 0 0-15,3 0 3 16,2 0-5-16,-1 0-1 15,1 0 2-15,0 0-2 16,-3 0 0-16,-1 0-2 16,-3-3-27-16,5 1-64 15,1 0-49-15</inkml:trace>
  <inkml:trace contextRef="#ctx0" brushRef="#br1" timeOffset="56468.71">18854 3058 19 0,'0'0'14'0,"0"0"-17"16,0 0 21-16,0 0-3 16,0 0-9-16,0 0 4 0,0 0 5 15,0 0 0-15,0 0-1 16,6 2 9-16,4 2-4 15,1 1-12-15,-2-1 6 16,3-2-6-16,-5-2-3 16,0 0 4-16,0 0-5 15,5 0-6-15,-1 0 3 16,1 0 3-16,-1 0-5 16,-4 0-33-16,-3 0-28 15,1 0-26-15</inkml:trace>
  <inkml:trace contextRef="#ctx0" brushRef="#br1" timeOffset="56934.47">19261 3099 3 0,'2'0'8'0,"10"0"-5"15,-1 0-1-15,4 0 7 16,-2 0 1-16,1 0-3 0,-3 0 9 15,1-1-8-15,-3 1-5 16,-2 0 1-16,0-3-1 16,-1 3-2-16,2 0 1 15,-1 0-6-15,0 0-33 16</inkml:trace>
  <inkml:trace contextRef="#ctx0" brushRef="#br1" timeOffset="57314.97">19597 3060 33 0,'7'0'30'16,"-4"0"-25"-16,1 0 34 16,1 0 0-16,-3 0-20 15,0-2 0-15,2-4-7 0,9 4 0 16,-2 0-10-16,0 2-2 15,1 0 4-15,-5 0-2 16,2 0-3 0,3 0 1-16,-1 0 0 0,2 0-24 15,-1-2-17-15,2 2-10 16,0 0-34-16</inkml:trace>
  <inkml:trace contextRef="#ctx0" brushRef="#br1" timeOffset="57549.34">19947 3056 60 0,'0'0'9'0,"2"0"-9"15,1 0 5-15,-1 0 0 16,0 0-4-16,2 0-7 16,3 0-7-16,5 0-12 15,-1 0-11-15</inkml:trace>
  <inkml:trace contextRef="#ctx0" brushRef="#br1" timeOffset="57751.88">20243 3056 10 0,'10'0'35'0,"-5"0"-10"16,1 0-7-16,3 0-1 16,-4 0-11-16,5 0-6 15,-4 0 1-15,3 0 0 16,-2 0-6-16,0 0-23 15,5 0-23-15</inkml:trace>
  <inkml:trace contextRef="#ctx0" brushRef="#br1" timeOffset="57949.35">20568 3095 70 0,'0'0'18'16,"0"0"-17"-16,0 0 5 16,0 0-2-16,0 0-7 15,0 0-8-15,7 0 2 16,2 0-18-16,3 0-22 16</inkml:trace>
  <inkml:trace contextRef="#ctx0" brushRef="#br1" timeOffset="58156.8">21082 3120 41 0,'4'0'28'0,"0"0"-23"15,-1 0 20-15,1 0-13 16,3 0-3-16,-1 0-9 15,7 0-8-15,-2 0 1 16,1 0-23-16,-1 0-15 16,0 0 19-16</inkml:trace>
  <inkml:trace contextRef="#ctx0" brushRef="#br1" timeOffset="58344.93">21262 3120 29 0,'4'0'13'16,"-4"0"8"-16,0 0 9 16,2 0 0-16,2 0-27 15,-2 0 3-15,3 0-4 16,2 0 1-16,-1 0-4 16,2 0-5-16,-1 0-22 15,4-2-23-15</inkml:trace>
  <inkml:trace contextRef="#ctx0" brushRef="#br1" timeOffset="58526.35">21829 3112 73 0,'4'0'13'16,"-1"0"-54"-16,3 0 8 16</inkml:trace>
  <inkml:trace contextRef="#ctx0" brushRef="#br1" timeOffset="58921.64">22232 3112 114 0,'0'0'20'0,"0"0"5"16,0 0 24-16,0 0-6 16,0-9-13-16,0 1-20 15,0 4-4-15,0 4-2 16,15 0-6-16,2 0 6 16,0 0-10-16,2 0-15 15,2 0-1-15,-1 0 11 16,1 0 8-16,7 0-10 15,-5 0-11-15,5 0-9 16,0 0 1-16,-6 0 0 16,-1 0-22-16,-4 0 27 0,-4 0 2 15</inkml:trace>
  <inkml:trace contextRef="#ctx0" brushRef="#br1" timeOffset="60062.95">18522 4050 70 0,'0'0'109'16,"0"0"-109"-16,-2 0-1 16,2 0 30-16,-2 0-9 15,2 0-13-15,0 0-3 16,0 0 2-16,0 0 10 16,0 0-6-16,0 0 1 15,0 0-4-15,0 0-1 16,0 0 1-16,0 0-4 15,4 0 1-15,11 0-2 16,0 0-1-16,4 0 0 0,2 0-1 16,-1 0-1-1,3 0-5-15,3 0-45 0,-3 0-57 16</inkml:trace>
  <inkml:trace contextRef="#ctx0" brushRef="#br1" timeOffset="60308.52">18875 4027 119 0,'2'0'47'15,"0"0"-41"-15,3 0 13 0,1 0 2 16,-3 0-13-16,2 0-6 15,4 0 10-15,2 0-8 16,6 0-2-16,-2 0-8 16,4 0-23-16,-3 0-25 15,2 0-9-15,3 0 1 16</inkml:trace>
  <inkml:trace contextRef="#ctx0" brushRef="#br1" timeOffset="60482.27">19181 4027 18 0,'0'0'26'0,"0"0"-3"0,2 0 3 15,-2 0 11-15,0 0-15 16,2 0-6-16,-2 0-12 16,5 0 1-16,1 0-5 15,9 0-37-15,-2 0-89 16</inkml:trace>
  <inkml:trace contextRef="#ctx0" brushRef="#br1" timeOffset="60661.98">19427 4031 132 0,'0'0'23'0,"0"0"-33"0,0 0 28 15,0 0 3-15,0 0-28 16,9 0 7-16,2 0-49 16,3 0-17-16</inkml:trace>
  <inkml:trace contextRef="#ctx0" brushRef="#br1" timeOffset="60879.52">19705 4027 93 0,'3'0'25'16,"-1"0"-13"-16,-2 0 44 15,2 0-19-15,-2 0-9 0,0 0-10 16,2 0-2 0,-2 0-4-16,2 0-8 0,3 0-3 15,5 0 0-15,1 0-27 16,6 0-30-16,3 0-39 15,5 0 7-15</inkml:trace>
  <inkml:trace contextRef="#ctx0" brushRef="#br1" timeOffset="61087.21">20041 4039 52 0,'0'0'57'0,"0"0"-17"0,0 0 14 16,0 0-13-16,0 0-18 15,5 0-23-15,-3 0 3 16,0-1-3-16,3-3-6 16,-3 1-16-16,8 3 1 15,1 0 12-15,8 0-33 16,5 0-7-16,6 0 1 16,0 0 20-16,2-2-4 15</inkml:trace>
  <inkml:trace contextRef="#ctx0" brushRef="#br1" timeOffset="61211.05">20343 4029 28 0,'11'0'38'0,"-4"0"1"16,-5 0-3-16,0 0-5 0,0 0-9 15,6 0-12-15,3 0-11 16,3 0 1-16,7 0-15 16,6 0-77-16</inkml:trace>
  <inkml:trace contextRef="#ctx0" brushRef="#br1" timeOffset="61443.74">20892 4043 113 0,'0'3'81'0,"0"1"-79"15,0-2 30-15,0-2-7 16,0 0-16-16,0 0-7 0,0 0-2 15,2 0 3-15,6 0-5 16,3 0 1-16,6 0-23 16,5 0-18-16,6-2-5 15,4 2-23-15,4 0 36 16,0 0 25-16</inkml:trace>
  <inkml:trace contextRef="#ctx0" brushRef="#br1" timeOffset="61638.86">21251 4050 44 0,'28'0'26'0,"-3"0"-8"15,-7 0 19-15,-3 0 3 16,-6 0-6-16,-5 0-16 16,-2 0 12-16,3 0 5 15,-2 0-15-15,-1 0-12 0,3 0 0 16,1 0-7-16,3 0 0 16,5 0-1-16,0 0-2 15,0 0-32-15,0 0-8 16,-3 0 10-16,7 0-23 15,4 0-13-15,3 0-7 16</inkml:trace>
  <inkml:trace contextRef="#ctx0" brushRef="#br1" timeOffset="61795.24">21847 4050 20 0,'12'0'10'0,"-3"0"26"15,-5 0-3-15,1 0-8 16,-5 0-6-16,2 0-15 16,1 0-14-16,4 0-61 15</inkml:trace>
  <inkml:trace contextRef="#ctx0" brushRef="#br1" timeOffset="61982.78">22523 4106 20 0,'0'12'-13'16</inkml:trace>
  <inkml:trace contextRef="#ctx0" brushRef="#br1" timeOffset="62198.94">23032 4211 170 0,'-7'-18'0'0,"7"3"-50"16,0 11 9-16,0 2 1 16</inkml:trace>
  <inkml:trace contextRef="#ctx0" brushRef="#br1" timeOffset="62862.31">22187 4095 216 0,'0'0'4'16,"0"0"-25"-16,0 0 42 16,0 0-13-16,17 0-5 0,6 0-1 15,9 0-6 1,7 0-93-16</inkml:trace>
  <inkml:trace contextRef="#ctx0" brushRef="#br1" timeOffset="72722.03">18483 4630 74 0,'-2'2'135'16,"0"-2"-127"-16,2 0 2 16,0 0 25-16,0 0-5 15,0-2-20-15,0-7-7 16,0 5 1-16,0 4-2 0,0 0 0 16,2-2 8-16,0 0 12 15,-2 0-6-15,3 0 0 16,-1 2-1-16,-2-2-3 15,2 0-5-15,0 0-5 16,6-2 1-16,1-3 7 16,0-3-9-16,5 0 1 15,-3-3 4-15,0-1 5 16,1 1 1-16,0-3-6 16,0-1 4-16,-3 0-6 0,0 3 1 15,-3-2-2 1,2 3 2-16,1 1 0 15,-3-1-2-15,1 1 2 16,1-1-4-16,-1-1 3 0,1 3-3 16,-1-3 0-16,3-2 2 15,-1-1-2-15,0 0 1 16,3 3-3-16,-1-2 6 16,2 1-3-16,2-2 3 15,-2 1-3-15,1-3 2 16,0 1-1-16,-2-3 3 15,1-2-3-15,4 0-4 16,1 0 4-16,-2 3-3 16,0-1 3-16,0 2-2 15,-2-1 1-15,2-3-2 16,-2 2 1-16,-2 0 0 0,-1 3 2 16,0 2-1-16,-1 1-1 15,1 1 1-15,-2-1 0 16,1 2 0-16,-1 1-2 15,2 0 1-15,-1 1-2 16,-1 1 2-16,-2 2-2 16,-3 0 2-16,0 1-1 15,2-1-1-15,1 2 3 16,-5-1-1-16,4 1-1 16,1-2-1-16,0 0 2 15,3-1-1-15,1-1 1 0,-2-1-1 16,-2 1 1-1,0 2 3-15,-2 1-2 0,-3 2 4 16,0 2-5-16,0 3 2 16,0-4-3-16,1 4 0 15,0-1 1-15,-3 1 1 16,0 0 1-16,0 0 2 16,0 0 2-16,0 0-3 15,0 0-1-15,0 0-2 16,0 0 1-16,0 0-2 15,0 0 2-15,0 0-1 16,0 0-1-16,0 0 4 16,0 0-4-16,0 0 3 15,0 0-1-15,0 0-1 16,0 0-2-16,0 0 1 0,0 0 0 16,0 0 0-16,0 0 0 15,0 0-2-15,0 0 6 16,0 0-3-16,0 0-1 15,0 0 0-15,0 0-1 16,0 0 1-16,0 0 1 16,0 0-2-16,0 0 1 15,0 0 0-15,0 0 0 16,0 0 3-16,0 0-4 16,0 0 4-16,0 0-3 15,0 0 0-15,0 0 0 16,0 0 1-16,0 0 2 0,0 0-1 15,0 0 2 1,0 0-3-16,0 0 0 0,0 0-2 16,0 0 3-16,0 1-4 15,4 3 3-15,3 0-1 16,0 0-1-16,-3-1 1 16,6 1 2-16,-3 0-1 15,2 0-2-15,0 2 2 16,0-2-2-16,0 1 1 15,-2 1 0-15,0-2 0 16,0 0-1-16,0 2 1 16,0-1 2-16,-1 1-2 15,4-2 1-15,-1 2-2 0,0 0 1 16,3-2 0-16,-1-1 0 16,1 3-1-16,-3-2 1 15,0 2 0-15,-2 0 0 16,5 1 2-16,-3-1-2 15,0 0 1-15,0 0-2 16,-1-2 1-16,0 0 0 16,-1 3-1-16,0-5 1 15,0 4-1-15,-2-4 3 16,-1 0-2-16,-1 0 1 16,-1 0-2-16,-2 0 3 15,2-2-4-15,-2 0 3 0,0 2-1 16,0-2-1-16,0 0 2 15,0 0-1-15,0 0 2 16,0 0-2-16,0 0 2 16,0 0-2-16,0 0 0 15,0 0 0-15,0 0 0 16,0 0 0-16,0 0 0 16,0 0 2-16,0 0 0 15,0 0 0-15,0 0-3 16,0 0 2-16,0 0-2 15,0 0 2-15,0 0-1 16,0 0 0-16,0 0 1 16,0 0-1-16,0 0 1 15,0 0-1-15,0 0 1 16,0 0-2-16,0 0 2 0,0 0-2 16,0 0 1-16,0 0 0 15,0 0 0-15,0 0 2 16,0 0-3-16,0 0 3 15,0 0-2-15,2 0 0 16,-2 0 0-16,0 0 0 16,0 0 0-16,0 0-1 15,3 0 2-15,-3 0-1 16,2-4 2-16,0 0-1 16,1-2 1-16,2-2-2 0,1-3 0 15,1 1 0-15,0 0-1 16,0 2 2-16,0-5-1 15,0-2 1 1,2 3 0-16,-2-3 0 0,0 3-2 16,0-1 2-16,-1 1-2 15,1-2 3-15,1 2-4 16,1-1 3-16,-3 1-1 16,3-1 0-16,1 3 1 15,-1-3-1-15,-2 1 1 16,0 1-2-16,0-3 2 15,0 3-2-15,2-3 1 16,-3 2 0-16,4 1-1 16,-3 1 3-16,2-2-2 15,1-3 1-15,1 0-2 0,-2-1 3 16,3 2-4-16,-3-1 3 16,0 1-1-16,5 1-2 15,-3-1 3-15,3-1-1 16,-2-2 1-16,-1 3-1 15,-1-1 1-15,-1 1-2 16,2-2 1-16,1-3-1 16,-1-2 1-16,2-2-1 15,2 1 0-15,0-1 3 16,0 0-3-16,-2 2 3 16,1-1-2-16,0-3 2 15,2 0-1-15,2-2 2 0,-4 0-1 16,2 2-2-16,-2 3 3 15,0-1-3-15,0 2 2 16,-3 2-2-16,-2 5 2 16,1-1-2-16,-3 3 0 15,-1-1 0-15,3-3 0 16,1 3 0-16,1-1 0 16,-2 1 2-16,1 1-3 15,-1 4 4-15,-5 2-4 16,-1 2 2-16,1 0-2 15,-2-1 2-15,1 1-1 16,0-2 0-16,1 4 0 16,-4-5 1-16,5 3 2 15,-3-2-3-15,5-2 3 16,-3-3-4-16,1 1 2 0,2 0-1 16,0-1 2-16,-3 5 0 15,1-2-1-15,-3 4 2 16,-2 0-1-16,0 0 2 15,2 1-3-15,0 2 2 16,-2-2-3-16,6 2 0 16,-6-2 1-16,2 1-2 15,0 0 3-15,-2 0-2 16,0 0 3-16,0 2-2 16,0-2 0-16,3 2 0 0,-1 0 0 15,-2 0 0-15,2 0-1 16,-2-2 1-16,0 2-1 15,0 0 4-15,0 0-4 16,0 0 5-16,0 0-5 16,0 0 4-16,0 0-3 15,0 0 1-15,0 0 1 16,0 0-2-16,0 0 0 16,0 0-1-16,0 0 5 15,0 0-5-15,0 0 2 16,0 0-2-16,0 0 2 15,0 0-1-15,0 0-1 16,0 0 0-16,0 0 0 16,0 4 1-16,0 0-1 15,0-2 1-15,0 0-1 0,0 1 0 16,0-2-1-16,0 2 2 16,0 1-2-16,0 2 1 15,0 0-1-15,0 0 1 16,5 5 1-16,1 1 0 15,6 0 0-15,-3 1-1 16,-2-3-1-16,2-1 0 16,-4-1 2-16,-5 0-1 15,2 1-1-15,1 0 2 16,-1 0 0-16,2-1 1 16,3 5-3-16,0-1 2 15,3 1-3-15,1-1 3 0,-5 1-2 16,4-1 1-16,-1 0 0 15,-2 1 0-15,0-1 1 16,0-2 0-16,0 1 0 16,2-3-2-16,-5 0 1 15,4 5-1-15,-1-3 2 16,2 3-1-16,-3-1-1 16,4-2 2-16,-3 3-1 15,2-3 2-15,-3 0-3 16,4 1 2-16,-1 1-3 15,-2-1 3-15,2-1-2 16,1 1 1-16,-1-3 1 16,0 0-2-16,0 2 3 15,-2-2-2-15,-2-1 1 16,-1-1-2-16,0 2 2 0,4-2-2 16,-1 5 1-16,0-5 0 15,-3 2-2-15,0-4 4 16,3 3-2-16,-1-1 2 15,-2 0-3-15,0 3 2 16,3-4-3-16,-2 4 3 16,-1-3-1-16,4 0-1 15,-4 2 2-15,1-1-2 16,-1 3 3-16,3-2-2 16,0 1 2-16,-2-3-4 15,2 0 2-15,-5 0 0 16,0-2 0-16,-2-1 0 0,2 1-1 15,-2-4 2-15,0 0-1 16,2 2 2-16,-2-2-3 16,0 2 3-16,0-2-4 15,0 0 2-15,0 0 1 16,0 0-2-16,0 0 1 16,0 0 1-16,0 0 1 15,0 0-2-15,0 0 1 16,0 0-1-16,0 0 0 15,0 0-1-15,0 0 2 16,0 0-2-16,0 0 0 16,0 0 3-16,0 0-3 15,0 0 4-15,0 0-4 0,0 0 2 16,0 0-2-16,0 0 1 16,0 0 0-16,0 0-1 15,0 0 1-15,0 0-1 16,0 0 3-16,0 0-2 15,0 0 1-15,0 0-2 16,0 0 2-16,0 0-2 16,0 0 1-16,0 0-1 15,0 0 1-15,0 0 0 16,0 0 0-16,0 0 2 16,0 0-3-16,0 0 3 15,0 0-3-15,0 0 0 0,3 0 1 16,-3 0 0-16,0 0-1 15,0 0 0-15,0 0 3 16,0 0-2-16,0 0 2 16,0 0-4-16,0 0 3 15,0 0-2-15,0 0 1 16,0 0-1-16,0 0 1 16,0 0 0-16,0 0 1 15,0 0 0-15,0 0-1 16,0 0 1-16,0 0-2 15,0 0 1-15,0 0 0 16,0 0-1-16,0 0 1 16,0 0-1-16,0 0 4 15,0 0-5-15,0 0 5 16,0 0-5-16,0 0 2 0,0 0 0 16,0 0 0-16,0 0-2 15,0 0 3-15,0 0-1 16,0 0 0-16,0 0 1 15,0 0-1-15,0 0 2 16,0 0-4-16,0 0 2 16,0 0 0-16,0 0 0 15,0 0-1-15,0 0 0 16,0 0 3-16,0 0-2 16,0 0 2-16,0 0-3 0,0 0 0 15,0 0 1-15,0 0 0 16,0 0 0-16,0 0-1 15,0 0 1-15,0 0 1 16,0 0 0-16,0 0-1 16,0 0 0-16,0 0-1 15,0 0 2-15,0 0-3 16,0 0 2-16,0 0 0 16,0 0-1-16,0 0 4 15,0 0-3-15,0 0 1 16,0 0-3-16,0 0 2 15,0 0-1-15,0 0 1 16,0 0 1-16,0 0-2 16,0 0 1-16,0 0 0 15,0 0 2-15,0 0-3 0,0 0 3 16,0 0-5-16,2 0 4 16,-2 0-3-16,2 0 1 15,1 0 1-15,2 0-2 16,6 0 5-16,3-4-3 15,2-5 1-15,5 1-2 16,-3-2 1-16,-4-1-1 16,2 5 2-16,0 2-2 15,-5-2 0-15,1 1 1 16,0 4 1-16,-6-6 0 16,-1 5-1-16,2-2 1 15,-2 2-2-15,2-2 1 0,-1 0-1 16,3-2 1-16,3 2 0 15,-3-3-1-15,-2 3 3 16,-5 0-2-16,4 2 1 16,-4 0-2-16,0 2 2 15,2-2-3-15,1 0 3 16,-1-3-3-16,1 1 2 16,-3 2 0-16,-2 0 0 15,2 2 2-15,-2 0-3 16,0 0 3-16,0 0-4 15,0 0 2-15,0 0 1 16,0 0-2-16,0 0 0 16,0 0 0-16,0 0 3 0,0 0-1 15,0 0-1 1,0 0-1-16,0 0 1 0,0 0 0 16,0 0-1-16,0 0 0 15,0 0 0-15,0 0 1 16,0 0-2-16,0 0 3 15,0 0-2-15,3 0 2 16,0 8-1-16,1 3-1 16,3 3 1-16,2-1 0 15,1 1 0-15,-1-4-1 16,-3 3 4-16,3-3-4 16,-1 1 3-16,1-1-4 0,-3 1 3 15,-1-1-2-15,3-2 2 16,-2 0-2-16,1 0 0 15,0 1 2-15,1-1-1 16,0 0 2-16,1-1-3 16,-2-1 2-16,3 2-2 15,-1 1 1-15,-3-3 0 16,-4-4 0-16,3 2-1 16,-3 0 1-16,0-2 2 15,-2 2-3-15,4-1 3 16,-4-2-4-16,2 2 3 15,0-3-2-15,-2 1 1 16,0 2 0-16,0-3-1 16,0 2 1-16,0-2 0 15,0 0 2-15,0 2-2 0,0-2 1 16,0 0-3-16,0 0 3 16,0 0-2-16,0 0 0 15,0 0 1-15,0 0-1 16,2 0 4-16,-2 0-5 15,0 0 5-15,0 0-4 16,0 0 1-16,0 0-1 16,0 0 2-16,0 0-2 15,0 0 0-15,0 0 2 16,0 0-1-16,0 0 1 16,0 0-1-16,2 0 1 15,-2 0-2-15,0 0 1 16,0 0 0-16,3 0-1 15,-3 0 1-15,0 0-1 0,2 0 3 16,0 0-2-16,0 0 1 16,5 0-2-16,3-4 2 15,1-3-2-15,0 1 1 16,-1-4 0-16,-1 2-1 16,0-3 2-16,-1 5-2 15,0-2 3-15,1 0-2 16,0-1 1-16,3-1-2 15,-3 0 1-15,2-3 0 16,-1-2-1-16,2 1 1 16,-1 0-2-16,1-1 4 15,1 1-3-15,1-3 3 16,2 2-4-16,-2-3 3 0,2 3-2 16,-2-1 1-16,4-3-1 15,3 2 1-15,2-3-1 16,3-1 1-16,-2 0 0 15,0 1 0-15,1-1 1 16,-2 1-2-16,0-1 1 16,-2 0-1-16,-2 2 2 15,-2 1-1-15,2-1-2 16,-1 3 3-16,-1-1-1 16,-4 5 2-16,1-3-3 0,0 2 1 15,0-1-1 1,-1 0 1-16,-1-1 0 0,2 2-1 15,0-1 1-15,2 2 0 16,-3 0 0-16,1-3 1 16,-2-2 1-16,0 3-4 15,1-5 2-15,4 0 0 16,0 1-1-16,2-3 1 16,2-2-1-16,-1 1 2 15,1-3-1-15,-3 2 2 16,3 0-3-16,0 0 1 15,-5 3 0-15,0 3-1 16,-2-1 1-16,-2 3 0 16,-1 1 0-16,0-3-1 15,1 0 3-15,4-1-2 0,-2-3 1 16,4-2-3-16,1 1 3 16,-6-1-2-16,2 4 1 15,-7 7 0-15,1 1-2 16,-1 3 4-16,-1 0-2 15,-1 1 2-15,-1 2-3 16,-1 0 2-16,2 1-3 16,-4 2 3-16,-2 0-2 15,2-2 1-15,0 2 0 16,-2 0-1-16,0-1 3 16,3 3-2-16,-3-1 1 15,0 1-2-15,0 0 1 0,0 0 0 16,0 0 0-1,0 0-1-15,0 0 1 0,0 0 1 16,0 0-2-16,0 0 3 16,0 0-3-16,0 0 2 15,0 0-2-15,0 0 1 16,0 0 0-16,0 0-1 16,0 0 1-16,0 0 0 15,0 0 1-15,0 0 0 16,0 0-1-16,0 0-2 15,0 0 2-15,0 1 0 16,0 4-1-16,0 3 1 16,0-2 0-16,0 3 1 0,0-4-2 15,0 4 3 1,0-1-3-16,0 0 2 0,0 3-3 16,0 1 3-16,0 1-1 15,0-1-1-15,0-1 1 16,2-1-1-16,0-2 3 15,-2 0-2-15,2 3 1 16,1 1-2-16,-1 1 2 16,0 1-2-16,0-1 1 15,0-1-1-15,4-2 1 16,-4 5 1-16,3-1-1 16,-3 3 1-16,0-1-1 0,0 3 1 15,3 2-2-15,-3-2 1 16,2 1-1-16,4-1 1 15,-1-1 0-15,-3 1-1 16,3 0 3-16,-3 0-2 16,2-3 1-16,-2 1-2 15,1-1 1-15,-1 1 0 16,3-3 0-16,-3 0-1 16,4-3 0-16,-4-1 3 15,1 2-3-15,-1 1 3 16,1-1-2-16,1 1 0 15,0-1-1-15,-2 1 1 16,1-1 0-16,-3-2-1 16,5 1 2-16,-5-1-2 15,2-2 2-15,4 1-1 0,-8-1 2 16,5 0-3-16,-3 3 1 16,2-1 0-16,-2 1-1 15,1-1 2-15,-1 2-2 16,-2 3 3-16,4-1-3 15,2 3 3-15,-2-3-3 16,1-1 2-16,-1 1-2 16,3-1 1-16,-3-1-1 15,2 0 2-15,0 3-2 16,1-1 0-16,2 5 3 16,-2 0-2-16,5 1 2 15,-3 5-3-15,0 0 2 0,3 0-2 16,-6 0 1-16,6-4 0 15,-3 1 0-15,-2 1 1 16,4 2-1-16,-1-4 2 16,-1-1-3-16,0-1 3 15,-2-4-3-15,0-1 1 16,-2 5-1-16,4-1 0 16,0 1 1-16,0 2-1 15,0-1 3-15,0-1-2 16,1-1 0-16,-3-1-1 15,2-6 1-15,-7 1 0 16,5-4-1-16,-5 0 1 16,1 1-1-16,-1-1 2 0,3 0-1 15,-1 0 1-15,1-1-1 16,-1 1 1-16,-2 2-3 16,3 3 2-1,0-5 0-15,-2 3-1 0,3-1 1 16,-1 0-1-16,-1 3 3 15,1-1-2-15,2-1 1 16,-2-1-2-16,-1-2 1 16,1 0-1-16,-1 0 1 15,-2-1-1-15,3 1 1 16,-3-2 1-16,1 1-1 16,-3-3 1-16,2 0-1 0,-2-2 0 15,0 0-1 1,3 0 2-16,-3-2-2 0,0 2 0 15,2-2 2-15,-2 0-2 16,0 0 3-16,0 0-2 16,0 0 2-16,0 0-4 15,0 0 3-15,0 0-2 16,0 0 1-16,0 0 0 16,0 0-1-16,0 2 1 15,0 0 0-15,2 2 2 16,-2-1-2-16,5-1 0 15,-3 0-1-15,0 2 1 16,0 0 0-16,3 2-2 16,-3 1 2-16,3-2 0 15,0 4 1-15,-1-3-1 0,1 4 1 16,-1-2-2-16,1 5 2 16,2-1-2-16,0 3 1 15,0 2 0-15,-1-3-1 16,1 0 1-16,1-1 0 15,-4-2 2-15,3 1-3 16,-3-2 2-16,1 1-2 16,0-1 1-16,0 0 0 15,-1 1 0-15,-2 1-1 16,3-2 0-16,-1 3 3 16,3-1-3-16,1 0 3 15,-2 1-3-15,3 2 1 16,0-1 0-16,-1-2-1 15,-2 3 1-15,1-3-1 0,-2 3 1 16,1 2 1-16,4-1 0 16,-3 5-2-16,2-1 3 15,1 3-4-15,1-2 3 16,-2 0-2-16,3 1 0 16,-1-1 1-16,-2-2-1 15,1 0 3-15,-4-5-1 16,1-2-1-16,-3-1-1 15,-1-1 3-15,1 2-4 16,2 1 2-16,-2 1 0 16,3 1 0-16,-3-1 0 15,3-2 0-15,-3 1 2 16,2-1-4-16,-2-3 4 0,-2-1-4 16,1-2 3-1,-1-2-2-15,-2 1 0 0,2 1 1 16,0-4 0-16,-2 2 1 15,3 0 0-15,-3-2-1 16,0 0-1-16,0 1 2 16,0-2-1-16,0 2 0 15,2-2-1-15,-2 2 0 16,0-3 1-16,0 0 0 16,0 0 2-16,0 0-2 0,0 0 0 15,0 0-1 1,0 0 2-16,0 0-2 0,0 0 0 15,0 0 1-15,0 0-1 16,0 0 3-16,0 0-1 16,0 0 0-16,0 0-2 15,0 0 2-15,0 0-2 16,0 0 3-16,0 0-4 16,0 0 2-16,0 0 1 15,2 0-1-15,-2 0 1 16,0 0-1-16,0 0 0 15,0 0 0-15,0 0 0 16,0 0-1-16,0 0 0 16,0 0 1-16,2 0 0 15,-2 0 2-15,0 0-4 0,0 0 4 16,0-3-3-16,3-2 0 16,0-2 1-16,-3 1-1 15,4-4 0-15,1-1 0 16,-1-3 0-16,1-3 1 15,4-2 1-15,-2 1-2 16,2-1 2-16,0 1-3 16,1-1 2-16,-1 0-1 15,2-3 0-15,-1 1 0 16,-1-2 0-16,4-2 2 16,-1-2-1-16,2 1 1 15,0-3-3-15,-3-1 2 16,2 1-1-16,4 0 2 15,-4 0-2-15,4 3 1 0,-2-4 0 16,0 1-1-16,-2 1 3 16,4-1-2-16,1 0 1 15,-4 2-3-15,1-2 2 16,0 2 0-16,-2 2 0 16,4 2-1-16,-4 3 1 15,4-1 2-15,-2 0-3 16,0 0 3-16,-4 0-4 15,1 3 4-15,-1-1-3 16,0 1 1-16,1-1-1 16,-3 4 1-16,0 1 0 0,-1-1 0 15,-2 6 2-15,-1-2-2 16,2 1 1-16,-3 1-2 16,1 1 1-1,2 0 0-15,-2-1 0 0,-1 3 0 16,1-2-2-16,-3 6 5 15,-2-2-4-15,2 2 3 16,-2 2-3-16,2-3 2 16,-2 2-3-16,2-2 2 15,-2 3 0-15,3-2-1 16,-3 2 2-16,0-2-1 16,0 0 2-16,0 2-3 0,0 0 3 15,0 0-3 1,0 0 2-16,0 0-1 0,0 0 0 15,0 0 1-15,0 0-2 16,0 0 4-16,0 0-2 16,0 0 0-16,0 0-2 15,0 0 2-15,0 0-3 16,0 0-7-16,0 0-29 16,0 0-36-16,0 0-59 15,0 0-130-15</inkml:trace>
  <inkml:trace contextRef="#ctx0" brushRef="#br1" timeOffset="73774.45">22844 3060 137 0,'-3'0'51'0,"1"0"-44"16,2 0 39-16,0 0 2 15,0 0-26-15,0 0-15 16,0 0 8-16,11 0 4 16,8 0-12-16,1 0-3 15,3 0-3-15,1 0 0 0,-2 0-3 16,-1 0-48-1,-2 0-8-15,1 0 8 0,-6 0-28 16,2 0-10-16</inkml:trace>
  <inkml:trace contextRef="#ctx0" brushRef="#br1" timeOffset="74231.03">23411 3023 185 0,'0'0'62'0,"0"0"-47"0,0-4 28 15,0-1 5-15,5 4-24 16,3-3-13-16,5 1-8 16,4 3 0-16,0 0-1 15,4 0-2-15,-1 0 0 16,-1 0 0-16,2 0-5 16,-3 0-19-16,1 0-21 15,2 0-30-15,1 0-89 16</inkml:trace>
  <inkml:trace contextRef="#ctx0" brushRef="#br1" timeOffset="74535.95">23932 3014 211 0,'0'3'16'16,"0"-1"-9"-16,0-2 24 16,0 2 14-16,0-2-27 15,0 0-14-15,4 0-1 16,10 0-4-16,4 0-1 15,5 0-22-15,1 0 4 0,-4 0 3 16,5 0-12-16,1 0-15 16,6 0-58-16</inkml:trace>
  <inkml:trace contextRef="#ctx0" brushRef="#br1" timeOffset="75668.95">22710 4089 62 0,'7'0'43'0,"-5"0"-35"16,1 0 38-16,-1 0-1 0,0 0-24 15,-2 0-8-15,5 0-9 16,6 0 2-16,5 0-6 16,8 0-39-16,3 0-89 15</inkml:trace>
  <inkml:trace contextRef="#ctx0" brushRef="#br1" timeOffset="75963.65">23071 4062 87 0,'0'0'36'0,"0"-2"9"16,0 2 3-16,0 0-19 16,0 0-19-16,2 0-8 15,0 0-1-15,3-2-1 16,3 2-3-16,1-4-37 16,4 2-52-16,6 0 0 15</inkml:trace>
  <inkml:trace contextRef="#ctx0" brushRef="#br1" timeOffset="76156.7">23306 4021 37 0,'2'-4'52'0,"3"2"-34"16,-1 0 35-16,3 2-15 15,1 0-32-15,0 0-3 16,4 0-11-16,2 0-58 16,-1 0-24-16</inkml:trace>
  <inkml:trace contextRef="#ctx0" brushRef="#br1" timeOffset="76357.66">23798 4100 140 0,'0'0'-64'0</inkml:trace>
  <inkml:trace contextRef="#ctx0" brushRef="#br1" timeOffset="76948.53">23888 4089 101 0,'11'0'62'0,"6"0"-53"16,3 0 5-16,8 0 27 16,4-6-26-16,-2 0-15 0,-2 0 1 15,-3 2-20 1,-7 1-54-16,-4 1-73 0</inkml:trace>
  <inkml:trace contextRef="#ctx0" brushRef="#br1" timeOffset="78931.59">20352 2375 68 0,'0'2'51'16,"0"-2"-38"-16,0 0 27 15,0 2 8-15,0 0-13 16,0 0-14-16,0 0-3 16,0-2 3-16,0 0 2 15,-5 0 2-15,5 0-7 16,-2 0 6-16,0 0-7 16,2 0-3-16,-3 0-2 0,3 0-5 15,-2 0-4-15,2 0 3 16,-5 0-1-16,-2 0 0 15,-4 0-2-15,-5 0-1 16,-2 0 2-16,-3 0-3 16,2 0 2-16,-3 2 0 15,1 0 0-15,0 3 2 16,0-1 0-16,1 0 0 16,-1 0-2-16,5 0 0 15,-1 0 1-15,4 2 1 0,1-2-3 16,-1 4 2-16,-2 1-4 15,0-1 4-15,-2 3-2 16,4-1-2-16,-6 2 2 16,1 3-2-16,-5 1 3 15,2 1-3-15,1-1 3 16,3-1-3-16,4-2 6 16,3-3-5-16,1-2 1 15,2 1-1-15,1 1-1 16,-2 0 3-16,4-1-1 15,-1 1 1-15,1-2-2 16,1 0 1-16,1 0-1 16,-2 1-1-16,4 3 2 0,-3 1-1 15,0-1 0 1,1 3-1-16,2-3 3 0,0 3-3 16,0-1 0-16,0 1 2 15,0 1-1-15,0 1 0 16,8 3 0-16,3-1-1 15,4 2 0-15,2 4 2 16,0-5-2-16,-2 3 4 16,2-4-4-16,3-3 2 15,-1 3-3-15,4-5 2 16,-1-1-1-16,4-1 1 16,1-1 0-16,3-1-1 15,0 0 2-15,5-1-2 16,1-3 2-16,8-4-3 0,2 0 3 15,-6-2-3-15,1 0 2 16,-9 0-1-16,0 0-1 16,9 0 2-16,-4-6-1 15,3-3 2-15,-4-3-1 16,3-2 0-16,-2-1 0 16,0-1-1-16,0-3 0 15,-3 2 1-15,-8 3-1 16,-4-5 1-16,-5 3 2 15,-4-1 1-15,-3-2 0 16,-3 1-3-16,-1-3 3 16,-3-4-4-16,-1-4 2 15,-2-4-2-15,0-2 1 16,0-2 0-16,-18-5-1 16,-5 3 2-16,-5 0-2 0,-6 1 1 15,-5 5-2-15,-5 4 1 16,-6 6-1-16,-8 4 1 15,-6 10-2-15,-3 4-1 16,-3 5-1-16,-5 0-12 16,-6 6-8-16,-4 26-19 15,0 17-67-15,0 24-156 16</inkml:trace>
  <inkml:trace contextRef="#ctx0" brushRef="#br1" timeOffset="80559.5">22210 1888 19 0,'-27'-18'108'0,"-1"1"-102"16,15 13 17-16,4 1 35 15,-1 3-16-15,3-1-8 16,-2 1-2-16,0-4-2 16,-3 1-4-16,3-1-1 15,-3 4-3-15,1 0-6 16,0 0-3-16,-6 0-1 16,0 7 2-16,-2 3-2 15,2 2-2-15,2 3-3 16,-2 1 0-16,1 1-2 15,-2-1-1-15,4 3 0 0,0-1 0 16,3-1-2-16,2 2 0 16,-1 2-2-16,1 2 0 15,2 2 2-15,3 1-3 16,2 1 4-16,2 0-7 16,0 0 4-16,0 0-3 15,0 6 6-15,2 4-2 16,11 3-2-16,2-1 3 15,0 0-2-15,2-3 0 16,-2-7-1-16,4-1 1 16,-1-3-2-16,1-4 2 15,4-5 2-15,3-3-3 0,1-3 3 16,5-3-7 0,5-3 8-16,9-2-2 0,9-2 3 15,9 0-3-15,11-4 1 16,5-17-2-16,-6-4 5 15,-5-2-3-15,-7-6 0 16,-7 0-1-16,2-4-1 16,-4-5 6-16,-14-4-3 15,-12-3 1-15,-17-5-1 16,-10-4 5-16,-2-2 3 16,-26 2-1-16,-16 4-2 15,-6 7-1-15,-5 3-2 0,-10 9-3 16,-11 8 0-16,-9 8-3 15,-6 15-2-15,-5 4-7 16,4 13-10-16,8 22-16 16,7 11-22-16,15 10-42 15,9 8-52-15,12 6-82 16</inkml:trace>
  <inkml:trace contextRef="#ctx0" brushRef="#br1" timeOffset="82576.6">23230 4431 92 0,'-12'0'81'0,"4"2"-73"16,2-2 25-16,4 0 14 16,0 0-24-16,2 0-9 15,0 0-7-15,0 0 7 0,0 0-3 16,0 0-1-16,-5 0 2 15,1 0-1-15,-5 0-4 16,1 0 8-16,-3 0-3 16,0 0 1-16,-1 2-3 15,1 0-1-15,2 2 2 16,1-2-4-16,1 3 0 16,-1-1-1-16,-4 0 8 15,2 2-8-15,-1-2 0 16,5 3-2-16,-4-3 1 15,1 1 0-15,-2 4-2 16,-1-1 3-16,3-1-3 16,-2 1 0-16,3 0 2 0,1 2 0 15,1 1-4 1,1-1 2-16,-2 3 1 0,5-3-6 16,-1 2 10-16,1 0-6 15,2 3 1-15,0 2-2 16,0 1 2-16,0 3-3 15,0 2 1-15,2 1-1 16,15 1 1-16,1 2 2 16,5-2-4-16,4 0 6 15,3 0-4-15,2-4 2 16,8 2-3-16,1-3 0 16,5-1 0-16,3-1 0 15,-2-3 0-15,2-5 0 16,0-2 1-16,-4-3-2 0,2-5 4 15,-6 0-6-15,0 0 3 16,-1-6 0-16,-4-11 1 16,-3-6 2-16,-1-4-3 15,-7-2 1-15,-2-2-1 16,-2-8 3-16,-7-3-2 16,-3-7 2-16,-6-3-4 15,-5-2 2-15,0 2 0 16,-19 3 0-16,-16 1 1 15,-10 5-1-15,-11 5 8 16,-1 8-8-16,-5 6 5 16,0 6-3-16,-7 10-4 15,-5 3-1-15,-4 5-8 0,-3 0-13 16,5 19-37-16,14 14-72 16</inkml:trace>
  <inkml:trace contextRef="#ctx0" brushRef="#br1" timeOffset="84233.66">18599 4371 83 0,'0'-2'17'0,"-7"-3"24"16,-3 0 17-16,-3-4-6 16,-6-7-21-16,-1 1 0 15,6 5-6-15,5 8-9 16,4 2 5-16,-2 0-10 0,0 0-1 15,-2 0-5-15,0 0 1 16,-1 10-1-16,-3 4 3 16,-4 7-1-16,4 0 1 15,-1-1 0-15,5-1-3 16,2-2 3-16,5 2-4 16,2 3 2-16,0 9-4 15,0 2 0-15,0 5 11 16,2 3-11-16,14-4-2 15,7 5 1-15,7-7-1 16,6-2-1-16,11-4 6 16,2-8-10-16,0-8 7 15,2-5 0-15,-5-8-10 0,3 0 10 16,-2 0 0-16,4-15-1 16,0-10 2-16,2-6 4 15,-9-2-4-15,-12 6-3 16,-13-6 5-16,-15-10-4 15,-4-11 1-15,0-13-6 16,-12 3 8-16,-18 14-6 16,-9 9 9-16,-6 12 7 15,-6 15-6-15,0 7-8 16,-1 7-1-16,1 9-3 16,-2 24-16-16,7 6-26 15,6 5-18-15,16 6-37 0,12-3-61 16</inkml:trace>
  <inkml:trace contextRef="#ctx0" brushRef="#br1" timeOffset="109463">20416 1948 19 0,'0'-22'193'16,"0"1"-190"-16,0 19 11 15,-2-7 40-15,-2 1-3 16,-1-2-31-16,0 4-10 16,2 2-1-16,3 4 3 15,0 0-1-15,0 0 2 16,0 0 0-16,0 0-3 15,0 0-5-15,0 0-1 16,0 0 0-16,0 0-3 16,0 0 3-16,0 14 1 15,0 5-2-15,0 5 2 16,0 4 1-16,0-4-2 0,0 3-1 16,0-2-3-16,-2 0 2 15,-2-3-1-15,-1-1 0 16,1-2-1-16,2-5 0 15,2-3 3-15,0-7-2 16,0-2 8-16,0-2 1 16,0 0-1-16,0 0-4 15,0-4-4-15,0-2 6 16,11-5-8-16,12-3 15 16,14-7-8-16,9-8-1 15,6-2-5-15,6-2 4 0,4 0-6 16,5-4 4-16,7-5-4 15,-1-8 4-15,-2-6-2 16,-3 2 0-16,-12 7 0 16,-5 9 0-16,-16 16 0 15,-14 10-1-15,-15 12-8 16,-6 0-12-16,0 0-22 16,0 4-51-16,0 4-125 15</inkml:trace>
  <inkml:trace contextRef="#ctx0" brushRef="#br1" timeOffset="110936.97">19254 4561 130 0,'2'0'82'0,"-2"-4"-60"16,0-4 13-16,3 0 19 16,1-1-17-16,-4 3-24 15,3 6-7-15,-1 0-2 0,1 0 6 16,-3 0-2 0,2 0 3-16,0 0 13 0,-2 2-4 15,0 11-8-15,0 5-1 16,0 5-4-16,0 6 5 15,0-2-3-15,-2 0-3 16,-3-2 2-16,-4-1-1 16,4 0 1-16,-2-6-5 15,3-6 2-15,2-3 0 16,2-5-1-16,0-2 0 16,0-2-4-16,0 0 7 15,20 0-9-15,22-19 12 16,22-16-8-16,26-10 1 15,15-14-4-15,2 1-5 0,-11 2-7 16,-18 11-5-16,-12 6-17 16,-12 5-28-16,-6 12-10 15,-4 6-35 1,-17 7-70-16</inkml:trace>
  <inkml:trace contextRef="#ctx0" brushRef="#br1" timeOffset="149523.54">25982 1723 106 0,'0'0'-5'16,"0"0"-9"-16,0 0 36 16,4 0 6-16,1 0-16 15,-1 0 8-15,1 0-4 16,-3 0 2-16,0 0-3 0,-2 0 5 15,0 0-11-15,0 0 1 16,0 0-3-16,0 0-1 16,0 0 4-16,0 0 1 15,0 0-3-15,0 1 8 16,0 6 4-16,0-1-2 16,0 0 2-16,0 0-4 15,0-2-1-15,0 5-2 16,0-1 0-16,0 5-3 15,-2-1 2-15,-2 2 0 16,1 3-1-16,1-1-1 16,-2 1-5-16,1 2 0 15,-1 2-3-15,2 6 3 16,-4 3 0-16,4 3-1 0,0 3 1 16,-3-1 0-16,1-2 2 15,-3 2-4-15,3-4 3 16,-4 1-4-16,4 3 0 15,-3 0 1-15,0 4-1 16,-3 3 0-16,4-1-2 16,-1-1 3-16,0 3-3 15,1 0 4-15,0 1-3 16,2-3 2-16,-3 0-3 16,-2 3 2-16,3-4-1 15,-4-1 1-15,1 0-1 0,0-2-1 16,-3 5 3-16,3-5-2 15,2 2 0-15,3 1-2 16,0-3 2-16,4 4-1 16,0-3 1-16,0 3-1 15,0 3 0-15,0-3 3 16,0 3-4-16,0 1 4 16,0-4-4-16,0 5 3 15,0-3-2-15,0-1 1 16,-4 1-1-16,-3 3 0 15,1-3 2-15,1 3 1 16,3-1 1-16,0 5-3 16,2 0 3-16,0 4-4 15,0 4 2-15,0-6 0 16,0 4-2-16,0-3 1 0,0-1-1 16,0 0 3-16,0-2-3 15,0-1 2-15,-6 1-3 16,2 4 2-16,2 0-1 15,-3 4 4-15,3-2-2 16,0-1-1-16,2-3 5 16,0-2-4-16,0-7 2 15,-3-1-1-15,1-1 3 16,0 1-4-16,-2-3 2 16,0-4-2-16,0 0 0 15,-1-4-1-15,1-2-1 16,-3 0 3-16,3-2-2 0,-4 0 5 15,4 0-4-15,-1 2 5 16,-1 0-3-16,1 2-1 16,3-2 1-16,0-2-3 15,2-2 1-15,0-4-1 16,0-5 1-16,0-4-1 16,0-5 1-16,0-1-4 15,0-6 3-15,0 0-2 16,-3 0-2-16,0 0-11 15,1 0-26-15,-5 0-10 16,5-13-99-16,2-3-228 16</inkml:trace>
  <inkml:trace contextRef="#ctx0" brushRef="#br1" timeOffset="150820.94">24583 4607 143 0,'16'0'14'0,"-5"0"10"0,0 0 30 15,8 0-15-15,0 2-12 16,3 2 0-16,10-2-2 16,4-2-1-16,-2 2-1 15,5-2-6-15,2 0-3 16,6 0-2-16,0 0-6 16,9 0 1-16,1 0 2 15,1 0-1-15,0 0-2 16,-1 0 5-16,1 2-4 15,-6 3-1-15,1-4-1 16,3 2-3-16,-4-1-1 16,8 0 1-16,4 2 5 15,10 0-3-15,2 0 0 0,5 0-1 16,4 3-1-16,-3-3-1 16,-1 2 0-16,-4-2 0 15,-8 0 0-15,-5 0-1 16,-4 0 0-16,0 3-1 15,2-1 1-15,2-2 0 16,3 0 1-16,-1-1-2 16,3-3 4-16,3 0-4 15,1 1 2-15,4 3 0 16,-2 4 3-16,2-1 0 16,-4 3-2-16,0-2-2 15,-1 1 0-15,-3-1 2 0,-3-2-2 16,-1 1 2-1,-1-1-2-15,5 0 2 0,1 0-1 16,3-2 7-16,0 0-7 16,6-1-2-16,-4 1 4 15,2 2-3-15,0 0 2 16,2 4 1-16,-4 3 3 16,2-3-5-16,-8 5 2 15,-5-3-3-15,-2-1 1 16,2 3 3-16,6-4-4 15,1 3 2-15,7-1 2 16,3-1 1-16,2 1-4 16,-3-4 0-16,-1 2 0 0,1-1 2 15,3-1-2 1,-2-2 0-16,-2 1 2 0,-4-5-2 16,-15-2 2-16,-13 0-3 15,-2 0 1-15,-7 0-1 16,-1 0 0-16,0 0 0 15,-2 0 0-15,-8-2 0 16,-2-3-1-16,-4 1 2 16,-10 2-5-16,-3-2-1 15,-3 0-18-15,-3 0-46 16,-2 2-75-16,0-3-63 16</inkml:trace>
  <inkml:trace contextRef="#ctx0" brushRef="#br1" timeOffset="151857.9">26010 2992 160 0,'17'0'-10'0,"0"0"20"15,3 0 40-15,3 0-33 16,-2 0-11-16,3 2 8 16,0 4 4-16,8 3 9 15,3 1-9-15,2-2-9 0,-5-4-6 16,-6 0-1-16,-4-4-1 16,-3 0-24-16,-3 2-10 15,0-2-21-15,-5 5-62 16</inkml:trace>
  <inkml:trace contextRef="#ctx0" brushRef="#br1" timeOffset="152404.73">26768 3085 121 0,'0'2'20'0,"0"-2"-15"16,0 0 30-16,0 0-13 15,9 0-10-15,8 0 4 16,6 0-2-16,-1 2-2 16,4-2-4-16,-1 2-2 0,1 2 0 15,-1-1-2 1,-2 1-2-16,0-4-2 0,0 1-7 15,-2 4-19-15,-1-5-16 16,-1 2-42-16,-4 0-39 16</inkml:trace>
  <inkml:trace contextRef="#ctx0" brushRef="#br1" timeOffset="152857.47">27564 3141 165 0,'12'0'10'0,"-3"0"5"15,3 0 22-15,4 0-10 0,0 0-17 16,3 4-2-16,3 0-2 16,3 4 1-16,-1 1 2 15,1-1-6-15,-2-2-2 16,-3-2-7-16,1 0-4 16,0-1-11-16,-1-1-12 15,4-2-38-15,-5 2-77 16</inkml:trace>
  <inkml:trace contextRef="#ctx0" brushRef="#br1" timeOffset="153202.31">28397 3298 123 0,'19'0'9'0,"-6"0"-7"15,4 0 24-15,-6 0-8 16,0 0-6-16,1 0 7 16,0 0-3-16,2 0-3 15,-1 0-8-15,4 0-3 16,-2 0-27-16,4-2-76 16</inkml:trace>
  <inkml:trace contextRef="#ctx0" brushRef="#br1" timeOffset="153519.66">29359 3452 152 0,'12'0'8'15,"-1"0"-9"-15,0 0 12 16,3 0-9-16,2 0-8 15,-4 0-10-15,2 0-17 0,0 0-34 16</inkml:trace>
  <inkml:trace contextRef="#ctx0" brushRef="#br1" timeOffset="154368.97">25882 4021 85 0,'0'0'64'0,"0"0"-54"16,0 0 29-16,0 0 8 16,0 0-12-16,0-2-4 15,0-2-7-15,0 2-5 16,10-1-13-16,10 3-3 16,6 0-1-16,1 0 0 15,1 0-2-15,-2 0-3 16,-3 0-57-16,1 0-35 15</inkml:trace>
  <inkml:trace contextRef="#ctx0" brushRef="#br1" timeOffset="154653.69">26506 4054 87 0,'16'2'92'0,"1"-2"-108"16,-2 0 13-16,6 0 28 16,-2 2-15-16,-3 0 4 15,0 2 2-15,0 0-6 0,3-1-2 16,-2 3-8-16,-2-6 0 15,-2 2-18-15,-1 0-34 16,-3-2-13-16,2 0 5 16</inkml:trace>
  <inkml:trace contextRef="#ctx0" brushRef="#br1" timeOffset="154867.81">26957 4081 7 0,'10'0'41'16,"1"0"20"-16,0 0 31 16,-1 0-45-16,-3 0-4 15,-1 0-8-15,5 0-22 0,4 0-8 16,-2 0-3 0,4 0 0-16,-6 0-23 0,-1 0-16 15,1 0 5-15,2 0-32 16,13 0-99-16</inkml:trace>
  <inkml:trace contextRef="#ctx0" brushRef="#br1" timeOffset="155057.31">27583 4153 205 0,'14'3'17'15,"4"-2"-5"-15,8-1 2 0,-2 3-2 16,4-3-12-16,-2 2 4 16,4 2-4-16,2 2-8 15,4 0-30-15,9 1-93 16</inkml:trace>
  <inkml:trace contextRef="#ctx0" brushRef="#br1" timeOffset="155263.9">28282 4251 171 0,'10'0'60'16,"1"0"-36"-16,-7 0 2 16,3 0 23-16,3-2-31 15,1-5-14-15,4 1-4 16,2 6-24-16,7 0-30 15,-3 0-16-15,5 0-38 16</inkml:trace>
  <inkml:trace contextRef="#ctx0" brushRef="#br1" timeOffset="155441.79">28911 4275 153 0,'2'0'75'0,"2"0"-60"16,1 0 6-16,-1 0-4 16,6 0-11-16,1 3-16 15,5 1-27-15,5 4-58 16,4 2 27-16</inkml:trace>
  <inkml:trace contextRef="#ctx0" brushRef="#br1" timeOffset="155636.54">29431 4412 50 0,'2'0'37'0,"0"0"-1"16,0 0 20-16,1 0-7 16,1 0-9-16,-4 0-10 15,2 0-16-15,3 0-10 16,-1 0-10-16,6 0-37 15,1 0-26-15,4 0-62 16</inkml:trace>
  <inkml:trace contextRef="#ctx0" brushRef="#br1" timeOffset="155801.35">29743 4423 45 0,'0'2'68'0,"0"-2"-11"15,0 0-4-15,3 2-16 0,1-2-27 16,1 0 2 0,4 0-12-16,3 0-28 0,-1 0-37 15,1 0-31-15</inkml:trace>
  <inkml:trace contextRef="#ctx0" brushRef="#br1" timeOffset="181623.37">26085 3798 12 0,'0'0'6'16,"0"0"-6"-16,0 0 11 15,0 0-2-15,0 0-4 16,0 0 6-16,0 0 6 15,0 0-2-15,0 0 0 16,0 0-2-16,0 0 1 16,0 0-1-16,0 0-5 15,0 0 1-15,0 0 3 16,0 0 2-16,0 0-2 16,0 0 2-16,0 4-3 15,0 1 1-15,0-2-2 16,0-3 3-16,0 0 0 15,-4 0-2-15,4-4 4 0,-3 0 0 16,3 1 0-16,0 2-2 16,0-2 1-16,0 1-1 15,0-4 2-15,0 0 6 16,0 2-10-16,0-3-2 16,0 3-1-16,0 2 9 15,3 0-11-15,-1 2 0 16,0-2 0-16,0 2 0 15,1-2 1-15,1 0-4 16,0 0 2-16,2-2-4 16,-2-1 1-16,-1 3-1 15,1 0 3-15,0-2 2 0,5 0-2 16,4-2-2-16,-2 0 0 16,-5-1-4-16,2 6 5 15,-4-4 0-15,1 3-3 16,-1 0 2-16,-1-2-1 15,1 2 1-15,-2-3-1 16,4 4 3-16,3-6-3 16,-3 3-1-16,3-2 2 15,-1 0-2-15,-1 0 1 16,1-1-2-16,-1 1 2 16,1 4-1-16,-4-2 0 15,1 0 1-15,-1 2 1 16,1-2-2-16,-1 0 1 15,6-1-1-15,-3-1-4 16,2-2 7-16,-3 4-3 0,2-3 2 16,-4 6-2-16,1-4 1 15,-3 1 1-15,3-2-2 16,-3 2 2-16,2-2-4 16,4 2 3-16,-4 0-4 15,-1 0 5-15,1-1-2 16,-2 1 1-16,-2 0 0 15,5 4-1-15,-5-2 2 16,2 0-2-16,0 2 2 16,0-4-4-16,1 4 4 0,-3-3-2 15,2-1 1-15,1 2 0 16,-3 0 0-16,0 0 0 16,2 0 0-1,3 0 1-15,-3 0-2 0,2-2 2 16,1 2-5-16,-3 0 6 15,0 0-3-15,1-3 2 16,-1 3-2-16,1-2 2 16,-3 4 0-16,0 0-2 15,0 0 4-15,0 0-3 16,0 0 2-16,0 0-1 16,2 0 1-16,-2 0-1 15,0 0 0-15,0 0 0 0,0 0 0 16,0 0 0-1,0 0-3-15,0 0 3 0,0 0-3 16,0 0 4-16,0 0-4 16,0 0 5-16,0 0-4 15,0 0 0-15,0 0 2 16,0 0-2-16,0 0 1 16,0 0-2-16,0 0 3 15,0 0-1-15,0 0 3 16,0 0-2-16,0 0 1 15,0 0-1-15,0 0-1 16,0 0 3-16,0 0-6 16,0 0 6-16,0 0-5 15,0 0 3-15,0 2-2 0,0-2 1 16,0 4 0-16,0-2-1 16,5 3 2-16,-3 1-3 15,2-2 2-15,3 2-2 16,-3 1 2-16,4-3-2 15,-3 2 2-15,-1-2 0 16,3 2-1-16,-3 0 1 16,-2-2-1-16,3 3 1 15,-2-3-3-15,2 0 4 16,-1 2-3-16,-2-2 2 16,5 3-1-16,-3-1 0 15,-1-2 1-15,2 2-1 16,-1-2 1-16,-1 0-2 15,1 0 2-15,1 3-3 16,-1-3 2-16,0 2 0 0,-1-2 1 16,2 0-1-16,0 0 0 15,-1 0 1-15,1 3-2 16,-3-3 2-16,0 0-3 16,2 2 3-16,-1-2-2 15,-1 3 2-15,1-3-1 16,2 0 0-16,-3 0 1 15,0 0-1-15,2 1 1 16,-4-1-2-16,3-3 3 16,-1 4-4-16,2-1 3 0,-4 0-2 15,3-2 3 1,-3 0-2-16,0 0 0 0,0 0 1 16,0 0-1-1,0-2 1-15,2 2-3 0,-2-2 3 16,0 0-3-16,0 0 4 15,3 0-1-15,-3 0-1 16,0 0 0-16,0 0 0 16,0 0 2-16,0 0-4 15,0 0 3-15,0 0-2 16,2 0 2-16,-2 0-3 16,3 0 4-16,-1 0-1 15,0 0-1-15,-2 0 1 16,0 0-1-16,0 0 4 15,2-2-6-15,3-2 4 0,1-2-2 16,1-2 2-16,3-2-4 16,-3-3 4-16,1 1-1 15,5-1-1-15,-2 1 1 16,-2-1-2-16,1 3 3 16,-4 2-4-16,1-3 4 15,0 1-3-15,2-1 3 16,-2-1-3-16,0-1 1 15,0 4 2-15,5-6-3 16,-1 2 2-16,2-1-2 16,-1-1 2-16,-5 5-2 15,-3-2 4-15,1 1-3 0,-3 3 1 16,6 0-1-16,-4 4-1 16,1-4 3-16,4 1-3 15,-3 1 1-15,2-2-3 16,-1 4 6-16,-3-3-4 15,3-3 2-15,0 0-1 16,2-1 0-16,-2 3 1 16,2 0-2-16,-1-3 3 15,-2 3-4-15,-1 0 2 16,6 0-1-16,-3 1 2 16,-2 1-1-16,-1 2 0 15,-3 2 1-15,-2 0-2 16,2 0 3-16,0 0-3 15,-2 2 2-15,3-3-2 16,-3 2 2-16,0 1-1 0,0 0 1 16,0 0 0-16,0 0 0 15,0 0 0-15,0 0-1 16,0 0 2-16,0 0-2 16,0 0 3-16,0 0-1 15,0 0 2-15,0 0-2 16,0 0 0-16,0 0 1 15,0 0-3-15,0 0 2 16,0 0-3-16,2 0 3 16,-2 0-3-16,0 0 4 15,0 0-4-15,0 0 3 0,0 0-2 16,0 0 0-16,0-3 2 16,0 3-3-16,0 0 3 15,0 0-3-15,0 0 4 16,0 0-1-16,0 0 2 15,0 0-1-15,0 0-1 16,0 0 1-16,0 0 0 16,0 0-2-16,0 0-2 15,0 0 2-15,0 0-2 16,0 0 1-16,0 0 0 16,0 0 0-16,0 0 0 15,0 0-2-15,0 0 4 16,0 3-5-16,0 1 4 15,0 0-2-15,0 4 1 0,0 1-1 16,0-1 3-16,4 0-2 16,4 0 0-16,-1 1 2 15,-3 1-2-15,0-4 1 16,1 0-4-16,-1 3 5 16,0-3-5-16,-2-4 6 15,0 2-5-15,0 0 4 16,3 2-1-16,-3 1-2 15,2 1 2-15,-1-2-2 16,1 5 1-16,2-2-3 16,-2 0 6-16,0 1-5 15,1-1 2-15,2-1 0 0,-3 0 2 16,1 3-2-16,0-5-2 16,-1 2 5-16,1 0-6 15,-3-1 3-15,3-1-1 16,-3-2 2-16,0 2-1 15,2 0 0-15,0 1 2 16,-2-3-4-16,2 2 4 16,-4-2-4-16,5 0 2 15,-3 2-1-15,0 0 4 16,-2 1-6-16,0-1 4 16,2-2-1-16,-2 2 2 15,0-2-1-15,3 3-4 16,-3-3 6-16,0-2-6 15,0 0 3-15,0 0 0 16,2 0 2-16,-2-2-4 0,0 0 4 16,0 0-1-16,0 2-2 15,0-2 3-15,0 0-4 16,0 0 4-16,0 0-3 16,0 0 2-16,0 0-1 15,0 0 2-15,0 0-2 16,0 0 0-16,0 0 1 15,0 0-2-15,0 0 3 16,0 0-4-16,0 0 3 16,0 0-2-16,0 0 1 0,0 0 0 15,0 0 0 1,0 0 0-16,0 0 0 0,0 0 1 16,0 0-2-16,0 2 1 15,0 0-2-15,0-2 4 16,0 3-5-16,0-2 4 15,0 2-1-15,0-2 0 16,0 2 2-16,0-1-4 16,4 0 4-16,0 0-4 15,-4 2 2-15,4-2-1 16,-2 0 2-16,-2 1-1 16,5-3 0-16,-5 4 0 15,0-3 0-15,0 3 2 16,0 0-4-16,0 3 2 15,0-1-1-15,4-2 2 0,1 0-2 16,-1 0 1-16,2 1 1 16,-2-1-2-16,-2 2 4 15,0-2-5-15,3 2 4 16,-1 1-5-16,-1-1 4 16,-1 0-2-16,0-2 2 15,-2 0-2-15,4 0 2 16,-4 0 1-16,6-1-4 15,-6 1 4-15,0 0-5 16,2 0 6-16,-2 2-6 16,2 1 4-16,1-3-2 15,-1 0 2-15,2 0-1 0,-4 0 0 16,2 0 2-16,-2 1-4 16,0 1 4-16,3-2-5 15,-3-2 4-15,0 2-2 16,4-4 2-16,-2 2-2 15,2 0 2-15,-2 0-1 16,-2 0 0-16,0 0 2 16,0-2-5-16,0 0 6 15,0 0-6-15,0 2 4 16,0-2-1-16,0 0 2 16,0 0-2-16,0 0-2 15,0 0 4-15,0 0-2 16,0 3 0-16,0-3 0 15,0 0 0-15,0 0 0 16,0 0 1-16,0 0-2 0,0 0 3 16,0 0-2-16,0 0 0 15,0 0 2-15,0 0-3 16,0 0 3-16,0 0-2 16,0 0 2-16,0 2-1 15,0-2 1-15,0 0 1 16,0 0-3-16,0 0 3 15,0 0-5-15,0 2 3 16,0-2-2-16,0 4 1 16,0-2-1-16,0 2 3 15,0 2-2-15,0 0 0 0,0 1 1 16,0-1-2-16,0-2 2 16,0 0-3-16,0-2 3 15,0 3-3-15,0-4 4 16,0-1-3-16,0 3 2 15,0-3-1-15,0 0 0 16,0 1 1-16,0-1-2 16,0 0 1-16,0 3-1 15,0-2 2-15,0 2-2 16,0-1 2-16,0 0-1 16,2 0 0-16,-2 0 1 15,0 0-2-15,0 0 2 0,0 0-3 16,2 2 3-1,-2-1-2-15,0-2 2 0,0 4-1 16,3-3 0-16,-3 0 0 16,0-2 0-16,0 2 1 15,0 0-2-15,2 0 2 16,0-2-3-16,-2 2 3 16,0 0-2-16,0-2 2 15,0 0-1-15,0 0 0 16,0 0 2-16,0 0-4 15,0 0 4-15,0 0-3 16,2 0 2-16,-2 0-2 16,0 0 2-16,0 0-1 15,0 0 0-15,0 0 0 0,0 0 0 16,0 0 1-16,0 0-2 16,0 0 2-16,0 0-3 15,0 0 3-15,0 0-1 16,0 0 1-16,0 0-1 15,0 0-1-15,0 0 3 16,0 0-3-16,0 0 2 16,0 0-3-16,0 0 3 15,0 0-2-15,0 0 3 16,0 0-2-16,0 0 1 16,0 0-1-16,2 0 0 15,-2 0 1-15,0 0-2 16,0 0 2-16,0 0-3 15,0 0 4-15,0 0-3 16,0 0 3-16,0 0-2 0,0 0 1 16,0 0-1-16,0 0 1 15,0 0 0-15,0 0-3 16,0 0 4-16,0 0-3 16,0 0 3-16,3 0-1 15,-1 0-1-15,-2 0 2 16,2 0-2-16,0 0 1 15,4-4-2-15,-2 0 2 16,1-4-2-16,-1-1 2 16,1 1-1-16,1-3 1 0,4 2-1 15,-1-2 0 1,0 1 2-16,-1 2-4 0,-2-1 4 16,-3 3-5-16,1 0 6 15,0 2-6-15,-1-1 6 16,1-1-5-16,2 2 4 15,-2 0-2-15,5-4 0 16,-5 1 0-16,3 1-2 16,1-2 4-16,-2 4-5 15,3-3 6-15,-2 2-5 16,1-2 4-16,-2 1-4 16,1-1 2-16,0 2 2 15,-1-2-4-15,2-1 4 0,-3 4-5 16,-1 0 6-1,0-1-6-15,-1 3 6 0,-3-2-3 16,2 2 0-16,-2 2 0 16,0 0 0-16,0-2 0 15,0 2 0-15,2 0 0 16,-2 0-3-16,0 0 6 16,0 0-5-16,0 0 4 15,0 0-2-15,0 0 0 16,0 0 1-16,0 0-2 15,0 0 2-15,0 0-4 16,0 0 3-16,0 0-1 16,0 0 2-16,0 0-1 15,0 0 0-15,0 0 0 0,0 0 0 16,0 0 2-16,0 0-5 16,0 0 4-16,0 0-3 15,0 0 3-15,0 0-1 16,0 0 1-16,0 0-1 15,0 0 0-15,0 0 0 16,0 0-1-16,2 0 2 16,1 0-2-16,0 0 1 15,1 0-1-15,-2 0 3 16,1 2-2-16,1-2 0 16,1 2 2-16,-3 0-4 15,0 0 4-15,0 0-5 16,1 3 4-16,0-3-2 0,-1 0 2 15,-2 0-2 1,0 0 2-16,2 0 1 0,-2-2-4 16,2 0 5-16,-2 2-4 15,0-2 2-15,0 0-2 16,0 0 1-16,3 0 0 16,-3 0 0-16,2 2 1 15,0 0-1-15,0-2 1 16,1 2-2-16,-1-2 2 15,0 2-2-15,0 1 1 16,0-2-1-16,6 2 2 16,-6-2-1-16,1-1 1 0,1 3-1 15,0-1-1-15,3 2 3 16,-2 0-4-16,2 3 3 16,-2-3-3-16,1 0 4 15,-1-3-4-15,-1 4 3 16,1-1-1-16,0-2 0 15,2 2 2-15,0-2-4 16,-1 2 3-16,2 3-2 16,1-3 1-16,-2 0-1 15,1 2 2-15,2-2-1 16,-3 2 0-16,2-1 0 16,-5-3 1-16,1 0 0 15,0 0-3-15,-2 0 3 16,1 0-3-16,-2 0 3 15,0 2-2-15,3-2 3 0,-5-2-3 16,2 2 1-16,0 1 2 16,1-3-4-16,-1 1 4 15,-2-1-4-15,0 0 3 16,0 0-1-16,0 0 1 16,0 0-1-16,0 0 1 15,3 0-1-15,-3 0 1 16,0 0 0-16,0 0-3 15,0 0 4-15,0 0-3 16,0 0 3-16,0 0-2 16,0 0 2-16,2 0-2 15,-2 0 0-15,2 0 3 0,-2 0-4 16,3 0 2 0,-3 0-2-16,4 0 3 0,3 0-3 15,2-6 2-15,1-2-1 16,-4 0 2-16,1-3-2 15,0 3 1-15,0-2 0 16,2 1-3-16,0-1 3 16,3-2-4-16,-1 1 5 15,-2-1-2-15,1 2 2 16,-3 3-2-16,0-1-1 16,-1 2 2-16,1-1-2 15,1 1 2-15,0 0-2 16,1-2 1-16,1 0-1 0,-1-1 2 15,0-1-1 1,3 1 1-16,-1 1 0 0,1 2-2 16,-3-4 2-1,0 1-3-15,-2 1 4 0,0 2-4 16,0 0 3-16,0 2-2 16,-3-3 3-16,1 3-2 15,-1 0 0-15,3 0 0 16,-1 0 0-16,-2 0 1 15,3-2-3-15,-1 1 3 16,-1 1-2-16,-1 0 2 16,2 2-1-16,-2-4 0 0,3 2 1 15,2-3-2-15,-2-1 2 16,2 4-3-16,-2-2 4 16,0 2-4-16,0 0 3 15,0 0-1-15,2-5 1 16,0 1-1-16,1 2 0 15,-1-3 2-15,-3 1-4 16,3 2 3-16,-3 0-2 16,0 2 2-16,-1-1-1 15,-3-1 1-15,5 0-1 16,-3 2 1-16,-2 1 0 16,4 2-1-16,-6 1 1 15,2-3-2-15,-2 3 2 0,4 0-2 16,-1-1 2-1,1-3-1-15,-2 1 1 0,3-1-1 16,-1 2 1-16,0 0 1 16,-2-2-3-16,0 2 2 15,0 0-2-15,-2 2 2 16,2 0-2-16,1-2 3 16,-3 2-2-16,2 0 0 15,-2-3 2-15,0 3-2 16,0 0 2-16,0-1-5 15,0 1 4-15,0 0-2 16,0 0 2-16,0 0-1 16,2 0 2-16,-2 0-2 15,0 0 0-15,2-3 3 0,-2 3-4 16,0 0 3-16,0-1-3 16,0 1 3-16,3 0 0 15,-3-3 0-15,0 3 0 16,0 0-1-16,2 0 1 15,-2 0 0-15,0 0 1 16,0 0-2-16,0 0 0 16,0 0-1-16,0 0 1 15,0 0-1-15,0 0 0 16,0 0 1-16,0 0-2 16,0 0 2-16,0 0-4 15,0 0 4-15,0 0-3 16,0 0 3-16,0 0-3 0,0 0 2 15,0 0 0 1,0 0-1-16,0 0 2 16,0 0-2-16,0 0 1 15,0 0-1-15,0 4 2 0,2 3-2 16,3-3 1-16,0 0 0 16,-1 2 0-16,1 1 1 15,-1 1-2-15,3-2 1 16,-3 2-1-16,2-2 2 15,-2 3-2-15,1-3 2 16,-1 0-2-16,-2-2 1 16,3 0 1-16,-3 0-1 0,4 1 1 15,-2 1-2-15,0 2 1 16,3-2-2-16,0 2 3 16,1 1-2-16,-2-3 3 15,1-1-3-15,-3 3 1 16,3-4 1-16,-3 2-2 15,4 0 3-15,-1-2-4 16,-1 2 3-16,-1 1-3 16,-1-1 3-16,2-2-1 15,-2 2 0-15,1-2 0 16,-3 0 0-16,2 3 1 16,1-3-3-16,-1 0 3 15,2 2-3-15,-2-2 3 16,-2 3-1-16,3-3 1 15,-1 0-1-15,3-2 0 0,-3 2 1 16,0-2-3-16,-2 3 3 16,0-1-2-16,0 0 1 15,-2-3-1-15,3 2 2 16,-3-2-1-16,0-1 0 16,2 3 1-16,-2-3-1 15,0 0 2-15,0 0-3 16,0 0 1-16,0 0 0 15,0 0 1-15,0 0-1 16,0 0 1-16,0 0-1 16,0 0 0-16,0 0 0 15,2 0 0-15,-2 0 1 16,0 0-2-16,2 0 2 0,-2 0-2 16,0 0 3-16,0 0-2 15,0 0 0-15,0 0 0 16,3 0 0-16,-1 0 1 15,-2 0-3-15,2 0 4 16,2 0-4-16,2 0 3 16,1-3-2-16,1-2 2 15,4 2-1-15,4-5 0 16,1 4 1-16,-2-2-3 16,-4-1 3-16,-1 3-3 15,-3-2 4-15,0 2-4 16,2 0 3-16,1 0-1 0,-2 0 0 15,4 0 0-15,-3-1-1 16,3-1 2-16,-1 2-3 16,1 0 3-16,-1-2-3 15,1 1 4-15,1-3-4 16,4 2 3-16,-6 2-1 16,0-3 0-16,1 3 0 15,-3-1-1-15,0 1 3 16,1-1-4-16,-3 3 4 15,0-2-5-15,-1 2 6 16,-1-2-5-16,0 0 3 16,-3 1-1-16,1 3 1 0,-3 0 0 15,0 0-3-15,2 0 3 16,-2 0-4-16,2 0 5 16,-2 0-4-16,0 0 4 15,0-1-2-15,0 1 0 16,2 0 1-16,-2 0-3 15,0 0 4-15,0 0-5 16,0 0 4-16,0 0-1 16,0 0 1-16,0-3-2 15,0 3 1-15,0 0 2 16,0 0-4-16,0 0 3 16,0 0-3-16,0-2 3 15,0 2-2-15,0 0 2 16,0 0-2-16,0 0 2 15,0 0-1-15,0 0 0 0,0 0 0 16,0 0-1-16,0 0 1 16,0 0-2-16,0 0 2 15,0 0-1-15,0 0 2 16,0 0-1-16,0 0-1 16,0 0 0-16,0 0 1 15,0 0 1-15,0 0-4 16,0 0 4-16,0 0-3 15,0 0 2-15,0 0-1 16,2 0 2-16,1 5-1 16,1 0 0-16,-2 0 1 15,3 1-3-15,0 0 4 0,-3 1-4 16,1-3 3 0,-1 0-2-16,0 0 2 0,0-2-2 15,3 4 2-15,-3 0-1 16,3 2-1-16,0 3 3 15,2 1-4-15,2 3 2 16,2-3-2-16,1 5 3 16,-1-3-1-16,1 1 1 15,-1-1-1-15,0 1-1 16,-1-5 2-16,-3 3-2 16,0-1 1-16,2-4-1 15,-2 2 2-15,0-1-3 16,0-1 4-16,-3 0-2 0,0 1 0 15,1-1 0-15,3 0 0 16,-4 3 0-16,3-3-1 16,-1 0 2-1,1 1-3-15,1-3 4 0,-2 0-3 16,1 0 1-16,0 0 1 16,-2 1-2-16,-3-3 2 15,3 2-2-15,-3-2 1 16,3 0-1-16,-1 0 2 15,0 3-2-15,4-3 2 16,-1 2-1-16,0 0 0 16,-1 0 0-16,1 1 0 0,-2-3 1 15,2 0-3 1,-3 0 3-16,-1 0-3 0,1-2 3 16,1 2-1-16,-1 1 1 15,1-1 0-15,-2-2-2 16,-1 0 2-16,0 2-3 15,0-2 4-15,1 2-5 16,1-2 5-16,1 3-4 16,-3-4 4-16,2 3-3 15,2-1 1-15,-4-1 2 16,0 0-3-16,0 0 2 16,1 0-3-16,-3-2 3 15,0 0-3-15,0 0 4 16,0 2-3-16,2-2 2 15,-2 0-1-15,0 2-1 0,2 0 3 16,-2-2-4-16,0 2 3 16,0-2-2-16,2 2 2 15,-2 1-2-15,0-2 1 16,2 2 0-16,1-2 1 16,1 2 0-16,2-2-3 15,-2 4 4-15,0-1-4 16,-1 2 3-16,1-2-3 15,-2-2 3-15,3 2-1 16,-5-1 1-16,2-1-1 16,-2-2 0-16,0 2 0 15,3-2-2-15,0 2 4 16,-1 0-4-16,-2 0 3 16,2 0-1-16,-2-2 1 0,0 2-1 15,2 0-1-15,0-2 3 16,1 2-4-16,-1 0 3 15,0 0-2-15,0 0 2 16,1 1-3-16,-1 1 3 16,0-2 0-16,3 0-1 15,-2 0 0-15,-3-2 0 16,0 0 1-16,0 2-2 16,0-2 1-16,0 0-2 15,0 0 4-15,0 2-2 16,0-2 0-16,0 0 0 0,0 0 0 15,0 0 1-15,0 0-2 16,0 0 2-16,0 0-3 16,0 0 3-16,0 0-2 15,0 0 3-15,0 0-3 16,0 0 1-16,0 0 0 16,0 0 0-16,0 2 2 15,0-2-5-15,0 2 4 16,0-2-3-16,2 2 4 15,-2 0-3-15,2 1 2 16,0-2-1-16,1 2 0 16,-1-3 1-16,0 1-2 0,-2 2 2 15,0-3-3-15,2 2 2 16,1 0-1-16,-1 0 3 16,-2-2-2-16,0 2 0 15,0-2 1-15,0 0-3 16,0 0 5-16,0 2-6 15,0-2 4-15,0 0-2 16,0 0 2-16,0 0-2 16,0 0 2-16,0 0 0 15,0 0-2-15,0 0 3 16,2 2-4-16,-2-2 4 16,0 0-3-16,0 0 2 15,0 0-2-15,0 0 3 16,0 0-2-16,0 0 1 15,0 0 0-15,0 0-1 0,0 0 2 16,2 0-3-16,-2 0 2 16,0 0-1-16,0 0 1 15,0 0 0-15,3 0-1 16,-3 0 1-16,0 0-1 16,3 0 2-16,-1 0-3 15,0-4 2-15,-2-4-3 16,0 0 3-16,5-1-2 15,1 1 3-15,1 2-3 16,1-1 2-16,-2-1-1 16,-1 0-1-16,4 2 3 15,1-1-4-15,-4 1 3 16,1 0-3-16,-3 0 3 16,3-1-1-16,3-1 0 0,-1 0 0 15,0 0 0-15,1-1 2 16,-4 3-5-16,1 0 5 15,0 0-4-15,-1-2 3 16,4 1-2-16,1-1 3 16,0 0-3-16,-1 0 1 15,-1 1 0-15,0 1 0 16,-1 0 1-16,1 0-3 16,0-1 2-16,-3 3 0 15,2-2 0-15,-1 2 1 16,-3 0-1-16,3 0 0 0,-5 0-1 15,4 0 3-15,-6 4-3 16,2-3 2-16,-2 3-3 16,2 0 3-16,-2 0-1 15,0 0 1-15,0 0-2 16,0 0 1-16,0 0 1 16,0 0-2-16,2 0 3 15,-2-2-4-15,0 2 3 16,2 0-3-16,-2 0 4 15,0 0-2-15,0 0-1 16,0 0 2-16,3 0-2 16,-3 0 3-16,0-2-4 0,0 2 2 15,0 0-1 1,0 0 2-16,0 0-1 0,0 0 1 16,0 0-1-16,2 0 0 15,-2 0 2-15,0-2-4 16,2 2 2-16,-2 0-1 15,2-2 2-15,1 0-3 16,-1 2 4-16,0 0-2 16,-2 0 1-16,0 0-1 15,0 0-1-15,0 0 4 16,0 0-5-16,0 0 3 16,0 0-2-16,0 0 2 15,0 0-10-15,0 0-28 16,-4-2-38-16,-12 2-15 15,-22 0-234-15</inkml:trace>
  <inkml:trace contextRef="#ctx0" brushRef="#br1" timeOffset="190898.08">26755 3025 198 0,'-23'0'50'16,"-3"-6"-47"-16,1-7 4 15,16 7 44-15,2 4-3 16,3-4-29-16,-4 2-3 16,3 1-1-16,-1 2 0 15,-1-3-3-15,0 1-3 16,0-1 2-16,-2 2-2 15,0 2-2-15,-3 0 0 16,1 0-1-16,-3 0-4 16,-4 0 1-16,-1 0-1 15,1 0-1-15,-8 0 1 16,1 0-2-16,-5 0 6 16,0 0-5-16,-2 2 1 15,-2 6-1-15,1-1 3 0,-1 1-3 16,0 2 1-16,1-2 0 15,3 1-1-15,1 1 1 16,-1 1-3-16,-5 1 2 16,5 1-1-16,-2 1 2 15,-2 2-3-15,-2 1 2 16,2 2-1-16,-3 1 0 16,5 1 4-16,4-2-8 15,5-2 5-15,5-1-3 16,2-2 6-16,0 1-7 15,2 1 4-15,-2 3 4 0,0 0-4 16,0 4-3-16,2-1 3 16,3-1 9-16,2 0-13 15,1 0 8-15,1 1-9 16,1 1 8-16,1-2-2 16,-1 1 0-16,0 1-2 15,4 0 1-15,-3-1 1 16,3 2-3-16,2-2 2 15,0-3-4-15,0 4 4 16,0-1-2-16,0 1 4 16,0 4-1-16,0 2 0 15,0-2 2-15,0 0-1 16,2 0 0-16,3-4 3 0,3-3 2 16,0-1-4-16,1-2 5 15,0-1-5-15,3 3 3 16,4-1-3-16,3 1-1 15,0 0 0-15,1-3 0 16,1 1 1-16,2-1-5 16,-1-1 4-16,4 4-3 15,-1-3 3-15,3 1 1 16,2 1 3-16,0-1-4 16,-3-3-2-16,3 3 2 15,0-5-3-15,2 3 4 16,5 2-3-16,2-3 3 0,-2 5-2 15,0-3 1-15,2 3-1 16,-2-5-1-16,-1 1 1 16,2-1-1-16,-2 1 1 15,-1-1-4-15,-3-2 4 16,2 3-4-16,1-2 5 16,4 1-2-16,3 0 3 15,1 3-2-15,1-1-1 16,-3 1 2-16,3-2-4 15,2 3 4-15,0-1-3 16,-2 0 4-16,-1-1-3 16,-2-2 1-16,1 1-2 15,-7-5 1-15,6 5 1 16,-1-5-2-16,5 3 3 16,8-1-2-16,1-2 2 0,0 1-3 15,-1-1 2-15,0 1-1 16,3 3-1-16,3-2 3 15,4 3-3-15,-4-1 0 16,1-1-2-16,0-3 4 16,-1 2-4-16,6-1 4 15,-3-1-2-15,0 1 1 16,-2-1-1-16,-5 1 1 16,1-1 0-16,4 2-2 15,-3-4 2-15,1 3-2 16,4-3 3-16,2 0-3 15,1 0 3-15,-1 1-2 0,-4-1 0 16,-3-1 1-16,-2-2-2 16,-4 0 2-16,0-5-2 15,-1 0 2-15,3 0-1 16,0 0 1-16,-2 0-1 16,-1 0 1-16,1 0 0 15,-5-10-1-15,-2 1 2 16,-3-1-2-16,0-3 2 15,3 1-4-15,2 0 2 16,-2-1 0-16,-3 1 3 16,-2-3-3-16,-1 1 1 15,-4 2 0-15,-6-1-1 16,-4 2 3-16,-3-3-4 0,0-1 4 16,5-3-3-16,-2-3 2 15,2-1-1-15,2-3 1 16,-3-2 0-16,0-2 0 15,-2-4 1-15,-2-3-3 16,-2-3 4-16,-4 0-5 16,0-1 4-16,-4 3-3 15,-5-3 2-15,2 1 0 16,-4 0-3-16,-1-2 3 16,-3-3-3-16,0-4 3 15,0-1-3-15,0-5 2 16,-3 4-2-16,-11-1 1 0,3 3 0 15,-8 2 1-15,1 3-1 16,-3-3-1-16,-6 3 2 16,-1 0-3-16,-4-1 3 15,-5 0-3-15,-2 3 3 16,-7 2-3-16,-7-3 2 16,-2 9 0-16,0 0-2 15,-3-2 2-15,-4 4-1 16,2 2 1-16,-11 0-3 15,-1-1 3-15,-3 4-2 16,-11-1 2-16,6 2-2 16,2 6 2-16,2 1 0 15,6 5-1-15,4 3 1 16,-3 0-1-16,0 2 1 16,3 1-2-16,-6 1 2 0,-4 4-2 15,-7-2 2-15,-7-1-3 16,-6 1 1-16,-5 0 0 15,-8 0-1-15,-1-2 2 16,0 4-2-16,-3 0 3 16,5 2-2-16,-1 0 2 15,4 0-1-15,8 0 1 16,3 0 0-16,-2 10-8 16,-2 2-6-16,-7 3-7 15,-4 3 7-15,1 1-7 0,3 8-8 16,10 6-8-1,15 2-36-15,13 1 0 0,12 3-25 16,12-4-60-16</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2226.01904" units="1/cm"/>
          <inkml:channelProperty channel="Y" name="resolution" value="3561.63037" units="1/cm"/>
          <inkml:channelProperty channel="F" name="resolution" value="2.84167" units="1/deg"/>
          <inkml:channelProperty channel="T" name="resolution" value="1" units="1/dev"/>
        </inkml:channelProperties>
      </inkml:inkSource>
      <inkml:timestamp xml:id="ts0" timeString="2020-08-06T15:15:08.037"/>
    </inkml:context>
    <inkml:brush xml:id="br0">
      <inkml:brushProperty name="width" value="0.05292" units="cm"/>
      <inkml:brushProperty name="height" value="0.05292" units="cm"/>
      <inkml:brushProperty name="color" value="#002060"/>
    </inkml:brush>
    <inkml:brush xml:id="br1">
      <inkml:brushProperty name="width" value="0.05292" units="cm"/>
      <inkml:brushProperty name="height" value="0.05292" units="cm"/>
      <inkml:brushProperty name="color" value="#0070C0"/>
    </inkml:brush>
  </inkml:definitions>
  <inkml:trace contextRef="#ctx0" brushRef="#br0">12315 6634 6 0,'0'0'10'16,"0"0"4"-16,-2 0-7 0,2 0-1 16,0 0-4-16,0 0 1 15,0 0-3 1,0 0 0-16,0 0 0 0,0 0 0 16,0 0 1-16,0 0 2 15,0 0 6-15,0-2-3 16,0 2 4-16,0 0 0 15,0 0-4-15,0 0 0 16,0 0-1-16,0 0 2 16,0-2 1-16,0 2 5 15,0 0-6-15,0-2 6 16,0 2 0-16,0-2-1 16,0 2-3-16,0 0 3 0,0 0-2 15,0 0-3 1,0 0 6-16,0-2 1 0,0 2 2 15,0 0-6-15,0 0 0 16,0 0-4-16,0 0-1 16,0 0 0-16,0 0-1 15,0 0 1-15,0 0 0 16,0 0 3-16,0 0-4 16,0 0 2-16,0 0-4 15,0 0 5-15,0 0-4 16,0 0-1-16,0 0 3 15,0 0-1-15,0 0 4 16,0 4-4-16,0 4 2 16,0-2-4-16,0 2 4 0,0-1-5 15,0 1 2-15,0 1 2 16,0-1-4-16,0 0 3 16,0 0-4-16,2 1 4 15,-2-1-3-15,0 0 2 16,3 3-1-16,-3-3 0 15,0 0-2-15,2 1 1 16,-2-1 0-16,2 2-1 16,-2-2 2-16,0 0 0 15,0 1 2-15,0-1-3 16,0 3 6-16,0-1-6 16,0-2 4-16,0 2-4 15,0-1 0-15,0-1 1 16,0 3-2-16,0-3 3 15,0 2-1-15,0 1 1 0,0-2-2 16,0 6 2-16,0-2-1 16,0 1 0-16,0 1 0 15,0-1-3-15,0 3 5 16,0 1-2-16,0 1 4 16,0 2-5-16,0-1 5 15,0 1-5-15,0 0 3 16,0-1 2-16,0 1-3 15,0 0-1-15,-2 0-2 16,0-3 6-16,-1 1-6 0,3-1 4 16,0-1-5-16,-2 2 3 15,2-1-2 1,-2 3 3-16,2 2-1 0,-2 0-3 16,2 1 6-16,-3 1-4 15,3 0 5-15,0 0-7 16,-2 0 3-16,2 2-2 15,0 2 1-15,0-5 2 16,0 5-4-16,0-2 3 16,0 1-4-16,0-2 7 15,0 3-6-15,-3-2 5 16,3 0-7-16,0 2 3 16,0 0 1-16,0 0-2 0,0-2 2 15,0-2-3-15,0-3 7 16,-2 6-6-16,2-1 4 15,-2-1-4-15,-1 6 4 16,-1-3-3-16,2-1 3 16,-1 4-2-16,-1-6 0 15,2 1 3-15,0 0-4 16,-1-2 4-16,0 0-4 16,1-2 3-16,0 0-4 15,-1 1 3-15,1 1-1 16,0 2-1-16,0 0 1 15,0 2-1-15,-3-2 5 0,3 4-5 16,0-4 4 0,-4 2-4-16,4-4 2 0,-3 0-2 15,1 0 0-15,2-3 1 16,-3 3-1-16,-1 0 2 16,1 2-3-16,0 0 5 15,-2 0-4-15,3-1 4 16,1-1-5-16,-1-4 1 15,2-2 1-15,-3-3-1 16,2 1 1-16,1-2-2 16,2-3 3-16,-2-2-2 15,2 1 3-15,0-6-5 16,0 0 3-16,0 1-2 16,0-4 1-16,0 2 0 15,0-1-1-15,0-2 2 16,0 2-2-16,0-2 3 15,0 2-3-15,0-1 3 0,0 0-5 16,0 0 1-16,0-2-5 16,0 0-10-16,0 0-10 15,0 2-34-15,0 2-31 16,-3-4-85-16</inkml:trace>
  <inkml:trace contextRef="#ctx0" brushRef="#br0" timeOffset="1656.96">9550 8585 231 0,'0'-11'29'16,"0"7"-19"-16,0-2 14 16,0 0 7-16,0 4-22 15,2 0-3-15,5-1 9 16,3 1-2-16,3 0 3 15,3 2-4-15,2 0 0 0,8 0 9 16,1 0-7-16,8-2-7 16,6 2-4-16,3-2 3 15,4 0-2-15,1 2 6 16,2 0-7-16,-1 0 4 16,3 0-2-16,2 0 0 15,-3 0 1-15,6 0-4 16,-2 0 2-16,-1-2-4 15,5 2 8-15,0 0-6 16,-5 0 4-16,-5 0-6 16,-6 0 2-16,-3 0-2 15,-6 0 0-15,1 0-1 0,2 2 0 16,1-2 3 0,2 0-3-16,1 0 4 0,1 0-4 15,-2 0 3-15,-1 0-4 16,1 2 3-16,0-2-1 15,4 0-1-15,-2 2 2 16,-2-2-3-16,-3 2 5 16,-2 0-5-16,3-2 6 15,2 2-6-15,6 1 4 16,-2-1-4-16,6 0 2 16,-2 0 2-16,1 0-6 0,-1 0 6 15,1-2-2 1,-2 0 3-16,3 2-4 0,-3-2 3 15,-1 0-4-15,-2 0 2 16,-1 0 0-16,-2 0 0 16,1 0 0-16,-1 0-2 15,-1 0 6-15,3 0-5 16,2 0 5-16,-3 0-8 16,4 0 5-16,-4 0-2 15,1 0 1-15,-5 0 1 16,0 0-3-16,-2 0 3 15,0 0-1-15,0 0 2 16,-1 0-3-16,5 0 4 16,4 0-6-16,0 0 3 15,2 0 1-15,-6 0-3 0,-2 0 3 16,3 0-3-16,-3 0 7 16,5 0-7-16,-1 0 5 15,3 0-6-15,2 0 5 16,6 0-2-16,1 0-2 15,4 0 2-15,-1 0-1 16,-1 0 4-16,-4 0-3 16,-2 0 1-16,-1 0-1 15,-1 0 2-15,-1 0-5 16,3 0 4-16,-8 0-1 16,4 0 0-16,-4 0 0 15,-1 0-1-15,1 0 3 16,2 0-1-16,-2 0 0 15,0 0-1-15,4 0 0 0,-4 0 0 16,-1 0-1-16,-1 0 2 16,-2 0-3-16,0 0 4 15,1 0-3-15,-4 0 4 16,3 0-3-16,3 4 2 16,4 0-3-16,0 0 4 15,0 0-3-15,-3 3-1 16,-5-3 2-16,-6-2-2 15,-10 0 4-15,-1-2-4 16,-4 0 3-16,-4 0-4 0,-2 0 3 16,-3 0-2-16,-4 0 0 15,-1 0 1-15,-3 0-4 16,0 0 2-16,0 0-14 16,0 0-26-16,0 0-49 15,0 0-60-15</inkml:trace>
  <inkml:trace contextRef="#ctx0" brushRef="#br0" timeOffset="6729.15">10008 8322 24 0,'0'-4'-2'16,"0"4"13"-1,2-3 19-15,-2 1-4 0,0 2-10 16,0-2 5-16,0 2 13 16,0 0 0-16,0-2-5 15,0 2-3-15,0 0-4 16,0 0-8-16,0 0 4 16,0 0-1-16,0-2-5 15,0 2 3-15,0 0-1 16,0 0 3-16,0 0-7 15,0 0 4-15,0 0-6 16,0 0 2-16,0 0-1 0,0 0-6 16,2 0 5-16,5 0 5 15,3 0 0-15,1 0-10 16,0 0 9-16,1-2-9 16,1 2 3-16,2 0-5 15,0-2 4-15,0 2-1 16,-4 0-4-16,0 0 5 15,1 0-2-15,2 0 5 16,-2 0-6-16,-1 0 5 16,-2 0-4-16,1 0 2 15,-2 0-4-15,4 0 0 16,0 0 1-16,1-2-2 16,0 2 2-16,2 0-2 0,-2 0 5 15,2-2-5-15,0 2 5 16,2 0-6-16,-4-2 3 15,4 0-1-15,-4 0-1 16,1-1 1-16,0 2-2 16,0-2 4-16,-3 2-4 15,-2 1 4-15,1-3-5 16,-1 3 4-16,0 0-3 16,1-2 2-16,-1 2-1 15,0 0-2-15,2-2 3 16,-1 2-1-16,1-2 3 15,1 0-4-15,1 0 3 16,-2-2-4-16,4 2 2 16,-2-3 0-16,1 1 0 0,0 0 0 15,2-2-1-15,0 2 4 16,3-2-3-16,-4 0 2 16,4-1-4-16,-1 1 2 15,1-2 0-15,-3 2-1 16,0-1 1-16,-2 1-1 15,-3 2 3-15,0-2-3 16,2 1 4-16,-2 1-5 16,3 0 4-16,-3-2-4 15,7-2 4-15,-1 2-4 16,1-3 2-16,0 1 2 16,1 0-6-16,-3 0 8 15,-2-1-4-15,-1 3 1 16,2 0-2-16,-4 0 1 15,2-3 0-15,-1 3 0 0,2-2 0 16,0 1 0-16,2 2 1 16,0-4-2-16,-2 3 4 15,-2 0-5-15,1-1 6 16,4-1-8-16,-4 0 6 16,6-2-2-16,-6-1-3 15,6 1 6-15,-6 2-6 16,-1 2 7-16,4-5-5 15,-5 3 3-15,3-1-4 16,2-1 4-16,1 0-3 16,-4 1 1-16,1 1 0 0,0 0-1 15,2 2 3-15,-5 0-3 16,6-1 4-16,-6 1-4 16,2 0 3-16,2 0-4 15,-4-2 3-15,1 1 0 16,-1-1-1-16,4 2 2 15,-2-2-3-15,3-1 5 16,-2 1-3-16,1-3 1 16,-2 1-3-16,-4 2 1 15,3 2 0-15,-1-3 0 16,2 1 1-16,-1 0-3 16,-1-3 6-16,1 3-5 15,2-2 7-15,-1-1-10 0,2 3 8 16,-2-2-8-16,-1 2 7 15,-1-3-3-15,3 1-3 16,-5-1 7-16,3 5-8 16,-4 0 10-16,0 0-6 15,1-3 2-15,2 1-3 16,4-2 1-16,0-2 0 16,2 1-1-16,-4 1 2 15,1-2-3-15,-2 1 5 16,-1 1-3-16,1-1 4 15,-3 3-6-15,2 0 3 16,-1 1-2-16,-1-1 1 16,0 2 1-16,3-2-4 0,-3 0 5 15,0-1-4-15,0 1 6 16,-2 2-5-16,2-3 4 16,0 3-6-16,1-2 3 15,-1 2 0-15,-3-1 0 16,-1 3 1-16,0-2-3 15,0 0 6-15,1 2-7 16,1-1 7-16,0 1-5 16,0 0 1-16,-2 0 0 15,-1-2 0-15,1 2-2 16,1-3 0-16,2 2 6 16,-1 1-4-16,-3-3 2 15,1 5-4-15,-3-2 5 0,2 0-5 16,-1 2 2-16,-1 0 0 15,3-1-1-15,-5 2 2 16,3-2-2-16,-1 3 4 16,0-2-5-1,2 0 5-15,3-2-5 0,0 0 3 16,-2 2-2-16,2-2 1 16,-3 0 0-16,1-1-2 15,-1 3 3-15,1 0-1 16,-3 0 2-16,1 0-3 15,-1 2 4-15,1-2-6 16,-1 2 3-16,2 0 0 16,-1-2-1-16,-1 2 2 0,0 0-3 15,0-2 5-15,3 2-4 16,-3-2 3-16,3 2-4 16,-2 0 2-16,-3 0-1 15,2 0 1-15,0 0-1 16,-2 0 1-16,2 0 1 15,1 0-2-15,-3 0 5 16,2 0-5-16,0 0 3 16,0 0-3-16,3 0 2 15,-1 0-1-15,-1 0-2 16,0 0 2-16,1 0-1 16,-2 0 5-16,3 0-5 0,-3 0 3 15,2 0-2 1,1 0 4-16,0 0-4 0,0 2 0 15,-1 0 1-15,1 2-2 16,1-2 3-16,-1 0-2 16,-3 2 3-16,3-1-5 15,0-1 4-15,-3 0-3 16,3-2 2-16,-1 2 0 16,0-2-1-16,-1 2 2 15,-1 0-4-15,0-2 7 16,1 2-5-16,-3-2 2 15,3 2-3-15,1 0 2 16,-2 0-1-16,3 2 1 16,-1 1-1-16,1-1 0 15,1 0 3-15,2 0-4 0,-1-2 5 16,-1 4-5-16,3-1 4 16,-1-4-5-16,-1 3 4 15,-3 0-2-15,0 1-3 16,1-3 6-16,0 2-6 15,0 0 9-15,-1 0-6 16,1 1 4-16,1-1-6 16,-1-3 2-16,-1 2 1 15,2 1-2-15,-2 2 2 16,1-4-3-16,-1 4 5 16,1-2-5-16,-1-1 9 15,4 1-9-15,-2-2 4 0,1 2-3 16,0 2 1-16,-3-2 1 15,4 3-2-15,-4-3 2 16,3 0-3 0,-3 2 7-16,3 0-5 0,1 0 4 15,-4-3-6-15,3-2 3 16,-3 3-1-16,3 1-1 16,1-1 2-16,-2 2-2 15,1 0 5-15,2 1-5 16,1 1 5-16,-1 0-6 15,0 0 4-15,3-1-3 16,-1 1 2-16,-2 2-1 0,3-2-2 16,-3 1 4-1,0-1-3-15,-2-1 5 0,0-2-5 16,0 2 4-16,0 1-6 16,-1-4 4-16,2 2-1 15,-1 1 0-15,1-3 2 16,-1 2-5-16,1 2 7 15,1-2-6-15,0 3 7 16,3 3-7-16,-1-4 6 16,0 3-5-16,1 2 1 15,-1-5 1-15,-2 2-2 16,3 0 2-16,-5-1-1 16,4-1 3-16,-1 0-3 15,1 0 3-15,0 1-4 16,-1-3 1-16,-1 2 0 0,0-2-1 15,-2 1 3-15,3-1-4 16,-1 0 6-16,2 0-4 16,-1-2 3-16,-2 3-4 15,4-3 4-15,-3 2-5 16,0 2 3-16,3-1 0 16,-3-1-3-16,5 0 5 15,-2 0-5-15,-1 0 6 16,2 1-5-16,2 1 3 15,0 0-4-15,4 1 4 16,2-1-3-16,-1 0 1 16,3 0 1-16,-2 1-3 0,0-4 6 15,0 2-5-15,-3-1 4 16,0 0-5-16,-1 0 3 16,-2 1-2-16,2-3 1 15,-4 2 1-15,6-2-3 16,-6 0 3-16,2 1-1 15,-2-1 3-15,-1 0-5 16,2-2 5-16,-3 2-5 16,1-2 2-16,-3 2 0 15,0-2-1-15,3 1 2 16,1 1-3-16,2 0 5 16,-2-2-4-16,3 2 3 15,0-2-4-15,1 2 3 0,-2 0-2 16,2 1 2-1,-2-1-2-15,0 0 0 0,0 0 2 16,0-2-2-16,-2 2 4 16,4-2-5-16,-4 0 4 15,-2 0-3-15,1 0 0 16,-1 0 1-16,4 0 0 16,0 1 0-16,0-2-2 15,-4-1 5-15,2 3-3 16,-1-1 1-16,2-2-2 15,4 2 2-15,2-2-2 16,-1 2 2-16,0-2-2 0,-1 2 0 16,-4 0 4-16,0-2-5 15,0 2 5-15,-3 0-5 16,0-2 4-16,1 2-3 16,-3 0 1-16,0-2 0 15,1 2-2-15,-3 0 3 16,4-2-3-16,1 2 6 15,1 1-4-15,-4-1 3 16,3-2-6-16,-3 0 3 16,2 0 0-16,4 2 0 15,-4-2 2-15,1 0-5 16,-1 0 7-16,0 0-7 16,-1 2 9-16,4-2-9 15,-3 0 6-15,5 0-5 16,-2 0 4-16,2 0-2 0,3 0-2 15,-3 0 4-15,0 0-4 16,-2 0 5-16,-3 0-3 16,1 0 2-16,1 2-4 15,-1-2 3-15,2 0-2 16,-5 2 2-16,3-2-1 16,-1 0-2-16,0 0 5 15,3 2-5-15,0-2 6 16,-2 0-5-16,-3 0 3 15,0 0-4-15,-2 0 3 0,2 0 0 16,-2 0-3 0,2 0 4-16,1 0-3 15,-1 0 3-15,2 0-3 0,3 0 5 16,-1 0-7-16,0 0 4 16,-2 0-2-16,-2 0 1 15,3 2 0-15,1-2-1 16,-2 2 3-16,1-2-2 15,-1 0 3-15,-1 0-5 16,-3 0 4-16,0 0-3 16,-3 0 1-16,1 0 0 15,-3 0-1-15,3 0 3 16,-2 0-4-16,1 0 6 16,0 0-4-16,-1 0 3 15,-1 0-6-15,-2 0 3 0,2 0 0 16,-2 0 0-16,0 0 0 15,0 0-3-15,0 0 2 16,0 0-14-16,0 0-30 16,5 0-69-16,-5 2-86 15</inkml:trace>
  <inkml:trace contextRef="#ctx0" brushRef="#br0" timeOffset="11865.94">11050 8158 12 0,'-2'0'21'0,"2"0"-13"16,0-2-1-16,0 2 5 16,0-2 1-16,0 2-1 15,0-2-3-15,0 0 5 16,0 2 2-16,0 0 1 16,0 0 1-16,0 0 6 15,0-2-8-15,0 2-4 16,-2 0-2-16,-1 0-3 15,3 0 0-15,0 0-4 16,-3 0 8-16,3 0-3 16,0 0 3-16,0 0-7 15,0 0 8-15,0 0-9 0,0 0-7 16,0 0 11-16,0 0-2 16,-2 4 1-16,2 6-6 15,-2 0 5-15,-1 1-6 16,3 1 4-16,0-3-6 15,0-1 3-15,0 0 1 16,0-2-4-16,0 3-2 16,0-5-28-16,0 0-12 15,0 2-24-15,0-2-22 16</inkml:trace>
  <inkml:trace contextRef="#ctx0" brushRef="#br0" timeOffset="12765.6">11048 8382 13 0,'0'-3'10'16,"0"3"4"-16,0-1 24 0,0 1-13 15,0 0-14-15,0 0-8 16,0 0 9-16,0 0 1 16,0 0-1-16,0 0 5 15,0 0-3-15,0 0-1 16,0 0-9-16,0 0 4 16,0 0-8-16,0 0 1 15,0 0-4-15,0 0 3 16,0 0 0-16,0 0-3 15,0 0 6-15,0 0-5 16,0 0 3-16,0 0 0 16,0 0 6-16,0 0-8 15,0 0 1-15,0 0 1 0,0 0-2 16,0 0 5-16,0 0-3 16,0 0 11-16,0-3-2 15,0 3 3-15,0 0-4 16,0 0 0-16,0-1-1 15,0 1 2-15,0 0 1 16,0 0-4-16,0 0 1 16,0 0-4-16,0 0 6 15,0 0-5-15,0 0 2 16,0 0-7-16,0 0 2 16,0 0-1-16,0 0 3 15,0 1 0-15,0 10-4 0,0 1 9 16,0 3-8-16,0-3 2 15,0 1-5-15,0-3 4 16,0 0-2-16,0-1 0 16,0-1-2-16,0-2-4 15,0-2-8-15,0 0-37 16,0 0-23-16,0 0-35 16,0-1 9-16</inkml:trace>
  <inkml:trace contextRef="#ctx0" brushRef="#br0" timeOffset="14145.93">10712 8868 22 0,'-9'0'35'16,"3"0"-34"-16,4 0 28 15,0 0 2-15,2 0-24 16,0 0 0-16,0 0 0 16,-2 0 13-16,2 0 0 15,0 0 0-15,0 0-3 16,0 0 5-16,0 0-4 16,0 0-9-16,0 0-2 0,0 0-10 15,0 0 14 1,0 0-9-16,2 0-2 15,8 0 7-15,-1 0-5 16,2 0-1-16,1 0 1 0,1 0-1 16,-1 0-1-16,0 0 3 15,-1 0-4-15,-4 0 5 16,-2 0-7-16,-3 0 2 16,-2 0-5-16,0 3 9 15,0 1 0-15,0 2-5 16,0 4 13-16,0 5-8 15,-2 3 1-15,-10 1-4 16,1-1 5-16,-1 1-6 16,0 0 4-16,4-1 0 15,-2-3-2-15,3-3 0 0,5-1-2 16,0-3 3-16,2-2-3 16,0 0 6-16,0 1-5 15,0-1 2-15,0 2-6 16,0-2 6-16,4-1-1 15,3-4-1-15,5-1 0 16,-1 0-3-16,3 0 8 16,-3 0-4-16,1 0 4 15,0 0-6-15,-6-4-7 16,1 0-25-16,-3 4-14 16,-1 0-19-16,-1 0-29 15</inkml:trace>
  <inkml:trace contextRef="#ctx0" brushRef="#br0" timeOffset="14425.03">10677 9030 33 0,'0'-2'-3'0,"0"0"16"16,7 0-8-16,2 2-6 0,3-2 4 16,2 2-2-16,2-3 2 15,0-1-5-15,2 2 2 16,-2 0-11-16</inkml:trace>
  <inkml:trace contextRef="#ctx0" brushRef="#br0" timeOffset="14751.98">10873 8993 67 0,'0'0'104'0,"0"0"-96"15,0 0 8-15,0 0-2 16,0 0-21-16,0 0 13 15,6 0-5-15,4-3 0 16,4-1-6-16,-1 2 8 16,-3 0-7-16,-1 2-16 15,-5 0-20-15,1 0-18 0,0 0-6 16</inkml:trace>
  <inkml:trace contextRef="#ctx0" brushRef="#br0" timeOffset="15008.32">10873 8993 82 0,'21'64'73'0,"-21"-64"-72"16,0 0 26-16,0 0-5 15,0 0-7-15,2 0-7 0,11 0 5 16,4 0-5-16,-4 0-10 16,4 0 2-16,-2 0-14 15,-2 0-8-15,-2 0-52 16,-2 0-18-16</inkml:trace>
  <inkml:trace contextRef="#ctx0" brushRef="#br0" timeOffset="15448.53">11108 8941 89 0,'-5'0'61'0,"0"0"-54"16,5 0 34-16,0 0-19 16,0 0-20-16,0 0-1 0,0 0 0 15,-2 0 10 1,2 0-5-16,0 0 10 0,0 0 2 15,0 0-5-15,0 0-10 16,0 0 3-16,0 0-11 16,0 0 2-16,0 0 11 15,9 0-1-15,5-2 1 16,2-2-9-16,-2 0 5 16,-3 1-7-16,-1 1 1 15,-3 2-3-15,-3 0-12 16,-2 0-9-16,-2 0-12 15,0 0-8-15,0 0-27 16,0 0-22-16</inkml:trace>
  <inkml:trace contextRef="#ctx0" brushRef="#br0" timeOffset="16027.01">11108 8941 12 0,'140'-69'113'0,"-140"69"-124"16,0-1 14-16,0 1 16 15,0-3-19-15,4 1 4 16,10 2 1-16,-3-2 9 16,4 0-2-16,0 0-4 15,0 0 9-15,3 0-3 16,-4 2 1-16,-5 0-9 16,-3 0 1-16,-6 0-3 15,0 0 1-15,0 0 1 16,0 0 5-16,0 0 9 15,0 8-16-15,0 0 7 16,-2 3-8-16,-4 1 1 16,-1 3 0-16,-5-1 3 15,-2 5 2-15,0-1-3 16,1 3-1-16,4 0-5 0,-1 0 3 16,5-5-4-16,5-1 3 15,0-3-4-15,0-4 0 16,0-1-1-16,0-3 2 15,0-4 1-15,3 0 2 16,15 0 3-16,8 0-3 16,4 0 10-16,2-7-11 15,2-3 3-15,3 2-9 16,-7 0 1-16,-5 1-4 16,-4 3-26-16,-9 4-37 0,-6 0-27 15</inkml:trace>
  <inkml:trace contextRef="#ctx0" brushRef="#br0" timeOffset="17290.66">13662 8106 128 0,'-4'-4'13'15,"4"0"17"-15,0 2 10 16,0 2-20-16,0 0-16 16,0 0 5-16,0 0-2 15,0 0 7-15,0 0-2 0,0 0 5 16,0 0-2-16,-2 0-4 15,2 0-6-15,0 0-4 16,0 0 8-16,0 0-2 16,0 0 4-16,0 6-7 15,0 5 3-15,0 1-8 16,0-2 5-16,0 3-7 16,0 1 2-16,0-1-20 15,0-1-80-15,0 1-32 16</inkml:trace>
  <inkml:trace contextRef="#ctx0" brushRef="#br0" timeOffset="17632.07">13611 8334 90 0,'-3'0'59'0,"1"0"-48"16,2 0 15-16,0 0-4 0,0 2-21 15,0 2 5-15,0 1-4 16,0 3 3-16,0 2-4 15,0 2 0-15,0-1 0 16,0 1-2-16,0-2 4 16,0 1-8-16,0-1-5 15,0 3-18-15,0-1-18 16,0-2-23-16,0 1 11 16</inkml:trace>
  <inkml:trace contextRef="#ctx0" brushRef="#br0" timeOffset="17910.99">13602 8492 71 0,'0'0'28'0,"-3"0"-1"16,3 1 4-16,0-1-3 16,0 3-15-16,0-2-4 15,0 2-7-15,0 1-1 16,0 0 1-16,0-2-4 16,0 2 0-16,0 0-28 15,0 3-16-15,0-1-38 0</inkml:trace>
  <inkml:trace contextRef="#ctx0" brushRef="#br0" timeOffset="18628.74">13392 8808 150 0,'-2'0'36'15,"0"0"-1"-15,2 0 12 16,0 0-33-16,0 0-9 0,0 0-5 15,0 0 3-15,0 0-2 16,6 0 10-16,8 0-2 16,-2 0-4-16,-1-2 3 15,0 2-5-15,1 0 4 16,-1 0-6-16,2 0 1 16,-2 0 0-16,0 0-3 15,-4 7 5-15,0 1-6 16,-5 0 7-16,1 5-3 15,-3 1 5-15,0 5-4 16,0 1 1-16,0 5-4 16,-5 0 0-16,-5-1 2 15,1 1-4-15,0-4 4 0,1 2-2 16,-2-2 2-16,5-2-2 16,5-3 3-16,0-3-6 15,0-3 2-15,0-6-2 16,2 0-3-16,13-2 5 15,0-2-1-15,4 0 4 16,1 0 4-16,6-4-11 16,-1-6-3-16,-2-1-12 15,-2 3-6-15,-9 4-35 16,-6 0-34-16,-6 0-21 16</inkml:trace>
  <inkml:trace contextRef="#ctx0" brushRef="#br0" timeOffset="18879.37">13429 9022 33 0,'0'-5'169'16,"0"-1"-164"-16,0 2 15 15,6 0-10-15,13-2-6 16,2 2-3-16,2 0 0 16,-7-1-4-16,2 3-3 0,-1 2-11 15,1 0-48 1,-4 0-87-16</inkml:trace>
  <inkml:trace contextRef="#ctx0" brushRef="#br0" timeOffset="19125.95">13671 8961 150 0,'-3'0'88'0,"1"-1"-91"0,2-2 25 15,0-1-15-15,0 2-2 16,5 0-3-16,10-2 1 16,6 2-13-16,-2-2-6 15,1 4-31-15,-8 0-7 16,-3 0-22-16</inkml:trace>
  <inkml:trace contextRef="#ctx0" brushRef="#br0" timeOffset="19368.09">13671 8961 192 0,'-3'89'18'16,"3"-89"0"-16,0 0 10 15,0 0-20-15,14 0 2 16,4 0-12-16,0 0 2 16,-3 0-11-16,-6 0-16 15,3 0-56-15,-6-1-43 16</inkml:trace>
  <inkml:trace contextRef="#ctx0" brushRef="#br0" timeOffset="19869.23">13919 8972 85 0,'0'-3'74'16,"-2"-1"-50"-16,2 0 5 15,0 3-18-15,0-2 0 16,0 2-5-16,2-2-1 16,7 3-3-16,3 0-1 0,-1 0 4 15,-2 0 2 1,1 0 2-16,-1 0-3 0,-5 0-1 16,1 0 7-1,-1 0-6-15,-4 0 1 0,0 0 0 16,0 0 3-16,0 7-2 15,0-2 0-15,0 6-4 16,-9 2 0-16,-6 3-4 16,-2 1 2-16,4 1-3 15,-2 1 1-15,4 0 1 16,5-1-2-16,2-3 2 16,4-3-3-16,0-4 6 15,0-1 0-15,0-5 5 16,8 2-7-16,3-4 3 0,6 2 0 15,3-2-9-15,-1 0 5 16,-4 0 5-16,-3 0-14 16,-5 0-20-16,-3 2-30 15,1 2-27-15,-5-2-81 16</inkml:trace>
  <inkml:trace contextRef="#ctx0" brushRef="#br0" timeOffset="29767.26">13970 8096 4 0,'0'0'10'0,"0"0"-1"16,0 0-2-16,0-2 2 15,0 2 1-15,0 0-2 16,0 0 5-16,0 0-1 16,0 0 5-16,0 0-8 15,0-2 4-15,0 2-6 16,0 0 1-16,0 0-3 15,0 0 3-15,0 0 1 16,0 0 2-16,0 0 4 16,0 0-3-16,0 0 6 0,0 0-11 15,0 0 5 1,0 0-2-16,0 0-2 0,0 0 6 16,0 0-5-16,0 0-1 15,0 0-1-15,0 0 3 16,-2 0-5-16,-4 0 1 15,2 0-6-15,-5 0 3 16,0 4-1-16,-1 2 0 16,1-2-1-16,-2 3-1 15,-3 1 5-15,-2 0-6 16,-5 2 5-16,2 1-5 16,1 3 2-16,-3-2 0 15,6 1-1-15,-4-1 1 16,2-1-2-16,0-1 4 0,-2 1-5 15,3-1 7-15,-3 3-4 16,-2-3 3-16,1 2-2 16,-1 0 0-16,0 1 0 15,3-1-2-15,4-1 1 16,3-3-2-16,0 0 3 16,6 1-3-16,-2-5 3 15,0 2-3-15,3-2 2 16,1 1-2-16,3-4 2 15,-2 2-1-15,2-3-1 16,0 0 1-16,0 0-4 16,0 0 3-16,0 0-6 15,0 0-3-15,0 0-20 16,0 0 0-16,0 0-17 16,0 0-42-16,0 0-21 0</inkml:trace>
  <inkml:trace contextRef="#ctx0" brushRef="#br0" timeOffset="30496.08">14146 8251 44 0,'-2'0'60'0,"2"0"-45"15,0 0 16-15,-2 0 13 16,2 0-15-16,-2 0-19 16,-3 0-2-16,-2 0-5 15,-5 0 2-15,1 0 0 16,-5 0 3-16,-2 2-6 16,-3 6 2-16,-5 3-3 15,2-1 0-15,-6 3 0 16,2-1 2-16,-4 1 1 0,4 1-1 15,-2 1 6-15,-2 1-5 16,4 1 1-16,-1-3-2 16,1 1-2-16,0-5-1 15,3 2 1-15,-1 1-1 16,-1-1 0-16,4 1 1 16,2-3-1-16,3-2 3 15,8-1-3-15,2-3 2 16,3-2-4-16,5 2 2 15,-2-4 0-15,2 0-3 16,0 0 1-16,0 0-12 16,0 0-4-16,0 0-15 15,0 0-34-15,0 0-23 0,2 0 23 16</inkml:trace>
  <inkml:trace contextRef="#ctx0" brushRef="#br0" timeOffset="31081.12">14400 8197 11 0,'-8'0'19'15,"0"0"3"-15,-6 0 11 16,0 0 8-16,-4 7-11 16,-1-1-4-16,-2 2-9 0,-1 2-4 15,-4 1 2 1,1 1-7-16,-3 1 1 0,-2 3 0 16,-4 3-2-16,-5 2 1 15,-1 1-2-15,1-1 4 16,3 0-3-16,4-2 1 15,-1-3-6-15,6-2 1 16,-1 1-3-16,3-3 1 16,1 1-1-16,6-5-1 15,4-1 3-15,1-3 0 16,6 0-1-16,3-4-1 16,0 0 1-16,4 0-5 15,0 0 0-15,0 0-18 16,0 0-13-16,0 0-21 0,6 0 19 15,12 0 11-15,9 0-10 16,6-4-49-16</inkml:trace>
  <inkml:trace contextRef="#ctx0" brushRef="#br0" timeOffset="31529.76">14557 8224 31 0,'-8'0'61'16,"-1"0"-57"-16,0 0 13 0,-3 0 27 15,-4 0-19-15,-2 7-13 16,-3 5 5-16,-6 2 0 16,-8 7-7-16,-4 0-3 15,-3 0 1-15,4-1 6 16,1-1-6-16,-1 0-1 16,2-3-6-16,-1 3 4 15,1-1-3-15,1 3-1 0,3-2 0 16,4-2-2-16,7-5 4 15,2-4-5-15,8 0 4 16,0-2-5-16,3-2 2 16,6 1-8-16,0-1 2 15,2-4-7-15,0 0-8 16,0 0-18-16,0 0-18 16,2 0 43-16,19 0-34 15,5 0 27-15</inkml:trace>
  <inkml:trace contextRef="#ctx0" brushRef="#br0" timeOffset="31907.18">14705 8253 39 0,'-11'0'44'0,"2"0"-40"16,3 0 15-16,-7 0 16 15,0 0-16-15,-8 3-4 16,-2 11 8-16,-5 2-10 16,1 3 4-16,-5 2-4 15,-3 2-3-15,-2 2-1 16,-2-1-5-16,0 1 1 0,0 0-4 15,0-2 4-15,2-1-5 16,3-1 2-16,2-2-3 16,6-3 3-16,7-5-3 15,10-5 0-15,5-4 0 16,4 0-10-16,0-2-22 16,0 0-33-16,0 0-11 15,16 0 22-15</inkml:trace>
  <inkml:trace contextRef="#ctx0" brushRef="#br0" timeOffset="32251.22">14816 8315 69 0,'-16'0'82'16,"-5"0"-74"-16,3 5 6 16,-10 7 22-16,-2 2-24 15,-2 7-9-15,-5 0 8 16,-2 4-3-16,1 0 2 16,-2 0-6-16,3 0 1 15,3-3-3-15,4-3-1 16,4-3 2-16,6-1-4 0,1-3 3 15,8-3-4-15,4-3 5 16,2-4-6-16,5 0-6 16,0-2-11-16,0 0-24 15,0 0-17-15,19 0 15 16,11-4-6-16</inkml:trace>
  <inkml:trace contextRef="#ctx0" brushRef="#br0" timeOffset="32591.09">14910 8299 132 0,'-23'6'23'0,"5"2"-18"16,-7 5 18-16,-1 6 3 15,-1 1-18-15,-3 3 2 16,0 2-2-16,0 0 2 16,0-3-5-16,0 1-2 15,3-2 0-15,4-3-4 16,4-3 6-16,6-3-5 16,1-3 2-16,3-5-3 0,4 0 2 15,3-2-1 1,2-2-4-16,0 0-4 15,0 0-22-15,0 0-27 0,4 0-4 16,20 0 42-16,6-8-19 16</inkml:trace>
  <inkml:trace contextRef="#ctx0" brushRef="#br0" timeOffset="32886.58">15030 8299 19 0,'0'0'47'0,"0"0"13"16,0 0-5-16,0 0-18 15,-7 0-24-15,-11 4-1 16,-6 13-2-16,-2 5-6 0,-7 3 3 16,4 0-1-16,-5 0-1 15,5-2-2 1,2-3-3-16,6-1 5 0,2-5-6 15,10-3 4-15,2-5-6 16,5-2 2-16,2 0-6 16,0-1-12-16,0-3-18 15,0 0-11-15,0 0 24 16,11 0-2-16,15 0 6 16,6-9-20-16</inkml:trace>
  <inkml:trace contextRef="#ctx0" brushRef="#br0" timeOffset="33094.56">15161 8309 41 0,'0'0'51'0,"0"0"8"16,0 0-29-16,-20 0-19 16,-8 9 15-16,-4 11-10 15,-8 7-3-15,1 0-11 16,3 2 3-16,-1 0-6 15,5-6-1-15,4 0-2 16,3-1-14-16,2-5-48 16,7-3-77-16</inkml:trace>
  <inkml:trace contextRef="#ctx0" brushRef="#br0" timeOffset="37214.93">13822 7852 19 0,'-14'-5'20'16,"7"4"-1"-16,3 1 29 16,2 0-17-16,-3 0-9 15,1 0-2-15,-2 0-1 16,0 0 0-16,-1 0-3 16,0 0 6-16,1 0-8 15,-4 0 0-15,-1 0-2 16,-1 0-1-16,-4 0-5 15,-1 6-1-15,4 2 0 16,-4 2-1-16,2 1 1 16,1-1-2-16,-2 2 7 15,5-1-7-15,-1-1 3 16,0 1-5-16,1 3 6 0,1 2-5 16,2 1 3-16,5 0-1 15,1 1-1-15,-5 1 1 16,0-2-3-16,0-1 5 15,3 1-6-15,-1-3 6 16,1 1-5-16,-2 3 6 16,2 3-2-16,-1 1-1 15,3 2 0-15,0-6-1 16,2 1-1-16,0-3 0 16,0 1 5-16,0 2-7 15,0-5 3-15,0 3-3 0,0-3 1 16,0 1 3-16,0-1-4 15,0-2 3-15,0 1-3 16,0-1 5-16,0-1-7 16,7 3 6-16,-3-1-4 15,-2-1 3-15,4 1-3 16,-2-3 0-16,1 0 1 16,-3-1-2-16,0-1 3 15,-2 0-2-15,4 2 8 16,1 1-4-16,0 1 2 15,4-2-7-15,0 1 1 16,0-3-1-16,5 0 2 16,0 3 5-16,2 1-4 15,2 2 4-15,3 1-4 0,-2 0 3 16,-1-5-6-16,1 2 4 16,-4-1-4-16,6-1 3 15,-4 2-1-15,1 1-2 16,5 2 6-16,2-1-5 15,3 2 5-15,2-1-4 16,2 2 0-16,0-1-1 16,3 1 2-16,1 2 0 15,3-7 0-15,3 2 2 16,-3 1-5-16,2-5 6 16,-3 3-6-16,1-1 6 15,2-4-6-15,0 1 4 0,3-1-4 16,2-4 2-16,2 0 0 15,1-2 0-15,-1-2 2 16,1 0-6-16,-6 0 8 16,6 0-5-16,-4 0 5 15,6 0-5-15,-3 0 3 16,1 0-2-16,-4 0 1 16,2 0 0-16,0-2-1 15,-2-6 4-15,-2-4-5 16,-3-1 4-16,-1-1-4 15,0-1 4-15,-3-2-3 16,-4-4 2-16,0 1 0 16,-4-3-1-16,2-2 2 15,0 0-5-15,-2 0 5 16,0-1-4-16,-1-3 3 0,1-2-4 16,-5-1 3-16,2-2-1 15,-2-2 6-15,-2-3-4 16,0-3 0-16,-5-1 2 15,-3-7-4-15,-1 1 3 16,-3-5-4-16,-5 0 3 16,-1 2-3-16,-3 3 2 15,0 3-2-15,0 7 0 16,-3 1 3-16,-12 5-5 16,-4 4 7-16,-1 3-6 0,-3-4 3 15,-7 1-4-15,-2 0 3 16,-5-2-1-16,-5 2-2 15,-1-2 2-15,-2 3-2 16,0 0 4-16,-4 3-4 16,1 1 5-16,-5 1-5 15,-4 2 2-15,-10 3-3 16,-4 1-2-16,-10 5 1 16,-7 5-4-16,-10 5 3 15,-11 2-6-15,-5 0 11 16,-1 6-4-16,9 11 5 15,12 8-19-15,15 8-29 16,13 4-22-16,6 11-59 16,4 6-67-16</inkml:trace>
  <inkml:trace contextRef="#ctx0" brushRef="#br0" timeOffset="39653.94">11027 7852 45 0,'0'0'36'0,"0"0"-15"16,0 0 27-16,0 0 1 15,0 0-17-15,0 0-9 16,0 0 4-16,0 0 0 15,0 0-3-15,0 0-2 16,0-2 1-16,0-2 3 16,0-1-7-16,0 1-11 15,-2-2 2-15,-10 0 6 16,-2-2-3-16,-1 1 2 0,-7 1-3 16,-1 0 1-16,-4 1-7 15,1 0 3-15,2 0 3 16,3 1-4-16,-1 0-1 15,5 0-6-15,-4 2 6 16,0-2-4-16,-2 2 3 16,0 2-7-16,-5-3 3 15,3 3-2-15,-3 0 1 16,0 0 4-16,-1 0-7 16,2 0 7-16,-1 0-6 0,0 0 7 15,7 0-6-15,-2-2 3 16,-2 2-4-16,0 0 1 15,-5 0 1-15,-2 0-3 16,-6 0 3-16,-5 0-3 16,2 0 6-16,-5 5-5 15,-2-1 5-15,3 2-5 16,4 0 4-16,-1 0-1 16,3 2-2-16,-2 3 1 15,3-1-2-15,-2 5 4 16,5-5-5-16,-4 7 5 15,-2-1-5-15,-1 5 5 16,1 2-5-16,5 0 3 16,4-1-1-16,4 3-2 15,5 0 4-15,4 4-4 0,3 0 5 16,2 2-4-16,0 4 3 16,3 2-4-16,1 3 3 15,4-1-2-15,1-1 0 16,3-1 1-16,2-2-2 15,0 0 4-15,0 2-3 16,0-1 2-16,11 1-3 16,1 2 4-16,2-3-5 15,2 1 3-15,-2-4-2 16,4-4 1-16,2 0-1 16,1-5-1-16,5 0 3 15,-3-2 0-15,4 1 1 16,-2 0-4-16,1-2 5 0,2-5-5 15,2 1 0-15,-1-3 3 16,4 1-1-16,-1-3 1 16,2 3 0-16,3-3 6 15,0-2-7-15,2 2 5 16,-2-3-7-16,0-1 4 16,-3-1 0-16,4-1-2 15,0-2 2-15,-3 0-3 16,1 0 6-16,-3-2-5 15,-4 0 4-15,1-2-5 16,3 0 3-16,1 0-2 16,3 0 3-16,0 0-3 15,0-6 0-15,-1-2 3 16,1 0-3-16,0-3 5 0,-4 3-4 16,-4-1 1-16,1 0-2 15,-3-2 1-15,3-3 1 16,-4 1-2-16,-1-1 2 15,1-1-2-15,-3 1 4 16,-3-1-2-16,-1-2 3 16,-6 1-4-16,4-1 4 15,-4-3-1-15,4-3-2 16,1-2 1-16,-2-4-3 16,5 0 4-16,-3 0-4 15,-1 0 4-15,0 0-4 16,-2 0 4-16,-4 2-4 0,-2 0 2 15,-2 1 1-15,0 1-2 16,-7 0 3-16,2-5-3 16,1 0 6-16,-1-2-6 15,2 1 4-15,-4 5-3 16,0-2 3-16,0 0-4 16,0-4 2-16,0-1-1 15,0 0-2-15,-11 0 5 16,-1-2-4-16,3 0 5 15,-4-2-4-15,1 1 2 16,1 1-4-16,-6 2 2 16,1 0 0-16,0 2-1 15,-2 2 4-15,-1 4-4 0,4 2 6 16,0 6-7-16,2 1 5 16,1 3-6-16,3 4 5 15,0 0-4-15,-1 3 0 16,-1 1 0-16,-2 1-3 15,-4 3 4-15,1-2-4 16,2 1 5-16,3 2-6 16,4 0-3-16,2-2-19 15,0 0-12-15,5 2-2 16,0 0-27-16,0 0-18 16,0 0-23-16,0 2 19 15,-2 9-20-15</inkml:trace>
  <inkml:trace contextRef="#ctx0" brushRef="#br0" timeOffset="40479.14">10995 8285 82 0,'-5'-3'87'0,"-1"3"-77"16,3 0-3-16,0 0 21 15,-4 0-11-15,1 0-17 16,-1 0 2-16,-2 15 0 16,-7 6 0-16,2 6 4 15,-7 6 5-15,2 0 3 0,2-2-11 16,-2-2 3-16,5-3-3 15,0-5-3-15,3-2 1 16,6-7-2-16,1-3-7 16,4-5-39-16,0-4-54 15</inkml:trace>
  <inkml:trace contextRef="#ctx0" brushRef="#br0" timeOffset="40790.65">10916 8139 125 0,'0'0'52'0,"-7"0"-45"0,-4 0 20 16,-5 0 2-16,-2 9-20 15,-1 11-5-15,3 3 0 16,0 2-1-16,-2 2 1 16,-3 2-4-16,-5 2 1 15,-3 2-2-15,-1-4 2 16,2-2-1-16,2-4 0 16,6-7-1-16,6-3-6 0,5-3-15 15,5-4-36-15,4-3-49 16</inkml:trace>
  <inkml:trace contextRef="#ctx0" brushRef="#br0" timeOffset="41088.18">10783 8210 71 0,'0'-4'14'15,"0"4"46"-15,0 0 10 16,-5 0-31-16,-11 0-32 16,-2 10-4-16,-3 7 1 15,-2 1-2-15,0 1 2 0,2 0 0 16,-2-1-2-16,3 3 1 16,-3-3-3-16,0 1 2 15,2-5-3-15,3 1 0 16,3-6 0-16,4-5-12 15,2 0-35-15,7-4-8 16,0 0-1-16,2 0-20 16</inkml:trace>
  <inkml:trace contextRef="#ctx0" brushRef="#br0" timeOffset="41360.65">10578 8266 70 0,'-20'12'12'0,"-6"0"18"16,3 3 23-16,-3 0-22 16,4-1-19-16,-1 3 3 15,2-3-3-15,1 0-10 16,-1 1 2-16,-2-1-5 15,3-3 4-15,-1-1-5 16,-1-1-4-16,9-5-6 16,1 0-8-16,5-4-13 0,7 0-36 15,0 0-3-15</inkml:trace>
  <inkml:trace contextRef="#ctx0" brushRef="#br0" timeOffset="41620.01">10419 8320 39 0,'-18'6'65'16,"0"2"-56"-16,-4 3 22 16,2 1 27-16,-3 2-37 15,2 3-7-15,1-2-1 16,-1 1-5-16,0 1-5 0,1-3 0 15,-1 3-6-15,-2-5-4 16,3 1-26-16,-4-3-17 16,6-2 7-16,0-2 10 15,3-1 6-15,9-5-19 16</inkml:trace>
  <inkml:trace contextRef="#ctx0" brushRef="#br0" timeOffset="41878.85">10286 8346 114 0,'-17'0'51'0,"2"0"-48"0,-2 0 27 16,-1 0 12-16,-3 3-32 15,4 7-10-15,-2 2 3 16,0 3-2-16,-1 2-1 15,-6-1-1-15,1 3-5 16,-5-3 2-16,2-1-6 16,1-1-2-16,1-5-10 15,8-4-2-15,9 0-2 16,6-3-24-16,3-2-30 16</inkml:trace>
  <inkml:trace contextRef="#ctx0" brushRef="#br0" timeOffset="42089.85">10127 8326 79 0,'0'0'54'16,"0"0"-31"-16,-4 0 4 15,-15 0-6-15,-6 20-16 16,-1 4 4-16,2 0-5 15,-2 1 2-15,3-2-9 16,-3-1 1-16,1 2-48 16,-2-8-117-16</inkml:trace>
  <inkml:trace contextRef="#ctx0" brushRef="#br0" timeOffset="77216.45">1057 14391 132 0,'-13'-11'19'0,"2"5"-14"16,8 4 11-16,3-2 8 15,0 4-10-15,0-2-2 0,0 2-5 16,0 0 2-1,0 0-3-15,0 0 0 0,0 0 0 16,0 0-2-16,0 0 7 16,0 0 0-16,0 0 1 15,0 0-7-15,0 0 1 16,0 0-1-16,0 0 0 16,5 0 4-16,9 0-3 15,-1 0 5-15,4 0-7 16,-4 0 1-16,6-4-5 15,4 4 4-15,0-3-4 0,4 2 3 16,1 1 0-16,-1-3-4 16,3 3 3-1,0 0-2-15,0 0 4 0,2 0-2 16,3 0 1-16,-3 0-4 16,-2 0 2-16,2 0-1 15,-2 0 0-15,0 4 0 16,0-1 0-16,0-3 3 15,2 4-5-15,2-4 7 16,-2 0-8-16,4 0 6 16,-2 0-4-16,3 2 1 15,-1-2 1-15,6 0-5 16,0 0 8-16,3 0-7 16,2 0 8-16,0 0-6 0,2 0 2 15,-6 0-3-15,2 0 3 16,-2 0-1-16,4 0-1 15,2 0 3-15,7 0-4 16,4 0 4-16,0-2-3 16,0 2 4-16,-3 0-5 15,-1-4 4-15,-6 4-3 16,-2 0 1-16,-2 0 0 16,0 0-2-16,0-3 3 15,3 2-1-15,-4-2 2 0,2 2-2 16,-2-2 3-1,0 3-6-15,-2-4 4 16,-1 2-2-16,-1 2 0 0,-2-2 2 16,-3 2-2-16,-3-2 5 15,2-2-6-15,-1 2 7 16,-1 0-6-16,1-5 4 16,-4 1-2-16,2 0-1 15,0 2 2-15,0-2-4 16,-2 2 6-16,0-3-5 15,-4 1 3-15,1 4-3 16,-4-2 4-16,2-4-5 16,-2 1 4-16,3 1-6 15,-1 2 5-15,0 0 2 16,3 0-5-16,2 0 7 0,-1-3-7 16,4 3 6-1,-3-6-6-15,4 2 4 0,-4 1-3 16,2-1 1-16,0 2 0 15,-4 0-3-15,0 0 6 16,-3-1-4-16,3 1 4 16,2 0-3-16,2 2 2 15,5-3-5-15,-5 3 4 16,0-2-1-16,0 2-1 16,0 0 2-16,3 2-3 15,2 0 6-15,4-2-5 16,-4 1 2-16,2 2-2 0,1-3 2 15,-4 1-2 1,3-1 1-16,0 0 0 0,1 0-1 16,-1 2 2-16,-7 0-1 15,-2 2 2-15,-3 0-4 16,-1 0 6-16,-4 0-7 16,1 0 3-16,1-2 0 15,-1-2-1-15,-1 1 1 16,-1 2-1-16,-2 1 4 15,-1 0-4-15,1-3 4 16,-4 3-5-16,4-2 1 16,2 2 1-16,5 0 0 15,0 0 1-15,10 0-4 16,0 0 5-16,5-2-3 16,6 2 6-16,-6 0-8 0,0 0 7 15,1 0-8-15,-3 0 4 16,0 0 2-16,-5 0-5 15,1 0 4-15,-8 0-4 16,-1 0 9-16,-5 0-9 16,2 0 7-16,-3 0-8 15,-1-6 4-15,-4 4-1 16,-2 0 1-16,-2 0 0 16,-2 0-1-16,-4 0 5 15,2 2-7-15,-1-2 8 0,1 2-7 16,2 0 5-1,1 0-6-15,-1-5 3 16,-3 3 1-16,4 0-2 16,-5 0 2-16,-1 2-2 0,1-2 5 15,-3 0-4-15,2 2 2 16,-1 0-3-16,-1-4 2 16,1 2-1-16,-1 2 4 15,-2-2 1-15,3-2-1 16,-1 0 6-16,2-5-5 15,3-3 6-15,-3-3-9 16,3-3 3-16,-2-1-4 16,-2-4 3-16,-1-2-1 15,-2-8-1-15,0-4 4 16,0 0-6-16,0-3 8 0,0 3-5 16,0-7 3-1,-2 3-6-15,-3 0 1 0,2 0 1 16,-1-3-4-1,1-2 5-15,-1 5-4 0,-1-3 6 16,1 1-7-16,-5 1 9 16,-1-1-8-16,1 0 6 15,0-1-6-15,2 1 3 16,0-5-1-16,3 2-3 16,1-1 5-16,-1-1-4 15,2 5 5-15,-1 4-4 16,1 7 5-16,-1 10-7 0,-1 5 4 15,1 4-2-15,3 5 1 16,-2 2 0-16,2 4-3 16,0 2 6-16,0 0-6 15,0 0 4-15,0 0-4 16,0 0 3-16,0 0-1 16,0 0 0-16,-2 0 0 15,2 0-1-15,0 0 4 16,0 0-5-16,0 0 8 15,-2 0-5-15,2 0 5 16,0 0-6-16,0 0 1 16,0 0 1-16,-3 0-1 15,3 0 2-15,-2 0-4 16,-2 0 5-16,-1 0-6 16,-5 0 7-16,-3 0-9 0,-4 0 5 15,0 0-3-15,-4 0 2 16,0 0 1-16,-2 0-4 15,-2 0 4-15,-1 0-3 16,1 4 4-16,-1 3-4 16,2-3 5-16,1 2-6 15,-3-2 3-15,1-2 0 16,-3 2-2-16,0 0 2 16,-2 0-3-16,3-2 7 15,0 3-6-15,1-3 5 16,1 0-7-16,-1 2 5 15,1-2-2-15,5 0 1 16,-3 0-1-16,-1 0-2 16,-3 0 3-16,-1 0-4 0,-4-2 5 15,0 0-3-15,-5 0 3 16,3 0-6-16,-3 0 5 16,3 0-1-16,-2 0 1 15,2 0 1-15,2 0-4 16,-1 0 7-16,1 0-5 15,2 0 3-15,-2 0-4 16,0 0 2-16,-2 0-1 16,-5 0 0-16,0 0 1 15,-3 0-5-15,1 0 4 16,2 0-1-16,1 0 3 0,4 0-3 16,6 0 4-1,1 0-6-15,-6 0 4 0,-1 0-2 16,-5 0 0-16,0-2 0 15,-3 0-2-15,1 0 8 16,0 0-6-16,-1 0 4 16,-1-2-5-16,-2 0 3 15,2-1-1-15,-2 1 0 16,-4 2-1-16,-2-2-3 16,1 2 4-16,-3 0-6 15,-3 0 9-15,4 0-11 16,-1 0 10-16,2 0-11 0,3 2 8 15,2-2 0 1,2-1-7-16,-2 3 11 0,3 0-10 16,-4 0 4-16,-1 0-1 15,0 0 1-15,-3 0-4 16,-2 0 10-16,0 0-8 16,2 0 3-16,1 0 3 15,6 0-4-15,-6 0 6 16,-1 0-9-16,-2 0 6 15,-5 3 0-15,2 1 2 16,-7 0-8-16,1 2 9 16,0 0-13-16,-3 3 8 15,3-1 6-15,7 0-8 16,2-1 10-16,4 1-7 16,-1-2 4-16,-1 0-2 15,0 0-4-15,4 2 3 0,0 1-2 16,2-1-2-16,-2 0 0 15,4 1 8-15,4-1-8 16,-1-2 1-16,6 0 3 16,4-1 2-16,4-3-4 15,6 0 2-15,4-2 1 16,5 0-1-16,2 0-2 16,1 0 2-16,1 0 2 15,3 0-5-15,-5 2 1 16,-1 0-7-16,1 0 1 15,-4 2 4-15,-1 0-1 16,-2-2-9-16,-5 3 8 16,-2-4 11-16,0 3-7 0,0-1 8 15,2-1-10-15,0 0 3 16,1-2-3-16,3 2 5 16,4-2-1-16,1 0 1 15,1 0 1-15,2 0-3 16,-1 0-3-16,-1 0 8 15,4 2 1-15,-2-2-8 16,2 0 8-16,0 2-4 16,0-2 0-16,-2 2 2 15,-1-2-5-15,-1 2 7 16,0 1-5-16,-1-3 5 0,3 1-6 16,0-1 5-1,4 3-3-15,0-3 4 0,5 0-3 16,-2 1 0-16,2-1 3 15,0 0-5-15,0 0 6 16,0 0-6-16,0 0 5 16,0 0-7-16,0 0 5 15,0 0-1-15,0 0-1 16,0 3 4-16,0-2-1 16,0 8 8-16,0-1-12 15,0 4 8-15,0 3-8 16,0 0 4-16,0 3-3 0,2 3 3 15,6 2-1 1,-4 4-1-16,1 2 3 0,-1 2-4 16,-1 4 4-16,1 0-4 15,-2 4 5-15,1 1-8 16,-1 1 3-16,0 3 2 16,1 3-2-16,-1 5 2 15,-2 4-4-15,0 13 6 16,0-3-5-16,0 2 4 15,0-2-4-15,-2-8 4 16,-3-2-6-16,0-4 4 16,1 0-1-16,2-7 0 15,-1-3 4-15,3-5-4 16,0-8 6-16,0-6-6 16,0-9 1-16,0-2-4 0,0-1 2 15,0-3-2-15,0-2-3 16,0-4 4-16,0 0-4 15,0 3 7-15,0-5-12 16,0 0-7-16,0 0-34 16,0 0-61-16</inkml:trace>
  <inkml:trace contextRef="#ctx0" brushRef="#br0" timeOffset="84984.63">1854 17024 16 0,'0'0'10'0,"0"0"1"16,0 0-1-16,0 0 4 15,-3 0 0-15,3 0-3 16,0 0 3-16,0 0-5 16,0 0 6-16,0-4-5 15,0 4 1-15,0 0 0 16,-2 0 4-16,2 0 5 16,0 0-7-16,0 0-2 0,0 0-10 15,0 0 5 1,0 0-6-16,0 0 3 0,0 0-5 15,0 0 7-15,0 0 2 16,0 0 1-16,0 0 0 16,-2 0-4-16,2 0 9 15,0 0-16-15,0 0 6 16,0 4-6-16,0 1 7 16,0-1-4-16,0 2 1 15,0 2 3-15,0-1-7 16,0 1 9-16,0 2-6 15,0-2 5-15,0 7-5 0,0-5 1 16,0 3-2-16,0-3 2 16,0-1-2-16,2-3-1 15,0-2 0-15,-2 0-1 16,0 2 6-16,0-6-5 16,3 0 6-16,-3 0-8 15,0 0 3-15,0 0-2 16,0 0 0-16,0 0-1 15,0 0-8-15,0 0 0 16,0 0-7-16,0 0 2 16,0 0-26-16,4 0-29 15,2 0-1-15</inkml:trace>
  <inkml:trace contextRef="#ctx0" brushRef="#br0" timeOffset="85702.71">1824 16832 6 0,'0'-2'31'15,"-2"2"-6"-15,2 0-2 16,-3 0-9-16,3 0 0 16,0 0 9-16,0 0-10 15,0 0 1-15,0 0 1 16,0 0-1-16,0 0-8 15,0 0 1-15,0 0-4 0,0 6 3 16,0 6 0-16,0-1 1 16,0 3-3-16,-2 1-1 15,2-1 0-15,0-1-3 16,0 1 5-16,0-3-7 16,0-1 4-16,0-2-6 15,0-4 1-15,0 0-4 16,0-4-5-16,0 0-2 15,0 0-9-15,0 0-3 16,0 0-45-16</inkml:trace>
  <inkml:trace contextRef="#ctx0" brushRef="#br0" timeOffset="86022.36">1772 16567 33 0,'-4'-11'16'0,"4"11"-9"15,-2 0 0-15,2 0 23 16,0 0 2-16,0 0 1 16,0 0-25-16,0 11-6 0,0 1 0 15,0 3-3-15,0-1 2 16,0 1-12-16,0 3-7 16,0 1-19-16,0 0-48 15</inkml:trace>
  <inkml:trace contextRef="#ctx0" brushRef="#br0" timeOffset="87414.29">1806 16697 11 0,'0'-4'31'0,"0"-4"-23"16,0 4 8-16,-6 2 11 16,0-3 7-16,1 1-12 15,1 4-3-15,2-4 1 16,-1 4 1-16,-1 0-8 16,2 0 6-16,0 0-3 15,2 0 2-15,0 0-3 16,0 0 0-16,-6 0 0 15,2 0-10-15,-3-1 3 16,-4-4-3-16,-4 1-5 16,2 0 9-16,-6 4 1 15,1-7-8-15,-3 7-2 16,-2-4 1-16,2 4-2 0,1-4-3 16,-1 4 13-16,0 0-12 15,-1 0-4-15,-4 0 10 16,-1 0-6-16,-1 0 8 15,-2 0-3-15,0 0-6 16,-2 0 4-16,2 4-2 16,0 0 4-16,0 3-4 15,-2 1-4-15,-3 2-3 16,-3 5-3-16,-2-3 19 16,-1 5-15-16,0-1 11 15,1-1-3-15,1 3-4 16,2 2 12-16,3-6-3 15,2 7-20-15,-3-3 25 16,3 1-11-16,0-1 3 16,7 1-2-16,6-5-1 0,3 1 0 15,4 0-1-15,3 3 4 16,2-6-11-16,3 8 18 16,2-7-10-16,0 2-1 15,-4 4 2-15,6 0-2 16,-2-3 6-16,0 3-5 15,2-1 7-15,-3 1-5 16,3-5 2-16,0 5-4 16,0-4 2-16,0-3 0 15,0 2-1-15,5-3 2 0,7 3-4 16,4 5 7 0,-2-5-6-16,-1 1 7 0,4-3-6 15,3-1 2-15,1 1-4 16,0-6 4-16,4-2-2 15,2 3 3-15,5-3 3 16,8 0-6-16,6 5 8 16,5-8-7-16,1-1 4 15,3 4-4-15,-1-4 1 16,-3 0-3-16,-10 0 2 16,-3 0 0-16,-3 0-5 15,-3 0 5-15,3-5-2 16,0-8 7-16,-1-2-8 15,-2 1 7-15,-2-1-2 0,-2-3-4 16,-6 3 4-16,1 1-5 16,3-5 5-16,-5 5-4 15,-1-5 3-15,1 0 1 16,-4 1 5-16,0-1-8 16,0-4 1-16,1 5 1 15,1-3-2-15,-4 2 0 16,0 1-2-16,-6-1 4 15,-3-4-6-15,0 9 0 16,-2-5 12-16,-4-1 4 16,2-3-12-16,-2-4 2 15,0-2 0-15,0 0-3 16,0 0 4-16,0-2-2 16,0 2 4-16,0 4-2 15,0-2 2-15,-6 7-5 0,-6-4 2 16,-2 6 2-16,-2-1-2 15,-4 5 5-15,-1-1-7 16,-5 1 3-16,1 1-4 16,-5 3 7-16,0 2-9 15,0 1 4-15,-5 3-5 16,-1 4 0-16,-3 0-16 16,-3 0-15-16,3 0-7 15,7 15-25-15,6 7-62 16</inkml:trace>
  <inkml:trace contextRef="#ctx0" brushRef="#br0" timeOffset="89797.54">3802 16482 33 0,'-4'0'38'0,"1"0"-14"15,3 0-5-15,-2 0 8 16,2 0-11-16,0 0-2 16,0 0-2-16,0 0-4 15,0 0 2-15,0 0-4 16,-2 0 3-16,2 0-4 16,0 0 5-16,0 0 0 0,0 0 4 15,0 0-2-15,0 0-4 16,0 0-2-16,0 0-3 15,0 0 4-15,0 0-4 16,0 0 7-16,0 0-3 16,0 0 4-16,0-4-6 15,0 4 3-15,0 0-1 16,0 0-2-16,0 0 1 16,0 0-5-16,0 0 6 15,0 0-5-15,0 0 3 16,0 0 0-16,0 0 2 0,0 0-3 15,-2 0-3-15,2 0 2 16,0 12 0-16,0 3 2 16,0-1-5-16,0 1 5 15,0-3-9-15,0 3 4 16,0-1-8-16,0-3-5 16,0-1-13-16,0 2-30 15,0-1-17-15,0 1-7 16,2-2-50-16</inkml:trace>
  <inkml:trace contextRef="#ctx0" brushRef="#br0" timeOffset="90171.54">3795 16788 99 0,'0'0'46'0,"0"0"-33"16,0 0 12-16,0 0 2 15,0 0 17-15,0 0-34 16,0 9 3-16,0 1-5 15,0 1-2-15,0 1-3 0,7 6-2 16,-1 3 8-16,0 6-4 16,1 2 1-16,0 0-8 15,-5-2 4-15,0-6-4 16,-2-4 2-16,0-7-1 16,0-4-7-16,0-2-7 15,0-4-23-15,3 0-51 16,4 0-73-16</inkml:trace>
  <inkml:trace contextRef="#ctx0" brushRef="#br0" timeOffset="90592.17">4101 16476 50 0,'0'-4'56'16,"0"4"-49"-16,0-4 16 15,0-1-2-15,0 5 8 16,0 0-14-16,0 0-7 0,0 0 5 15,0 0 8 1,0 0 16-16,0 9-25 0,-8 5-5 16,-9 9-5-16,-3 6 2 15,-1 0-1-15,2 4 1 16,1 0-3-16,0 0 1 16,0-2-1-16,1 2-4 15,4-4 3-15,-2 0-2 16,4-6 0-16,5-4-10 15,3-5-9-15,3-3-28 16,0-7-1-16,0-4-7 16,3 0-25-16</inkml:trace>
  <inkml:trace contextRef="#ctx0" brushRef="#br0" timeOffset="90898.08">4245 16463 93 0,'0'0'105'0,"0"0"-76"16,-5 0-9-16,-12 13 2 16,0 8 6-16,-4 5-10 15,0 12-8-15,1 1-7 16,1 2 1-16,-2 3-3 15,1-3-1-15,1-4-1 0,2-3-1 16,6-5 3-16,2-7-8 16,5-7 1-16,2-9-7 15,-2-2-4-15,4-4-27 16,0 0-17-16,0 0 10 16,26-14 30-16,14-13-15 15</inkml:trace>
  <inkml:trace contextRef="#ctx0" brushRef="#br0" timeOffset="91138.27">4452 16461 82 0,'0'0'86'16,"-8"0"-42"-16,-10 21-7 15,0 2 6-15,-8 10-11 0,6 0-21 16,1 0-6-16,4 0-5 15,5-4 5-15,3-2-8 16,0-6 3-16,3-2-8 16,2-7-2-16,2-2-10 15,0-6-7-15,0 0-23 16,4-4-26-16,18 0 30 16,14-8-15-16</inkml:trace>
  <inkml:trace contextRef="#ctx0" brushRef="#br0" timeOffset="91370.65">4628 16519 121 0,'-2'4'75'0,"-16"15"-53"0,-5 2 16 16,0 6 4-16,-3-5-18 16,6 3-13-16,6 4-9 15,3-6 3-15,4 0-7 16,-1-2 3-16,2-3-12 15,1-6 2-15,3-5-5 16,2-7-15-16,0 0-32 16,0 0 5-16,9 0 35 15,16-19 13-15,10-10-23 0,7-8-58 16</inkml:trace>
  <inkml:trace contextRef="#ctx0" brushRef="#br0" timeOffset="91552.17">4819 16453 39 0,'12'-4'32'15,"-12"4"49"-15,0 0 28 16,0 4-55-16,-9 21-25 16,-12 8-5-16,0 8-3 15,-2 1-6-15,5-3-14 16,2-2 2-16,2-10-9 16,3 2 1-16,1-6-15 15,3-6-8-15,3 0-33 16,2-7-45-16,2-4-50 15</inkml:trace>
  <inkml:trace contextRef="#ctx0" brushRef="#br1" timeOffset="-204677.79">11243 1960 30 0,'-4'-9'3'0,"-3"2"13"16,5 3 14-16,2 4-20 16,-3-2-3-16,0 2 10 15,-1 0 8-15,-1 0 2 16,3 0-8-16,-2 0 0 15,4 0-1-15,-3 0 4 0,-1 0 0 16,2 0 0-16,0 0 2 16,2 0 0-16,0 0-2 15,0 0-1-15,0 0-3 16,0 0-6-16,0 0 3 16,0 0-7-16,0 0-2 15,0 0-4-15,0 0 2 16,0 0 1-16,0 0-4 15,0 0 4-15,0 0-6 16,0 0 3-16,0 0-2 16,0 0 2-16,0 6 4 15,0 6-2-15,8 1 2 16,1-1-1-16,0 1 1 0,3-1-4 16,-3 3 3-1,0-1-3-15,-3 5 2 0,-2 1-3 16,5 1 2-16,0 0-1 15,3-2-1-15,-1-1 4 16,-2 1-4-16,1-3 3 16,1 3-4-16,2-5 3 15,0 3-3-15,-2 2 1 16,1 0 2-16,-3 1-2 16,2-2 0-16,1 3-1 15,-3-4 3-15,0 0-3 16,1 1 2-16,-1-1-2 15,-3-3 0-15,-1 0 0 16,-3-1 0-16,2-5 1 0,0-1-2 16,-2-3 3-16,2-2-3 15,-4 0 3-15,0-2-3 16,0 2 2-16,0-2-1 16,0 0 0-16,0 0-1 15,0 0-1-15,0 0-5 16,0 0-21-16,0 0-26 15,0-6-40-15,-6-9-34 16</inkml:trace>
  <inkml:trace contextRef="#ctx0" brushRef="#br1" timeOffset="-203962.84">11533 1896 125 0,'0'-2'13'0,"0"0"24"16,0 0 19-16,3 0-18 15,-3 2-27-15,0 0-2 16,2-2 3-16,-2 2 0 16,0 0 0-16,0 0 3 15,0 0 4-15,0 0-2 16,0 0-1-16,0 0-6 15,0 0 1-15,0 0-2 16,0 0 0-16,0 0-3 16,0 0 1-16,0 13-1 15,-10 9 2-15,-6 8-1 16,-5 3-3-16,-2 4 3 0,-5 4-4 16,0 0 1-16,-2 5-3 15,0-3 1-15,2-1 1 16,7-3-1-16,4-2-1 15,2-1-1-15,4-5 4 16,-6 0-4-16,4-8 5 16,1-1-6-16,3-5 3 15,2-5-2-15,7-3 2 16,-2-3-2-16,0-2 1 16,-2 2 1-16,2 0-4 15,0 1 5-15,2-3-3 16,-2 2 1-16,2-4-1 15,-3 2 1-15,3-4-2 16,0 0 2-16,0 0-2 0,0 0-1 16,0 0 2-16,0 0-2 15,0 0 0-15,0 0-2 16,0 0-5-16,0 0-22 16,0 0-27-16,0 0-12 15,0-4-34-15</inkml:trace>
  <inkml:trace contextRef="#ctx0" brushRef="#br1" timeOffset="-199398.18">11616 2482 48 0,'-7'0'8'0,"7"0"12"16,0 0 25-16,0 0-15 16,0 0-18-16,0 0 2 15,0 0 7-15,0 0 3 16,0 0-3-16,0 0 1 16,0 0 0-16,0 0-5 15,0 0-1-15,0 0-1 16,0 0-2-16,0 0-7 0,0 0 1 15,0 0-7 1,0 0 2-16,0 0 4 0,0 0-12 16,0 0 12-16,0 2-2 15,0 15 2-15,0 4-7 16,0 8 3-16,0 2-2 16,0 0 0-16,0 0 0 15,0-4-2-15,0-4 4 16,0-5-4-16,0-7 2 15,0-7-6-15,0 0-2 16,0-4-21-16,0 0-35 16,0 0-23-16,0 0-68 15</inkml:trace>
  <inkml:trace contextRef="#ctx0" brushRef="#br1" timeOffset="-199118.46">11592 2269 149 0,'-2'-4'19'0,"0"2"-22"16,0 0 24-16,2 0 0 16,0 2-27-16,0 0-12 15,0 0-8-15,0 0-17 16,0 0-21-16</inkml:trace>
  <inkml:trace contextRef="#ctx0" brushRef="#br1" timeOffset="-197771.08">11819 2385 86 0,'0'0'25'0,"0"0"-6"0,0 0 19 16,0 0-8-16,0 0-18 15,0 0-4-15,0 2 2 16,13 2 7-16,3 0 9 16,2 0-12-16,3 1 6 15,3-3-7-15,1 2-1 16,0-2-5-16,10-2 2 15,-1 0-5-15,5 2 3 16,0-2-5-16,-2 0-1 16,-3 2 0-16,-1-2-1 15,-1 2 2-15,-5-2-4 16,-4 2 4-16,-4-2-2 16,-8 0 2-16,-4 3-3 0,-5-3 1 15,-2 0 1-15,0 1-2 16,0-1 4-16,0 0-5 15,0 0 5-15,0 0-8 16,0 0-13-16,0 0-46 16,-6 0-35-16,-10 0-57 15</inkml:trace>
  <inkml:trace contextRef="#ctx0" brushRef="#br1" timeOffset="-196683.79">12168 2323 22 0,'0'0'35'16,"0"0"-26"-16,0 0 8 15,0 0 7-15,0 0-3 16,0 0-6-16,0 0 1 16,0 0 2-16,0 0-4 15,0 0 2-15,0 0-1 16,0 0 0-16,0 0 1 16,0 0 1-16,0 0-2 0,2 0 6 15,-2 0-3 1,2 0-8-16,3 0-2 0,2 0-4 15,2 0 2-15,7 8-3 16,7-1 1-16,5 1-3 16,4 0 2-16,3-4-2 15,-3 2 0-15,4 1 1 16,0-1-4-16,-2 0 4 16,0 0-2-16,-1 3 2 15,-1-3-3-15,-7 0 3 16,-1 0-3-16,-9-2 1 15,-8 0 0-15,-5-1-1 0,-2-2 2 16,0-1-1-16,0 0 4 16,0 0 0-16,0 0 2 15,0 0-6-15,0 0 4 16,0 3-5-16,0-2 4 16,-13 4-3-16,-8 1-3 15,-9 4 2-15,-2 1-1 16,-3-1 3-16,3 3-2 15,0-1 1-15,0 2-2 16,2-1 1-16,-2-1 1 16,4-1-1-16,7-1 1 15,5-4-2-15,10-2 4 16,0-2-5-16,6-2 0 16,0 3-2-16,0-3 0 15,0 0-8-15,0 0-3 0,0 0-13 16,0 0-15-16,0 0-33 15,0 0-45-15</inkml:trace>
  <inkml:trace contextRef="#ctx0" brushRef="#br1" timeOffset="-195610.36">13291 2019 76 0,'0'-5'32'16,"0"1"-29"-16,0 2 6 15,0 2 10-15,2-2-9 16,-2 2-9-16,0 0-1 16,0 0 0-16,0 0-4 15,0 0 1-15,0 0-14 16,0 0-8-16,0 0-15 16,0 0-5-16</inkml:trace>
  <inkml:trace contextRef="#ctx0" brushRef="#br1" timeOffset="-194659.44">13305 1985 130 0,'6'0'49'15,"-6"0"-40"-15,0 0-2 16,0 0 19-16,0 0-6 15,0 0-5-15,0 4 6 16,0 19 8-16,0 10-12 16,0 9-7-16,-9 6-3 15,3 4-3-15,-4 1-2 16,3 5-2-16,0 0 3 16,3-2-4-16,-1-4 5 15,1-7-6-15,-1-9 2 16,2-12 0-16,1-9 0 15,2-7-1-15,-2-6-2 0,0-2-9 16,-1 0-53 0,-3-4-105-16</inkml:trace>
  <inkml:trace contextRef="#ctx0" brushRef="#br1" timeOffset="-194350.8">13401 1951 166 0,'0'0'12'0,"0"5"-7"16,0 16 20-16,0 14 14 0,-4 15 1 16,-10 12-18-1,0 13-4-15,3 6-7 0,1-3-2 16,5-1-6-16,1-13 4 15,4-8-5-15,-2-10 0 16,0-12-3-16,-1-6 2 16,1-10-1-16,0-5-1 15,2-9 0-15,-2-2-5 16,2-2-3-16,0 0-36 16,0 0-30-16,-3-2-113 15</inkml:trace>
  <inkml:trace contextRef="#ctx0" brushRef="#br1" timeOffset="-194109.99">13086 2288 158 0,'19'0'8'15,"5"0"-9"-15,9 0 35 16,1 0-10-16,4 0-13 16,-4 0 0-16,3 0-5 15,-3 0-1-15,-2 0-7 0,-4 0-3 16,-5-2-34 0,-7 2-52-16</inkml:trace>
  <inkml:trace contextRef="#ctx0" brushRef="#br1" timeOffset="-193878.79">13159 2385 90 0,'0'0'111'16,"0"0"-120"-16,17 0 22 15,3 0 9-15,3 0-16 0,-2 0 1 16,7 0-6 0,4 0 1-16,-2 0-3 0,4 0-1 15,1 0-29-15,6 0-48 16</inkml:trace>
  <inkml:trace contextRef="#ctx0" brushRef="#br1" timeOffset="-193511.79">13882 1899 233 0,'0'-7'15'0,"-6"7"-26"16,2 0 23-16,2 0 9 16,-2 13 6-16,1 20-11 15,-1 13 3-15,-3 9-9 16,-3 8 2-16,2 3-7 16,-4 2 1-16,4 1-4 15,0-3 1-15,3-5-3 16,3-4 0-16,2-5 0 0,0-13 0 15,0-6-1 1,0-11 0-16,0-9 3 0,0-5-7 16,0-4-13-16,0-4-53 15,0 0-73-15</inkml:trace>
  <inkml:trace contextRef="#ctx0" brushRef="#br1" timeOffset="-193237.22">13977 2394 75 0,'2'0'113'0,"-2"0"-115"16,2 4 15-16,-2 2 19 15,0 8 11-15,0 5-14 16,0 4-20-16,0 1-6 15,0 4-1-15,0-4-2 16,0-1-1-16,0-4-3 16,0-5-2-16,0-4-2 15,-2-5-8-15,0-3-8 16,-1-2-19-16,-1 0-49 16</inkml:trace>
  <inkml:trace contextRef="#ctx0" brushRef="#br1" timeOffset="-193053.77">13960 2132 235 0,'0'-6'18'0,"0"2"-16"15,0 2 38-15,0 0-16 16,0 2-19-16,0 0-19 15,0 0-39-15,10 0-146 16</inkml:trace>
  <inkml:trace contextRef="#ctx0" brushRef="#br1" timeOffset="-192685.49">14243 1981 160 0,'0'0'11'16,"0"0"-5"-16,-2 0 18 16,2 13 24-16,-3 7-19 15,-1 10-5-15,-1 7-7 16,1 8-2-16,-3 9-1 15,-3 2-8-15,1 2 1 16,3 0-1-16,-3-4-1 0,1-4-2 16,2-3-1-16,1-5-4 15,1-5 3-15,1-8-12 16,1-6 14-16,2-7-3 16,-2-6-1-16,2-3-1 15,0-5-3-15,-2-2-5 16,2 0-22-16,0 0-45 15,0 0-55-15</inkml:trace>
  <inkml:trace contextRef="#ctx0" brushRef="#br1" timeOffset="-192259.47">14080 2387 23 0,'0'-4'95'16,"9"-2"-88"-16,7 0 1 16,5-1 24-16,2 1-14 15,4 0-17-15,1 2 3 16,-3 2-1-16,3 0 2 16,-2 0-5-16,-3-1 2 15,-3 2-1-15,-1 1 1 0,-6-3 1 16,-3 3-3-1,-6 0 3-15,1 0-5 16,-3 0 5-16,0 0-1 16,1 0 0-16,1 13 4 0,0-1 0 15,1 5 1-15,-2 1-4 16,4 1 10-16,-3 4-12 16,-1 0 2-16,1 1-5 15,-2-1 3-15,0-2-8 16,-2 0 2-16,0-9 2 15,0-2-3-15,0-5 1 16,0-5 4-16,-2 0-11 16,-7 0-34-16,-5 0 4 15,3-15 53-15,9-5-4 16</inkml:trace>
  <inkml:trace contextRef="#ctx0" brushRef="#br1" timeOffset="-191831.81">14381 2497 31 0,'0'-25'-18'16,"3"2"47"-16,15-2-24 15,2-1 73-15,6 3-43 16,4 6-17-16,2 3-2 15,2 1-12-15,6 5 0 16,-3 2-15-16,-5 2 12 16,-2 1-5-16,-8 3-5 15,-1 0 18-15,-6 0-12 16,-6 0-1-16,-5 0-5 16,-4 3 14-16,0 7 4 15,0 5-7-15,0-1 5 16,-4 5 8-16,-8-3-4 15,0 1-7-15,6-1 2 16,-1-1-6-16,7 1 3 0,0-3-3 16,0-1 4-16,0-1-2 15,0-1-1-15,0-2-2 16,9 0 1-16,7-1 3 16,2-7 1-16,5 0 11 15,3 0-16-15,-1 0-6 16,-2-4 13-16,-7-11-1 15,-5-2 0-15,-6-3 3 16,-3-3 3-16,-2-2 8 16,0 0-2-16,0 5-4 15,-16 1-5-15,-2 5-7 16,-2 7 4-16,-6 5-3 16,-4 2-4-16,-2 0-3 0,0 0-14 15,6 17-28-15,10-1-90 16</inkml:trace>
  <inkml:trace contextRef="#ctx0" brushRef="#br1" timeOffset="-191329.49">15111 2309 152 0,'0'-4'34'0,"0"-3"-10"16,0 5 34-16,0 2-14 0,0 0-19 15,0 0-14-15,-12 0-7 16,-8 0 1-16,-1 0-5 16,0 9 4-16,3-1-5 15,6 0 4-15,7-2-5 16,3-2 2-16,0 0-1 15,2 0-4-15,0 1 2 16,0-1-3-16,0 2 4 16,11 0 2-16,8 0 1 15,4 1 2-15,-1-1-1 16,2 2 1-16,-1 3-4 0,-10 1-1 16,-1 5 0-1,-3-1-4-15,-6 3 3 0,-3-1 2 16,0 1-9-16,0-1 16 15,0-3-8-15,-5-2-2 16,-12-3 7-16,-3-2-3 16,-3-2 1-16,0-1-1 15,1-3 3-15,3-2-1 16,6 0 0-16,-2 0-3 16,6 0-2-16,3 0-16 15,0 0-46-15,6 0-18 16,0-2-55-16</inkml:trace>
  <inkml:trace contextRef="#ctx0" brushRef="#br1" timeOffset="-188119.31">11080 3400 104 0,'0'-6'22'0,"0"3"1"15,2 1 36-15,0 2-20 16,-2 0-2-16,0 0-8 16,0 0-4-16,0 0-10 15,0 0-11-15,0 0 2 16,7 0-1-16,2 5 13 15,3 7-5-15,2 9-8 16,0 1 10-16,1 10-7 0,4 3 2 16,-3 4-4-16,0 0 0 15,-2 5-2-15,2-1 0 16,-4-1-4-16,0 1 2 16,-3-3-1-16,-3-7-2 15,3-4 2-15,-1-5-1 16,-4-7 4-16,1-2-5 15,-5-7 2-15,2-6-1 16,-2 0-1-16,0-2 1 16,0 0-6-16,0 0-13 15,0 0-28-15,0 0-17 16,0-2-51-16,0-11-56 16</inkml:trace>
  <inkml:trace contextRef="#ctx0" brushRef="#br1" timeOffset="-187698.72">11367 3414 173 0,'5'-10'11'0,"-3"2"4"16,2 3 29-1,-4 1-5-15,0 4-16 0,0 0-9 16,0-2 2-16,0 2 1 16,0 0-9-16,0 0-5 15,0 0 4-15,0 0 2 16,-4 6-4-16,-12 22-1 16,-5 2-1-16,-4 6 0 15,-10 5-3-15,3 3 5 16,-2 1-7-16,-7 0 7 15,6 3-4-15,0-2 4 16,5-2-3-16,6-7-1 16,3-4-1-16,4-6-1 15,6-6 3-15,2-5-3 16,2-6 1-16,4-6-1 16,1-1-4-16,2-3-13 15,0 0-14-15,0 0-39 0,0 0-8 16,0-9-66-16</inkml:trace>
  <inkml:trace contextRef="#ctx0" brushRef="#br1" timeOffset="-186759.7">11121 3151 79 0,'-4'0'57'16,"-1"0"-49"-16,5 0 31 15,-2 0 11-15,2 0-11 16,0 0-21-16,0 0 2 16,0 0-3-16,0 0 1 15,0 0 0-15,0 0-4 16,0 0 1-16,0 0 0 16,0 0-2-16,0 0-6 15,0 0 2-15,0 0-5 16,4 0 5-16,14 0 2 15,8 2 2-15,8 0-8 16,4 0 0-16,-4 1 2 0,5-3-10 16,-5 0 12-1,1 0-10-15,-5 0 3 0,-3 0-4 16,-3 0 4 0,-9 0-2-16,-3 0 0 0,-7 0 0 15,-5 0 0-15,0 0 4 16,0 0-3-16,0 0 2 15,0 0-3-15,0 0 3 16,0 0-6-16,-17 0-9 16,-3 0 0-16,-10 0 4 15,-4 0 3-15,-4 0-3 16,8 0 5-16,-2 0-13 0,-2 0 4 16,-1 0 1-16,-3 0 6 15,1 0 4-15,9 4-1 16,5 0 3-16,10-4-2 15,5 2 3-15,6-2-1 16,2 0-2-16,0 2-6 16,0-2-2-16,0 0-7 15,2 0 9-15,17 0 1 16,6 0 9-16,5 0 2 16,-2 0-2-16,4 0-1 15,-7 0-1-15,0 0 2 16,0-2-3-16,-4-2 1 15,-7 2 1-15,-10 2-2 16,0 0 1-16,-4 0-2 0,0 0-2 16,0 0-21-16,-10 0-51 15,-6 0-83-15</inkml:trace>
  <inkml:trace contextRef="#ctx0" brushRef="#br1" timeOffset="-185059.25">11592 3787 99 0,'0'0'54'0,"0"0"-19"15,0 0 14-15,0 0-2 16,0 0-19-16,0 0-12 16,0 0 3-16,0 0-11 0,0 0 4 15,0 0-4-15,0 0-5 16,0 0-1-16,6 0-1 16,21 0 10-16,10 0-6 15,4 0 3-15,8 0-6 16,3 0 2-16,1 4-4 15,5 4 1-15,0 3 0 16,-1 1-1-16,0-2 3 16,-4 3-6-16,-2-3 8 15,-5-3-6-15,-9-1 2 16,-7-4-2-16,-12 0-3 16,-11-2-2-16,-5 0-2 15,-2 0 1-15,0 0-9 16,0 0-18-16,-7 0-32 0,-6 0-1 15,-6 0-34-15</inkml:trace>
  <inkml:trace contextRef="#ctx0" brushRef="#br1" timeOffset="-184525.91">12209 3783 201 0,'0'-5'14'16,"0"4"-8"-16,0-2 34 16,0 3-10-16,0 0-19 15,0 0-9-15,0 0 6 16,12 0 3-16,6 0-3 15,3 4-4-15,0 1 0 16,-1 1 1-16,1 0-3 16,-2 2 2-16,-1-1-1 15,0 1 4-15,0-2-2 16,-1 1 0-16,2-3-2 0,-4-2 1 16,0 0-3-16,-6 0-1 15,-7 0 2-15,0-2-3 16,-2 2 6-16,0-2-4 15,0 0 2-15,0 2-5 16,0-2 3-16,0 0 1 16,0 2 6-16,-2 2-1 15,-12 5-7-15,-9 3 5 16,-9 2-6-16,-5 3 3 16,-2-1-7-16,-3 1 5 15,8-2-2-15,6-3-1 16,5 3-4-16,7-5-1 15,2 0-8-15,7-4-4 16,5-3-21-16,2-2-14 0,0 2-10 16,0-3-79-16</inkml:trace>
  <inkml:trace contextRef="#ctx0" brushRef="#br1" timeOffset="-183318.69">13291 3542 215 0,'0'0'8'0,"2"0"-24"16,-2 0 31-16,0 0 5 15,0 15 5-15,0 14-4 16,0 10-1-16,0 7 3 15,-9 4-2-15,-3-1-5 16,3-3-12-16,2-3 1 0,-2-1-5 16,4-5 1-1,3-4-2-15,0-4 1 0,0-10 0 16,2-7-1-16,0-5 1 16,0-6-5-16,0-1-1 15,0 0-31-15,0 0-27 16,0 0-25-16,0-10-20 15</inkml:trace>
  <inkml:trace contextRef="#ctx0" brushRef="#br1" timeOffset="-183023.75">13380 3509 11 0,'0'0'172'0,"0"0"-157"15,0 0-8-15,0 17 31 16,0 12 7-16,0 10-23 16,0 5-10-16,0 6 3 15,0 5-6-15,0 4 6 16,0 1-9-16,0-5 0 16,0-1-2-16,0-8-2 15,0-9-2-15,0-6 0 16,0-6 1-16,0-8-2 15,0-9 1-15,0-4-6 16,0-4-3-16,0 0-47 16,-2 0-49-16,-3 0-76 0</inkml:trace>
  <inkml:trace contextRef="#ctx0" brushRef="#br1" timeOffset="-182776.37">13129 3820 203 0,'-4'-2'73'0,"-1"2"-68"16,5 0 8-16,0 0 26 16,0 0-27-16,3 0-12 0,18 0 8 15,9 0-11 1,4 0 13-16,3 0-7 0,-3 0 2 15,-2 0-5-15,-4 0-3 16,-5 2-25-16,-7-2-42 16,-4 4-46-16</inkml:trace>
  <inkml:trace contextRef="#ctx0" brushRef="#br1" timeOffset="-182529.79">13084 3967 150 0,'2'0'41'0,"14"0"-37"15,2 0 8-15,8-2 12 16,-1-4-20-16,-2 4-1 15,2 0-1-15,-4 2-4 16,-2 0-14-16,-3 0-40 16,-5-2-30-16</inkml:trace>
  <inkml:trace contextRef="#ctx0" brushRef="#br1" timeOffset="-181825.05">14043 3489 64 0,'0'-4'54'0,"0"1"-40"15,0 3 27-15,0-1 8 16,0 1-10-16,0 0-18 16,0 0-6-16,0 8 14 15,0 17-8-15,-7 10-7 16,-2 8-5-16,0 5 2 15,0 4-4-15,4 1 1 0,-1 1-4 16,2 4 3-16,0-2-3 16,4-2 1-16,-2-4-4 15,2-9 0-15,0-6 0 16,0-1-3-16,0-9-31 16,0-9 20-16,0-6 15 15,0-8-49-15,0-2-39 16,0 0-14-16</inkml:trace>
  <inkml:trace contextRef="#ctx0" brushRef="#br1" timeOffset="-181542.32">14107 3880 147 0,'0'-2'54'15,"0"2"-51"-15,3 0 15 16,-1 0 7-16,0 0 2 16,0 6-11-16,4 13-5 15,-4 3 3-15,0 6-1 16,0-1-7-16,-2-1 0 16,0-1-6-16,0-2-1 15,0-6 2-15,0-1-7 16,0-1-6-16,0-5-11 15,0-4-21-15,0 0-10 16,0-6-17-16</inkml:trace>
  <inkml:trace contextRef="#ctx0" brushRef="#br1" timeOffset="-181353.78">14146 3677 240 0,'-2'-6'40'0,"0"6"-43"15,2 0 11-15,-2 0-3 16,2 0-11-16,0 0-34 16,0 0-15-16,0 0-49 0</inkml:trace>
  <inkml:trace contextRef="#ctx0" brushRef="#br1" timeOffset="-180993.47">14345 3516 192 0,'4'-7'10'0,"-4"3"-8"0,0 4 14 16,0 0 21 0,0 0-26-16,0 4 1 15,2 13-2-15,1 8-3 0,-3 8 9 16,0 10-7-16,0 10 2 16,0 4-3-16,0 5-1 15,-3 1-7-15,-1-8 4 16,4-5-3-16,-2-8 1 15,2-12 2-15,0-5-6 16,0-6 5-16,0-9-4 16,0-1 2-16,0-7-12 15,0 0-13-15,0-2-23 16,-2 0-23-16,-1 0-57 16</inkml:trace>
  <inkml:trace contextRef="#ctx0" brushRef="#br1" timeOffset="-180181.06">14232 3868 42 0,'0'-6'136'16,"0"-1"-142"-16,6 5 11 15,11-2 10-15,4 4-11 16,-1 0-2-16,5 0-2 15,1 0 4-15,-3 0-4 16,-5 0 2-16,-4 0 2 16,0 0 5-16,-3 2-1 0,1 2 2 15,-1 0-2-15,-1 1 0 16,1 1 3-16,-2 0-3 16,0 0 2-16,3 4-8 15,-1 5 4-15,4 6 5 16,-2 1-11-16,1 5 5 15,-5-2-11-15,0-2 9 16,-7 0-7-16,1-4 8 16,-3-3-2-16,0-4-4 15,0-1-4-15,0-5 10 0,0-2-2 16,0-4-6 0,-5 0-6-16,-4 0-10 0,-3 0 0 15,5-10-11-15,3-5 14 16,4-3 22-16,0-5-7 15,0-2-1 1,0-2 7-16,9 0 2 0,3 2-4 16,4 3-1-16,2 3 2 15,3 6-2-15,-1 5-7 16,4 4 8-16,-3 4-4 16,1 0 9-16,-3 0-2 15,-3 0-4-15,-2 0 1 16,-5 0-4-16,-2 2 6 15,-2 4-7-15,-3 2 10 16,-2 3-1-16,0 2 4 0,0 3-2 16,0 3 1-16,0-1-5 15,0 1 0-15,0-5 1 16,0 1 0-16,4-5 1 16,5-3-3-16,3-3 0 15,2 0-5-15,5-4 7 16,1 0-4-16,3 0-4 15,0 0 12-15,-3-7-11 16,-3-9-8-16,-4-5 19 16,-3-1-4-16,-5-3-3 15,-5 0 3-15,0 2-6 16,0 0 6-16,-19 7-10 0,-1 3 8 16,-6 7-1-1,-2 6-4-15,-1 0 6 0,1 0-10 16,7 2-15-16,7 11-46 15,12-1-63-15</inkml:trace>
  <inkml:trace contextRef="#ctx0" brushRef="#br1" timeOffset="-179740.9">15205 3810 69 0,'0'-8'129'0,"0"-1"-123"16,-12 7 10-16,-1 0 32 15,-4 2-18-15,2 0-26 16,-6 0 4-16,5 6-5 16,-1 2 6-16,4 3-8 15,5-3 1-15,4-2-2 16,2 3 1-16,2-3-2 15,0 0-2-15,0 2 3 16,0-3-3-16,14 3 9 16,4-2-8-16,1 2 12 15,2 0-10-15,-1 1 1 16,-1 1-1-16,-6 3-1 16,-3 1 0-16,-6 3-5 0,-4-3 7 15,0-1-2 1,0-1 8-16,-4-1-3 0,-13-3-4 15,-2-2 9-15,-3-2-6 16,1-2 2-16,-2 0-4 16,3-2 4-16,1 0-6 15,6 0 1-15,1 0-18 16,7 0-42-16,1 0-85 16</inkml:trace>
  <inkml:trace contextRef="#ctx0" brushRef="#br1" timeOffset="-178578.58">15679 3824 67 0,'0'-10'47'15,"0"3"-38"-15,2 3 0 16,-2 0 6-16,2 4-4 16,0 0-7-16,-2 0-4 15,0 0-5-15,0 0-48 16,0 0-44-16</inkml:trace>
  <inkml:trace contextRef="#ctx0" brushRef="#br1" timeOffset="-178097.68">15679 3824 54 0,'39'-10'58'15,"-39"10"-36"-15,0 0 23 16,0 0-1-16,0 0-22 16,0 0-16-16,0 0 1 15,0 0 18-15,0 18 2 16,0 9-9-16,0 10 1 16,-5 9-3-16,-1 8-4 15,3 4-6-15,1 2 0 16,-2-4-4-16,-4-4 2 15,1-4-4-15,5-9 1 16,0-10-2-16,0-7-1 0,-1-9 0 16,1-5-3-16,2-1-4 15,0-7-34-15,0 0 52 16,0 0-38-16,0 0-27 16,0-21-9-16,0-10-36 15</inkml:trace>
  <inkml:trace contextRef="#ctx0" brushRef="#br1" timeOffset="-177805.83">15679 4095 77 0,'4'-52'55'16,"1"3"2"-16,2 4-28 16,2 5 0-16,0 11 0 15,3 4 1-15,-3 7-9 16,5 1-7-16,0 7-7 16,-3 3 0-16,3 6-7 15,4-2 8-15,-1 3-8 0,-2 0 5 16,6 0-9-16,-7 0 3 15,-2 8 2-15,-3 5 4 16,-5 4 2-16,1 1 1 16,-5 5-6-16,0 2 3 15,0 0-5-15,-18-3-3 16,-10-3-6-16,1-4-2 16,-3-3-2-16,-5-3 4 15,7-1-4-15,5-6-12 16,5 0-9-16,8-2-22 15,4 0 3-15,1 0-55 16</inkml:trace>
  <inkml:trace contextRef="#ctx0" brushRef="#br1" timeOffset="-177150.98">16008 3791 16 0,'0'0'112'16,"0"8"-102"-16,0 7 2 15,-2 2 27-15,-3 3-7 0,2 3-11 16,3 2-12 0,-2 0-3-16,0 0 1 0,2-3-2 15,-5-3-3-15,5-4 3 16,-4-5-3-16,2-2-3 15,-1-4 1-15,3-4 3 16,-4 0-2-16,0 0-8 16,1 0-14-16,-2-2-5 15,5-10 6-15,0-3 16 16,0 1 4-16,0-5-1 16,2 3 2-16,12 1 1 15,4-2-3-15,3 3 2 16,5 2-1-16,-1-1 2 15,1 5-2-15,-4 4-2 16,-1 2 2-16,-8 2 7 0,-7 0-4 16,-2 0-1-16,-4 0 10 15,0 10 4-15,0 3-4 16,0 3-5-16,-2 2 4 16,-6 1-6-16,8 0 0 15,0-3-5-15,0-1 2 16,0-5 0-16,6 0 0 15,5-3 1-15,2-3-3 16,-1-2 3-16,4-2-1 16,1 0 5-16,0 0-9 15,0-8 4-15,2-11 14 16,-6-2-14-16,-2-1 1 16,-3-3 0-16,-8 2 5 15,0 2-7-15,0 3 1 0,-12 5 3 16,-6 5 17-16,-1 4-19 15,-2 4-3-15,-1 0 0 16,3 0-12-16,6 2-36 16,7 10-73-16</inkml:trace>
  <inkml:trace contextRef="#ctx0" brushRef="#br1" timeOffset="-176417.47">16438 3837 25 0,'5'0'67'16,"2"0"-72"-16,-3 0 24 15,-2 8 11-15,0 2-14 16,4 5 7-16,-6 2 4 15,2 1-6-15,-2 5 3 16,0-1-9-16,0 3-6 16,0-4-3-16,0-4-1 15,0-5-5-15,0-8 1 16,0-2 0-16,0-2-1 16,0 0 0-16,0 0-14 0,0-10-3 15,0-2 9 1,0-7 8-16,0 0-1 0,5 1 5 15,8-1 9-15,4 2-2 16,-2 3 4-16,2 3-13 16,-2 3 3-16,2 4 2 15,-6 4 3-15,-1 0-4 16,-3 0-7-16,-3 0 2 16,-2 0 17-16,3 7-6 15,-3 5-9-15,0 0 6 16,-2 2-5-16,2-1-2 15,-2 2 0-15,0-7 0 0,0-2-3 16,0-2 2-16,0-4-2 16,0 0 0-16,0 0-3 15,0 0-11-15,0-2-14 16,0-10 2-16,3-5 4 16,9 1 16-16,1-3 6 15,1 5-2-15,-2-1 6 16,2 5 0-16,-1 1 2 15,4 5 7-15,1 2-2 16,0 2-4-16,3 0-1 16,-5 0-5-16,-5 0 2 15,-1 6 9-15,-5 5 4 16,-5-1-6-16,0 3 4 16,0 1-2-16,0 1-2 15,0 1-5-15,0 1-1 0,-3-1-4 16,-4-1 1-16,2-3-13 15,5-6-25-15,-2-2-61 16,2-1-82-16</inkml:trace>
  <inkml:trace contextRef="#ctx0" brushRef="#br1" timeOffset="-176057.64">16903 3907 57 0,'21'-6'64'0,"6"-3"-60"16,5-1 36-16,8-2-7 0,-6-1-13 15,-4 1-7-15,-7-1-4 16,-5 1 7-16,-3-1-8 16,-9 4 9-16,-6-4 4 15,0 5 3-15,0 1-9 16,-2 3-6-16,-15 4 4 15,-6 0-11-15,-1 0 3 16,-4 15-3-16,0 2 3 16,5 1-1-16,7 1 3 15,2 1 1-15,3-1-3 0,9 3-5 16,2-1-1 0,0-2 4-16,0-2-10 0,2-5 4 15,9-2-25-15,6 1-9 16,3-5-24-16,7-2-31 15,10-4-48-15</inkml:trace>
  <inkml:trace contextRef="#ctx0" brushRef="#br1" timeOffset="-175495.72">17419 3818 19 0,'-15'-8'147'15,"6"4"-134"-15,3 1 13 0,-6 2 24 16,0 1-23-16,-6 0-8 16,-5 1-7-16,-7 18 10 15,1 4-7-15,-1 2 2 16,4 0-5-16,10 1-2 16,9 3-7-16,7-2-6 15,0-2 0-15,0-6 3 16,21-5-9-16,1-3-1 15,6-7 8-15,2-4-9 16,0 0 12-16,0 0-14 16,2-19 5-16,-4-6 1 15,-5-6-3-15,-4-4-10 16,-4-6 4-16,0-5 15 16,-7-1 10-16,1-7 1 15,0 4 1-15,1 3-3 0,-3 5 6 16,0 7-2-16,-3 12-8 15,-2 9-2-15,-2 7-2 16,0 5-3-16,0 2 4 16,0 0-4-16,0 0 19 15,-6 15-14-15,-8 4 5 16,2 9-5-16,1 5 1 16,-2 7-1-16,0 3-2 15,2-1 2-15,5 4-3 16,-2-5 3-16,6-4-2 15,-1-6-1-15,3-6-3 0,0-8 1 16,0-5-2 0,0-6-5-16,3-2-13 0,7-4-22 15,3 0-3-15,8 0-42 16,-1-2-23-16</inkml:trace>
  <inkml:trace contextRef="#ctx0" brushRef="#br1" timeOffset="-175300.55">17627 3855 20 0,'0'0'44'0,"0"0"-6"16,0 0-2-16,0 0 10 15,0 9-5-15,0 1 2 0,0 3-20 16,0-1-9 0,0 2 1-16,0 1-10 0,0-3 1 15,0-3-9-15,0-1 2 16,0-4-15-16,0-2-15 15,0-2-44-15,0 0-60 16</inkml:trace>
  <inkml:trace contextRef="#ctx0" brushRef="#br1" timeOffset="-175165.6">17627 3855 99 0,'68'-116'74'0,"-68"112"-96"16,0 2 12-16,0 2-51 0</inkml:trace>
  <inkml:trace contextRef="#ctx0" brushRef="#br1" timeOffset="-174796.67">17832 3932 133 0,'-4'17'39'0,"2"-1"-10"16,2 1 12-16,0 1-2 15,0 1-22-15,13-7-4 0,6 0-7 16,2-3 3-16,-1-5 7 15,5-2-18-15,3-2 8 16,-2 0-6-16,1-8-6 16,-4-13 1-16,-9-3 5 15,-5-4-9-15,-5 1 16 16,-4 2-1-16,0 7 18 16,-4 6 0-16,-26 5-10 15,-11 6-7-15,-6 1-3 16,4 0 0-16,2 9-4 15,9 11-6-15,9 2-20 16,6 5-87-16</inkml:trace>
  <inkml:trace contextRef="#ctx0" brushRef="#br1" timeOffset="-173712.09">18286 3551 45 0,'-7'-6'83'0,"2"3"-70"15,3-1 21-15,2 4 20 16,-3 0-16-16,3 0-8 15,-6 0-4-15,1 15-4 16,-1 3-4-16,-4 10 4 0,3 5-11 16,0 4-7-16,3 4 3 15,-4 5-3-15,4 1 1 16,-3 5-5-16,0 2 3 16,3 0-5-16,-3 0 3 15,4 2-1-15,3-2 2 16,0 1-1-16,0-1-1 15,0-4 11-15,12-5-13 16,-1-5 2-16,-6-7-54 16,-3-12 56-16,-2-5-8 15,0-12-1-15,0-1 1 16,0-3 10-16,0 0 2 0,-13 0-2 16,-13 0 2-1,-8 0-4-15,-5 0 8 0,-14 0-7 16,-21 0 2-16,-13 0-3 15,-17 0-2-15,-6-9 0 16,-1 3-1-16,-1-2 5 16,-1-3-1-16,-3-1 3 15,-3 2-1-15,-10-1 0 16,-11 1 1-16,-12-1-6 16,-9-3 0-16,-11-2 0 15,-1-1 0-15,3 0 0 16,-5-1 0-16,-3 1 0 15,-1 2 5-15,-8-1 0 16,-3 2 5-16,-10-3-1 16,-10 0-3-16,-6-3-3 0,-2-5-4 15,1 0 1-15,12-2-1 16,12 0 2-16,16 0-2 16,21 2 2-16,18 1-2 15,20 1 1-15,12 2-3 16,12 4 1-16,12 3 5 15,5 2-3-15,11 5 2 16,8 1-4-16,3 2 1 16,9 0-1-16,9 2-1 15,8 0 1-15,5 2 1 0,10 0 1 16,3 0-6 0,2 0 7-16,1 0-1 0,-3 0 1 15,0 0-2-15,-3 4 1 16,-4 4 0-16,-1 2 0 15,-2 1 1-15,1 2-2 16,1 1 5-16,1 0-7 16,2 1 7-16,2-3-8 15,2 3 6-15,1-5-5 16,2 0 1-16,-1-1 2 16,4-3-6-16,1 0-32 15,5-4-25-15,0 3-94 16</inkml:trace>
  <inkml:trace contextRef="#ctx0" brushRef="#br1" timeOffset="-172496.22">12343 967 3 0,'7'-2'36'16,"-3"0"10"-16,-4 2 10 15,0 0-12-15,0 0-9 16,2 0-10-16,-2 0-8 16,0 0-10-16,0 0-5 15,0 4 19-15,-20 19-15 16,-17 16-1-16,-13 13-4 15,-15 14 0-15,-2 4 0 0,0 1-1 16,10-1-1 0,7-2-2-16,3-7-1 0,13-8-16 15,8-9-23-15,13-11-24 16,11-11-50-16</inkml:trace>
  <inkml:trace contextRef="#ctx0" brushRef="#br1" timeOffset="-166142.92">11132 4787 33 0,'0'0'9'0,"0"0"17"16,0 0 12-16,0 0-7 16,0 0-9-16,0 0 2 0,0 0-9 15,0-2 4-15,0-2-2 16,0 0 2-16,0 0-8 15,0-3 3-15,0-3-1 16,0 2 5-16,0-1-7 16,6-1 1-16,-2 4 3 15,-2 0 2-15,-2 3 3 16,0 2 1-16,0 1-3 16,0 0-10-16,0 0 0 15,0 0 3-15,0 0-8 16,0 0 4-16,0 0-5 15,0 0 0-15,0 0 0 16,0 0 0-16,0 0 4 0,0 4-1 16,0 10-3-16,0 9 2 15,3 6-2-15,-1 6-2 16,0 8 3-16,2 5-4 16,-4 4 4-16,0 0-3 15,0 2 1-15,0-1-2 16,0 1 2-16,0 0-1 15,0 0 0-15,0-4 2 16,0-3-4-16,0-5 6 16,0-3-4-16,0 0 0 15,0-6-2-15,0-6 3 16,0-10-4-16,0-7 5 16,0-8-5-16,0 1-2 0,0-3 3 15,0 0-5-15,0 0-2 16,0 0 3-16,0-5 6 15,0-11-6-15,0-5-5 16,0-2-3-16,0-1-2 16,0-8 1-16,-6-3 6 15,-1-2 6-15,0-9 2 16,0-3 2-16,2-7-3 16,-1-2 2-16,1 0-1 15,-2 2 1-15,5 6 0 16,-1 4-1-16,1 9 5 15,0 2 0-15,-1 4 4 16,1 2-7-16,-2 2 6 16,4 2-3-16,-3 3 2 0,1 3 1 15,0 3-4-15,2 1 3 16,-2 6-5-16,2 1 4 16,0 2-2-16,0 0 0 15,0 0-3-15,0 2 1 16,0 0-1-16,0 1 0 15,6-3 0-15,6 0-2 16,4-2 5-16,2-3-4 16,3 5 6-16,0-2-6 15,-3 4 2-15,3 0 2 0,0 4 7 16,-1-3-1 0,3 3-7-16,0 0 0 0,5 0-2 15,-2 0 5-15,-2 9-9 16,-1 1 3-16,-6 2-5 15,-1 7 7-15,-2 6 0 16,-3 4 0-16,0 2 0 16,-1 2-3-16,-3 1 1 15,-5-6-10-15,-2 1 3 16,0-6-15-16,-17-2 21 16,-15-4-11-16,-9-1 14 15,-4-2 2-15,3 1-4 16,3-5 3-16,7-4-3 15,2 1 2-15,4-5-4 16,8 0-13-16,8-2-10 0,10 0-28 16,0 0-26-16,0 0-74 15</inkml:trace>
  <inkml:trace contextRef="#ctx0" brushRef="#br1" timeOffset="-164852.06">11296 4311 47 0,'0'-2'52'0,"0"2"-32"16,0-2 18-16,0 2-6 15,0 0-18-15,0 0-10 16,0 0 4-16,0 0-1 15,0 0 2-15,0 0 8 16,0 12-7-16,0 0 12 16,0 3-11-16,-6 2 0 15,-2 1-8-15,-1 1 2 16,0 2 0-16,-3-3-3 0,1-1 5 16,0-3-4-1,1-2 1-15,1-3-2 0,2-1 2 16,5-4-6-16,0-1 2 15,2-3 2-15,0 0-2 16,0 0 1-16,0 0 0 16,0 0 5-16,0 0 3 15,0 0-6-15,0 0 5 16,4-11-2-16,3-3-6 16,2-3 1-16,3 1-1 15,-3-1-1-15,-2-2 2 16,2-1-2-16,-4 1 5 15,-1-2-6-15,1 3 5 16,1 1-4-16,1 3-1 16,-1 3 2-16,-2 5 0 0,-4 4 0 15,2 0 0-15,-2 2 2 16,0-2-5-16,2 2 3 16,1 0-1-16,3 0 5 15,-3 0-4-15,3 0 5 16,2 0 0-16,-1 6-4 15,2 6 2-15,-3 1-3 16,6 3 5-16,-1-3-5 16,2 2 2-16,-4-3-4 15,-1 0 2-15,1 1-1 0,1-5-14 16,1 0-47 0,0 0-26-16,2-1-136 15</inkml:trace>
  <inkml:trace contextRef="#ctx0" brushRef="#br1" timeOffset="-163171.53">11878 4802 158 0,'0'0'84'16,"0"0"-69"-16,0 0-4 15,0 0 19-15,0 0-9 16,3 0-15-16,12 0 3 16,13 0 3-16,2 0 2 15,0 0-9-15,2 0-1 16,-7 0-2-16,-1 0-2 16,-6 0 2-16,-2 0-4 15,-7 0 1-15,-5 0-9 16,-1 0-8-16,-3 0-29 15,0 0-1-15,0 0-34 16,0 0-73-16</inkml:trace>
  <inkml:trace contextRef="#ctx0" brushRef="#br1" timeOffset="-162903.15">11827 4982 151 0,'0'0'84'0,"0"0"-76"0,0 0 3 16,0 0 29-1,0 0-7-15,12 0-25 0,11 0-4 16,2 0-3-16,1 0 0 15,-1 0-2-15,-5 0-7 16,-1 2-15-16,-5 0-39 16,-2 0-33-16</inkml:trace>
  <inkml:trace contextRef="#ctx0" brushRef="#br1" timeOffset="-160571.78">12617 4586 74 0,'0'0'27'0,"0"-2"-3"16,0 2 23-16,0 0-5 15,0 0-9-15,0-2-9 16,2 2-5-16,0 0 0 0,-2 0-4 16,3 0 3-1,-1 0-3-15,-2 0 4 0,2 0-2 16,-2 0-3-16,2 0-4 16,-2 0-2-16,5 0-1 15,-3 0 2-15,6 0 8 16,-2 2-9-16,1 6 3 15,2 3-4-15,1 1 0 16,1 3-2-16,0-1 0 16,1 3 1-16,-1 2-4 15,4 1 3-15,-4 3-4 16,0-3 4-16,-1 3-3 16,-1-4 1-16,0 2-2 15,1-3 1-15,-1 1-2 0,-3-2 1 16,1-1 1-16,0-1 0 15,-4-3 1-15,1-2-3 16,1 1 2-16,-3-5-3 16,0 0 1-16,0 0 0 15,-2-6 0-15,3 3 0 16,-3-3-1-16,0 0 2 16,0 0-9-16,0 0-12 15,0 0-23-15,0 0-16 16,0 0-40-16,0 0-26 15</inkml:trace>
  <inkml:trace contextRef="#ctx0" brushRef="#br1" timeOffset="-159857.29">12806 4574 45 0,'0'0'25'16,"2"-2"-21"-16,-2 0 23 15,2-1 0 1,-2 3-5-16,0-1-10 0,2-2 4 16,-2 1 0-16,0 2-6 15,0-2-3-15,0 2 4 16,0 0 1-16,2 0-5 16,-2 0 3-16,0-2-1 15,0 2 1-15,0 0 0 16,3 0-2-16,-3 0 1 15,0 0-2-15,2 0 4 16,-2 0-3-16,0 0 6 0,0 0-3 16,0 0 4-16,0 0-5 15,0 0 2-15,0 0-6 16,0 0-1-16,0 0-5 16,0 0 11-16,0 0-6 15,0 13 3-15,0 8-5 16,-11 3-3-16,0 3 4 15,-2 0-5-15,0 0 1 16,-1 2 1-16,-2 0-1 16,2-4 2-16,0-5-5 15,2-3 6-15,1-1-3 16,2-1 1-16,3-1-2 16,-4-1 2-16,3-3-2 15,3 3 1-15,-1-5 1 0,3 0-2 16,0-1 1-16,2-6 0 15,0-1 1-15,0 0-2 16,0 0-1-16,0 0-5 16,0 0-6-16,0 0-8 15,0 0-12-15,0 0-16 16,0 0-8-16,0 0-6 16,2 0-38-16</inkml:trace>
  <inkml:trace contextRef="#ctx0" brushRef="#br1" timeOffset="-158141.5">12541 5059 17 0,'0'0'24'15,"0"0"31"-15,0 0 8 16,0 0-37-16,0 0 6 0,0 0 4 16,0 0 1-16,0 0-8 15,0 0-4-15,0 0-5 16,0 0 2-16,0 0-6 16,0 0-2-16,0 0-1 15,0 0-3-15,0 0 0 16,0 0-6-16,0 0 2 15,0 0-1-15,0 0 1 16,0 0 2-16,0 0 0 16,0 0 2-16,0 0-3 15,0 0 3-15,0 0-3 16,0 0 1-16,0 0-5 16,0 0 3-16,0 0-2 15,0 0 1-15,0 0 1 0,0 0-4 16,0 0 3-16,0 0-3 15,0 0 1-15,0 0-3 16,0 0 1-16,0 0 0 16,0 0 1-16,2 0 1 15,8 0-1-15,3 0 3 16,6 0-4-16,1 0 6 16,3 0-8-16,5 0 5 15,2 0-4-15,0 0 2 16,2 0-1-16,-4 0-1 15,-1 0 0-15,1 0 0 0,-8 0 3 16,1 0-4-16,-5 0 2 16,0 0-2-1,1 0 1-15,-2 0 1 16,-3 0-2-16,-5 0 1 0,-5 0 0 16,-2 0 1-16,0 0-2 15,0 0 2-15,3 0-5 16,-3 0 3-16,0 0-11 15,0 0-4-15,0 0-2 16,0 0-12-16,0 0-24 16,0 0-29-16,0 0-25 15,-15 0-41-15</inkml:trace>
  <inkml:trace contextRef="#ctx0" brushRef="#br1" timeOffset="-149447.99">12667 5338 111 0,'0'0'51'0,"0"0"-43"16,0 0 33-16,0 0 12 15,0 0-9-15,0 0-24 16,0 0 4-16,0 0-7 15,0 0 6-15,0 0-5 16,0 0 1-16,0 0-1 16,0 0-3-16,0 0 1 15,0-2-6-15,0 2 5 16,0 0-4-16,0 0-1 0,0 0-6 16,0 0 2-16,0 0 0 15,0 0-2-15,0 0 1 16,0 0-2-16,0 0 3 15,0 0-6-15,0 0 6 16,0 0-6-16,0 0 3 16,0 0-5-16,0 0 3 15,0 0-1-15,0 0 0 16,0 0 1-16,0 0-1 16,0 4 3-16,0 10-3 15,0-1 2-15,0 1-3 16,0 3 1-16,0 2 0 15,0 3-1-15,0 1 3 16,2 0-4-16,4 2 5 16,-2 4-6-16,1-4 6 0,1-1-5 15,-4-1 3-15,3-6-3 16,-1-5 2-16,2-2 0 16,-6-6-1-16,0 1 2 15,0-3-2-15,0-2 3 16,0 0-4-16,0 0 3 15,0 0-5-15,2 0 2 16,-2 0-4-16,0 0 1 16,0 0-3-16,0 0-4 15,0 0 5-15,0 0-10 16,0-4 3-16,-4-11 0 16,-6-2-2-16,3 1 0 0,0-5 7 15,3 1 4 1,2-1-5-16,-2 0 7 0,2 5-3 15,2 4 3-15,0-1-1 16,0 1 5-16,0 3-3 16,0 1 1-16,0 2 1 15,6-3-2-15,0 1 2 16,3 2-4-16,0 0 6 16,3 2-3-16,-1 1 1 15,1-1-3-15,0 2 0 16,3-2-4-16,0 4 14 15,0-2-7-15,2 2-2 16,-4 0-1-16,1 0 5 0,0 0 5 16,-8 0-5-1,2 0 0-15,-3 0-4 0,-3 0 2 16,0 0 2-16,3 0-2 16,-3 4 5-16,0 7 2 15,0 1 2-15,-2 9-2 16,0 3 0-16,2 1-6 15,-2-2 3-15,0 0-4 16,0-7 0-16,0-1 1 16,3 0-1-16,-3-5 2 15,0-2-3-15,0-1 4 16,3-3-5-16,-3-3 2 0,0-1-7 16,0 0-3-16,0 0-12 15,0 0-14-15,0 0-37 16,0 0-28-16</inkml:trace>
  <inkml:trace contextRef="#ctx0" brushRef="#br1" timeOffset="-146073.58">10762 4083 114 0,'-5'0'37'16,"5"0"-36"-16,0 0 22 15,0 0 9-15,0 0-16 16,0 0-6-16,0 0 0 16,0 0 4-16,0 0 4 0,0 0-3 15,0 0 0-15,0 0-3 16,8 0 3-16,12 0-5 15,10 0 5-15,9 0-8 16,7 0 0-16,5 0-1 16,2 0-5-16,0 0 4 15,-2 0-4-15,1 0 4 16,-6 0-2-16,2 0 1 16,1 0-6-16,0 0 4 15,5 0-1-15,4 2-1 16,2 6-1-16,2 1 1 15,-2-1 3-15,2 0-3 16,-2-2 2-16,2 1-3 0,-5-5 3 16,1 0-4-16,2 0 2 15,0 0 0-15,0-2-1 16,-3 0-2-16,-2 0-2 16,-4 0 7-16,-6 0-4 15,-5 0 2-15,-6 0-4 16,-4 0 3-16,-2 0 1 15,-6 0-1-15,2 0 1 16,-3 0-2-16,-4 0 3 16,2 0-2-16,-4 0 3 15,-4 0-3-15,0 0 2 16,1 0-2-16,4 0 1 0,5 0-1 16,6 0 1-16,8 0 1 15,-1 0-2-15,0 0 2 16,1 0-2-16,-5 0 3 15,-2 4-3-15,-3 0 0 16,1 1 1-16,-1-1-2 16,-1 0 2-16,-5 2-2 15,-2-2 2-15,-6 2-4 16,-4-2 2-16,-1-2 6 16,-1 3-4-16,-2-1-2 15,-1-2-1-15,3 2 6 16,-3 2-7-16,2 0 2 15,1 3 1-15,2 3 8 16,0 0-10-16,0 5 7 16,0-1-5-16,1 3-3 0,-2 2 3 15,3 4 3-15,0 2 1 16,-3 2-3-16,2 0 2 16,-1 0-3-16,-3 4 4 15,5 4-7-15,-2 5 2 16,0 5 5-16,2 3-2 15,-2 0 0-15,0-3-2 16,-2 1 0-16,2-5 1 16,-3 3 3-16,3-1-3 15,2 1 1-15,1 0-1 16,1-5 0-16,1 2 0 16,-1-1 1-16,-4-3 1 0,0-2-5 15,0 3 7-15,-5-5-5 16,3-2 4-16,-1-2-4 15,1-4 2-15,-1-4-2 16,3 0 1-16,1 2 0 16,1 0-1-16,-1 3 2 15,5 3-1-15,-2-4 2 16,0 0-2-16,-1 0 1 16,1 0-2-16,-2 0 2 15,-2-4-2-15,2-3 1 16,0 1 0-16,-2-2-1 15,5-1 4-15,-3 3-4 16,0-4 5-16,1-1-5 0,-6-3 2 16,1-1-2-16,-3-2 3 15,0-1-1-15,-2-3-1 16,0 0 2 0,2-2-1-16,-2 3 5 0,0-1-2 15,0 2 1-15,0 0 0 16,0-2-3-16,0 3 0 15,0-1 2-15,0-1 0 16,0-2-2-16,-4 3 4 16,-9-1-4-16,-4 1 2 15,-2-2-3-15,-3 1 0 16,-4-1-2-16,-4 0 1 0,1 2 1 16,-4 1 1-1,-3 1 3-15,-4-2-4 0,-1 1 3 16,-5-3-4-16,-5 0 2 15,-2 0-4-15,1-2 2 16,-3 0 0-16,-1-1-1 16,-4-2 0-16,-6-1-2 15,-3 0 3-15,-8 0-2 16,-6 0 5-16,-3 3-4 16,-6-3 1-16,-6 0-2 15,-1 0 2-15,7 2 2 16,10-2-4-16,8 2 5 15,12 0-1-15,4-2 0 16,4 0-3-16,-4 0 4 16,-2 0-4-16,-4 0 0 0,0 0-3 15,-4 0-1-15,8 0 0 16,4 0 1-16,0 0 4 16,10 0-3-16,5 0-2 15,4 0-7-15,5 0 1 16,-3 0 3-16,0-2-5 15,3 0 2-15,-3-3 5 16,1 1 8-16,4 4-3 16,2-1 5-16,6-2-4 15,6 2 2-15,2-4-6 16,4 3 4-16,1 0-3 16,7 0-4-16,-2 0-8 0,4 0-18 15,0-4-17-15,0-1-34 16,0-1-92-16</inkml:trace>
  <inkml:trace contextRef="#ctx0" brushRef="#br1" timeOffset="-145256.35">10974 4278 42 0,'-3'-3'18'16,"3"2"-10"-16,0-2 24 15,0 2 0-15,0-2-13 16,0-1 0-16,0 4-6 16,0-2-5-16,0 2 4 15,0 0 12-15,0 0 3 16,0 0-3-16,0 0-4 16,0 0-6-16,0 0-2 15,0 0-5-15,0 0 0 16,0 10 3-16,0 15-4 15,0 6 9-15,3 5-7 16,1 5-4-16,4 4 3 16,-6 3-3-16,2 2 0 0,3 3 1 15,-2 8-3-15,-1 1 2 16,4 6-3-16,-4 1 4 16,5 1-2-16,2 2 4 15,-1 3 0-15,3 0 0 16,2 1-1-16,-2-1-2 15,1-5-1-15,-7 0 0 16,4-6 2-16,-4 1-4 16,3-5 5-16,1-4-2 15,0-5 4-15,1-7-6 16,-1-7 0-16,-2-4 0 16,-3-10-1-16,3-4 0 0,-7-5-2 15,2-3 4-15,1-1-4 16,-3-4 3-16,-2-1-4 15,0-4 1-15,0-1-3 16,0 0-4-16,0 0-16 16,0 0-18-16,0 0-1 15,0 0-39-15,0 0-34 16</inkml:trace>
  <inkml:trace contextRef="#ctx0" brushRef="#br1" timeOffset="73609.43">15668 10825 5 0,'-5'-4'42'0,"5"-2"-19"16,-5 2 21-16,5 0-7 16,0 1-22-16,0-1 0 15,0 0-8-15,0 0 4 16,0 0-6-16,0 2 6 16,0 2-1-16,0-3 12 15,0 3-7-15,0 0 3 16,0-1 0-16,0-2-5 15,0-1-1-15,0 3-3 0,0-4 7 16,0 1-10 0,0-2 11-16,0 2-7 0,0-2 1 15,0-3-3-15,0 3 2 16,0 0-1-16,0 2-3 16,0 2-1-16,0-1 1 15,0 1 5-15,0 2 0 16,0 0 5-16,0 0-9 15,0 0-3-15,0 0-6 16,0 0 2-16,0 0 0 16,0 0 0-16,0 0 8 15,0 13-3-15,0 6 0 0,-2 6-4 16,-5 1 4-16,-2 5-5 16,0 5 2-16,-1-3 0 15,1 2-1-15,-2-2 0 16,-1-2-1-16,3-2 2 15,2-4-2-15,0-9 2 16,5-3-3-16,-1-5 3 16,1-4-4-16,2-4 1 15,0 0 0-15,0 0 0 16,0 0 2-16,0 0-3 16,0 0 7-16,0 0-7 15,0 0 3-15,-4-4-6 16,-1-14-8-16,-2-7 3 0,-2-3 5 15,2 0 2-15,2-3 1 16,1-3 3-16,2 0-4 16,2 0 4-16,0-1-2 15,0 4 2-15,0 4-3 16,4 4 2-16,7 0-1 16,-1 5 0-16,1-3-2 15,3 2 3-15,2 1 0 16,5 3 3-16,-3 1-2 15,3-1-2-15,2 1 1 16,-3 1 0-16,4 3 0 16,-3 4-3-16,-3 0 2 15,-4 6 5-15,-1 0-4 16,-6 0 2-16,-2 0-3 0,0 0 2 16,2 0-2-16,1 12 0 15,2 1 1-15,2 3 1 16,-4-2-2-16,-1 1 2 15,1 2 1-15,-6-1-8 16,0 1 9-16,-2 2-10 16,0-3 9-16,0-2 4 15,0 1-6-15,-9-3 1 16,-5-1 0-16,-2-1 2 16,-11 1-5-16,-1-1 5 15,-2 0-5-15,5-4 4 16,3 1-3-16,11-6 1 15,5-1-1-15,1 0-2 0,5 0-8 16,0 0-19 0,0 0-23-16,0 3-33 0,0-3-24 15</inkml:trace>
  <inkml:trace contextRef="#ctx0" brushRef="#br1" timeOffset="74425.77">15817 10378 74 0,'0'-2'13'0,"3"0"8"16,-3 0 29-16,0 2-10 15,0 0-23-15,0 0-10 16,0 0 8-16,0 0 2 16,0 0-2-16,0 0 1 15,0 0-3-15,0 0 4 16,0 0 5-16,-17 6-12 15,-1 12-15-15,2 1 22 16,-1-2-13-16,1-5-6 16,8 1 8-16,-5-3-6 15,7-2-2-15,1-2 5 16,3-6 0-16,2 0-10 0,0 0 6 16,0 0-3-16,0 0 0 15,0 0-2-15,0 0-4 16,2 0 13-16,9-4-3 15,4-11 3-15,3 1-3 16,0-2 1-16,-6-1-2 16,0 1 2-16,1-3-1 15,6 0-1-15,-1 1 2 16,-2-1-1-16,0 5 1 16,-6 1-1-16,-4 9 1 15,-3 2 0-15,-3 2 2 0,0 0-6 16,0 0 1-1,0 0 0-15,0 0-2 0,0 0 7 16,4 0-1 0,1 0 1-16,1 8-3 0,4 0 3 15,-1 3-1-15,5 1-2 16,2 1 0-16,-2-3-1 16,4 0-2-16,-1-1-2 15,-4-1-23-15,4-2-58 16,-2 2-33-16</inkml:trace>
  <inkml:trace contextRef="#ctx0" brushRef="#br1" timeOffset="77115.73">17018 10840 81 0,'-2'0'60'0,"-1"0"-49"15,3 0 2-15,0 0 20 16,0 0-3-16,0 0-17 15,0 0 1-15,0 0 5 16,-2 0 6-16,-3 6-2 16,-1 8-3-16,-3 7 1 15,-3 4-12-15,0 6 2 16,1 2-5-16,-1 4 4 16,3 0-6-16,0 3 5 15,-3-5-5-15,3-4 0 16,0-2-1-16,2-8-1 15,2-4-1-15,3-5-1 0,0-4 3 16,2-3-5-16,0-1 5 16,0-4-4-16,0 0 3 15,0 0-4 1,0 0 2-16,0 0-3 0,0 0-4 16,0 0-2-16,0 0-2 15,0-7-1-15,0-7-18 16,0-3 10-16,0-6-1 15,0-4 3-15,2-3 4 16,5-4 12-16,3 1-3 16,-4 0-12-16,5 2 21 15,-1 2 0-15,1 4 2 0,1 3-6 16,0 2 6-16,-1 0-4 16,-2 1 4-16,1 1-3 15,-1-1 3-15,-3 6 3 16,1 1-2-16,1 4 0 15,-2-1-4-15,1 1 1 16,0 2-4-16,0 4 1 16,0-2 3-16,2 4-2 15,5-2 4-15,4 2 3 16,-1 0-1-16,-2 0-8 16,0 0 4-16,-2 0-2 15,1 0 0-15,0 0-2 16,-5 6 0-16,0 1-2 15,-4-3 2-15,-3 1 2 16,0 4-4-16,-2 2 9 0,0 3-7 16,0 5 6-16,-4 3 2 15,-17 5-5-15,-2 0 1 16,-5-2-2-16,0-4-1 16,1-3-4-16,2-3 8 15,-1-3-8-15,3-1 6 16,3-6-5-16,4-2 4 15,4-3-7-15,0 0-1 16,3 0-18-16,3 0-5 16,-1 0-4-16,7 0-25 15,0 0-36-15,0 0-34 16</inkml:trace>
  <inkml:trace contextRef="#ctx0" brushRef="#br1" timeOffset="87266.75">15840 12289 0 0,'0'12'6'15,"0"7"-2"-15,0 4 4 16,0 4 3-16,-3 6-3 16,-5 4-8-16,-1 2 0 15,-6 1 0-15,2-5 1 16,-8-2-2-16,-7 1-8 16,-2-5-19-16</inkml:trace>
  <inkml:trace contextRef="#ctx0" brushRef="#br1" timeOffset="108292.02">17614 10276 0 0,'13'-4'118'0,"-5"0"-103"16,-8 2-3-16,2 2 32 15,-2 0-2-15,0-2-12 16,0 2-7-16,0-2-9 16,0 2-8-16,0 0 1 15,0 0-3-15,0 0 5 16,0 0-5-16,0 0 6 0,0 0 1 15,0 0 3-15,0 0 1 16,0 0-2-16,0 0 0 16,0-4 0-16,0 0-10 15,-2-3-5-15,-8 1 9 16,1 0-5-16,-2 2-4 16,-6-1 2-16,0 1-6 15,-4 0 16-15,-7 3-9 16,2-2 4-16,-1-1-6 15,-1 2 5-15,-2 0-5 16,0 0 1-16,-4 0 1 16,-3 2 1-16,-4-2-2 15,-3 2-2-15,0 0 3 16,0 0 1-16,1 0 0 0,-3 0-4 16,4 0 2-16,3 0 0 15,1 0 2-15,-2 0-4 16,1 0 1-16,-2 0 2 15,2 0-4-15,-3 0 6 16,1-7-4-16,-1 1 2 16,-2 0-3-16,1 2 2 15,1 0-1-15,1 0 1 16,0 2-1-16,1 0-1 16,1-1 3-16,-4 1-3 15,-1 0 4-15,-6 2-7 16,-6-2 1-16,-1 0-4 15,-5 0 5-15,-3 0-2 0,3-4 5 16,7-1 0-16,1 3-4 16,2 0 8-16,1 0-5 15,-6 2 3-15,-1 0-5 16,0 0-1-16,1 0 0 16,2 2 0-16,0 0-10 15,2-2 16-15,-1 2-10 16,2 0 6-16,1 0 4 15,4 0-4-15,-4 0-1 16,2 0-2-16,1 0-2 16,-1 0 1-16,4 4 2 15,-2 0-5-15,2 0 6 16,-2 1 5-16,4-4-14 16,-1 3 7-16,-4 1 2 0,-1 1-23 15,1-2 22-15,-5 0 2 16,4 0-5-16,4 3 8 15,1-1 2-15,9 0-8 16,1-2 6-16,2 0 8 16,-5 1-19-16,-2 1 12 15,-3-2 3-15,-1 4-5 16,0 0-4-16,1 0 4 16,3-1-1-16,0-3 6 15,7 2-9-15,2-2 8 16,6 0-4-16,6 1 0 15,7-1 1-15,-2 0-2 0,5 0 1 16,1-2-3-16,5 0 6 16,-1 0-3-16,3-2 1 15,0 0-5-15,0 2 4 16,-2-2 4-16,2 2-3 16,0 5 4-16,0-1-2 15,-2 2 1-15,0 3-3 16,-4-1 1-16,2 5 0 15,-3-1 5-15,3 5-3 16,-3 1 1-16,3 3-1 16,-6 2 0-16,1 4-1 0,2 2 1 15,-7 6 3 1,-2 6-5-16,0 5 4 0,-2 6-6 16,-1 4 7-16,3 4-6 15,0 4 2-15,-3 3-3 16,1-1 1-16,-5-4 2 15,0-1-2-15,5-6 4 16,-1 1-2-16,3 2 0 16,0 1-4-16,0-2 3 15,2 1 1-15,3-4-3 16,-1 5 2-16,1-6-2 16,-3 0 3-16,4-2-4 15,-1-1 5-15,2-2-4 16,2-1 8-16,-2-3-6 15,-3-1 0-15,3-1-1 0,2-1-1 16,-2 1 0-16,5 2 0 16,-6 1 4-16,3-4-5 15,-2 1 2-15,0-5-4 16,-1 0 5-16,1-1-2 16,3-1-2-16,-1 1 4 15,-5-5-5-15,1 4 6 16,-4-4-3-16,4 0 2 15,0-4-3-15,3-4 3 16,4-4-2-16,2-3-1 16,0-6 1-16,2-1-1 15,0-2 3-15,-3-4-3 16,3-2 3-16,0-1-3 16,0 0 2-16,-2-2-5 0,2 0-17 15,-4 0-68-15,-1 0-203 16</inkml:trace>
  <inkml:trace contextRef="#ctx0" brushRef="#br1" timeOffset="-153563.57">17653 2797 26 0,'-5'0'10'0,"-1"0"-5"16,1-2-5-16,5-4 4 15,0-2 7-15,0 1 16 16,0 3-22-16,0 2 6 0,0 2 11 15,0 0-4-15,0 0 3 16,0-2 3-16,0 0 0 16,0 2-1-16,0-2-4 15,0 2-4-15,0 0 5 16,0 0-1-16,0 0-8 16,0 0-1-16,0 0-4 15,0 0 5-15,0 0-4 16,0 0-2-16,0 0-4 15,0 0 7-15,0 0-3 16,0 0-2-16,0 0 4 16,0 12-5-16,0 7 5 0,-4 4-3 15,-4 2-1 1,4 0-3-16,-1-3 2 16,-2 3-2-16,3-4 0 0,-1-3 1 15,0 1-2-15,3-5 2 16,0-3-2-16,2-3 5 15,-3-3-4-15,3-4 1 16,0-1-2-16,0 0 1 16,0 0 0-16,0 0-1 15,0 0 2-15,0 0-4 16,0 0 6-16,0 0-6 16,0 0 7-16,5 0-3 15,9 0 1-15,0 0-2 0,0 0 3 16,-1 0-2-1,-2-4-2-15,-1 2 3 0,1 0-2 16,-2-2 2-16,-3 2-3 16,-2 2 3-16,-2-2-3 15,1 2 1-15,-1 0 0 16,-2 0 0-16,0 0 1 16,0 0-8-16,0 0-15 15,0-2-30-15,0 2-14 16,0 0-24-16,0 0-22 15</inkml:trace>
  <inkml:trace contextRef="#ctx0" brushRef="#br1" timeOffset="-151995.16">17943 2830 9 0,'0'0'27'16,"0"0"-18"-16,0 0 25 16,0 0 1-16,0 0-15 15,0 0-10-15,0 0 8 16,0 0-1-16,0 0-5 15,0 0 0-15,0 0-1 16,0 0 6-16,0 0-3 0,0 0 2 16,0 0 0-16,0-2 1 15,0 2-6-15,0 0-1 16,0 0-8-16,0 0-7 16,0 0-2-16,-7 0-6 15,0 0 22-15,-6 0-8 16,0 0 0-16,-2 9-1 15,-4-1 1-15,6 2-1 16,1-2-1-16,5-1 2 16,2-3-2-16,5-4 0 15,0 0-14-15,0 2 6 16,0-2 2-16,0 0 1 16,0 0 5-16,0 0 1 15,0 2 0-15,0-2-4 16,0 2 1-16,0-2-10 0,5 0 13 15,2 2-2-15,0-2 4 16,4 0 1-16,0 0-6 16,4 2 10-16,-2 0-5 15,2-2 0-15,0 2-2 16,4 1 2-16,-4-2-3 16,2 2 3-16,-4 1-4 15,0 2 1-15,-2 0-1 16,-2 2-3-16,-4 1 0 15,-1-3-5-15,-1 2 4 0,-3 0 10 16,0-1 0-16,0 3-4 16,0-2 7-16,0 2-5 15,-10-1-1-15,-1-1 3 16,2-1-4-16,-1-6 4 16,1 2-1-16,0-3 3 15,-5 1-4-15,0-1 8 16,3 3-9-16,-1-3 1 15,1 0 3-15,7 0-2 16,-4 0 0-16,6 0-6 16,2 0 2-16,0 0-19 15,0 0-27-15,0 0-18 16,0 0-24-16</inkml:trace>
  <inkml:trace contextRef="#ctx0" brushRef="#br1" timeOffset="-150053.15">18336 3870 19 0,'0'-4'25'0,"0"0"-18"16,0 4 17-16,0 0 21 15,0 0-24-15,0 0-13 16,0 0 6-16,0 0 8 15,0 0-8-15,-2 0-6 16,-1 0 0-16,-1 0-1 0,0 8 2 16,-1 4-2-16,-7 5-4 15,-1 1 0-15,-1 5-2 16,-5 0 7-16,1 2-8 16,0 0 4-16,-1 0-5 15,3-3 3-15,4-3-3 16,3-3 2-16,7-7-2 15,2-3-1-15,0-2-4 16,0-2-3-16,0-2 9 16,2 0-3-16,10 0 14 15,6 0-5-15,0 0-9 16,3 0 5-16,-2-6-4 16,-1 0 2-16,-4 2-10 0,-1-1 2 15,0 1-11 1,-7 0-25-16,5 0 4 0,2 0-5 15,-5 0-40-15</inkml:trace>
  <inkml:trace contextRef="#ctx0" brushRef="#br1" timeOffset="-149436.69">18500 3868 12 0,'0'0'160'16,"0"0"-155"-16,-2 0-9 15,-4 0 16-15,0 6 2 16,-1 7-10-16,0 3-2 15,3 1 7-15,2-3-7 16,-2 1 2-16,4-1-1 16,0 3 3-16,0-3-1 15,0 5 1-15,0-3-4 16,0-2-1-16,0 1 1 0,0-2-2 16,0-1 3-16,0-2-3 15,0-1 3-15,0-3-4 16,0 0 4-16,0-2-5 15,0-2 4-15,0 2-2 16,-2 0 1-16,-7 1-1 16,-2-1 0-16,-3-2 2 15,-2 2-3-15,2-2 1 16,-4 0-7-16,1 0 1 16,4-2 2-16,3 3 4 15,6-3 0-15,1 0-1 16,3 0-7-16,0 0 1 15,0 0 6-15,0 0-2 16,3 0 8-16,11 0-4 0,2 0 6 16,2 0-4-16,-2-3-2 15,1-1 4-15,-4 2-7 16,3-2 6-16,-2 0-5 16,2 0 4-16,-2-3-5 15,0 1 1-15,-3-2-52 16,-4 2-17-16,-5 0-11 15</inkml:trace>
  <inkml:trace contextRef="#ctx0" brushRef="#br1" timeOffset="-149202.66">18387 3946 147 0,'0'-4'18'16,"0"0"-10"-16,2-2 0 15,17 2 5-15,-1-3-9 16,3 3 1-16,4-2-6 16,-2 2-3-16,-2 2-23 15,-3 0-11-15,-4 2-31 16</inkml:trace>
  <inkml:trace contextRef="#ctx0" brushRef="#br1" timeOffset="-110128.9">19291 4491 24 0,'-7'0'11'16,"3"0"-21"-16,1 0 30 16,3 0-5-16,0 0-7 15,0 0 0-15,0 0 8 16,0 0-2-16,0 0 3 0,0 0-2 16,0 0 5-16,0 0 4 15,-2 0-5-15,0-2 3 16,2 0-4-16,0 0-1 15,0-1-6-15,-2 3 4 16,2-1 0-16,0 1-1 16,0 0-3-16,0 0-4 15,0 0 2-15,0 0-1 16,0 0 1-16,0 0-6 16,-3 0 0-16,3 0-2 15,0 0 0-15,0 0 1 16,0 0-2-16,0 0 1 15,0 0-2-15,-2 0 4 16,-1 1-3-16,1 8 3 0,0 1-3 16,-3 5 4-16,-2 1 0 15,1 1 4-15,-4 4-3 16,1 0-5-16,2-3 2 16,-2 3-2-16,2-3 3 15,2 1-5-15,1-2 5 16,1-3-6-16,1-2 3 15,0 1 2-15,2-1-4 16,0-4 2-16,0 1-1 16,0-5 5-16,0 2-5 15,0-2 2-15,0-2-2 0,0 3 1 16,0-3 0 0,0-2-2-16,0 2 4 0,0-2-5 15,0 0 4 1,0 0-2-16,0 0 2 0,0 0-2 15,0 0 1-15,0 0-3 16,2 0 2-16,14 0 2 16,3 0-1-16,6-11-1 15,7-1 0-15,3-4 6 16,6-4-7-16,5-4 4 16,7-7-10-16,7-4 8 15,5-5-7-15,-1 1-3 16,0 1 9-16,-4 4-2 15,-8 2-3-15,-10 8-14 0,-12 7 9 16,-14 6-6-16,-8 6-4 16,-6 5-6-16,-2 0-16 15,0 0-60-15</inkml:trace>
  <inkml:trace contextRef="#ctx0" brushRef="#br1" timeOffset="-108871.77">18838 4315 52 0,'-10'0'50'0,"1"-2"-46"15,-2 0 17-15,-1-2 12 16,-1 4-23-16,-2 0-5 16,4 0 6-16,-2 0 24 0,1 0-27 15,-2 0 6-15,-2 0 4 16,2 0-3-16,-2 4 0 15,-2 0 2-15,-3 4-6 16,0-1 0-16,1 3-3 16,-3 5-2-16,-1 1-3 15,-3 2-3-15,1 3 8 16,0 0-4-16,0 0 0 16,3 1-4-16,2-3 4 15,1-1-2-15,1 1-1 16,3 2 2-16,0 0-3 15,2-1 6-15,0 1-5 16,1 0 10-16,3-3-9 0,3-1 1 16,3-1-5-16,1-1 4 15,3-1-1-15,0 1 1 16,0 2 1-16,0-3-4 16,0 1 4-16,0 1 0 15,7-1 1-15,7-1-7 16,0 1 4-16,5-3-1 15,-2-2 0-15,0 3 2 16,6-3-2-16,-3-1 2 16,4-1 1-16,3 0 7 15,1-2-11-15,0-1 5 16,2-1-7-16,0-4 6 0,2 0-2 16,2 0-1-16,1 0 0 15,-1 0 2-15,3-11 6 16,-3-3-11-16,3-1 7 15,-4 1-7-15,-3-3 4 16,-6 3-1-16,-1-5 2 16,-4 1 3-16,-1-7-4 15,-4-5 4-15,-3 0-7 16,-2-6 8-16,-1-3-7 16,-6 0 4-16,-2-1-1 15,0 3 0-15,0 6-1 16,0 6-2-16,0 2 3 15,0 3-2-15,0 1 3 16,-12 0-2-16,1 1-1 0,-3 1 0 16,-2-2 2-16,-3 3 2 15,1-1-4-15,-3 3 1 16,0 4-3-16,1-1 4 16,2 5-3-16,-6 2 6 15,-6 4-7-15,-4 0 2 16,-5 0-4-16,-4 4 1 15,-1 10 3-15,0 3-4 16,0 2 0-16,1 4-12 16,-1 6 2-16,-2 8-22 15,7 8-54-15,5 5-84 16</inkml:trace>
  <inkml:trace contextRef="#ctx0" brushRef="#br1" timeOffset="-107415.15">20183 2503 70 0,'-11'0'18'16,"2"-2"18"-16,-3 2 38 0,3 0-55 15,0 0-3-15,-3 0 0 16,1 0 0-1,-8 0-12-15,4 2 7 0,-4 11-2 16,-1 1 0-16,-1 5 2 16,-2-3 2-16,-3 5-5 15,4 0-5-15,1-1 5 16,0-1-4-16,5 2 1 16,0-1-3-16,2 1 3 15,0 0-1-15,1-2-4 16,4-5 3-16,-1 5-3 15,1-1 5-15,4 7-5 0,1 2 4 16,2 0-5-16,2-2 4 16,0-3-5-16,0-1 5 15,0 2 1-15,4-3-4 16,5 1 3-16,-2-2-5 16,-1-2 6-16,4-3-5 15,-1-1 0-15,0-3-4 16,3 1 7-16,-1-3 1 15,4 0-2-15,0-2 4 16,4 0-7-16,1-1 7 16,6-1 0-16,1 0 1 15,6-4-4-15,5 2 3 16,7 0-5-16,5-2 1 0,3 2-1 16,2-2 0-1,1 0 6-15,-1 0-5 0,0-4 6 16,4-11-5-16,-1-1 2 15,-2-5-3-15,-8 2 1 16,-4-1-1-16,-3-1-1 16,-7-4 2-16,1 2-2 15,-5 1 10-15,-7-3-3 16,-5-5 2-16,-9-8-7 16,-4-8 1-16,2-2-3 15,-2-1 2-15,-5 3 6 16,0 0-6-16,0 5 2 15,0 1-4-15,-17 6 5 16,-1-2-6-16,-7 5 5 16,-3 6-1-16,-4 4 1 0,-10 9 0 15,-3 4-4-15,-18 4 1 16,-3 4-5-16,-11 0 6 16,-2 0-4-16,2 10 4 15,-1 9-5-15,4 5-4 16,3 10-25-16,7 5 6 15,8 11-19-15,11 6-46 16,15 1-21-16</inkml:trace>
  <inkml:trace contextRef="#ctx0" brushRef="#br1" timeOffset="-106071.26">22240 1876 17 0,'-2'-5'39'0,"2"4"-38"16,0-2 24-16,0 3 10 0,-2 0-19 16,-2-1 8-16,-1 1 15 15,1 0-21-15,-11 0-1 16,-3 0-3-16,-3 0 10 16,-4 0 1-16,-3 1 5 15,5 8-12-15,-2-1-6 16,0 2-2-16,0 3-1 15,1-1-2-15,-1 5-3 16,2-1 1-16,0 5 0 16,0 0 4-16,2-1-4 15,3 1 3-15,2 0-6 16,2 0 1-16,0 1-1 16,3 3-2-16,-3 2 4 0,0 2-4 15,1 2 4 1,-2 0-4-16,6 3 4 0,3-4-4 15,3-1-1-15,3-2 6 16,0-4 0-16,0-2 0 16,3-4 0-16,8-3 4 15,5-2-4-15,2-4 2 16,1 3-5-16,4-3 5 16,2 3-4-16,5-1 0 15,0-2-1-15,4 3-1 16,4-3 4-16,-2-2-5 15,3-2 4-15,2 0-4 16,1 0 5-16,-1-4-7 0,4 0 4 16,0 0-2-16,2 0 1 15,0 0 0-15,2 0 0 16,-3-4 1-16,-4-6-3 16,-8-1 4-16,-6-3-3 15,2 0 8-15,-6-7-2 16,6-2-4-16,8-4 3 15,-2-4-6-15,-1-4 4 16,-5-4-4-16,-5-1 4 16,-9-1-4-16,-2 4 5 15,-9-1-6-15,-3 3 6 16,-2 2-4-16,0 0 2 0,0 2-2 16,-7 0 0-1,-7 1 4-15,-4 2-4 0,-5 5 3 16,-5 4-2-16,-6 3 0 15,-5 4-4-15,-3 3-5 16,-2 3 7-16,0 1 0 16,5 1 2-16,-6 3-3 15,-2 1 4-15,2 0-4 16,-6 0 4-16,-2 0-9 16,-1 16-11-16,4 7-14 15,6 8-25-15,5 4-49 16,3 4-40-16</inkml:trace>
  <inkml:trace contextRef="#ctx0" brushRef="#br1" timeOffset="-104235.75">23354 4398 43 0,'-2'-2'30'16,"-1"-2"16"-16,1 0 7 15,2 1-24-15,0 1-14 16,-2 0 14-16,2-2-3 16,-2 2-7-16,-1-2-6 15,1 2-1-15,0-3-1 16,-2 4 5-16,-2-2-8 16,2-5 3-16,-3 2 5 0,0 0 0 15,-2 0-5 1,2 3 1-16,0-1-2 0,0 2-7 15,-2 0 2-15,0 0-2 16,0 2-2-16,0-2 1 16,-3 0-3-16,3 0 3 15,-2 2 2-15,-2 0 1 16,0 0-5-16,-3 0 4 16,-2 0-2-16,-3 0 1 15,0 6-2-15,3 3-2 16,-3-1 4-16,2 2-6 15,1 2 7-15,-1-1-4 16,6 3 2-16,-1-1-1 16,3 1 0-16,-1 3-1 0,0 3 1 15,6 1-1-15,-1 2-1 16,5 2 3-16,2 0-3 16,0-2 3-16,0 2-3 15,0-5 5-15,0 1-3 16,0-3 4-16,0-1-1 15,0-3-1-15,2 1 3 16,7 2-3-16,0-3 11 16,5 2-9-16,2-1-1 15,7 0 2-15,2-1-1 16,1 1-4-16,6-3 2 16,-2 2-2-16,4 1-2 15,1-2 4-15,-3-3-4 0,-2-2 4 16,-5-2-4-16,1-2 3 15,2 1-4-15,-4-1 3 16,6 0 0-16,4-2-2 16,2 0 4-16,0 0-4 15,5-2 4-15,2 0-3 16,2 0 5-16,-2 0-8 16,2 0 4-16,-7 0-1 15,-1 0 0-15,0-8 0 16,-4-1-3-16,1-3 5 0,-2-2-1 15,-2-3 3-15,-2-2-3 16,-6-3 0 0,2-3 2-16,-6-4-2 15,0-2 2-15,-6-1 4 0,-3 2-2 16,-2-1-5-16,-5-1 5 16,0 1-4-16,-2 0 2 15,0 2 0-15,0 5-1 16,0-1-2-16,-9 2 1 15,-12 0 0-15,-1 2-2 16,-6 0 3-16,-4 7-2 16,2 0 4-16,-4 3-5 15,2 3 4-15,-6 0-5 0,-3 2 2 16,2 1 0 0,-7 3-1-16,0-2 4 0,-5 2-6 15,0 0 6-15,-3 2-3 16,-6 0 1-16,-4 2-2 15,-2 17 1-15,2-1 0 16,7 3 0-16,6 0 0 16,7-1-10-16,10 3-13 15,6 2-37-15,3 6-23 16,2 7-73-16,4 5-33 16</inkml:trace>
  <inkml:trace contextRef="#ctx0" brushRef="#br1" timeOffset="-96674.89">20359 1934 6 0,'-3'0'10'15,"1"-2"-3"-15,0 2 3 16,2 0 6-16,-2 0-1 16,2 0 1-16,0-2 5 15,0 2-2-15,0-3-3 16,0 2-8-16,-3-2 1 16,3 3-5-16,0-2 1 15,0 2 3-15,0-2-1 16,0 2 0-16,0-2-5 15,0 2 10-15,0-2-5 16,0 0 0-16,0-2-8 0,0 2 2 16,0 0 3-1,0-2-2-15,0 2 2 0,0-1-4 16,0 1 5-16,0 0-1 16,0 0 10-16,0 2-4 15,0 0 2-15,0 0-7 16,0 0 0-16,0 0-1 15,0 0-2-15,0 0 4 16,0 0 0-16,0 0 0 16,0 0-4-16,0 0-4 15,0 6 4-15,0 3 1 16,0 3 0-16,0 3-2 0,0-1 1 16,0 4-3-1,0 2 3-15,0 0-2 0,-2-1 4 16,0 2-4-16,-3-1 2 15,5-1-2-15,-3 0 1 16,-1-7-1-16,-1-2-1 16,3-4 2-16,0 1-3 15,0-5 7-15,2 2-8 16,0-4 6-16,0 2-6 16,-3-2 5-16,3 2-5 15,0-2 3-15,0 2 0 16,0 0-2-16,0-2 4 0,0 2-4 15,0-2 4 1,0 0-3-16,0 0 3 0,0 0-4 16,0 0 2-16,0 0 1 15,0 0-1-15,0 0 0 16,0 0-1-16,0 0 7 16,0 0-5-16,7-2 5 15,7-4-6-15,7-4 2 16,6-3-1-16,5-3 0 15,7-5 1-15,3-2-4 16,4-2 6-16,3-2-4 16,-2-2 5-16,2-1-7 15,-1-6 6-15,1 1-5 16,6 0 2-16,0-2 0 16,8 1-2-16,-1-1 3 0,0 0-4 15,2-1 8-15,-2 3-8 16,-4 2 6-16,-10 4-6 15,-7 4 3-15,-11 7-2 16,-7 3 2-16,-7 5 0 16,-4 2-2-16,-8-1 3 15,3 5-3-15,-4-2 7 16,-1 4-5-16,-2 2 6 16,0 0 0-16,0 0 1 15,0 0-4-15,0 0-5 16,0 0 3-16,0 0-10 15,0 0-44-15,0 0-78 16</inkml:trace>
  <inkml:trace contextRef="#ctx0" brushRef="#br1" timeOffset="-94678.75">22882 1590 64 0,'-2'-14'48'0,"-2"7"-46"16,2 3 18-16,2 2 19 16,0 0-10-16,-3 2-6 15,3 0-7-15,0 0-1 16,0 0-2-16,0 0 1 16,0 0-3-16,0 0 3 15,0 0-2-15,0 0-1 16,0 0-2-16,0 0-4 15,0 0 4-15,0 0-6 16,0 0 3-16,0 0-6 0,0 0 4 16,0 0 1-1,0 0 1-15,0 6 3 0,0 11-2 16,0 0-2-16,0 3-5 16,0 5 4-16,0-2-6 15,0 3 5-15,0-2-5 16,0-2 3-16,0-1 0 15,0-2-2-15,-2-3 2 16,2-5-3-16,0-6 5 16,-3 0-4-16,3-3 5 15,0 0-7-15,0-2 5 16,0 0-4-16,0 0 1 0,0 0 1 16,0 0-2-16,0 0 4 15,0 0-3-15,0 0 5 16,0 0-4-16,0 0 4 15,5-6-3-15,9-1 6 16,5-5-6-16,10-4 2 16,13-5 1-16,3-4-6 15,8-4 6-15,0 0-4 16,1 2 2-16,0-2-4 16,1 4 3-16,3-4-2 15,0 2 1-15,-1-2 1 16,1 2-2-16,-6 2 2 15,-3 7-2-15,-8 1 4 0,-7 5-4 16,-8 2 2 0,-7 1-2-16,-6 5 1 0,-3 0 1 15,-5 4-2-15,-3-2 2 16,-2 2-2-16,0 0 6 16,0 0-6-16,0-2 3 15,0 2-7-15,0 0-15 16,0 0-35-16,0 0-35 15,0 0-92-15</inkml:trace>
  <inkml:trace contextRef="#ctx0" brushRef="#br1" timeOffset="-14048.26">31050 3892 29 0,'7'-8'42'0,"-2"2"-26"16,-1 2 20-16,1 0 16 15,-5 2-11-15,2-2-20 16,0 2-3-16,1-3-1 15,-1 3 5-15,0 0-6 16,-2 0 1-16,2 2-2 16,-2 0 7-16,0 0-8 15,0 0-3-15,0 0 3 16,0 0-5-16,0 0 2 0,0 0-5 16,0 0 3-16,0 0-4 15,2 0 4-15,-2 0-4 16,0 0 3-16,0 0 2 15,0 0-9-15,0 0 3 16,0 0-4-16,0 0 6 16,0 0-6-16,0 2 3 15,0 7-4-15,0 1 3 16,0 5-2-16,-4 1-1 16,0 1 2-16,-1 1-2 0,-2 1 4 15,1-1-4-15,0 1 5 16,0-4-7-16,1-5 6 15,5-6-6-15,0-2 4 16,0-2-1-16,0 0-2 16,0 0 2-16,0 0-4 15,9 0-2-15,23-2 8 16,24-11 11-16,22-9-12 16,19-13-2-16,10-5 3 15,0-1-3-15,-11 6 2 16,-6 8-18-16,-2 2-29 15,-4 6-43-15,-1 3-71 16</inkml:trace>
  <inkml:trace contextRef="#ctx0" brushRef="#br1" timeOffset="-6368.07">27622 555 64 0,'0'2'15'0,"0"-2"-15"16,0 0 8-16,0 0 26 0,0 2-19 15,0 0-11-15,0 0 5 16,0 0 0-16,0-2 5 16,0 4 2-16,0 3-1 15,0 2 13-15,-4 10-17 16,-8 8 4-16,-4 7-7 16,-5 7 4-16,1 8-4 15,-1 8 6-15,-2 7-3 16,-3 10-3-16,1 11-3 15,-2 8-2-15,1 7 1 16,3 5 0-16,2 3-3 16,3 2-1-16,-3-3 3 15,6-5-4-15,-2-9 2 0,4-10-1 16,1-11 1-16,-2-11-1 16,4-14 1-16,-3-8-1 15,4-12 1-15,5-10 0 16,-2-9 1-16,6-4-2 15,-2-4 1-15,2 0 1 16,0 0 0-16,0 0 1 16,0 0-2-16,0 0-5 15,0 0-32-15,0 0-9 16,0-8-77-16</inkml:trace>
  <inkml:trace contextRef="#ctx0" brushRef="#br1" timeOffset="-5835.36">26619 1787 149 0,'-5'-6'56'16,"5"6"-54"-16,0 0 9 0,0 0 26 16,0 0-34-16,0 0-8 15,5 0 10-15,11 0 9 16,16 12 19-16,21 0-1 15,27 3-6-15,31-2-11 16,22-1-4-16,15 0 5 16,13 2-2-16,-1 5-10 15,7 6-1-15,2 6 1 16,11 0 1-16,9 2 1 16,9 1-1-16,4-4-3 0,1-1-2 15,-12 0 1 1,-16 1-1-16,-14-5 1 0,-14-1-1 15,-14 1 0-15,-11-2 0 16,-16-1 0-16,-21-3 0 16,-16-5-1-16,-21-3 2 15,-18-5-1-15,-16-4 2 16,-11 0-1-16,-3-2 1 16,0 0-14-16,-3 0-70 15,-22-2-55-15</inkml:trace>
  <inkml:trace contextRef="#ctx0" brushRef="#br1" timeOffset="-4132.18">27682 1354 33 0,'0'-4'5'0,"0"2"6"16,0-2 22-16,0 1-3 15,0-1-10-15,0-2-11 16,0 2 16-16,0-2-7 0,0 4-3 16,0-3 3-16,0 4-7 15,0 1-8-15,0-3 1 16,0 3 11-16,0 0 3 15,0 0-12-15,0 0-8 16,0 0 1-16,0 0 0 16,0 0 2-16,0 7 0 15,0-1-1-15,-4 0 0 16,4 0-1-16,0 3 1 16,0-5-1-16,0 0 1 15,0-2-1-15,0-2 1 16,0 0 0-16,0 0 0 0,2 0 0 15,0 0 3-15,5 0 5 16,-1 0-6-16,2-4 0 16,-4-2-2-16,-1 1 1 15,-3 1-1-15,0 2-2 16,0 0-4-16,0 2-1 16,0 0 11-16,0 0-3 15,0 0-1-15,0 0-1 16,-3 0 1-16,-1 0-2 15,-1 0 0-15,5 0 1 16,0 4 0-16,0 0 2 0,0 3-3 16,0-3-1-1,0-2 0-15,0-2 2 16,0 0-6-16,2 0-1 0,5 0 4 16,2 0 5-16,-2 0 4 15,0 0-3-15,-5-2-1 16,1-2-1-16,-3-1-2 15,0 3-6-15,0 2 9 16,0-4 3-16,0 4-2 16,0-2-31-16,0 2-30 15,-5 0-46-15</inkml:trace>
  <inkml:trace contextRef="#ctx0" brushRef="#br1" timeOffset="-3202.92">27776 1339 14 0,'-2'0'12'15,"0"0"6"-15,2 0 0 16,0 0-3-16,0 0-7 15,0 0-1-15,0 0 0 16,0 0 0-16,0 0-1 16,0 0-5-16,0 0 0 15,0 0-4-15,0 0 1 16,0 0 1-16,11 0 5 0,1 0 12 16,4 0 1-16,0 0-2 15,2 5 2-15,3-1-6 16,2-2-4-16,0 2-3 15,2 0-1-15,-2-2 2 16,-2 2-4-16,2-2 0 16,0 2 0-16,0 0 0 15,5 1 2-15,0-1-3 16,-4 2 2-16,2-2-3 16,-3 1 1-16,-4-4 1 15,-4 2-1-15,-6-2 1 0,-3-1-1 16,-4 0 1-16,-2 0-2 15,0 0 0-15,0 3 1 16,0-3 4-16,0 2 18 16,0 0-9-16,0-2-6 15,0 0-4-15,0 0 2 16,0 0-4-16,0 0-16 16,0 0-31-16,0 0-9 15,0 0-12-15,-8 0-10 16</inkml:trace>
  <inkml:trace contextRef="#ctx0" brushRef="#br1" timeOffset="-2421.83">28168 1402 13 0,'-12'0'30'0,"3"1"-3"16,2 8-14-16,2-1-2 15,2 0 8-15,3 3-5 16,0-1 3-16,0-1-15 15,0 1-1-15,0 0-1 16,0-1 2-16,0-1-1 16,3-4 0-16,0-2-1 15,-1-2 1-15,0 0-1 16,0 0 0-16,3 0 4 0,-1 0 2 16,1 0 14-16,-1-2-16 15,2-6-2-15,-4-3-1 16,0 3-1-16,-2-2 0 15,0 3-4-15,0 3 1 16,0 2-7-16,-12 0 21 16,1 0-11-16,-3 2 3 15,2 0-7-15,3 0 4 16,1 0 1-16,8 0-6 16,0 6 4-16,0 1-4 15,0-1 3-15,0-4-6 0,8-2 3 16,8 2 4-16,1-2 14 15,-4 0-7-15,1 0-6 16,-3 0 3-16,-2-6-2 16,-1-5 3-16,-4 1-4 15,-1 0 1-15,-3-1 0 16,0 1-4-16,0 3 4 16,0 3-3-16,0 3-2 15,0 1-2-15,-3 0 16 16,-1 0-32-16,2 0-17 15,-6 0 12-15,4 4-25 16</inkml:trace>
  <inkml:trace contextRef="#ctx0" brushRef="#br1" timeOffset="-1842.35">28198 1453 68 0,'0'0'5'0,"0"0"-5"15,0 0 20-15,0 0-8 16,0 0-10-16,0 0 2 16,0 0 15-16,0 0 4 15,0 0 1-15,0 0-9 16,0 0-9-16,2 0 0 15,9 0 2-15,6 0 7 16,7 0 3-16,8 0-6 16,10 5 0-16,4 1-3 15,0-2-6-15,0 2 4 16,0 0-6-16,0 1 1 16,-2-3-1-16,-5 2 1 0,-7 0-2 15,-9-2-3-15,-7 2 6 16,-9-2-7-16,-7 0 2 15,0-1 2-15,0-1 16 16,0-2-5-16,0 0-2 16,0 0-8-16,0 0 0 15,0 0-8-15,0 0-32 16,0 0-1-16,0 0-19 16,-5 0-15-16,-4 2 6 15</inkml:trace>
  <inkml:trace contextRef="#ctx0" brushRef="#br1" timeOffset="-1290.21">28620 1483 7 0,'-2'-3'53'16,"0"3"-55"-16,2 0 1 16,0 0 13-16,0 0-6 0,0 0-5 15,0 0-3 1,0 0 5-16,2 0-3 0,8 0 8 16,1 0-1-16,0 0 7 15,1 0-3-15,-3 0-9 16,0 0 2-16,1 0-2 15,-3-2 0-15,-3-2-2 16,-2-2 3-16,-2 2-1 16,0-1 10-16,0 4 2 15,-4-2 1-15,-5 3-4 16,-1-2-10-16,-1 2-3 16,2 0 5-16,-1 0-1 15,1 0-2-15,5 0 1 16,-1 6-1-16,5 1-1 0,0-1-3 15,0-4 3-15,0 4 1 16,0-3-4-16,3-3 3 16,3 1 2-16,1-1 16 15,-3 0-11-15,-1 0 0 16,2 0-4-16,-5 0 0 16,0 0 2-16,0 0 0 15,0 0-1-15,0 0 1 16,0 0-2-16,0 0 0 15,-2 0-24-15,-4 0-29 16,2 0-26-16</inkml:trace>
  <inkml:trace contextRef="#ctx0" brushRef="#br1" timeOffset="-478.79">27489 1393 11 0,'-8'0'22'0,"8"0"1"16,0 0-3-16,0 0-6 0,0 0 5 15,0 0-14 1,0 0-5-16,0 0-5 0,10 0 5 16,6 0 9-16,5 0-3 15,9 0 10-15,9 5-11 16,7 3-1-16,6-2-1 15,4 2 3-15,1 0-2 16,3 1 2-16,2-1-1 16,3 2-1-16,3-1 0 15,1 1-3-15,1 0 0 16,1-2-1-16,-4 3 1 16,-8-5-2-16,-5 2 3 15,-3 3-3-15,-1-1 3 16,-2-2 0-16,5 1 0 0,-2-1 2 15,4 0-2-15,0-2 1 16,0 3 0-16,-4-3 0 16,2 3-3-16,-5-1 2 15,3 2-2-15,0-2 0 16,1 3 1-16,6 3-1 16,-3-2 1-16,3 5-2 15,1-3 2-15,-3 3-3 16,8-2 4-16,-2-3-3 15,-2-2 1-15,-4-1 1 16,-4 1-2-16,-6-2 2 16,-2-1-2-16,-6 1 2 15,2-2-2-15,-1 0 2 16,0 0-3-16,3-2-43 16,1 3-31-16</inkml:trace>
  <inkml:trace contextRef="#ctx0" brushRef="#br1" timeOffset="36767.08">30353 4149 4 0,'-10'-4'12'0,"-1"4"-6"16,0 0-11-16,-3 0 5 16</inkml:trace>
  <inkml:trace contextRef="#ctx0" brushRef="#br1" timeOffset="37965.03">30323 4054 61 0,'0'0'53'0,"0"-2"-43"15,0 2 28-15,0 0 17 16,0 0-14-16,0 0-10 15,0 0-7-15,-2 0-6 16,2 0 3-16,0 0-5 16,0 0 1-16,2-2-5 0,5-5 4 15,-7 3 0 1,0 0-2-16,0-2 2 0,0 2 0 16,0-2-3-16,2 0-4 15,7-1 4-15,-2 1-3 16,-5 4 1-16,-2 0-6 15,0 2-1-15,0 0 2 16,0 0 1-16,0 0-3 16,0 0 0-16,0-2 2 15,0 0-6-15,0 2 4 16,0 0-5-16,0 0 5 16,0 0-2-16,0 0 1 15,0 0 2-15,0 0-4 16,0 0 4-16,0 0-5 15,0 0 4-15,0 0-4 0,0 0 3 16,0 0-4-16,0 0 4 16,0 0-2-16,0 0-1 15,0 0 1-15,0 0-2 16,0 0 3-16,0 0-4 16,0 0 3-16,-9 8-3 15,0 7 5-15,3 1-4 16,1 5 2-16,2 0-1 15,1-5-1-15,0 1 4 16,2-3-6-16,0 3 4 16,-3-1-3-16,1 3 3 15,-2-6-2-15,1-7 2 16,1-6-2-16,2 0 2 0,0 0-1 16,0 0 0-16,0 0 1 15,0 0-3-15,0 0 3 16,0 0-3-16,0 0 3 15,0 0-1-15,0-9-1 16,7 1 1-16,4 6-2 16,1 0 0-16,4 2-3 15,5-6 9-15,22-9-6 16,29-7 4-16,27-10-4 16,23-5 2-16,-3 2-7 15,-9 4-9-15,-12 4-15 16,-16 8-21-16,1 1 16 0,-7-1-18 15,-4 5-16 1,-22-3-12-16,-23 9-60 0</inkml:trace>
  <inkml:trace contextRef="#ctx0" brushRef="#br1" timeOffset="40807.5">29840 3457 231 0,'-17'-9'29'0,"0"0"-33"16,0-6 15-16,8 10 10 15,0-6 0-15,2-1-13 16,-2-1 1-16,-3 3 3 15,-2 1-6-15,3-1 3 16,-6 0 3-16,0-3 0 16,-9-1-6-16,-4-1 0 15,-9 3 1-15,-3-3 0 16,-3 3-1-16,1-1 7 16,2-1-4-16,-1 2-2 15,1 0 2-15,-4-1-7 0,-4 2 2 16,-6-1-2-16,-6 4-1 15,-2 0 0-15,-7-1 0 16,-7 1 0-16,-5 0-1 16,-5 1 1-16,-2 1-3 15,7 2 3-15,8-2-1 16,2-3 1-16,1 1-2 16,-2 0 2-16,-9 6-1 15,-9 2 0-15,-9 0 2 16,-3 0-4-16,-8 9 4 0,-1 0-5 15,3 6 6-15,4 2-6 16,9-1 6-16,5 1-3 16,2-1 0-16,-2 5 1 15,7 6-1-15,9 2 2 16,12 0-5-16,11-6 5 16,2-5-3-16,-6 5 2 15,-10 2-2-15,-6 8 2 16,-3 4 0-16,-5 5-1 15,2-5 1-15,4 5-4 16,8-5 4-16,12 0-3 16,14-1 3-16,11-6-4 0,7 1 5 15,0 6-4 1,1 5 2-16,7 6 0 0,8 0-2 16,7-5 3-16,0-2-4 15,5 2 3-15,16 1-2 16,5 2 2-16,10 3-2 15,5-1 2-15,8 0-3 16,7-3 1-16,16-1 2 16,13-1-3-16,17 3 8 15,10 1-6-15,12 1 3 16,10-3-3-16,4-5 2 16,7-7-1-16,9-2 0 15,9-2 3-15,5-2-4 16,4-6 2-16,-1-7-14 15,-6-3 13-15,-6-7-3 16,-12-4 2-16,-8 0-8 0,-10 0 4 16,-5-19 5-16,-7-14-2 15,-2-8 5-15,-9-5-3 16,-5-4 0-16,-13-1-1 16,-13-9 5-16,-3-9-5 15,-14-9 5-15,-10-10-4 16,-12-1 0-16,-10 0 3 15,-20 2-1-15,-6 2 0 16,0-1-4-16,-26-8 5 0,-16-3-4 16,-8 2 3-1,-16 6-1-15,-16 12-3 0,-20 11 2 16,-22 6-2 0,-30 16-4-16,-37 11-7 0,-36 19-9 15,-41 14-18-15,-23 0-15 16,-6 37-54-16</inkml:trace>
  <inkml:trace contextRef="#ctx0" brushRef="#br1" timeOffset="53186.83">29930 6044 202 0,'0'0'143'0,"-15"-17"-140"16,9-6 12-16,6 15 31 15,-7-2-6-15,-4-5-24 16,-1 1-3-16,3-1 1 15,4 7 5-15,3-2-5 16,-5-5 1-16,-2-3-1 16,-2-3 0-16,-4-6-3 15,-3 0-3-15,-7-6 0 16,-3-4-2-16,-2-5 5 16,-6-3-8-16,-1-7 5 15,-3-6-2-15,-5-2-3 0,-2-11 1 16,-3-1-3-1,-5 0 2-15,-5-1-3 0,7 7 1 16,0 6-1 0,2 4 1-16,3 2-2 0,0 5 2 15,1-1-1-15,2 0 0 16,1 2 0-16,0-2-1 16,3 1 2-16,4-1-2 15,4 7 2-15,4 1-2 16,6 5 1-16,4 6 1 15,4 4-2-15,-2 6 2 16,6 3-1-16,1 3 0 16,4 5-1-16,-1-1 2 15,5 7-2-15,-3 0 2 0,3 0 0 16,2 2-1-16,-2 0 0 16,2 0-1-16,0 0 2 15,0 0-3-15,0 2 4 16,0-2-3-16,-3 2 1 15,3 0 0-15,0 0 0 16,0 0 1-16,0 0-2 16,0 0 3-16,0 0-4 15,0 0 3-15,0 0-2 16,0 0 2-16,0 0-2 16,0 0 2-16,0 0-1 15,-5 0 0-15,1 0 1 16,-7 10-2-16,-6 11 2 15,-3 6-3-15,-1 6 3 16,0 0-2-16,-2-4 2 0,5-2-1 16,-1-8 0-16,3 1 1 15,2-3-2-15,3-1 2 16,2-1-3-16,7-5 2 16,0-3-1-16,2-6 1 15,0-1-1-15,0 0 2 16,0 0-1-16,0 0 0 15,0-4 0-15,0 0 0 16,0 2 1-16,4-2-3 16,-2-2 2-16,-2-3-2 15,2-5 1-15,5-9 1 0,4-8-3 16,6-10 3 0,4-9-1-16,-1-10 2 15,3 0-2-15,-2 6 2 0,-5 13-3 16,-4 10 3-16,-3 14-2 15,-5 7 2-15,3 6-2 16,-3 4 0-16,2 0 1 16,-4 0-2-16,-2 0 2 15,0 2-2-15,0-2 2 16,9 4-2-16,10 4 4 16,5 5-5-16,6 1 4 15,5 3 1-15,0 1-4 16,2 1 4-16,-1 4-4 15,1-1 4-15,2 1-5 0,3 4 4 16,1-2-1-16,1 0 0 16,-7-4 0-16,-17-11 0 15,-15-8 2-15,-5-2-4 16,-5 0 4-16,-6 0-2 16,4 0 0-16,7 0 0 15,0 0 3-15,-2 0-1 16,0 0 2-16,0 0-3 15,-1 0 1-15,0-2 0 16,1 2-2-16,-5-2 2 16,-4-2-3-16,-8-3 2 15,-11-1-3-15,-13-4 2 0,-12-5 0 16,-10 0-1-16,5 1 1 16,5 4-7-16,5 3 4 15,6 1-4-15,3 2 2 16,8-2 0-16,10 3 2 15,7 1 0-15,9 2 0 16,5 0 0-16,2 2 0 16,0 0 3-16,0 0-3 15,0-2-2-15,0 2-5 16,0-2 9-16,0 2-2 16,0-2 0-16,0 2 0 15,4 0 0-15,8-2 4 16,6 0-3-16,3 0 2 15,2 0-1-15,5-1 1 16,-3 3-1-16,0 0 2 0,-2 0-2 16,-4 0 1-16,-6 0 0 15,-8 0 0-15,-3 0 0 16,-2 0-2-16,0 0 5 16,0 0-6-16,0 0 5 15,0 5-4-15,0 5 2 16,-13 7 2-16,-6 6-4 15,-1-1 4-15,-1 3-2 16,-2 0-2-16,-1 0-2 16,0 0-2-16,-2-3-3 0,5-1 4 15,3-6 1 1,6-5 0-16,6-4 3 0,4-4 0 16,-1-2 2-1,3 0-4-15,0 0 5 0,0 0-5 16,0 0 3-16,0 0-2 15,0 0 3-15,3-6-1 16,3-9 0-16,8-1 0 16,2-5 0-16,1-1 0 15,1-3-1-15,-2 0 1 16,0 0 0-16,0 0 1 16,-2 4-2-16,-2 3 2 15,-3 1-1-15,-3 5 1 0,1 2-1 16,-7 1-1-1,0 7 2-15,0 2-2 0,0 0 2 16,0 0-2-16,0 0 2 16,0 0-3-16,0 0 1 15,-16 16 2-15,-9 7-1 16,2 2 0-16,3-2-1 16,3-5 2-16,6-5-2 15,3-2 1-15,4-3 0 16,4-4 0-16,0-4 0 15,0 0 0-15,0 0 0 16,0 0-2-16,0 0-1 16,0 0-1-16,0 0 2 15,7-2 2-15,9-15 1 0,3-5-1 16,-1-1 1-16,-2 0 0 16,-2 2-2-16,0 4 3 15,-7 5-4-15,-3 0 3 16,-2 3-1-16,1 3 1 15,-3 4-1-15,0 0 1 16,0 2 0-16,0 0-1 16,0 0 1-16,0 0-3 15,0 0 3-15,0 0-3 16,0 0 3-16,0 0-3 16,0 0 2-16,2 0 0 15,2 0-1-15,4 0 1 16,3 0 0-16,8 10 0 15,3 3-1-15,8 6 2 16,2-1-2-16,8 3 3 0,-1 2-1 16,-2-3 1-16,-5-1 1 15,-5-5-2-15,-3-1 0 16,-11-5-2-16,-4-4 3 16,-4-2-4-16,-5 0 4 15,0-2-2-15,0 0 5 16,0 0 0-16,0 0 0 15,0 0 0-15,0 5-3 16,3-1 3-16,-3-4-5 16,0 0 1-16,-15-9-4 0,-21-13-2 15,-5-3-2 1,-10-4 4-16,5 6 1 0,0 0-1 16,7 5-4-16,4 5 3 15,10 3 4-15,4 1-2 16,5 5 2-16,9 4-2 15,4 0 0-15,3 0-4 16,0 0 1-16,0 0-6 16,0 0-4-16,19 3 9 15,7 11 2-15,4 1 4 16,0-1-1-16,4 1 2 16,-2-1-1-16,0-1 0 15,-2-1 1-15,-4 1 2 16,-4-5 2-16,-6 0-3 15,1 0 3-15,-8-4-4 0,-5-2 2 16,-1 1 0-16,-3-3 3 16,2 1 0-16,2 3 0 15,-4 1 0-15,0-5-3 16,0 0 3-16,0 0-8 16,-9 0-1-16,-7-10-12 15,0 1-5-15,-3 5-21 16,-5 0-75-16,-6 4-140 15</inkml:trace>
  <inkml:trace contextRef="#ctx0" brushRef="#br1" timeOffset="66686.77">26554 5133 169 0,'7'-4'47'16,"1"4"-36"-16,5-2 26 15,-1-9 14-15,-3-3-16 16,-9-3-8-16,0 3-12 16,0 11-2-16,0 3-1 15,0 0 2-15,0 13 1 16,2-9 1-16,0-4 2 15,-2 0-7-15,0 0-1 16,0 0 3-16,0 0-2 16,5 27-5-16,6 10 1 15,-3 3-1-15,-2 1 1 16,-3 3-2-16,-1 3 0 16,0 5 1-16,0 6-4 0,0 9 0 15,1-4-3-15,-3 8 4 16,0 1-1-16,0 3 0 15,0 3 0-15,0 7 4 16,0 0-2-16,0 2-2 16,0-2 1-16,0 0-3 15,0 4 4-15,0 0-4 16,0 2 4-16,0-4 0 16,0-4-1-16,0-2 1 15,-5 0 0-15,3-3-2 16,2-5-1-16,0-5 1 15,0-6-3-15,2-8 3 16,5-10-1-16,-2-9 0 16,-5-10 1-16,3-7-2 0,-3-7 2 15,0-5-4-15,0-4-1 16,0-2-4-16,0 0-9 16,0 0-17-16,0 0-17 15,2-4-10-15,5-13-19 16,-5-8-52-16,-2-4-112 15</inkml:trace>
  <inkml:trace contextRef="#ctx0" brushRef="#br1" timeOffset="67842.75">25734 6679 26 0,'0'0'130'0,"0"0"-135"15,0 0 3-15,11 0 42 16,4 0-13-16,4 0-6 15,4 0 3-15,1 0 5 16,0 0-7-16,4 0 5 16,6 0-3-16,6 0-4 15,8 0-7-15,5 0 0 16,5 0 3-16,-1 0-6 0,1 0-4 16,-1 0 8-1,0 0-7-15,-1 0-3 0,-1 0 4 16,0 3 3-16,0-1-5 15,-2-2-2-15,-2 0-2 16,-3 0 2-16,1 0 2 16,2 0 7-16,-2 0-9 15,2 0 0-15,0 0-2 16,2 0 2-16,-2 0-3 16,-4 0 0-16,4 0-1 15,-2 0 1-15,-1 0 0 16,-4 0-1-16,-7 0 1 15,-5 0-3-15,5 0 5 0,-1 2 0 16,8 0-1-16,4 0 2 16,3 0-3-16,5 0 1 15,-6 0-3-15,1-2 3 16,-3 2-2-16,-2 0 2 16,3 0-1-16,-4 0 0 15,2 3 0-15,-2-3 2 16,2 2-2-16,0-2 1 15,2 2-1-15,-1 0-2 16,1 2 2-16,-2 1-1 16,2-3 2-16,-6 2-1 15,-1-2-1-15,2 3 1 0,2-2-1 16,0 2 2-16,0-1-3 16,-5-2 2-16,-2 3-1 15,3-2 7-15,-1 2-5 16,0-3 1-16,-1 0-3 15,1 0 0-15,3 0 2 16,2 1-3-16,5-4 2 16,1 2-3-16,4 1 3 15,-1-2-1-15,1-2 1 16,-11 2-1-16,-1 0 1 16,6 0 0-16,-1 0 1 15,-3 0 1-15,-4-2-5 16,-10 0 4-16,-2 0-3 0,-2 0 1 15,0 0 0-15,2 0 1 16,-9 0-1-16,-2 0 0 16,-5 0 2-16,-2 0-4 15,-6 0 4-15,-1 0-4 16,-1 0 4-16,1 0-4 16,5 0 4-16,-4 0-2 15,1 0-3-15,0 0-5 16,-3 0-11-16,-2 0-9 15,1 0-12-15,2 0-12 16,2 4-75-16,-3-2-84 16</inkml:trace>
  <inkml:trace contextRef="#ctx0" brushRef="#br1" timeOffset="72455.89">26911 6156 69 0,'0'0'19'0,"0"2"4"16,0 0 26-16,0 0-8 15,0-2-25-15,0 0-6 0,0 0-2 16,0 2 5-16,0-2 0 16,0 0 3-16,0 0 9 15,0 0-9-15,7 2-1 16,4-2-1-16,-1 0-2 16,-6 0-3-16,-4 0-6 15,0-4 4-15,0-2-1 16,0 2 2-16,0 2-1 15,0-1 10-15,0 1-6 16,0-2 3-16,5 0-7 16,4-4-3-16,1-3-1 15,1 3-2-15,-2 0 2 0,-3 2-3 16,4-2 4-16,-3-1-4 16,2-1 2-16,5 0 1 15,-3-3-1-15,4-1 3 16,-4-1-2-16,2-2 0 15,-1 1 0-15,-3-2 0 16,2-1-3-16,1 4 2 16,2-1 0-16,0 1 0 15,-3 0 1-15,-2 1-1 16,1-1 1-16,3 1-3 16,-4-1 2-16,1 3-2 15,-1 0 0-15,-2 4-1 16,1 1 4-16,-4 1-3 15,-4 4 0-15,0 0 2 0,0 2 0 16,0 0 3-16,0 0-4 16,0 0 1-16,0 0-2 15,0 0 1-15,0 0 3 16,0 0-2-16,0 0-2 16,0 0 1-16,0 0-1 15,0 0 0-15,0 0 1 16,0 0-3-16,0 0 4 15,4 6-2-15,1 2 3 16,2 1-3-16,2 1 1 16,-2 0 0-16,4 1-1 15,-2 1 3-15,1 0-4 16,3 1 2-16,0-2-1 0,-2-1 3 16,-2-2-2-16,-3 0 2 15,2-4-1-15,-1 3-1 16,-3-3 3-16,-4 0-3 15,2 0 2-15,-2-4-2 16,0 2 2-16,3-2-4 16,-3 0 4-16,0 0-3 15,2 0 1-15,-2 0 1 16,0 0-2-16,0 0 0 16,0 0 0-16,0 0 0 15,0 0 0-15,0 0 0 16,0 0 0-16,2 0 0 15,0 0 0-15,0 0-2 0,2 0 4 16,-2 0-4-16,0 0 2 16,0 0-2-16,5 0 3 15,4-8-1-15,6-7 3 16,4-1-3-16,-1-3 0 16,3-3 1-16,0-3-2 15,3 0 2-15,1-2-2 16,0 2 1-16,-1 0 0 15,-5 4 1-15,-1 1-2 16,-1 3 2-16,-5 3 1 16,-3 3-2-16,-2 7 0 15,-5 0 0-15,-1 0 1 0,-1 4-4 16,1-2 5-16,-1-1-4 16,-2 3 4-16,0 0-2 15,0 0 0-15,0 0 0 16,0 0 0-16,0 0 1 15,0 0-4-15,0 0 5 16,0 0-5-16,0 0 6 16,0 0-5-16,0 0 4 15,0 0-2-15,0 0 0 16,0 0 1-16,0 0-2 16,0 0 2-16,0 0-4 15,0 0 5-15,5 0-4 16,-3 3 5-16,5 7-3 15,2 1 1-15,3 5 2 16,-1-4-2-16,5 5 1 0,0-1-4 16,1-1 3-16,-2 2-2 15,2-1 3-15,-2-2-3 16,2 1 3-16,-4-2-2 16,-1-3 0-16,-3-2 1 15,-2 1-1-15,0-3 0 16,-2-2-2-16,2 2 4 15,0-2-3-15,-3 2 1 16,0-2 1-16,-1 0-1 16,1 1 0-16,-1-1 0 0,0-2 1 15,-1-2-2-15,-2 0 1 16,2 0-2 0,-2 0 4-16,0 0-2 15,0 0 0-15,0 0 1 0,2 0-1 16,-2 0 1-16,2 0-3 15,-2 0 2-15,5 0-2 16,-1 0 4-16,6-4-4 16,1-7 5-16,5-3-3 15,1-5 1-15,4 1-1 16,-1-5 0-16,1 3 1 16,0-1-3-16,-1 2 3 15,3 0-2-15,0 1 2 16,-5-1-1-16,1 2 0 15,-6 7 1-15,-3 4-2 0,-5 2 3 16,-3-1-3-16,0 4 1 16,0-3-1-16,0 4 2 15,1-3-2-15,-3 2 2 16,0 1-1-16,0 0 0 16,0 0 1-16,0 0-2 15,0 0 3-15,0 0-4 16,0 0 3-16,0 0-2 15,0 0 2-15,0 0-1 16,0 0-1-16,0 0 3 16,0 0-3-16,0 0 3 15,0 0-4-15,0 0 2 0,0 0 0 16,2 4 1-16,8 4-2 16,-1 2 3-16,0 2-2 15,3 3 3-15,-1-1-2 16,2 5-2-16,2-2 4 15,0 2-6-15,2-3 5 16,-4 1-3-16,-1-3 1 16,-1-2 1-16,2-1-1 15,-5-3 0-15,1-2 1 16,-2 3 0-16,1-3-2 16,-6-2 3-16,0-2-3 15,-2 0 4-15,0-2-2 16,0 0 2-16,0 0-1 15,0 0-1-15,0 0 1 16,0 0-2-16,0 0 1 0,0 0-2 16,0 0 1-16,0 0 0 15,0 0 1-15,0 0-1 16,0 0 1-16,0 0 0 16,0 0-2-16,0 0 2 15,0 0-3-15,0 0 4 16,0 0-5-16,0 0 4 15,2 0-2-15,3 0 1 16,2 0 0-16,5-6 1 16,1-7 0-16,6 1-2 0,-1-1 2 15,0-1-3-15,2 2 3 16,-1-3-2-16,0 1 3 16,-1 1-3-1,-4 3 1-15,0 1 1 0,-3 3-2 16,-4 2 3-16,-2 2-4 15,-5 0 3-15,0 2-3 16,2 0 4-16,-2-2-3 16,0 2 2-16,0 0-1 15,2 0 0-15,-2 0 1 16,3 0-2-16,-3 0 2 16,0 0-3-16,0 0 3 15,0 0-2-15,0 0 2 16,0 0-1-16,0 0 0 15,0 0 1-15,0 0-2 0,0 0 2 16,6 0-2-16,2 4 2 16,-1 4-3-16,4 3 4 15,1 1-2-15,1 1 0 16,6 1 0-16,-1 5 2 16,5 2-1-16,0 1-2 15,0 1 1-15,0 0-3 16,0-2 4-16,0-3-2 15,0 1 2-15,0-3-1 16,-2-1 0-16,-5-2 0 16,-2-5 0-16,-5 0 2 15,-5-4-4-15,3 2 4 0,-4-4-5 16,-1 3 4-16,1-1-1 16,-1 0 0-16,4 0 2 15,-1 0-2-15,2 0 1 16,0 2-2-16,-2-2 1 15,1-1-2-15,-3-1 4 16,-1 0-4-16,0-2 4 16,0 2-2-16,1-2 0 15,-1 0 1-15,0 2-4 16,-2-2 6-16,0 0-6 16,3 2 3-16,-1 0-1 15,3 2 4-15,2-2-3 16,-1 2 1-16,1-2 0 15,1 2 0-15,1 1 0 16,-3-1-2-16,1 0 2 0,1 0-2 16,0 0 2-16,1 0-1 15,-2 0 1-15,3 3-1 16,-6-1 1-16,3-2 1 16,-2 0-2-16,-1 0 4 15,1-1-5-15,2 1 3 16,-2 0-3-16,-3-2 4 15,0 0-3-15,0 0 0 16,0 2 1-16,1-2-1 16,1 0 2-16,-1 0-4 0,0 0 5 15,-3-2-5-15,0 0 5 16,0 0-2-16,0 0 3 16,0 0-1-16,0 0-1 15,0 0 2-15,0 0-4 16,0 0 2-16,0 0-2 15,0 0 2-15,0 0-4 16,0 0 5-16,0 0-3 16,0 0 1-16,0 0 0 15,0 0-1-15,0 0 2 16,0 0-4-16,0 0 4 16,0 0-3-16,0 0 2 15,0 0-1-15,0 0 0 16,0 0 1-16,0 0-1 15,0 0 1-15,4-4 2 0,3-4-1 16,6-6-4 0,4-3 3-16,1-4-2 0,0 2 2 15,-1-1 0-15,-2-5-1 16,6 0 1-16,1-2-1 16,-2 5 1-16,1 1-3 15,-4 2 3-15,0 3-2 16,-4 3 2-16,-1 1-2 15,-5 5 2-15,-2 1-1 16,-1 2 0-16,0 0 1 16,0 2-2-16,-2 0 2 15,0 0-3-15,-2 2 3 0,2-2-2 16,-2 2 2-16,3-3 0 16,-1 3-2-16,-2 0 3 15,0 0-2-15,0 0 3 16,0 0-6-16,0 0 4 15,0 0-2-15,0 0 4 16,0 0-5-16,0 0 4 16,0 0-1-16,0 0-2 15,0 0 3-15,0 0-3 16,0 0 2-16,0 0-2 16,0 0 3-16,0 0-2 15,0 0 2-15,0 0-2 16,0 0 2-16,0 0-1 15,0 0-2-15,0 0 4 16,0 0-6-16,0 0 5 0,0 0-5 16,0 0 5-16,2 7-2 15,5 3 0-15,5 2 1 16,-1 3-1-16,0-1 2 16,3 1-3-16,0 2 2 15,0-3-2-15,0 3 2 16,0-5-2-16,-3-2 2 15,-2-2-1-15,-1 1 1 16,-2-5-1-16,-3 0 0 16,-3-4 1-16,0 0-2 0,0 0 2 15,0 0-2-15,0 0 4 16,0 0-2-16,0 0 0 16,0 0-1-16,0 0-1 15,0 3-12-15,0-3-19 16,0 0-5-16,0 1-34 15,-5 3-44-15,-11 1-62 16</inkml:trace>
  <inkml:trace contextRef="#ctx0" brushRef="#br1" timeOffset="86143.82">26957 6129 6 0,'0'0'16'0,"0"0"-9"16,-2 0-3-16,2 0-2 15,-3 0-1-15,3 0 7 0,0 0 5 16,-2 0 0-16,0 0-4 15,2 0 1-15,-2 0 5 16,2 0 1-16,-3 0 1 16,1 2-3-16,0 0-5 15,0-2-4-15,2 2-4 16,0 0 1-16,-2 0 0 16,2-2-1-16,0 0 1 15,0 0 2-15,0 0 0 16,0 0-2-16,0 0 3 0,0 0-7 15,0 0 2-15,0-2-9 16,-4-4 5-16,4 2 6 16,-2-1-2-16,0 4 0 15,-3 1 6-15,3 0 7 16,-5 0-9-16,5 0-3 16,-4 0 1-16,-2 0-4 15,3 0 4-15,1 0-4 16,0 1 4-16,4 6-4 15,-3-1 2-15,3 0-1 16,0 0 1-16,0 1 0 16,0-1-3-16,0 0 3 15,0-2-3-15,0 0 3 16,0-1-1-16,0-2 1 0,7 2-7 16,0-3 0-16,-3 0 8 15,2 0-4-15,-2 0 13 16,0 0-3-16,3-3-3 15,0-5-2-15,-5-2-4 16,4 0 0-16,-4 1-6 16,-2 1 6-16,0 4-1 15,0 0-7-15,0 4 2 16,0 0 22-16,-8 0-25 16,4 0 13-16,-3 0 9 15,0 0-6-15,-2 10-3 16,4-2 4-16,0 1-3 15,3-3-2-15,0-2-2 16,2 2 1-16,0-4-1 0,0 2-2 16,0-1 2-16,0-2 3 15,0 2 0-15,0-3-25 16,0 0-44-16,4 0-7 16</inkml:trace>
  <inkml:trace contextRef="#ctx0" brushRef="#br1" timeOffset="93282.49">26856 5429 19 0,'-2'0'23'15,"-3"0"-7"-15,5 0-4 16,0 0-3-16,0 0-2 15,0 0 8-15,0 0 7 16,0 0 0-16,0 0-4 16,0 0 1-16,-2 0-2 15,2 0 4-15,-2 0 1 16,2 0-3-16,-3 0-3 0,0 0 2 16,1 0 0-1,0 6 1-15,-3 5-1 0,3-7 0 16,-5-4-5-16,-1 0 3 15,-2 0 0-15,-4-7 3 16,0 7-3-16,1 0 1 16,-4 0-5-16,6 0-1 15,4 0-8-15,5 0-1 16,2 0 0-16,0 0-2 16,0 0 0-16,4 0-8 15,1 0 2-15,-3 0 6 16,7 0 2-16,8 0-2 15,8 0 1-15,12 0-1 16,6 0 1-16,6 0 0 0,2 0-9 16,1 0-3-16,-6 0 0 15,-5 0-8-15,-4 0-7 16,-9 0-15-16,2 0-39 16,-7 5-6-16,0 5-49 15</inkml:trace>
  <inkml:trace contextRef="#ctx0" brushRef="#br1" timeOffset="93762.23">27521 5479 109 0,'0'0'41'15,"0"0"-31"-15,0 0 41 16,0 8 0-16,0 3-15 16,0-10-25-16,0-1-9 15,-2-1 11-15,2-12-14 16,0 5 9-16,11 5-11 15,12 3 7-15,7 0-4 16,7-1 2-16,-3-2-2 16,5 3-4-16,0 0-21 15,1 0-22-15,1 0-19 16,3 0-55-16</inkml:trace>
  <inkml:trace contextRef="#ctx0" brushRef="#br1" timeOffset="94207.68">28412 5473 166 0,'0'0'68'16,"2"0"-86"-16,5 0 20 16,8 0 14-16,2 0-9 15,4 0-4-15,3 0 0 16,6 0 3-16,2 0-5 16,0 0 3-16,1 0 2 0,-3 0-5 15,0 0-2-15,-3 0 1 16,-1 0-8-16,-1 0-32 15,-6 0-27-15,1 0-19 16</inkml:trace>
  <inkml:trace contextRef="#ctx0" brushRef="#br1" timeOffset="94520.9">29065 5528 162 0,'9'0'-4'15,"0"0"14"-15,5 0 5 16,2 0 0-16,2 0-10 15,6 0 1-15,3 0-5 16,0 0 0-16,1 0 2 16,2 0-3-16,-5 0 2 15,1 0-2-15,-1 0 0 16,5 0-8-16,2 0-40 16,7 0-60-16</inkml:trace>
  <inkml:trace contextRef="#ctx0" brushRef="#br1" timeOffset="95765.72">26762 6442 51 0,'0'0'37'15,"0"0"-14"-15,0 0 18 16,0 0 6-16,2 0-15 16,2 0-8-16,1-9 5 15,-3-5 4-15,3-1-5 16,-5 3-2-16,0 6-4 16,0 4-10-16,0 2-8 0,0 0-1 15,0 0-2-15,0 0-1 16,16 0 4-16,12 0-4 15,10-3 3-15,7 1-5 16,-2 0 3-16,0 2-1 16,-1 0 0-16,-5-2-1 15,-5 0-39-15,-6-2-27 16,-5 2-11-16,-1 2-72 16</inkml:trace>
  <inkml:trace contextRef="#ctx0" brushRef="#br1" timeOffset="96143.57">27475 6357 204 0,'2'2'23'16,"2"0"-10"-16,-4-2 29 16,8 0-22-16,3 0-18 0,2 0-2 15,8 0 9-15,5 0-6 16,4 0-3-16,4 0 2 15,1 0-3-15,-3 0 3 16,-4 0-3-16,-3 0 2 16,-7 0-2-16,-6 0-26 15,-3 0-21-15,-7 0-16 16,0 0-23-16,3 0-4 16</inkml:trace>
  <inkml:trace contextRef="#ctx0" brushRef="#br1" timeOffset="96444.77">27971 6361 153 0,'3'0'42'0,"-1"0"-19"16,0 0 16-16,-2 0-16 16,6 0-15-16,2 0 1 15,6 0-4-15,7 0-2 16,4 0 1-16,1 0-3 16,4 0 1-16,2 0-1 0,0 0-1 15,5 0-23-15,-1 0-38 16,1 0-40-16,-5 0-3 15</inkml:trace>
  <inkml:trace contextRef="#ctx0" brushRef="#br1" timeOffset="96675.05">28635 6346 156 0,'2'0'22'0,"0"0"-19"15,2 0 10-15,3 0-9 16,1 0-4-16,3 0 1 16,2 0 1-16,2 0-5 15,2 0-39-15,4 0-15 16</inkml:trace>
  <inkml:trace contextRef="#ctx0" brushRef="#br1" timeOffset="96868.78">29063 6332 107 0,'0'0'26'15,"2"0"-15"-15,2 0 24 16,5 0-26-16,8 0-5 16,8 0-6-16,2 0-49 15,3 0-19-15</inkml:trace>
  <inkml:trace contextRef="#ctx0" brushRef="#br1" timeOffset="97084.72">29515 6332 49 0,'6'0'51'15,"2"2"-49"-15,6 0 10 16,5 0 14-16,6 4-23 15,-3-2-1-15,6 2-22 16,6 1-31-16</inkml:trace>
  <inkml:trace contextRef="#ctx0" brushRef="#br1" timeOffset="139664.38">14197 10896 51 0,'-4'4'22'16,"-1"-3"-21"-16,3-1-5 15,2 0 19-15,0 0-10 16,0 0 1-16,0 0-3 16,0 0 7-16,0 0 5 15,0 0 6-15,0 0 2 16,5 0-3-16,6 0 2 15,-7-4-12-15,-4 4 5 16,0 0-2-16,0 0 3 0,0 0-8 16,0 0 2-16,0 0-2 15,0 0-1-15,0 0 0 16,0 0-6-16,0 0 4 16,0 0-5-16,0 0 10 15,0 3-5-15,0 15-3 16,-4 3-2-16,-5 6 1 15,4 0-1-15,1-2-1 16,-2 1 5-16,4 2-5 16,-2-2 4-16,4 1-5 15,0 0 4-15,0 2-3 16,0-2 1-16,0 0 0 16,0-2-1-16,0 0 3 0,0-2-4 15,0-1 5-15,0 1-4 16,0-2 5-16,0-2-7 15,0 1 6-15,0-3-6 16,0 1 3-16,0-1 1 16,0-4-3-16,0-1 4 15,0 0-3-15,0-3 5 16,0 1-5-16,0-2 3 16,0-2-4-16,0-4 2 15,0 0 0-15,0 1-2 16,0-3 4-16,0 0-6 15,0 0 9-15,0 0-9 0,0 0 7 16,0 0-6-16,0 0 3 16,0 0-10-16,0 0-3 15,0 0-1-15,0 0-8 16,0 0 2-16,0 0-15 16,0 0-20-16,0 0-11 15,0 0-33-15</inkml:trace>
  <inkml:trace contextRef="#ctx0" brushRef="#br1" timeOffset="140526.73">14015 11438 39 0,'-2'-6'19'16,"0"4"-10"-16,0 0 14 15,2 0 8-15,0 2-14 16,0 0-2-16,0 0-3 16,0 0 2-16,0 0-3 15,0 0-3-15,0 0 3 16,2 0-11-16,9 0 1 0,1 4-1 15,-3 2 4 1,2 4 6-16,1 3-3 0,2-1-5 16,-5 4 2-16,3 1 0 15,-3-2-2-15,-3-1 0 16,0-1-3-16,-2-9 5 16,-2 0-4-16,1 2 5 15,-1-2-9-15,0-1 5 16,0 1-1-16,1 0-1 15,1 0 1-15,-2 0-4 16,4-2 6-16,-2-2-5 16,-2 0 6-16,5 0-7 15,-2 0 6-15,1 0-6 0,4 0 5 16,-1-6 4 0,2-2-4-16,4-7 4 0,0-2-7 15,4 1 6-15,-4-3-5 16,4-6 3-16,0 3-7 15,-3-5 4-15,0 0-5 16,-2 2 3-16,-3 2 0 16,-4 3-2-16,-2 3 6 15,-3 7-2-15,-2 3 5 16,0 5-4-16,0 2 1 16,0 0-10-16,0 0 4 15,0 0 18-15,0 11-10 16,-16 5 1-16,-2 3-6 15,-1 4 7-15,-1-1-7 16,1 3 6-16,0 0-6 0,1 2 4 16,0 0-4-16,2-4 4 15,4-3-2-15,1-7-2 16,6-5 4-16,3-2-4 16,2-6 4-16,0 0-11 15,0 0 2-15,0 0-10 16,0 0 6-16,11 0 9 15,3-2-6-15,2-16 15 16,0-1-13-16,-2-2 6 16,-3 3-4-16,1 1 4 15,-5 1-2-15,0 5-4 16,-3 1 1-16,1 4-31 16,0 1-14-16,0 3-32 15</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2226.01904" units="1/cm"/>
          <inkml:channelProperty channel="Y" name="resolution" value="3561.63037" units="1/cm"/>
          <inkml:channelProperty channel="F" name="resolution" value="2.84167" units="1/deg"/>
          <inkml:channelProperty channel="T" name="resolution" value="1" units="1/dev"/>
        </inkml:channelProperties>
      </inkml:inkSource>
      <inkml:timestamp xml:id="ts0" timeString="2020-08-06T15:43:13.805"/>
    </inkml:context>
    <inkml:brush xml:id="br0">
      <inkml:brushProperty name="width" value="0.05292" units="cm"/>
      <inkml:brushProperty name="height" value="0.05292" units="cm"/>
      <inkml:brushProperty name="color" value="#0070C0"/>
    </inkml:brush>
  </inkml:definitions>
  <inkml:trace contextRef="#ctx0" brushRef="#br0">11533 10136 6 0,'0'-4'192'0,"0"-7"-187"15,0 7 0-15,0 2 41 16,0 0-11-16,0 2-20 16,0 0-1-16,0 0 12 15,0 0-3-15,0 0-6 16,0 0 2-16,0-2 5 16,0 2-5-16,0 0-2 15,0 0-2-15,0 0 2 16,0-3-2-16,0 3-1 15,0 0-2-15,0 0-4 16,0-1-1-16,0 1-5 16,0 0 0-16,0 0 1 15,12 0 5-15,5 12-3 0,5 5 1 16,3 1 0-16,3 5-2 16,2 6-2-16,6 4 1 15,1 4-1-15,5 3 0 16,-3 1-2-16,-3-2 1 15,1 1-1-15,-5-3 1 16,0-4-1-16,-4-2 1 16,0-1-1-16,-5-6 0 15,-2-1 0-15,-3-7 0 16,-4-3 0-16,-3-3 0 16,-4-3 0-16,-5-3 1 15,0 0-1-15,1-4 0 16,-3 2 1-16,0-2-1 15,0 0 1-15,0 0-1 0,0 0 0 16,0 0 0-16,0 0-4 16,0 0-11-16,0 0-19 15,0 0-24-15,0-5-26 16,0-5-3-16,0-2-39 16,-9-3-58-16</inkml:trace>
  <inkml:trace contextRef="#ctx0" brushRef="#br0" timeOffset="732.83">12016 10160 88 0,'2'-6'48'0,"5"2"-35"16,1-2 13-16,3-1 11 15,-2 2-15-15,-2 0-8 16,0 3 8-16,-5 0 2 0,0 2 4 15,-2 0 2-15,0 0-2 16,0 0-4-16,0 0-6 16,0 0-4-16,0 0-6 15,0 0 0-15,0 0 2 16,0 0-3-16,0-2-3 16,0 2-2-16,0 0 1 15,0 0 0-15,0 0 1 16,0 0 1-16,0 0 0 15,0-2-1-15,0 2-2 16,3 0 0-16,-3 0 0 16,0 0 0-16,0 0 1 15,0 0 1-15,0 0 3 0,0 0 0 16,0 0 0-16,0 0-2 16,0 0-2-16,0 0-2 15,0 0-1-15,0 0 0 16,0 10 9-16,-14 17-5 15,-16 19-2-15,-12 14-2 16,-5 14 2-16,-7 3-2 16,1 0 0-16,1-3 3 15,3-8-3-15,8-6-2 16,9-12 2-16,6-11 2 16,10-9-2-16,9-10 0 15,3-10-2-15,4-6 1 16,0-2-1-16,0 0 2 15,0 0-2-15,0 0-1 0,0 0-6 16,0 0-2-16,0 0-10 16,0 0-3-16,0 0-9 15,0-2-35-15,2-12-4 16,17-7-157-16</inkml:trace>
  <inkml:trace contextRef="#ctx0" brushRef="#br0" timeOffset="1737.21">12483 10487 172 0,'-2'7'85'16,"2"-5"-72"-16,0-2 19 0,0 0 14 15,0 0-19-15,0 0-23 16,0 0 9-16,0 0 3 16,0 0-2-16,0 0-6 15,0 0 3-15,0 0 2 16,0 0 0-16,0 0-2 16,0 0-4-16,0-2-1 15,0-6-4-15,6-5 3 16,6 2-4-16,4-1 1 15,1 0-2-15,0-1 1 0,7 1 0 16,1-2 4-16,3 1-2 16,0 1-1-16,-1 1-1 15,-1 3 0-15,-4 4-1 16,-1 2 1-16,-2 2-1 16,-1 0 1-16,1 0 0 15,1 2 4-15,3 10-3 16,0-1-1-16,0 1 2 15,3 3-2-15,-2-3 3 16,2 0-3-16,2 1-1 16,-1-3 0-16,1-1 1 0,0-1-1 15,-1-4 1-15,3-2 0 16,2-2-1-16,1 0 2 16,-3 0-2-16,-3-9 2 15,-4-7-2-15,-2-5 0 16,-8-1-1-16,-1-1 0 15,-5 0 3-15,-1 2-2 16,1 3 0-16,-1 3-1 16,-6 3-5-16,0 4-12 15,0 1-20-15,0 3-38 16,0 2-58-16,0 2-85 16</inkml:trace>
  <inkml:trace contextRef="#ctx0" brushRef="#br0" timeOffset="2727.96">13617 10208 269 0,'0'-4'53'0,"3"2"-52"16,-3 2 45-16,0 0-4 15,0 0-26-15,2 0-14 16,2 0 4-16,2 2 17 15,0 12-13-15,3 7 0 16,2 6 1-16,-1 4-2 16,1 11-5-16,2 5-2 15,-2 3 2-15,-2-3-2 16,-3 1-1-16,0-8 0 16,-4-6 0-16,-2-4 0 15,2-10-1-15,-2-7 1 0,0-7-1 16,0-6 1-16,0 0 0 15,0 0-1-15,0-4 6 16,0-13 6-16,0-8-11 16,0-4 0-16,-4-6-2 15,-4-4 1-15,1-3 1 16,-2-1-1-16,1 2 1 16,0 1-2-16,1 7 2 15,3 8-1-15,2 5 0 16,2 7 1-16,0 5-2 15,0-1-2-15,0 3 3 16,0 0 1-16,0 0-1 16,4 2 1-16,5 1-2 0,-1 3 1 15,3 0 0 1,0 0 0-16,3 0 1 0,4 9 0 16,3 1 0-16,2 5 1 15,5 3-1-15,4 1 0 16,0 2 0-16,5 4 1 15,0 0 0-15,-1 3-2 16,4 1 1-16,-1 0 0 16,0-2-1-16,-3-2 1 15,2-4-1-15,-8-5 0 16,-3-5 1-16,-6-3 0 16,-7-6-1-16,-5-2 0 0,-7 0 2 15,0 0-3-15,1 0 2 16,1-4 3-16,3-19-2 15,0-8-2-15,-4-2 1 16,-3-6 1-16,0-1-2 16,0-3 3-16,-19-3-2 15,-7-3 0-15,1-1 0 16,0-2 0-16,0 6 1 16,4 3 1-16,3 4-2 15,4 7 1-15,7 8-2 16,2 10 1-16,5 5-1 15,0 7-1-15,0 2 2 16,0 0-5-16,-2 0-4 16,2 0-14-16,0 0-13 15,0 0-19-15,0 8-19 16,0 5-44-16</inkml:trace>
  <inkml:trace contextRef="#ctx0" brushRef="#br0" timeOffset="3980.33">14901 9962 221 0,'0'0'50'0,"0"0"-41"15,0 0 37-15,0 0 4 16,0 0-30-16,0 2-8 16,0 6 7-16,-6 2 2 15,-2 7-9-15,-3 3 2 16,-2 5 0-16,-6 5-4 15,-2 4-3-15,1 4 0 16,1 3-3-16,8-2 0 16,3 3-2-16,6-3 1 0,2 3-2 15,0 3 2 1,0 1 2-16,14 0-2 0,4-1-1 16,1-4 0-16,0-5-1 15,-2-3-1-15,2-6 0 16,-1-2 0-16,1-9 0 15,-3-3 0-15,-4-5 0 16,-8-6-7-16,-2 0-7 16,0-2-8-16,-2 0-23 15,0 0-28-15,3 0 3 16,1-8-114-16</inkml:trace>
  <inkml:trace contextRef="#ctx0" brushRef="#br0" timeOffset="4556.35">15235 10156 151 0,'0'0'97'0,"0"0"-78"16,0 0 17-16,0 0 13 15,0 0-17-15,0 0-16 16,0 4-3-16,-14 19 10 15,0 8-12-15,-2 9-5 16,3-1-2-16,0 3-2 16,9-1-2-16,2 0 0 15,2 0 1-15,0-1 1 16,2-1-2-16,15-4 2 16,-2-6-2-16,6-2-1 15,2-8-2-15,10-5 3 0,1-5-2 16,5-5-6-16,-3-4-3 15,0 0 10-15,-7-9-2 16,-6-11 3-16,-4-5 1 16,-10 0 1-16,-7-2 0 15,-2 1 1-15,-2 1 1 16,-26 4 4-16,-9 6-5 16,-4 11 1-16,-5 4-2 15,0 10-2-15,2 13 2 16,12 2-3-16,12-2-1 15,10-1-48-15,10 6-57 16,0 1-97-16</inkml:trace>
  <inkml:trace contextRef="#ctx0" brushRef="#br0" timeOffset="5000.26">15840 10558 264 0,'4'-6'41'0,"2"4"-15"16,-6-2 50-16,0 4-28 15,2 0-24-15,0 0-12 16,5 0 4-16,-1 0 1 15,-1 0-8-15,2 0-4 16,0 16 1-16,-5 19 2 16,-2 15-3-16,0 12-1 15,-9 7-4-15,-14-7 3 16,2-6-8-16,-2-13-43 16,7-6-87-16,0-6-155 0</inkml:trace>
  <inkml:trace contextRef="#ctx0" brushRef="#br0" timeOffset="6798.54">16530 10266 22 0,'14'0'72'15,"25"0"-54"-15,-6 0 32 16,-1-8 12-16,2 1-31 16,-14 3-9-16,-1 4 6 15,0 0-7-15,1 0-5 16,-1 0-3-16,1 0-9 16,-1 0 0-16,-3 7 1 0,-2-1 2 15,-3 2-1-15,-4 0 4 16,-4 3 1-16,-3 3 4 15,0 3-3-15,0 5-5 16,-15 6-4-16,-10 3-2 16,-2-1 0-16,-1 2-1 15,3-6 2-15,-1-1-1 16,5 0-1-16,1-4 1 16,4-3-1-16,5-3 0 15,4-2 0-15,4-5 0 0,3-4-1 16,0 0 2-16,0 0-1 15,5 0 4-15,17-4 1 16,11 0-3-16,11 0 0 16,4 0-2-16,3 0 2 15,-5-10-3-15,-7 2 2 16,-7-3-2-16,-9 5 1 16,-7 0-6-16,-9 4-9 15,-2 2-7-15,0 0-6 16,-3 0 0-16,-2 0-26 15,2 0-29-15,0 0-83 16</inkml:trace>
  <inkml:trace contextRef="#ctx0" brushRef="#br0" timeOffset="8697.01">16970 9837 14 0,'-5'-6'66'0,"1"2"-50"16,1-2 31-16,-2 2-4 15,3 2-4-15,0-2-8 16,-1 1 1-16,3 1-2 0,-2 2-4 16,2 0 2-16,0 0-4 15,0 0-1-15,0 0-2 16,0 0-4-16,0 0-7 15,0 0-1-15,0 0-1 16,0 0-1-16,9 9 12 16,14 5-7-16,3 3-5 15,6 1 0-15,0 5 1 16,5 4 0-16,3 4-6 16,-2 9 2-16,1 3 0 15,-2 3 0-15,-3 1-3 16,-6 7 0-16,-7 0-1 0,-4 2 2 15,-4 6-2 1,-6-2 1-16,-5 0 0 0,-2 0-1 16,0-7 1-16,-2-3-1 15,-12-8 1-15,-5-7-3 16,4-8 2-16,-2-6 1 16,6-5-1-16,1-4 0 15,4-3 0-15,3-3 0 16,1-4-9-16,2-2-17 15,0 0-29-15,0 0-20 16,0 0-22-16,0 0-12 16,0 0-84-16</inkml:trace>
  <inkml:trace contextRef="#ctx0" brushRef="#br0" timeOffset="9993.75">15255 9933 81 0,'6'0'110'0,"-4"0"-96"15,0 0 41-15,7 0 10 16,4 0-42-16,8-15-4 16,5-6-6-16,-1-4 3 15,1 1-1-15,-4-3 3 0,4 0-4 16,-5 0-8-16,-1-4 2 16,3 2-3-16,-4 0 3 15,-1-2 3-15,-2 4-5 16,-5 2 4-16,-1 4-4 15,-5 9 0-15,-3 6-3 16,-2 4-1-16,0 2 0 16,0 0 0-16,0 0-2 15,0 0-3-15,0 0 2 16,0 0-1-16,0 2 4 16,0 14 8-16,-5 11-9 15,-2 2 0-15,2 0-1 0,3-2 0 16,2 0 2-16,0 0-2 15,0-4 0-15,0-5 0 16,0-3-2-16,5-3 2 16,4-6-6-16,3-3 0 15,6-3 5-15,0 0 2 16,3 0-2-16,2-15-4 16,-3-6 0-16,2-4 2 15,-6-1 0-15,-3-1-2 16,3 2 2-16,-6 0 0 15,-3 0 4-15,-1 2-2 16,-6 3 1-16,0 1-1 16,3 5 0-16,-3 5 1 15,2 5-1-15,0 4 2 0,-2-2-4 16,0 2 2-16,0 0-9 16,0 0 0-16,0 0 7 15,0 8 5-15,0 17-1 16,-4 10 4-16,1 1-4 15,1 1 0-15,2 0 0 16,0-1-2-16,0-6 2 16,2-1-1-16,5-8 0 15,1-4-1-15,-4-9-2 16,-4-4-39-16,2-4-28 16,-2 0-60-16</inkml:trace>
  <inkml:trace contextRef="#ctx0" brushRef="#br0" timeOffset="10328.62">15994 9831 181 0,'0'0'43'0,"0"0"-24"16,0 0 22-16,0 0-12 15,0 15-15 1,0 3-7-16,0 7-2 0,0 0-4 15,0-2-1-15,0-3-12 16,0-5-25-16,0-5-53 16,0 1-75-16</inkml:trace>
  <inkml:trace contextRef="#ctx0" brushRef="#br0" timeOffset="11038.7">16578 9485 90 0,'0'-4'101'0,"0"0"-85"15,0 4 24-15,0 0 15 16,0 0-35-16,0 0-12 16,0 0-7-16,0 0 14 15,0 8 4-15,0 7-6 16,0 2-2-16,0 1-7 16,0 5 0-16,0 10-2 15,-2 2 0-15,0 3-2 16,-3-3 1-16,-1-4 0 15,-1-7-1-15,-1-3 0 16,-1-9 0-16,-2-5 4 0,-5-5-8 16,-8-2-12-16,4 0-1 15,-3 0 0-15,4-2 5 16,6-14 3-16,0-4 7 16,-2 0 0-16,6-3 5 15,3 0 0-15,2 0 1 16,4 1-5-16,0 1 5 15,4 1-3-15,13 1 1 16,11 2-1-16,7-2 0 16,3 5 0-16,4-2-1 15,0-1 1-15,-1 2-1 0,-6 5 0 16,-3 4 0-16,-2 4 0 16,-3 2-1-16,1 0 1 15,-1 0-8 1,-4 0-40-16,-1 0-49 0,-5 0-68 15</inkml:trace>
  <inkml:trace contextRef="#ctx0" brushRef="#br0" timeOffset="15888.78">16921 8974 177 0,'3'-9'30'0,"-3"8"-28"16,2-3 42-16,-2 4 2 15,3 0-26-15,-3 0-7 0,0 0 9 16,0 0 7-16,0 0-5 15,0 0 1-15,0 0-10 16,0 0-8-16,0 9 7 16,-5 12-7-16,-14 4-2 15,0 2 1-15,-3 2-5 16,3-2 2-16,-2 0-3 16,4-2 1-16,0-2-1 15,1-4 1-15,4-1-1 16,3-2 0-16,3 1 1 15,1-7-1-15,0-1 0 16,5-1 0-16,-2-2 2 16,-1-1-5-16,3-4-2 15,0 2-5-15,0-3-5 16,0 0 2-16,0 0-2 0,0 0-10 16,0 0-16-16,0 0-42 15,0 0-77-15</inkml:trace>
  <inkml:trace contextRef="#ctx0" brushRef="#br0" timeOffset="16471.06">16698 9222 71 0,'-2'-6'72'16,"-3"2"-62"-1,3 2 35-15,0 0 19 0,2 0-32 16,0 2-17-16,0 0-8 16,0 0 1-16,0 0 1 15,0 0 2-15,0 0 2 16,0 0 2-16,0 0 5 15,0 0-8-15,0 0 6 16,0 8-9-16,0 4-2 16,0 3-1-16,0 0-1 15,0-1 0-15,0-2-3 0,0 1 0 16,0-5-1-16,0-1 0 16,0-2 1-16,0-1-2 15,0-4 1-15,0 0-1 16,0 0 2-16,0 0-2 15,0 0 1-15,0 0-2 16,4 0 4-16,10 0 2 16,7 0-4-16,6-12 0 15,6-2-6-15,-1-1 4 16,-2 1 0-16,-7 3-1 16,-3 1-2-16,-6 2 4 15,-7 4 0-15,-5-1 1 16,0 5-1-16,-2 0 0 0,0 0-1 15,0 0-6-15,0 0-7 16,0 0-23-16,0 0-28 16,0 0 23-16,0 3-34 15,0 7-59-15</inkml:trace>
  <inkml:trace contextRef="#ctx0" brushRef="#br0" timeOffset="17832.66">15833 9160 12 0,'7'-14'124'0,"3"3"-91"16,-4 3 2-16,-1 2 32 16,-1 2-30-16,-2 2-6 15,-2 0-2-15,0 2-5 0,0 0-5 16,0 0-4-16,0 0-9 16,0 0 0-16,0 0 3 15,0 0-3-15,0 2 0 16,0 14 11-16,0 7-13 15,0 4 3-15,0 2-2 16,-6 4-4-16,-1 0 1 16,0-2-1-16,0-2 0 15,-2-6-2-15,2-4 2 16,0-5-2-16,5-3 2 16,-1-5 0-16,3-2-1 15,0-2 0-15,0-2 0 0,0 0 1 16,0 0-7-1,0 0-1-15,0 0-6 0,0 0 2 16,0 0 2-16,0 0 2 16,0-4 0-16,0-3 5 15,0 2 1-15,0-4 1 16,0 3 0-16,0 0-1 16,0 4 0-16,0 2-3 15,0 0-13-15,0 0 1 16,0 0 16-16,0 0 8 15,-2 0-6-15,-1 4 0 16,-3 8-1-16,-1 0 0 16,0 5-1-16,2-2 0 0,3-1 1 15,0 1 0 1,-1-7-1-16,3-4-1 0,-2-4 0 16,2 0 0-16,0 0 1 15,0 0 1-15,0 0 4 16,0 0-3-16,0 0 6 15,0-4-4-15,0-4-3 16,0-5 0-16,-2 3-1 16,2 0 2-16,-2-3-4 15,2 3 4-15,0-5-2 16,0 3 1-16,0-1-1 16,0 1 2-16,0-1-2 15,0 5 0-15,0 2-1 16,0 4 1-16,0 2 0 0,0 0 3 15,0 0 1-15,0 0-1 16,0 0 0-16,4 6-2 16,5 3 1-16,1 1-2 15,-3-2 0-15,1 2 1 16,11-1-1-16,2 1 0 16,-1-1-1-16,1-4 1 15,-3 0-4-15,-3-5 0 16,-2 0 1-16,1 0 1 15,0 0-1-15,2-6-3 16,2-5 2-16,-1-3-4 16,-2 1-2-16,0-1 3 15,-4 1 5-15,-5 3 0 0,0 1 4 16,-4 5-2-16,-2 4 1 16,0 0-5-16,0 0-3 15,0 0-3-15,-2 0 16 16,-17 3-4-16,-4 11 0 15,0 1-2-15,2 1-6 16,7-1-37-16,1-3-33 16,8 1-26-16,1-3-38 15</inkml:trace>
  <inkml:trace contextRef="#ctx0" brushRef="#br0" timeOffset="20036.79">11194 9893 178 0,'0'0'50'16,"0"0"-63"-16,0 0 10 16,0 0 11-16,0 8 6 15,0 15-6-15,-4 10 6 16,-1 7 7-16,1 10-6 16,2 3-6-16,0 5-6 15,-1 5 3-15,1 1-6 16,-2 4 3-16,-6 7 0 15,-1 1-1-15,-1 5 0 0,-2-1 1 16,1-1 0-16,-4-2-3 16,4-5 0-16,-4-1 1 15,-1-5 0-15,2-4-2 16,-3-2 2-16,3-4 2 16,0 0-3-16,2-2 0 15,-2 0 0-15,3-7 0 16,4 1 1-16,-1-7-1 15,5-1 0-15,1-3-4 16,2-4 7-16,2 0-4 16,0-4 1-16,0-2 1 0,0-8-5 15,13-2 4-15,10-9 5 16,7-4-6-16,7-4 3 16,9 0-2-16,10-2 4 15,8-15-3-15,14-1 0 16,12-5-1-16,6-2 1 15,15 2 1-15,11 2 2 16,7 0 3-16,6 3 3 16,10-2 3-16,7-1 4 15,9-2 6-15,7-4-7 16,4 2-1-16,6 2 0 16,1 1-2-16,5 1-4 0,3 2-3 15,6 2-3-15,-3 1-1 16,7 4-1-16,-2-1 1 15,-4-3-1-15,-5 1 0 16,-6 1-1-16,-10-3 1 16,-7 5-1-16,-2 0 0 15,-2 1 1-15,-10 1 0 16,-8-3-2-16,-12 1 2 16,-16 1-1-16,-12 1 0 15,-13 2 0-15,-13-1 0 16,-11 3 1-16,-8 0-1 15,-12-2 0-15,-10 2 0 16,-6-1 0-16,-10 3 0 16,-8 2 0-16,-6 2 1 15,-1 0 1-15,-3 0-2 0,0 0 0 16,2 0 1-16,4 0-2 16,1 0-10-16,5 0-33 15,2 4-17-15,4-4-11 16,5 0-43-16,0 0-77 15</inkml:trace>
  <inkml:trace contextRef="#ctx0" brushRef="#br0" timeOffset="20414.29">17195 9179 22 0,'2'0'7'0,"3"0"-5"16,0 0 5-16,2 0-12 15</inkml:trace>
  <inkml:trace contextRef="#ctx0" brushRef="#br0" timeOffset="21122.76">17595 9193 217 0,'0'-12'51'0,"0"10"-51"16,0 0 24-16,0 0 21 15,0 2-3-15,0 0-24 16,0 0-2-16,0 0 7 16,0 2-4-16,0 13 0 15,10 9-10-15,3 13-6 16,4 13 0-16,-1 12-1 15,0 9 2-15,-5 14-1 0,-2 8-3 16,-4 2 2-16,0 7-1 16,-3-5 1-16,0-4-1 15,5-6 0-15,0-4-1 16,0-9 2-16,0-5-2 16,-2-7 0-16,-3-6 1 15,-2-11-1-15,0-8 1 16,0-5-1-16,0-7 0 15,0-7-1-15,0-3 1 16,0-7 1-16,0-4-1 16,0-2 0-16,0-2 0 0,0 0-5 15,0 0-19 1,0 0-7-16,0 0-26 0,0 0-22 16,0 0-106-16</inkml:trace>
  <inkml:trace contextRef="#ctx0" brushRef="#br0" timeOffset="38140.42">11269 12448 102 0,'-12'0'120'0,"3"0"-94"16,2 0-2-16,0 0 32 15,7 0-11-15,0 0-21 16,0 0-1-16,0 0 4 16,0 0 3-16,0 0-6 15,0 0 0-15,0-2 1 16,0 0-2-16,0 0-4 0,-2 0-3 15,0 0 1-15,-1 0-2 16,3 2-3-16,0 0-3 16,0 0 1-1,0-2-5-15,0 2 1 0,0 0-4 16,0 0 3-16,0 0-3 16,14 4 2-16,-1 11-3 15,8 3 1-15,2 3-1 16,3 4-1-16,6 4 2 15,-2 4-1-15,2-2 1 16,0 2-2-16,-2 0 2 16,0 0-4-16,0 2 4 15,-2-1-1-15,0-1-2 0,-2 2 3 16,0-2-6-16,-1-4 8 16,-1 0-5-16,-4-2 3 15,-2-7-3-15,-3 0 2 16,-4-6-2-16,-4-4 2 15,-1-1-1-15,-1-7-1 16,-5 0 1-16,0-2-1 16,0 0 2-16,0 0-12 15,0 0-14-15,0 0-6 16,0 0-11-16,0 0-2 16,-7-9-35-16,-4-5-30 15,0-5-25-15,-1-1-24 0</inkml:trace>
  <inkml:trace contextRef="#ctx0" brushRef="#br0" timeOffset="38719.61">11692 12386 47 0,'0'-4'77'15,"2"0"-55"-15,3 4 13 16,-3-2 25-16,2 0-14 15,-4 2-6-15,0 0-3 16,0 0-7-16,0 0 1 16,0 0-8-16,0 0-2 15,0 0-6-15,0 0-1 16,0 0-1-16,0 0 4 16,0 0-3-16,-8 15-12 15,-18 15 4-15,-2 14 0 16,-4 5 3-16,0 5-7 0,2 1 1 15,0-4-4-15,2 3 2 16,-1-2-1-16,3 2 1 16,2-5 0-16,0-3-1 15,3-7 2-15,0-8-3 16,8-8 3-16,0-2-2 16,3-7 1-16,3-1-2 15,0-7 1-15,5-2 0 16,0-2-1-16,2-2 0 15,0 0-3-15,0 0-9 16,-2 0-13-16,2 0-16 16,0 0-17-16,0-12-15 15,0-9-30-15,8-2-79 0</inkml:trace>
  <inkml:trace contextRef="#ctx0" brushRef="#br0" timeOffset="39687.28">11172 12150 139 0,'-10'3'52'0,"3"-2"-36"16,-1-1 41-16,1 0-5 15,5 0-30-15,2 0-15 0,0 0 8 16,0 0 2-16,0 0 2 16,0 0-4-16,0 0 3 15,0 0 1-15,0 0-5 16,0 0 1-16,6 0-1 16,15 0-2-16,6 0-3 15,1 0-5-15,4-8 0 16,-2 0-3-16,2 0 0 15,8-3-1-15,-1 3 2 16,-3-2-2-16,3 1 2 16,-3 1-2-16,-4 2 7 15,-8 0-4-15,-5 2-2 16,-2 1 1-16,-8 2-1 16,-3 1 1-16,-4 0-1 0,-2 0 2 15,0 0-1-15,0-3 1 16,0-1 1-16,0 2 0 15,0 0-1-15,0 2 0 16,0 0-1-16,0 0-1 16,0 0 2-16,-8 0-2 15,-9 0 0-15,-5 0-2 16,-8 2 1-16,-2 7 0 16,-2 3 0-16,0 2 0 15,2-1-1-15,2 1 1 16,2-3-2-16,8-5-15 15,10-2-28-15,6-2-28 0,4 4-63 16,0 1-88-16</inkml:trace>
  <inkml:trace contextRef="#ctx0" brushRef="#br0" timeOffset="51666.55">12142 12548 149 0,'21'-17'19'16,"7"-2"-16"-16,2 7 31 15,-7 6 3-15,4 0-11 16,-1 4-9-16,-1 0-7 16,1 2-3-16,-3 0-5 15,-8 0 2-15,0-2-3 16,-6 2 1-16,-5 0-1 16,-2 0 0-16,1 0-2 15,-3-3 0-15,0 3-8 16,2 0-42-16,0 0-25 0,0 0-60 15</inkml:trace>
  <inkml:trace contextRef="#ctx0" brushRef="#br0" timeOffset="52068.71">12085 12796 163 0,'-5'0'51'0,"3"0"-21"16,2 0 34-16,-2 0-5 15,2 0-29-15,0 0-16 16,0 0-7-16,0 0 4 16,25 0 1-16,10-6 0 15,1-4-9-15,4-2-1 16,-5 3-2-16,-3 1 2 16,-10 1-2-16,-3 3 2 15,-6 0-4-15,-3 2 2 16,-5 0 0-16,-3 0-4 15,-2 0-11-15,0 0-14 16,0 0-20-16,0-4-29 16,0-1-37-16</inkml:trace>
  <inkml:trace contextRef="#ctx0" brushRef="#br0" timeOffset="53917.03">12060 12654 10 0,'0'4'7'0,"0"-4"-23"15,0 0 22-15,11 0 7 16,3 0-11-16,-2 0-4 15,1 0-9-15</inkml:trace>
  <inkml:trace contextRef="#ctx0" brushRef="#br0" timeOffset="55415.42">10136 12763 94 0,'0'-4'55'16,"5"-2"-39"-16,-3 1 17 16,2 4 25-16,2-2-16 15,-4 3-2-15,-2 0-3 16,0 0-5-16,2 0-10 0,-2 0 3 16,5 0 1-16,2 0-6 15,1 0-3-15,5 0-6 16,-2 4-3-16,3 9-4 15,-1 2 6-15,2 1-4 16,-2 7-1-16,4 6-1 16,-2 6-2-16,2 9 3 15,-4 8-3-15,-2-1 2 16,-1-3-3-16,-5-5 3 16,-1-3-8-16,-2-9 5 15,1-4 2-15,-1-7-3 16,-2-7 0-16,0-5-3 15,0-6 7-15,0-2-10 0,0 0 12 16,0 0-7-16,0-2-8 16,-14-13 0-16,0-5 5 15,1-7 0-15,-2-4-3 16,6-6 3-16,3-3 1 16,1-1 3-16,3 1-5 15,2 3 3-15,0 2 1 16,0 2 0-16,11 2 1 15,6 4-1-15,1 2-1 16,0 0 1-16,2 2 4 16,4 2-3-16,-3 3 0 15,2 2-2-15,-3 3 4 0,-3 7-4 16,-4 2 1 0,-5 2-1-16,1 2-2 0,-5 0 3 15,3 0-4-15,2 12 9 16,3 11-3-16,1 4 1 15,1 8-1-15,0 4-1 16,0 2 2-16,2 1-1 16,-2-4 0-16,-3-5-1 15,-2-7 4-15,1-1-5 16,-1-6 3-16,0-7-3 16,-2 1 2-16,0-7-12 15,-2-2-21-15,-5-4-20 16,2 0-15-16,-2 0-15 0,4 0-37 15</inkml:trace>
  <inkml:trace contextRef="#ctx0" brushRef="#br0" timeOffset="56225.38">11029 12059 177 0,'0'0'64'0,"0"0"-55"16,0 0 12-16,0 0 23 16,0 5-21-16,0 3-4 15,-2 0-13-15,0 4 8 0,-5 5 3 16,2 4 1 0,-2 2-4-16,-2 1-10 0,0 9 3 15,-1 5 0-15,1 1 1 16,2 9-3-16,3 2 0 15,2 3-1-15,2 7 5 16,0 8 1-16,0 5-4 16,18 3 1-16,0-1-3 15,3-3 2-15,-3-3-2 16,3-7 0-16,5-2-2 16,6-2 0-16,5-2 0 15,4-4-2-15,-5-5 1 16,2-3-1-16,-4-7 2 0,-4-8-3 15,0-4 3-15,-4-7-12 16,-6-5-5-16,-4-5-20 16,-5-4-18-16,-4-4-12 15,3 0-19-15,1-8-73 16</inkml:trace>
  <inkml:trace contextRef="#ctx0" brushRef="#br0" timeOffset="57124.98">11735 11811 172 0,'-6'0'85'15,"1"0"-67"-15,1 0 11 16,-2-3 31-16,6 2-17 16,-2-3-20-16,2 4-15 15,0 0 1-15,0 0-1 16,0 0-3-16,0 0 4 16,8 0 17-16,10 16-20 15,3 5-3-15,6 4 5 16,3 6 1-16,2 6-1 0,1 9-4 15,-1 5 0 1,-2 9-4-16,-3 11 3 0,-1 7-2 16,-2 5 0-16,-5 6 0 15,-5 0-2-15,-2 2 3 16,-8 0 0-16,-2 0 3 16,-2-6 0-16,0-6 0 15,0-7-2-15,0-11-1 16,-2-9-1-16,-4-9-1 15,1-10 2-15,-3-8-3 16,2-7 3-16,1-7-2 16,3-5 0-16,2-6-4 0,0 0-12 15,0 0-19-15,0 0-20 16,0 0-28-16,0-4-25 16,-2-15-36-16</inkml:trace>
  <inkml:trace contextRef="#ctx0" brushRef="#br0" timeOffset="58078.54">12748 12330 76 0,'0'0'120'15,"0"-2"-88"-15,0 0 2 16,0 0 8-16,0 2 2 16,0 0-20-16,4-2-7 15,11 0 4-15,2 0 5 16,5-2-12-16,3 2-5 15,-1 0 1-15,0 2-6 16,-3 0 1-16,-3 0-5 16,-2 0 2-16,1 0-2 15,-6 0 1-15,-4 10 4 16,-3 7-1-16,-4 7-1 0,0 5-1 16,0 4 1-16,-18 3-4 15,-1 1 6-15,1 0-5 16,2 1 1-16,-1-3-1 15,6 0 0-15,-2-4 1 16,5-4-1-16,6-6 4 16,2-5-4-16,0-4 1 15,10-3 1-15,10-5-1 16,8-4 0-16,4 0 0 16,2 0 0-16,-2-6 0 15,3-5-1-15,-5-3 1 16,-3 2-1-16,-1-1-17 15,-12 3 1-15,-5 4-18 0,-4 1-17 16,-5 1-21-16,0 0-33 16,0 0-110-16</inkml:trace>
  <inkml:trace contextRef="#ctx0" brushRef="#br0" timeOffset="58556.89">13288 12345 201 0,'-9'0'94'16,"2"0"-72"-16,-2 0-19 15,2 2 16-15,2 6 2 16,1 1-20-16,4-1 1 16,0 0 2-16,0-2 1 15,14 1 3-15,9-6-2 16,4 2 2-16,3-3-3 16,2 0-3-16,-2 0-1 15,-4 0-1-15,-1 0 2 16,-7 2-1-16,-4 2 1 15,-2 6-1-15,-3 5 9 16,-4 3-2-16,-1 9 2 0,-4 3-2 16,0-2-2-16,0-3-2 15,-6-4-1-15,-11-9 0 16,2 1-4-16,-7-7 6 16,-1-2-4-16,-2-4-1 15,2 0-2-15,-2 0-27 16,2-8-17-16,-1-7-16 15,7-1-31-15,-2-5-15 16,5 0 0-16</inkml:trace>
  <inkml:trace contextRef="#ctx0" brushRef="#br0" timeOffset="58747.66">13288 12345 211 0,'-16'-50'40'16,"30"44"-15"-16,5-2 16 16,4-2-14-16,7 1-17 15,4-1-9-15,9 1-4 16,4-1-25-16,3 2-43 16,-1 2-87-16</inkml:trace>
  <inkml:trace contextRef="#ctx0" brushRef="#br0" timeOffset="59203.01">14262 12285 238 0,'0'-4'107'15,"0"-2"-102"-15,0 2 29 16,0 4 5-16,0 1-13 15,0 32-10-15,4 13-6 16,10 10 4-16,0 6-3 16,2 5 2-16,2 3 0 15,-1-4 4-15,1-2-12 16,-2-8-4-16,-3-8 0 16,-3-7-1-16,-3-10 0 15,-2-10-1-15,-3-11-2 16,0-3-12-16,-2-7-6 15,0 0-19-15,0 0 13 16,0-7-33-16,0-17-52 0,-18-14-10 16,-7-7-7-16</inkml:trace>
  <inkml:trace contextRef="#ctx0" brushRef="#br0" timeOffset="59478.47">14262 12297 44 0,'4'-16'92'15,"17"1"-71"-15,5 3 13 16,6 1 19-16,2 5-33 16,-2 4-13-16,0 2 4 0,1 0-2 15,-3 2 2 1,-9 17 7-16,-4 6-5 0,-7 4 0 16,-7 4 8-1,-3 4-5-15,0 1-3 0,-10-1-6 16,-13-4-2-16,-2-6-4 15,-3-6 0-15,3-9 7 16,1-2-8-16,2-6 4 16,6 0-4-16,4-4-21 15,3 0-35-15,6 0-12 16,3 0-88-16</inkml:trace>
  <inkml:trace contextRef="#ctx0" brushRef="#br0" timeOffset="59752.44">14623 12360 62 0,'2'-3'179'0,"3"3"-139"15,-1 0-23-15,1 0 38 16,-1 9-7-16,8 11-31 15,-1 3-12-15,4 2 1 16,-2 0-6-16,-2-2 3 16,-1-2-3-16,-5-5-1 15,-3-4 2-15,0-6-11 0,0-2-23 16,-2-4-21-16,0 0-24 16,0 0-62-16</inkml:trace>
  <inkml:trace contextRef="#ctx0" brushRef="#br0" timeOffset="59931.31">14621 12163 33 0,'-2'0'229'15,"-3"0"-200"-15,5 0-29 16,0 0 20-16,0 0-14 15,0 0-20-15,2 0-33 16,12 0-81-16</inkml:trace>
  <inkml:trace contextRef="#ctx0" brushRef="#br0" timeOffset="60501.66">14797 12272 268 0,'0'3'27'0,"0"1"-23"0,0 4 34 16,0 5 6-1,6 3-26-15,5 7-7 0,-2 2 4 16,1 4-1-16,-4 0-4 15,1-3-3-15,2 1-3 16,-1-2-2-16,-2-4 0 16,1-6-2-16,-3-3 2 15,-1-8-2-15,-3-4-1 16,0 0-7-16,0 0-4 16,0 0-7-16,0-16-10 15,-12-5 17-15,4 0 2 16,2-2 4-16,4-2 0 15,2 1 11-15,0-1-6 0,0-2 2 16,0 4 0 0,0 2-1-16,14 5 2 0,2 6-1 15,3 7 7-15,2 3-4 16,1 0 4-16,-1 0 2 16,0 0-1-16,-5 13-2 15,-2 1-2-15,-3 5 1 16,0 6 1-16,-1 4 5 15,-1 4-1-15,2 2 7 16,1-2-17-16,-1-4 1 16,-2-4-3-16,-1-8 1 15,-1-7-6-15,-3-4-33 0,1-4-15 16,-1 0-31 0,4-2-35-16,-2 0-25 0</inkml:trace>
  <inkml:trace contextRef="#ctx0" brushRef="#br0" timeOffset="61009.4">15336 12355 35 0,'-4'-8'128'0,"-5"2"-95"16,1 0 9-16,-3 6 11 15,-6 0-14-15,2 0-17 16,-4 0 4-16,1 0-8 0,4 6-4 16,3 10 5-16,2 3-9 15,7-1 4-15,2 6-19 16,0-4 5-16,0-1 5 16,11-1-6-16,4-5 1 15,2-3-3-15,4-4 3 16,-1-3-18-16,-1-3 10 15,2 0-3-15,-3 0 2 16,0-9-2-16,0-10-3 16,-6-1 0-16,-3-5 3 0,-2-2 5 15,-5-2 7-15,-2 4-1 16,0 5 2-16,0 5 3 16,0 9 11-16,0 4-1 15,0 2 4-15,0 0-5 16,0 0 4-16,0 8 3 15,2 11 1-15,4 4-11 16,3 2-9-16,0-3 1 16,5 1-3-16,-1-5 2 15,1-3-3-15,0-3-5 16,2-5-23-16,7-3-13 16,2-4-30-16,8 0-74 15,1 0-55-15</inkml:trace>
  <inkml:trace contextRef="#ctx0" brushRef="#br0" timeOffset="61451.9">15858 12268 76 0,'-11'-8'128'0,"6"2"-90"16,-4 4 3-16,-4 2 1 15,-6 0-22-15,-7 0-6 16,6 0-4-16,-3 10 7 16,4 4-2-16,6-3-5 15,6-3-4-15,2-2-12 0,5-2 4 16,0 1-7-16,0-1 5 16,10 0 4-16,12-2 6 15,3 2-5-15,-1-2 1 16,-1 0 0-16,2 3-4 15,-2-1 5-15,2 0-4 16,-4 2 4-16,-3 2-3 16,-1 3 1-16,-9-1-3 15,-1 4 10-15,-7 1-2 16,0-1 7-16,0-1-4 16,-7-1 2-16,-8-3 7 15,-8-1-14-15,-3-4-1 16,5 0-3-16,-3-2 2 15,7 0-9-15,6-2-29 16,-1 0-12-16,-4 0-31 0,0 0-30 16,-2 0-59-16</inkml:trace>
  <inkml:trace contextRef="#ctx0" brushRef="#br0" timeOffset="62350.39">15015 12140 75 0,'0'0'69'16,"0"0"-14"-16,0 0 11 16,0 0-12-16,0 0-13 15,0 0-9-15,-4 0 2 16,2 0 2-16,2 0-9 15,0 0-8-15,0 0-1 16,0 0-4-16,0 0-3 16,0 0-3-16,0 0-1 15,0 0-3-15,0-2-2 0,-2 2 0 16,-3-2-2-16,-1 2 2 16,-3 0-4-16,-6-2 2 15,2 2-1-15,-1 0-1 16,0 0 2-16,0 0-1 15,5 0 1-15,2 0-1 16,3 0 2-16,4 0-2 16,0 0 1-16,0 0-1 15,0 0 0-15,0 0 0 16,0 0-1-16,0 0 0 16,0 0-4-16,0 0 5 15,20 0 1-15,8 0 1 16,2 0-4-16,-3 0 6 15,-1 0-3-15,-1 0 0 16,-1 0 1-16,-9 0-2 0,0 0 2 16,-4 0 0-16,-2 0 0 15,-3 0 1-15,0 0-2 16,-4 0 0-16,-2 0 4 16,0 0-2-16,0 0 2 15,0 0 3-15,-10 0-5 16,-14 0 2-16,-4 0-5 15,-2 2 2-15,4 4-5 16,5-4-3-16,4 0-9 16,4 0-16-16,7-2-48 15,4 5-66-15,-3-1-149 16</inkml:trace>
  <inkml:trace contextRef="#ctx0" brushRef="#br0" timeOffset="87838.04">12727 12032 25 0,'-5'7'71'16,"3"-3"-48"-16,2-2-17 16,0-2 25-16,0 0-14 15,0 0-5-15,0 2-6 16,0-2 1-16,0 0 2 16,0 0 0-16,0 2 8 0,0 0-3 15,0-2 0-15,0 2 0 16,0 2 3-16,0 3-3 15,0-3-1-15,0 1 1 16,0 4-2-16,-2-3-4 16,-5 3 3-16,3 1 0 15,-4 0-5-15,-1 5 2 16,0-1-5-16,-1 3 4 16,-1 2-6-16,-2 3 4 15,1 3-2-15,1 4 2 0,2 2-1 16,-1 2-1-16,1 2 6 15,5-2-4-15,-1 0 0 16,3-3 1-16,2-4 3 16,0 3-4-16,0-1 5 15,0 0-4-15,2 1-2 16,5-1 0-16,2 1-2 16,3-1 2-16,-1 1-1 15,0 0 3-15,1 0-3 16,2 0 1-16,0 0-2 15,4 1 2-15,3-2-2 16,2 1-1-16,-1-2 1 16,-1-2-2-16,5-3 2 15,-5 2-2-15,1-4 4 0,1-1-4 16,-2-2 2-16,2-1-4 16,2 1 3-16,3-5-1 15,4-2 0-15,2 1 1 16,6-3-2-16,3 0 4 15,4 3-4-15,3-7 5 16,3 0-5-16,3-4 2 16,-2 0-2-16,1 0-1 15,-4 0 4-15,0-8-4 16,2-7 5-16,0-1-6 16,2-3 8-16,-3-4-7 15,-1 0 4-15,-4-1-7 16,-6-4 3-16,-4 3 11 0,-1-1-7 15,0-7-1-15,-2-2-1 16,0-7 3-16,-4-1-4 16,0-1 7-16,-4-3-6 15,-4-3 4-15,-3-6-3 16,-6-4 0-16,-3-4 1 16,-10-5-1-16,0-3 3 15,0 0-5-15,-12 1 6 16,-6 5-2-16,-3 8 3 15,0 10-1-15,-4 5-1 16,-2 9 1-16,-11 4-3 16,-7 0-1-16,-15 8-2 15,-9 3 4-15,-7 10-5 16,-7 9 5-16,3 0-7 16,-1 7 4-16,-1 16-3 0,1 4-2 15,7 8 4-15,5 8-1 16,9 5 1-16,8 6-8 15,7 2-2-15,9 1-13 16,8 6-16-16,8-1-15 16,6 2-19-16,2-2-31 15,10-1-17-15</inkml:trace>
  <inkml:trace contextRef="#ctx0" brushRef="#br0" timeOffset="88589.08">13990 11983 105 0,'0'-4'90'0,"2"-1"-70"16,-2 5 27-16,0 0 22 15,0 0-12-15,0 0-34 16,0 0-4-16,0 0-5 16,0 0 2-16,0 0-3 15,0 0 0-15,0 0-6 16,0 0 4-16,0 0-3 0,0 0-3 15,0 0 2-15,0 0-3 16,0 0 4-16,0 0-1 16,0 0 4-16,0 0-9 15,0 0 3-15,0 0-5 16,0 2 3-16,0 9-1 16,0 3-1-16,0 5 1 15,0 0-1-15,0-1 3 16,0 3-2-16,0-1 1 15,-2-1-3-15,0 0 4 16,-1-7-7-16,3-2 3 16,0-3 3-16,0-5-7 15,0 0 5-15,0-2-1 0,0 0 4 16,0 0-4 0,24 0 6-16,19-21-4 0,19-12 1 15,17-14-2-15,8-7-1 16,5-5 2-16,-2 0-4 15,-3 3 5-15,-8-2-6 16,-8 2-2-16,-7 8-21 16,-6 9-29-16,-5 8-35 15,-8 10-45-15</inkml:trace>
  <inkml:trace contextRef="#ctx0" brushRef="#br0" timeOffset="92024.89">17449 12007 194 0,'0'5'43'15,"0"-5"-36"-15,0 2 32 16,0-2 9-16,0 0-3 16,0 0-18-16,0 0-11 15,0 0 3-15,9 0-4 16,20-7 2-16,19-13-6 15,14-5-2-15,17-4-6 16,15 0 3-16,9-2-4 16,11-2 0-16,12-3 0 15,10-1 0-15,9-2 0 16,15 1-1-16,9 1 1 0,-2 4-2 16,-5 9 1-16,-15 3-1 15,-23 8-1-15,-22 5 2 16,-22 0-2-16,-18 4 2 15,-16 4-3-15,-14 0 5 16,-10 0-4-16,-9 0 2 16,-9 0-3-16,-1 0 2 15,-3 0-1-15,0 0 1 16,0 0 0-16,0 0-4 16,0 0-33-16,0 0-14 15,0 0-31-15,0 0-21 16,0 0-39-16</inkml:trace>
  <inkml:trace contextRef="#ctx0" brushRef="#br0" timeOffset="92443.17">19427 11407 311 0,'-19'0'30'0,"8"0"-27"15,4 0 5-15,2 0 32 16,5 0-16-16,0 4-11 16,0 2-6-16,0 5 3 15,17 1-3-15,10 2-3 0,8-3 4 16,6-3-6-16,7 1 6 16,6-5-6-16,-4 4 1 15,1-2-3-15,-4 0 1 16,-5 3-1-16,-7-1-1 15,-10 2 4-15,-7-1-5 16,-8-3 5-16,-6-2-6 16,-4 2 5-16,0 3-2 15,0 1 4-15,-8 2-1 16,-18 4-1-16,-4 3 1 0,-12 4-5 16,-1 0 6-1,-6 0-4-15,1 3 1 0,4-1-3 16,10-2-1-16,14 0-14 15,7-6-23-15,11-3-9 16,2-7-29-16,0-6-26 16</inkml:trace>
  <inkml:trace contextRef="#ctx0" brushRef="#br0" timeOffset="92991.32">20251 10864 144 0,'0'-4'81'16,"0"2"-61"-16,0 2 9 15,0 0 17-15,0 0 17 16,2 0-34-16,7 0-9 16,12 0 2-16,16-4-1 15,8-4-13-15,11-5-4 16,6 1-3-16,-5 2-1 16,-11 3 1-16,-6 3-1 0,-8 4 2 15,-9 0-3 1,-7 0-1-16,-5 0-3 15,-6 4 10-15,-5 19-4 0,0 6 1 16,0 12-1-16,-10 11 3 16,-17 6 0-16,-3 8-5 15,-2 7 5-15,4-1-5 16,6 1 4-16,7-4-3 16,9-12 3-16,6-5-1 15,0-13-3-15,9-5 4 16,16-12-2-16,9-7 3 15,6-9-3-15,6-4 3 16,3-2-4-16,-6 0 1 16,0-8-4-16,-3-13-17 15,-3-4-16-15,-8 0-12 0,-5-1-27 16,-6-6-42-16,-14 3-84 16</inkml:trace>
  <inkml:trace contextRef="#ctx0" brushRef="#br0" timeOffset="93249">20464 11251 172 0,'17'0'117'0,"10"0"-102"15,12-14-2-15,5-2 37 16,2 1-36-16,-5 1-7 16,3 1-8-16,-5 5 3 15,-2-1-6-15,-5 4-11 16,-4-4-30-16,-3 5-23 16,3 0-42-16</inkml:trace>
  <inkml:trace contextRef="#ctx0" brushRef="#br0" timeOffset="93562.66">21371 11100 101 0,'0'0'153'15,"4"0"-118"-15,13 0-22 16,5 0 13-16,6 0-9 16,4-4-12-16,0-2-3 15,6 0 0-15,-4 2-2 16,-9 2 3-16,-4 2-6 0,-9-2-4 15,-5 2-23 1,-1 0-40-16,-1 0-76 0</inkml:trace>
  <inkml:trace contextRef="#ctx0" brushRef="#br0" timeOffset="93757.82">21459 11349 169 0,'15'0'40'0,"4"0"-35"15,2 0 16-15,-3 0 8 0,-2-2-16 16,0-6-14-16,1-1-15 16,0 1-50-16,2 0-102 15</inkml:trace>
  <inkml:trace contextRef="#ctx0" brushRef="#br0" timeOffset="94183.95">22296 10641 240 0,'0'-2'82'16,"0"2"-60"-16,0-2 34 15,0 2 6-15,0 0-26 16,4 0-17-16,20 0-6 15,1 0-1-15,-3 8-10 16,6 7 4-16,-2 5 1 16,6 7-3-16,7 4 0 15,-2 2-5-15,-2 3 3 16,-3-1-3-16,-2-4 3 0,2-4-3 16,-7-11-3-16,-7-6-6 15,-4-3-8-15,-7-7-13 16,-5 0-15-16,7 0-15 15,3-4-10-15,0-21-12 16,-1-4-32-16</inkml:trace>
  <inkml:trace contextRef="#ctx0" brushRef="#br0" timeOffset="94447.36">22749 10589 19 0,'-2'-9'37'0,"-3"5"-30"16,0 4 35-16,1 0 21 15,-3 0-26-15,0 0-11 16,-2 0 13-16,-7 3 1 0,-1 11-25 16,0 9 1-16,-4 4 0 15,3 6 11-15,-10 8-14 16,0 7 1-16,1 2-7 16,-6 2-4-16,3-7-1 15,5-3 0-15,8-9 0 16,9-9-6-16,5-5 0 15,3-9-34-15,0-6-19 16,0-4-7-16,0 0 0 16,0 0-40-16</inkml:trace>
  <inkml:trace contextRef="#ctx0" brushRef="#br0" timeOffset="94808.96">22484 10361 190 0,'-4'-8'79'0,"-1"2"-60"15,5 2 40-15,0 1 10 16,0 2-48-16,0-2-11 16,0 2-4-16,21-2 1 15,8-1-1-15,-1 2 2 16,-2 0-8-16,-1-2 1 16,-2 2 0-16,-3 0 0 15,4-3 0-15,-1 4-4 16,0-4-25-16,-5 1-43 15,-6 2-6-15,-3 2-20 16,-2 0-88-16</inkml:trace>
  <inkml:trace contextRef="#ctx0" brushRef="#br0" timeOffset="95214.12">22816 10796 139 0,'0'0'156'0,"4"0"-121"15,10 0-15-15,5 0 17 16,2 0-6-16,4-4-18 16,-3 0 2-16,2 2 1 15,-3-1-5-15,-4 2-5 16,0 1-5-16,-1-3 2 15,-4 3-3-15,-1-1 2 16,-4 1-23-16,0-3-24 0,-2 3-24 16,1 0-28-1,1 0-86-15</inkml:trace>
  <inkml:trace contextRef="#ctx0" brushRef="#br0" timeOffset="95960.38">23283 10918 257 0,'0'0'21'0,"0"0"-12"15,0-4 32-15,0-6 3 16,11-2-23-16,6-5-10 16,4-2 4-16,-4-1-2 15,2-1-8-15,-3-2 4 16,0 0-5-16,0 0 2 16,-4 3 0-16,-1-1 1 15,-2 2-1-15,-1 3-6 16,-4 3 4-16,1 5-5 15,-3 4 3-15,-2 4-4 16,0 0-1-16,0 0 3 16,0 0 0-16,0 0 1 15,0 0 1-15,0 4 7 16,0 8-5-16,0 5 3 16,-2-1-5-16,-1 1 0 0,1 0-3 15,2 1 1-15,0 1 1 16,0 2-2-16,0 0 1 15,9-1-1-15,2-5 2 16,4-3-10-16,-2-4 3 16,1-8-2-16,2 0-3 15,3 0-2-15,2-6 0 16,1-17-5-16,-1-2-5 16,-2-4 8-16,-4-1-5 15,0-6 18-15,-2 3 2 0,-2 2 0 16,-1 2 2-16,-5 4 8 15,-3 5-1-15,0 3 1 16,0 5-3-16,1 3-7 16,-3 5 3-16,0 4-5 15,0 0 2-15,0 0 3 16,0 2 19-16,0 17-10 16,0 3-3-16,0 7-2 15,0 5-4-15,0-3-1 16,0 0-3-16,0-4 5 15,2-5-4-15,8-1 1 16,1-4-2-16,4-5-3 16,6-1-30-16,5-3-43 15,4-8-53-15</inkml:trace>
  <inkml:trace contextRef="#ctx0" brushRef="#br0" timeOffset="96493.11">22305 11293 151 0,'-7'2'67'15,"5"-2"-41"-15,2 0 34 16,0 0-3-16,0 0-16 15,0 0-5-15,0 0-19 16,0 0-2-16,0 0-5 16,0 4 1-16,0 2-2 0,19 1 3 15,13-1 6 1,18-6-10-16,14 0 0 0,13 0-2 16,6-13-4-1,6-3-2-15,8-3 1 0,6 0-2 16,5-3-1-16,3 1-5 15,-3-4-10-15,-7 4 7 16,-11 3 0-16,-12 6 6 16,-18 5-12-16,-16 3 14 15,-20 4-10-15,-7 0-24 16,-15 0 5-16,-2 0-32 16,0 0-78-16</inkml:trace>
  <inkml:trace contextRef="#ctx0" brushRef="#br0" timeOffset="97090.49">22864 11533 254 0,'-5'-8'47'0,"3"2"-70"16,0-1 56-16,2 7-3 16,0 0-24-16,0 0 6 15,0 7 0-15,0 3 1 16,0 3-6-16,0 1-1 15,0 7 6-15,6 6-10 16,7-1 5-16,0 4-7 16,1-1 2-16,2 0-3 15,-4 0 2-15,-3-5-2 16,-5-5 1-16,-4-6-1 16,0-8 0-16,0 0-11 15,-6-5-4-15,-15 0 3 0,-7 0-4 16,-2 0-7-16,7-6 7 15,7-9 7-15,7-2-10 16,2-1 9-16,7-5 6 16,0-1 7-16,0-1-7 15,0 0 16-15,0 0-11 16,16 0 10-16,5 4 5 16,-1 7-3-16,3-1-3 15,5 5 4-15,0 4-5 16,0-1-1-16,-3 5-6 15,-3-2 3-15,2 2-6 16,-3 2 4-16,1-2-13 16,1 2-24-16,-2-4-17 15,-3 0-77-15</inkml:trace>
  <inkml:trace contextRef="#ctx0" brushRef="#br0" timeOffset="97440.83">23349 11459 134 0,'-9'10'44'0,"1"7"-32"15,-5 5 10-15,-2 14 47 16,-8 13-42-16,-1 7-17 16,-3 9 0-16,-3 3 15 15,0 0 1-15,2-4-12 16,6-2 0-16,7-10-8 16,2-8-1-16,4-9-4 15,1-8-2-15,4-8 3 16,2-9-4-16,2-4 3 15,0-4-34-15,0-2-18 16,0 0-30-16,0 0-96 16</inkml:trace>
  <inkml:trace contextRef="#ctx0" brushRef="#br0" timeOffset="98128.9">23308 11811 227 0,'-2'-3'75'16,"0"3"-50"-16,2-1 32 0,0-2 3 16,0 2-36-16,0 1-11 15,0 0-1-15,0 0 6 16,2 0-3-16,14 12-6 16,-2 6-4-16,-1 1 1 15,2 6 0-15,3 2-6 16,0 2 3-16,0 0-4 15,1-4 4-15,-6-2-4 16,-1-7 2-16,0-3-2 16,-4-5 1-16,0-4 0 0,-1-4-1 15,2 0 3-15,3 0-4 16,-1-12 1-16,0-11-11 16,-1-6-1-16,-6-8-12 15,-4-7 10-15,0-4 5 16,0-6 6-16,-2 3 3 15,-12-1 0-15,3 11 4 16,0 7-4-16,3 16 6 16,4 7-2-16,1 7 2 15,3 4-4-15,0 0 0 16,0 0-2-16,0 0 0 16,0 0 3-16,7 0-3 15,12 0 4-15,6 3-2 16,5 1 3-16,7-3-4 0,4 3 1 15,3-4 1-15,-1 0-2 16,2 0 1-16,-6 0-1 16,-9 0 2-16,-7 0-4 15,-5 0 5-15,-7 0-5 16,-1 0 4-16,3-1-33 16,-3 1-46-16,-3 0-94 15</inkml:trace>
  <inkml:trace contextRef="#ctx0" brushRef="#br0" timeOffset="98728.78">23848 11823 204 0,'0'-19'74'15,"0"5"-64"-15,0 4 15 16,0 3 26-16,0 7-19 16,0 0-17-16,0 0-3 15,0 0 5-15,0 7 20 0,10 9-24 16,-3 5-4-16,2 3-7 15,-2 6 1-15,0-3 1 16,0 1-5-16,0-3 3 16,-3-2-3-16,1-4 4 15,-3-7-4-15,-2-5 3 16,0-5-3-16,0 0 2 16,0-2-2-16,0 0-3 15,0 0-4-15,0-4-4 16,0-17 4-16,0-2-2 15,0-6 6-15,0 0-2 16,0-2 9-16,16-2-2 16,3 4-1-16,-1 4-4 0,3 4 8 15,2 7-3 1,2 4-5-16,2 10 10 0,-1 0-6 16,-3 0 0-16,-2 4-1 15,-3 12 0-15,1 5 3 16,-4 2-2-16,-5 7 2 15,-3 6 6-15,-5 5-1 16,-2 1-9-16,2-3 9 16,-2-3-8-16,5-10 1 15,-1-7-34-15,-4-7-54 16,0-7-66-16</inkml:trace>
  <inkml:trace contextRef="#ctx0" brushRef="#br0" timeOffset="99622.28">19781 10999 20 0,'-7'60'148'0,"7"6"-130"16,0 7-5-16,19 9 53 0,13 3-11 15,11 4-20 1,8 1-12-16,14-1 0 0,6-3-3 16,14-2-4-1,5-10-13-15,11-10 2 0,14-8 0 16,7-14-3-16,7-17-1 15,-3-16-2-15,-4-9 5 16,-11-12-6-16,-14-29 4 16,-12-19-1-16,-19-19 0 15,-10-20 10-15,-20-21 0 16,-12-19 4-16,-15-16-5 16,-9-11 5-16,-21-8-2 0,-35 6 0 15,-22 19-3 1,-26 25 0-16,-20 29-6 0,-16 35-2 15,-7 29-2-15,-7 31 0 16,6 28-1-16,1 49-2 16,5 33 0-16,15 23-7 15,14 18-14-15,30 8-37 16,29 3-28-16,33-9-45 16,21-6-109-16</inkml:trace>
  <inkml:trace contextRef="#ctx0" brushRef="#br0" timeOffset="100177.73">21078 10080 56 0,'32'-36'205'16,"-11"14"-155"-16,-6 3 2 0,-13 6 23 16,-2 1-10-16,0 2-13 15,0 2-23-15,0 1-8 16,0 7-6-16,0 0-5 16,0 0-6-16,0 0-4 15,0 0 0-15,0 0-4 16,0 15 8-16,-4 18-4 15,-17 17 4-15,0 12-5 16,1 12 2-16,1 3-2 16,2 6 2-16,6-1-1 15,2-3-1-15,-1-7 2 16,6-9-5-16,-1-12 6 0,3-9-8 16,0-17-4-16,-3-11-11 15,3-7-2-15,2-6-11 16,0-1-39-16,0 0-11 15,-4 0-34-15,-11 5-62 16</inkml:trace>
  <inkml:trace contextRef="#ctx0" brushRef="#br0" timeOffset="100651.87">20722 10608 156 0,'0'-19'145'15,"0"5"-118"-15,0 1-21 16,0 9 41-16,0 4-3 16,0 0-28-16,0 0-17 15,0 0 5-15,14 14 1 16,0 9 0-16,2 4-1 15,0 2 0-15,0 0-1 16,5 2-3-16,2 0 0 16,-1-4 2-16,2-2-3 15,-1-7 2-15,-4-3-2 0,-2-9 2 16,4-3-2-16,3-3 1 16,2 0-2-16,10-21 1 15,3-8-6-15,-1-4 0 16,-3-7 4-16,-5 3-2 15,-9 2 7-15,-6 2-4 16,-5 8 5-16,-3 9-3 16,-3 7 2-16,-4 7-2 15,0 2-6-15,0 0 7 16,0 23 14-16,-25 18-6 16,-9 13-9-16,-3 6 4 15,5-2-6-15,9-6-52 16,18-9-85-16</inkml:trace>
  <inkml:trace contextRef="#ctx0" brushRef="#br0" timeOffset="101721.17">24495 9502 189 0,'21'-19'78'0,"-4"9"-61"16,-13 2 3-16,-4 8 41 15,0 0-13-15,0 0-36 16,-4 0 6-16,-26 20 1 16,-19 16-2-16,-13 15-10 0,-7 16-6 15,-3 13 2-15,1 7-3 16,-2-2 3-16,1-2-4 16,7-8 5-16,8-9-2 15,16-10 0-15,13-13-2 16,12-12 0-16,9-10 1 15,4-11-3-15,3-8 2 16,0-2-19-16,0 0-3 16,0 0-13-16,0 0-18 15,13-14-37-15,4-9-45 16</inkml:trace>
  <inkml:trace contextRef="#ctx0" brushRef="#br0" timeOffset="102706.43">23906 10024 153 0,'0'0'50'16,"0"0"-48"-16,0 0 48 16,-16 6 13-16,-5 15-21 15,-6 6-29-15,-1 3-6 16,3 6-3-16,5-1-2 15,1 0 1-15,3-4 1 16,6-4-5-16,1-4 2 16,3-8 0-16,3-7-2 15,1-4 4-15,2-4-3 0,0 0-5 16,0 0 8 0,0-2 12-16,0-15-15 0,11-10-1 15,13-2-2-15,-1 0 10 16,-3-4-7-16,-1 4 0 15,-8 5 4-15,-2 5-4 16,-4 9 2-16,-5 7-4 16,0 3-5-16,0 0-1 15,0 0 10-15,0 17 5 16,-5 3-4-16,-9 5 3 16,3 6-5-16,1 1 5 15,6-3-7-15,4-2 3 16,0-7-3-16,0-3 2 15,0-7-3-15,7-3 0 0,11-7 8 16,8 0-5 0,4 0 3-16,4-15-6 0,5-6 6 15,0-2-8-15,-2 1 6 16,-4 1-5-16,-11 5 3 16,-8 1 0-16,-9 9 0 15,-3 3-2-15,-2 3-7 16,0 0 18-16,-28 0-7 15,-11 7 1-15,-9 10-2 16,0 1 3-16,7-2-2 16,8-1 2-16,6 0-3 15,4-1-2-15,4-2 2 16,6-3-1-16,6-3 1 0,7-6-10 16,0 0 1-16,0 0-2 15,24 0 20-15,11 0-27 16,5-15 12-16,-4-1 4 15,-4-5-10-15,-4 1 4 16,-7 1 2-16,-8 2-11 16,-1 3 15-16,-7 6 1 15,-5 5-6-15,0 3-6 16,0 0 20-16,-28 0-5 16,-9 17 5-16,-7 6 2 15,8-1-1-15,6 1 0 16,9-6-2-16,10-7-5 0,8-4-2 15,1-3-2-15,2-3-5 16,0 0 8 0,0 0 1-16,18 0 12 0,16-7-10 15,11-13-13-15,2-5-15 16,0-2-5-16,-10 2 7 16,-10 2 21-16,-8 9 2 15,-12 5 0-15,-7 7 11 16,0 2 10-16,-15 0 6 15,-23 11-20-15,-16 12 10 16,-3 3-13-16,9 3-2 16,7 2-37-16,15-2-300 15</inkml:trace>
  <inkml:trace contextRef="#ctx0" brushRef="#br0" timeOffset="115498.95">11712 14610 95 0,'-4'-8'116'0,"4"0"-102"16,-7 1 11-16,3 3 20 16,1 0 8-16,-1 0-22 15,4 0-1-15,-3 2-8 16,0 2 2-16,1 0-3 0,2 0-6 16,0 0 3-16,0 0-9 15,0 0 4-15,0 0-7 16,0 0-2-16,0 0-3 15,0 0 0-15,0 0 0 16,0 0-2-16,0 0 3 16,0 0-1-16,8 2 7 15,1 6-5-15,2 0 1 16,1 3-1-16,1-1 2 16,4 5-4-16,1 1 2 15,3 3 0-15,2 2 1 16,2 5 6-16,0-1-4 15,1 6 2-15,-3 1-6 16,2-2 3-16,0 4-2 16,5-5-1-16,-3 4 0 0,3-4-1 15,-4-2 1-15,-1-2-4 16,-4-7 6-16,-5 1-5 16,-4-5 3-16,-1-3-3 15,-4-3 2-15,-3 0-2 16,-4-8 2-16,3 2-1 15,-3 0 0-15,0-2 3 16,0 0-5-16,0 0 6 16,0 0-12-16,0 0-4 15,0 0-18-15,0 0-10 0,0 0-36 16,0 0-26 0,0 0-25-16,0 0-37 0</inkml:trace>
  <inkml:trace contextRef="#ctx0" brushRef="#br0" timeOffset="116031.02">12147 14494 137 0,'5'-10'61'0,"0"2"-49"15,-5 4 16-15,0 1 28 16,0 3-8-16,0 0-15 16,0 0-5-16,0 0 1 15,0-4-4-15,0 4-1 16,0 0-8-16,0 0-3 15,0 0-1-15,0 0-14 16,0 0 5-16,0 12 8 16,-10 13-8-16,-10 9-3 15,-1-1 2-15,-2 0 0 16,-2 6-1-16,0 7 0 16,-5 6 0-16,0-5 3 0,0 5-3 15,0-8 2-15,4-3-3 16,5-8 2-16,6-6-3 15,0-2 2-15,4-7-2 16,2-1 1-16,2-5 1 16,0-1-2-16,3-3 3 15,-1-2-3-15,3-2 2 16,0 0-2-16,2-4-2 16,0 0-12-16,0 0-14 15,0 0-24-15,0 0-22 16,0-4-27-16,0-12-28 15</inkml:trace>
  <inkml:trace contextRef="#ctx0" brushRef="#br0" timeOffset="117389.17">11632 14378 39 0,'0'0'37'0,"0"-2"1"16,0 2 5-16,0 0-12 16,0 0 4-16,0 0-1 15,0 0-7-15,0 0-2 16,0 0 1-16,0 0 0 15,-2 0 0-15,0 0-1 16,2 0 7-16,-3 0-7 16,0 0-6-16,3 0 1 15,0 0-5-15,-2 0 1 16,2 0-9-16,0 0-1 16,-2 0-3-16,2 0 1 15,0 0-1-15,0 0-1 16,0 0 0-16,0 0-3 15,0 0 1-15,0 0-4 0,16 0 12 16,19-10-8-16,13-5 1 16,5-7 0-16,4-1-1 15,1 2 2 1,0 2-4-16,2 5 5 0,0-1-4 16,-6 3 3-16,-5 2-3 15,-13 2 2-15,-8 1-2 16,-7 3 1-16,-10 2 0 15,-4 0-1-15,-7 2 3 16,0 0-2-16,0 0 3 0,0 0-4 16,0 0 7-1,0 0-9-15,0 0 6 0,0 0-3 16,0 0 0-16,0 0-3 16,-9 0 2-16,-14 0 5 15,-7 0-12-15,-2 4 9 16,-3 8-3-16,-1-1 2 15,-1-1-3-15,0 1 2 16,3-1 2-16,1 0-3 16,3-1 4-16,1-3-3 15,1 0 4-15,-4-2-5 16,2 2 3-16,-2 3-3 16,6-5 2-16,1 2 0 15,8-2 0-15,6 0 0 16,5-4-2-16,6 0 4 0,0 2-5 15,0-2 3-15,0 0-5 16,0 0 4-16,0 0-3 16,0 0 2-16,0 0 2 15,8 0-2-15,11 0 3 16,9 0 0-16,2 0 2 16,9-6-4-16,-3-2 3 15,3-3-4-15,-2 3 3 16,-4 2-2-16,-3 2 0 15,-6 0 3-15,-3 0-4 16,-4 1 4-16,-6-1-3 16,-6 4 3-16,-3-2-3 15,-2 2 4-15,0 0-5 16,0 0-1-16,0 0-18 0,0 0-40 16,0 0-38-16,-18 0-41 15,-5 13-62-15</inkml:trace>
  <inkml:trace contextRef="#ctx0" brushRef="#br0" timeOffset="120195.6">12641 14846 149 0,'0'6'84'0,"-2"-6"-47"16,0 0 4-16,0 0 27 16,0 0-28-16,2 0-13 15,0 0-10-15,0 0 4 16,0 0-9-16,0 0 0 16,0 0-6-16,0 0 4 15,0 0 1-15,0 0-6 16,0 0 5-16,0-10-5 15,0-2 1-15,16-5-6 0,2-6 4 16,5 1-5-16,-4-1 1 16,1 4 0-16,-1 1-2 15,2-1 4-15,-3 2-4 16,3 1 5 0,-3 3-4-16,0 5 3 0,-1 0-3 15,3 4 1-15,-1 1-1 16,-1 3 1-16,0 0 1 15,-1 0-1-15,1 0 3 16,-2 9-1-16,4 3 3 16,1 5-3-16,0 1 4 15,5 7-4-15,1 0 0 0,5 2-1 16,1 2 0-16,4-2-1 16,-1-4 0-16,-1-3 3 15,1-1-4-15,1-8 4 16,3-3-5-16,1-4 4 15,0-4-4-15,-11 0 4 16,0-2-2-16,-3-13 0 16,-3-3 0-16,1-3-2 15,-7-4 6-15,-1-2-5 16,-6 2 2-16,-1 3-2 16,-4 3 0-16,-3 4-1 15,-1 1-1-15,-2 10 1 16,0-3-7-16,0 3 4 15,2 4-10-15,-2 0-6 16,2-1-47-16,-2 1-33 0,0 0-52 16</inkml:trace>
  <inkml:trace contextRef="#ctx0" brushRef="#br0" timeOffset="121868.47">14241 14465 157 0,'0'-14'51'0,"0"7"-38"15,0 3 30-15,0 3 4 16,0-2-8-16,0 3-20 16,0 0-3-16,0 0-4 15,0 0 4-15,0 0-3 16,0 0-7-16,0 0 1 0,0 0 7 16,0 3-5-16,2 13-5 15,3 6 4-15,2 6-3 16,-3 5 6-16,5 4-6 15,1 8 0-15,1 3-1 16,0 0-1-16,2-3 0 16,-2-1-4-16,0-5 5 15,1-4-5-15,-3-2 4 16,-2-4-4-16,-2-8 2 16,-3-6-1-16,0-3 0 15,-2-12 0-15,0 4-1 16,0-4 2-16,0 0-1 15,0 0 5-15,0 0-10 0,0 0 2 16,0-18 1 0,-7-7-1-16,-7-10-1 0,-4-3-4 15,2-1 5-15,-1-6 2 16,4 1 0-16,-1 0-3 16,5-1 4-16,0 5-5 15,4-1 0-15,3 12 8 16,2 0-7-16,0 6 6 15,0 13-2-15,0 2-1 16,0 4 1-16,0 4 3 16,0 0-4-16,0 0 0 15,0 0-2-15,0 0 2 0,0 0 2 16,14 8-1 0,4 10 1-16,2 1 1 0,6 10 5 15,4-2-6-15,4 6 1 16,6 2-2-16,-1 0 2 15,2 5-2-15,3-7 1 16,-3 0 0-16,0-8-2 16,2 2 3-16,-9-8-3 15,3-5 6-15,-5-6-8 16,-2 3 7-16,0-7-5 16,-5 2 0-16,-7-2 1 15,-4-4-3-15,-5 0 3 16,0 0-1-16,-4 0-1 15,2-8 8-15,-2-11-4 16,-3-6-3-16,0-8 1 0,-2-4 0 16,0-4-1-16,0-5 1 15,-13-4-2-15,-6-1 5 16,0-1-4-16,1 0 4 16,2 6-3-16,0 5 3 15,2 6-4-15,5 6 2 16,2 8-1-16,3 5 0 15,1 9 2-15,3 3-3 16,0 2 3-16,0 2-4 16,0 0 3-16,0 0-7 0,0 0-10 15,0 0-22-15,0 0-32 16,0 0-2-16,5 0-37 16</inkml:trace>
  <inkml:trace contextRef="#ctx0" brushRef="#br0" timeOffset="122451.6">15426 14175 24 0,'-11'0'138'0,"-1"0"-105"16,3 0-12-16,2 0 45 15,-3 11-22-15,1 5-20 16,0 7-7-16,-1 6 1 15,6 6 1-15,0 9-1 16,1 7-10-16,1 9 2 16,2 5 6-16,0 3-7 15,0 0 3-15,0-1-10 16,0-5 2-16,19-6-3 16,3 0 0-16,4-5 0 15,-3-7 3-15,2-9-2 16,-2-8-4-16,0-8 3 15,0-3-7-15,-4-10-12 16,-6-2-13-16,-1-4-37 0,-3 0-24 16,0 0-70-16</inkml:trace>
  <inkml:trace contextRef="#ctx0" brushRef="#br0" timeOffset="124335.85">16590 14790 214 0,'-14'-4'85'0,"5"0"-62"15,7 0 30-15,0 2-3 16,-1 0-26-16,3 2-9 16,0 0-4-16,0 0-2 15,0 0 5-15,7 0-7 16,2 8 4-16,1 7-2 15,-3 7 2-15,-1 3-10 0,-4 13 0 16,-2 3-6-16,0-4-37 16,0 0-53-16,0-1-63 15</inkml:trace>
  <inkml:trace contextRef="#ctx0" brushRef="#br0" timeOffset="125588.58">17747 14635 127 0,'12'0'57'0,"-7"0"-18"16,-3 0 28-16,-2 0 7 15,0 0-20-15,0 0-27 16,0 0-9-16,0 0-5 16,0 0-4-16,0 0-8 15,0 0 3-15,0 0-4 16,0 0 1-16,0 0 0 16,0 0 0-16,0 0 4 15,0 0-4-15,0 0 4 16,0 0-4-16,0 0 4 0,0 0-4 15,0 0 0-15,0 0 0 16,0 0-1-16,0 0 2 16,0 0-2-16,0 0 6 15,0 0-6-15,0 0 3 16,0 0-3-16,0 0 1 16,0 0-1-16,0 0 0 15,0 0 0-15,0 0-2 16,0 0 3-16,0 0-2 15,0 4 4-15,0-2-3 16,0 0 0-16,0 0-9 16,0-2-44-16,0 0-41 0,11 0-91 15</inkml:trace>
  <inkml:trace contextRef="#ctx0" brushRef="#br0" timeOffset="126320.9">17499 14045 145 0,'-3'0'46'0,"3"0"-2"15,0 0 13-15,0 0 10 16,0 0-24-16,0 0-18 15,0 0 3-15,0 0-7 16,0 0-4-16,0 0-6 16,9 8 1-16,10 5-4 15,2 3 2-15,1 5-5 16,4 6 1-16,-1 0-2 16,3 6-1-16,0 4 1 15,-1 6-3-15,-3 5 3 16,-2 6-4-16,-1 6 3 0,-8-2-3 15,0 6 1-15,-7-2 1 16,-4 5 0-16,-2-1 3 16,0-2-4-1,0-2 4-15,0-6-6 0,-11-6 6 16,-3-5-5-16,5-12 1 16,0-4-2-16,4-10 1 15,2-8 1-15,1-7-3 16,2 0 2-16,-2-4-10 15,2 0-7-15,0 0-23 16,0 0-41-16,0 0-39 16,0 0-37-16</inkml:trace>
  <inkml:trace contextRef="#ctx0" brushRef="#br0" timeOffset="130395.01">1522 11040 14 0,'0'0'43'0,"3"0"-10"15,-3 0-21-15,5 0 4 16,1 0 6-16,-3 0-4 16,1 0-5-16,-2 0-1 15,-2 0 4-15,0 0 5 16,0 0 2-16,0 0-1 15,0 0-3-15,0 0-6 16,0 0-5-16,0 0 2 16,0 0-5-16,0 3 5 0,3 5 4 15,-1 8 6 1,2 7-16-16,2 6 0 0,-2 4-1 16,-2 5-1-16,1 3 1 15,-3-2-2-15,4 3 3 16,1 1-3-16,-1 0 2 15,1 1 0-15,0 0 1 16,-1 1-6-16,3-5 2 16,0-3-1-16,-1-4 1 15,2-4 0-15,-1-4-1 16,-3-9 3-16,1-1-4 16,1-5 2-16,6-3-7 15,4-2 8-15,5-2-1 16,7-1-1-16,2-2 13 15,4 0-12-15,3 0 3 0,-1-13-3 16,0 3 5-16,-10-1-5 16,-5 3 3-16,-6 2-7 15,-11 4 4-15,-1 0 0 16,-3 2-1-16,0-2-13 16,0 2-29-16,0-4-4 15,2-2-25-15,0-3-37 16</inkml:trace>
  <inkml:trace contextRef="#ctx0" brushRef="#br0" timeOffset="130820.96">1575 11111 132 0,'-4'0'41'15,"2"0"-39"-15,-1 0 14 16,3 0 20-16,0 0-16 0,0 0-7 15,0 0-1 1,0 0 6-16,0-2-16 0,0 2 0 16,5-4 8-16,18-3 6 15,7-1-10-15,7-4-4 16,2-3 1-16,3 1-2 16,-4-1 2-16,1 0-3 15,-4 6 3-15,-8 2-4 16,-8 1 1-16,-1 4-4 15,-4-2-5-15,-5 2-10 16,0 2-45-16,-1 0-17 16,-1 0-11-16</inkml:trace>
  <inkml:trace contextRef="#ctx0" brushRef="#br0" timeOffset="131085.62">1712 11388 120 0,'4'0'51'16,"-4"0"-59"-16,5 0 28 15,1 0 18-15,5 0-19 16,6-4-16-16,6-4-2 15,3-4 0-15,-2 1 2 0,2-1-4 16,1 1 1-16,-1 3-13 16,-1 0-26-16,-5 2-95 15</inkml:trace>
  <inkml:trace contextRef="#ctx0" brushRef="#br0" timeOffset="131827.28">2480 10916 165 0,'-23'0'0'16,"0"6"-16"-16,-7 5 29 15,0-3 6-15,2 2-9 16,3 1-7-16,0-3 4 16,2 0-3-16,2-1-1 15,7-1-6-15,5-2-8 16,-5 0-14-16,-2-2-23 0,0 0 8 15,-1 0 26-15,6-2 13 16,5 0-2-16,3 0 7 16,3 0 0-16,-2 0 4 15,2 0 1-15,0 0-2 16,0 0 2-16,0 0-1 16,0 0 4-16,0 2 13 15,9 9-6-15,0 3-12 16,-2 5 8-16,0 2-3 15,4 1-4-15,-4 3-1 16,5 4-2-16,-5 6 4 16,2 7-6-16,3 1 3 0,-3 5-5 15,2 0 2-15,-2-1-2 16,3 3 1-16,-3-3-1 16,3-1-2-1,-3 0 2-15,2-9-2 0,-1 2 3 16,1-4-2-16,0-6 2 15,1-4-5-15,2-6 4 16,-3-5 0-16,-1-5-3 16,1-3 3-16,-2-2-5 15,3-2 8-15,1-2-6 16,4 0 4-16,3 0 6 16,1 0 2-16,2 0-10 15,-2 0 0-15,-3 0 1 16,1 0-2-16,-4 0 2 15,0 0-2-15,-2 0 3 0,2 0-7 16,-2 0-15 0,-2-2-67-16,-1-4-60 0</inkml:trace>
  <inkml:trace contextRef="#ctx0" brushRef="#br0" timeOffset="132227.99">2562 11289 215 0,'-2'-2'63'0,"0"2"-72"16,2 0 17-16,0 0 7 16,0 0-5-16,7 0-1 15,14 6-3-15,8 11 11 16,4 5-5-16,5 3 2 16,7 4-11-16,0 0 2 15,4 0-2-15,1-2-1 16,-6-2 1-16,-3-4-3 0,-6-7 2 15,-10-1-2-15,-6-7-1 16,-6-6-8-16,-6 2-20 16,-7-2-9-16,2 0-47 15,-2 0 2-15,0-2-50 16</inkml:trace>
  <inkml:trace contextRef="#ctx0" brushRef="#br0" timeOffset="132543.25">2924 11185 139 0,'0'0'53'0,"0"0"-47"15,0 0 7-15,0 0 33 16,0 0-27-16,-2 0-6 15,-7 13-13-15,-6 12 6 16,0 6 5-16,0 6-2 16,0 2 0-16,0 0-3 15,0-1-1-15,-2-1-3 16,4 1 1-16,1-5-4 16,3-2 1-16,0-6-7 15,1-9-10-15,2-2-28 16,-1-3-22-16,0-5-16 15,3-4-31-15</inkml:trace>
  <inkml:trace contextRef="#ctx0" brushRef="#br0" timeOffset="133117.07">2537 11100 6 0,'-2'0'86'0,"-1"0"-72"15,1 0-2-15,2 0 29 16,0 0-17-16,0 0-16 16,0 0-5-16,0 0-1 15,0 0 0-15,0 0-2 16,0 0 4-16,0 0 4 0,0 0 4 15,12 0 6-15,4 0-2 16,9 0-3-16,3 0-5 16,2-2-1-16,2-4-1 15,0-2-1-15,-2 2-1 16,0-5 3-16,-4 5-4 16,-6-2 1-16,-6 2-5 15,-7 3 5-15,-5 2-4 16,-2 1 6-16,0 0 0 15,0 0 6-15,0 0-8 16,0 0-4-16,-13 0 2 16,-6 0-4-16,-9 0-2 15,-4 1-14-15,-2 16 5 16,-3-2-16-16,9-1-35 0,5-1-14 16</inkml:trace>
  <inkml:trace contextRef="#ctx0" brushRef="#br0" timeOffset="134107.51">2954 10798 144 0,'-3'0'64'0,"1"0"-57"15,2 0 2-15,0 0 16 16,0 0-21-16,0 0-2 16,16 0-3-16,9-2 4 15,3-2 4-15,4-2-1 16,0-1 1-16,-2 2-3 0,-2-4-2 15,0 1-3 1,-3 0 3-16,-3-1-2 0,-3 3 1 16,-2 0-1-16,-6 2 0 15,0-1 2-15,-3 3-4 16,-6 2 4-16,0 0-4 16,0 0 4-16,1 0-2 15,3 0 5-15,-1 7 0 16,4 9 1-16,1 9-1 15,-1 8-3-15,2 9 1 16,3 3-1-16,2 5 1 16,2 4-2-16,3 1 2 0,-1 6-5 15,2-1 4 1,1-2 0-16,0 2-2 0,2-2 2 16,-2-2-2-16,0-3 7 15,3-5-7-15,-6-4 4 16,1 1-4-16,0-3 1 15,-6-7 0-15,0-4-1 16,-4-11 1-16,-5-3-3 16,-1-5 5-16,-3-5-3 15,-2-1 4-15,0-4 1 16,0-2 12-16,0 2 0 16,0-2 0-16,0 0-5 15,-13 2-8-15,-8 2-3 16,-2 0-2-16,-4 5 6 15,-3 3-6-15,0-1 3 16,-5 1-4-16,3 1 1 0,0 0-1 16,2 4-8-16,7-4-11 15,11-5-9-15,10-4-33 16,2-4-114-16</inkml:trace>
  <inkml:trace contextRef="#ctx0" brushRef="#br0" timeOffset="134792.67">3770 11237 204 0,'-9'0'80'0,"2"0"-69"16,5 0 27-16,2 0 21 0,0 0-31 16,0 0-23-16,0 0-1 15,0 0-2-15,13 0 2 16,13 0 0-16,4 0 4 15,2-10 0-15,7 0-5 16,-1 1 1-16,0 1-2 16,1-2 4-16,-2 1-2 15,-5 1-2-15,-9 2-2 16,-8 1 1-16,-4 4-3 16,-9 1 0-16,0 0-2 15,-2-3-11-15,0 3-16 0,0 0-35 16,2 0-16-1,-2 0-67-15</inkml:trace>
  <inkml:trace contextRef="#ctx0" brushRef="#br0" timeOffset="135110.34">3941 11533 212 0,'-9'0'70'15,"-1"0"-57"-15,5 0 49 0,3 0-3 16,2 0-29-16,0 0-17 16,0 0-4-16,0 0-7 15,7-2 13-15,18-8-14 16,8 0 2-16,3-5-3 15,4 2 1-15,-1 1 0 16,0 4-1-16,-5-1 2 16,-6 3-3-16,-9 2 4 15,-8 2-12-15,-5 0-23 16,0 2-57-16,1-2-47 16</inkml:trace>
  <inkml:trace contextRef="#ctx0" brushRef="#br0" timeOffset="140571.4">4702 11757 130 0,'-7'0'32'16,"2"0"-29"-16,1 0 27 15,4 0 25-15,-5 0-28 16,5 0-16-16,0 0 5 16,0 0 2-16,0 0-2 15,0-4-1-15,0-5 5 16,3-1-1-16,1-1 0 15,6-5-7-15,-1-1-4 16,0-1 0-16,3-9-4 16,-1 2 2-16,0-3-3 0,1-6 5 15,-3-3-5 1,2-6 3-16,-3-3 2 16,-1-4-2-16,-3-2-3 15,1 1 2-15,-1-3-1 0,-2-2-2 16,1 0 1-16,-3 0-3 15,2 2 3-15,-2 9-2 16,2 12 2-16,1 9-3 16,-1 12 1-16,-2 6 1 15,0 2-1-15,0 4 1 16,0 0-3-16,0 0 4 16,0 0-2-16,0 0-1 15,0 0-3-15,0 0 4 16,0 0-1-16,0 2 2 15,0 6 0-15,0 4 0 0,0 5-1 16,0 2 3-16,0 4 0 16,0 4-5-16,0 1 2 15,0 6-2-15,0 3 2 16,0-2 0-16,0-2-1 16,0-4 3-16,0-4-7 15,7-6 8-15,2-3-6 16,0-1 6-16,-1-7-6 15,3 1 3-15,0-5-2 16,5 0-2-16,0-4 4 16,3 0-2-16,0 0 4 15,1 0-3-15,3-8 5 0,-4-7-8 16,-1-2 5-16,-6-3-4 16,-1-5-2-16,-7-2-1 15,3-2 0-15,-5-2 2 16,1-2-1-16,-3-5 4 15,0-3-1-15,0 0 1 16,0-1-2-16,0 5 2 16,0 4-1-16,0 8 1 15,0 7 1-15,0 7-3 16,0 5 5-16,0 2-5 16,0 4 5-16,0 0-5 15,0 0 3-15,0 0-4 16,0 0 2-16,0 0-3 15,0 0-1-15,0 0 1 16,0 0-2-16,0 8 7 16,0 14 5-16,0 10-6 0,7 5 2 15,2 4 0-15,5 1-2 16,-3-3 1-16,5 1-1 16,1-7 0-16,1-2 3 15,0-5-4-15,-1-5 3 16,-4-4-3-16,-2-7 2 15,-1-6-9-15,-3-4-27 16,0 0-19-16,3 0-57 16,-4 0-163-16</inkml:trace>
  <inkml:trace contextRef="#ctx0" brushRef="#br0" timeOffset="143951.07">4601 11891 112 0,'-5'0'53'15,"3"0"-48"-15,2 0 43 16,0 0 11-16,-2 0-27 16,-1 0-9-16,1 0 0 15,2 0-5-15,0 0 0 16,0 0-9-16,0 0-1 16,0 0-4-16,9 0 4 15,23 0 2-15,19-14 1 0,16-7 0 16,11-3-3-1,5-5-1-15,2 1-4 0,-2 1 3 16,-1 5-6-16,-5 1 2 16,-6 1-1-16,-9 3-1 15,-9 2 1-15,-14 3-2 16,-14 6 3-16,-8 1-2 16,-13 5 3-16,-4 0-3 15,0 0 4-15,0 0 0 16,0 0 0-16,0 0-4 15,0 0-3-15,0 0-1 16,0 0-50-16,0 0-64 16,0 0-161-16</inkml:trace>
  <inkml:trace contextRef="#ctx0" brushRef="#br0" timeOffset="160316.87">2003 12763 111 0,'0'0'118'0,"0"0"-122"15,0-2-12-15,0 2 36 16,0 0-11-16,0 0 1 16,0 0-9-16,0 0 1 15,0 0 7-15,0 11 7 0,3 1-2 16,1 4-3-16,4 3 0 15,-4 6-3-15,1 4 2 16,1 4-6-16,-1 8 6 16,-1 5-12-16,1 4 8 15,-2 1-5-15,-1 1 2 16,-2-2 0-16,0-6-3 16,0-3 8-16,0 4-1 15,0-3-4-15,0 1-1 16,0-6 2-16,0-8-7 15,9-8 0-15,2-6 0 16,3-3-4-16,7-8 1 0,0 0 3 16,6-4 10-16,-1 0-11 15,1 0 2-15,8-1 18 16,-3-14-10-16,7-2-8 16,-3 1-2-16,-6 1 6 15,0 1-2-15,-4-1 0 16,-7 5-6-16,-4-1-7 15,-5 6-28-15,-5 0-12 16,-1-1-30-16,-2 0-64 16</inkml:trace>
  <inkml:trace contextRef="#ctx0" brushRef="#br0" timeOffset="160769.51">1900 12815 184 0,'-7'-4'7'0,"4"2"-27"16,3-2 35-16,0 4 4 16,0-2-10-16,0 2-11 15,0-5 6-15,0 1 1 16,8-2 3-16,10-2 1 15,12-4 4-15,6-5 0 16,11-2-2-16,8-4-6 16,-3 1-1-16,2-1 0 15,-8 4-7-15,-11 3 3 16,-3 5-1-16,-12 3-5 16,-8 6-4-16,-5 2-27 0,-7 0-28 15,0 0-59-15</inkml:trace>
  <inkml:trace contextRef="#ctx0" brushRef="#br0" timeOffset="161043.67">2109 13078 195 0,'0'2'61'16,"0"-2"-75"-16,3 0 19 0,-1 0-1 15,7 0-6-15,10 0 3 16,1-2 5-16,10-8-9 16,4-5 6-16,1 3 1 15,2-3-9-15,4 1-3 16,0-1-31-16,-1 1-24 15,-8 2-71-15</inkml:trace>
  <inkml:trace contextRef="#ctx0" brushRef="#br0" timeOffset="161704.09">2892 12558 169 0,'0'0'21'0,"-3"0"-25"15,-7 0 14-15,-3 0 11 16,2 0-7-16,-3 0-24 15,-4 8 9-15,-3 3 4 0,-2 1-2 16,-5 3-4-16,2 2 5 16,0-3-11-1,2 1 10-15,1-7-6 0,5-2 2 16,6-2-1-16,3-4-1 16,7 0 5-16,0 0-6 15,2 0 5-15,0 0 0 16,0 0 3-16,0 2-3 15,0 2 4-15,0 4-3 16,0 7 4-16,9 3 3 16,2 6-1-16,1 2-1 15,1 7-4-15,4 5 6 16,-2 3-3-16,2 11 1 16,3 6-5-16,-1 4 2 15,2 4-3-15,-3 1 5 0,1-8-2 16,-2-3-4-16,4-8 4 15,-2-4-2-15,1-7 2 16,1-4-3-16,-2 0 3 16,-3-12-5-16,2-2 1 15,-2-9-2-15,1-2-1 16,0-4 4-16,4-2 4 16,5-2 0-16,-1 0 6 15,3 0-9-15,-2 0 1 16,-2 0-3-16,-3 0 11 15,-2 0-9-15,-3 0-1 16,-2-2-2-16,-7 0-3 0,-1-2-32 16,-3 4-40-16</inkml:trace>
  <inkml:trace contextRef="#ctx0" brushRef="#br0" timeOffset="162070.34">3065 12962 89 0,'-4'-2'105'0,"2"0"-101"16,2 2 2-16,0 0 28 15,0 0-8-15,0 4-9 16,12 10-4-16,10 5-4 16,6 4 4-16,2 2-6 15,2 4 0-15,4-4 0 16,0 1-9-16,1 1 8 16,0-2-8-16,-3 2 4 15,-2-4-3-15,-4-2 1 16,-5-5-6-16,-5-5 3 15,-6-3-8-15,-3-8-12 16,-2 0-27-16,-2 0-31 0,0 0-14 16</inkml:trace>
  <inkml:trace contextRef="#ctx0" brushRef="#br0" timeOffset="162356.38">3418 12842 95 0,'-13'0'114'0,"-4"0"-120"16,2 8 1-16,0 8 24 0,2 5-5 16,3 6-7-16,1 10 0 15,0 5 3-15,2 8 3 16,0 4-6-16,-2-3 0 15,0 1-5-15,-3-6 2 16,1-7-4-16,0-2 1 16,1-10-2-16,6-8-4 15,1-5-22-15,3-12-31 16,0-2-63-16</inkml:trace>
  <inkml:trace contextRef="#ctx0" brushRef="#br0" timeOffset="162784.72">2907 12744 66 0,'-2'4'117'0,"0"-1"-111"16,2-3-3-16,0 0 13 0,0 0-2 15,0 0-13 1,0 0-3-16,0 0 22 0,10 0-24 15,7-4 27-15,7-3-16 16,3-5-3-16,8-1-1 16,1-1 0-16,5-5-2 15,-3 3-1-15,-3 0 0 16,-8 3-2-16,-9 2 3 16,-4 6-4-16,-9 2-2 15,-3 3-10-15,-2 0-16 16,0 0-45-16,0 0-71 15</inkml:trace>
  <inkml:trace contextRef="#ctx0" brushRef="#br0" timeOffset="163599.84">3529 12343 113 0,'0'0'131'0,"0"0"-125"0,0 0-7 16,0 0 16-16,0 0-3 16,0 0-8-16,0 0-7 15,0 0 3-15,7 0-2 16,4 0 2-16,1 2-3 16,4 0 7-16,3-2-5 15,-2 0 0-15,4 0-5 16,-2 0 7-16,-1-8 11 15,-4 2-11-15,-5-1 2 16,-2 3-3-16,-3 4 3 16,-1 0-4-16,-1 0-2 0,3 0 0 15,0 0 2-15,4 6 4 16,2 13-1-16,5 6 5 16,5 10-14-16,-1 9 23 15,4 8-19-15,-1 7 9 16,-3 5-5-16,3 1-2 15,1-1 5-15,-1 0-3 16,-3-2 2-16,1-2 1 16,-5-2 5-16,0-4-6 15,-3-4 4-15,2-7-5 16,-2-1 2-16,-1-7-1 16,2-2 1-16,-6-2-3 0,2-4 4 15,-3-4-2-15,0-2-3 16,-3-5 6-16,2-6-6 15,-4-3 6-15,-2-1-6 16,2-4 2-16,0-2 0 16,-2 0 6-16,0 0 3 15,0 0-6-15,0 0 3 16,0 0-2-16,0 0 4 16,0 2-9-16,-12 2-5 15,-6 2-3-15,-5 5 14 16,-5 1-5-16,-4 2-3 15,0 1 3-15,0 2-4 16,2-3 4-16,4-1-22 0,6-3-13 16,6-2-7-16,5-6-10 15,5-2-19-15,1 0-104 16</inkml:trace>
  <inkml:trace contextRef="#ctx0" brushRef="#br0" timeOffset="163923.74">4118 13014 196 0,'0'-2'37'15,"0"2"-43"-15,0 0 29 16,2 0-6-16,5-3-9 16,4 3-2-16,6-4 1 15,10-2 13-15,6-2-2 16,8-4-3-16,7-5-11 16,0-2-1-16,1-1-5 15,-15-1 0-15,-6 5-4 16,-15 3-10-16,-5 6-12 15,-1 6-63-15,-7 1-70 16</inkml:trace>
  <inkml:trace contextRef="#ctx0" brushRef="#br0" timeOffset="164165.17">4300 13229 189 0,'0'2'81'15,"2"-2"-83"-15,3 0-2 16,-1 0 18-16,13 0-8 16,0-2 5-16,7-8-8 0,10-5 0 15,0-3-2-15,3-1-9 16,3 0-14-16,-6-1-77 15</inkml:trace>
  <inkml:trace contextRef="#ctx0" brushRef="#br0" timeOffset="164628.17">5001 12316 238 0,'-16'0'61'0,"-7"12"-59"16,0 11 2-16,1 8 30 16,3 9-5-16,0 3-22 15,10 7-4-15,7 6-2 16,2-1 5-16,0 3-3 15,6 2 0-15,18 3 2 16,-1-5-5-16,2-4 5 16,5-7-7-16,5-9 3 15,1-8-5-15,1-9 5 16,2-8-4-16,1-9 6 0,3-4 9 16,6 0-11-16,-4-17 2 15,-4-10-8-15,-5-2 8 16,-14-2-1-16,-12 2 1 15,-10 0-8-15,0 2-10 16,-2 2 27-16,-22 11-8 16,-6 6-4-16,-2 8-3 15,-2 0 16-15,0 17-12 16,0 16 3-16,8 4-8 16,9 6-34-16,13 3-72 15</inkml:trace>
  <inkml:trace contextRef="#ctx0" brushRef="#br0" timeOffset="166336.81">5717 12158 290 0,'-10'48'33'0,"6"0"-44"16,4 14 12-16,0 12 10 16,0 5 5-16,9 8 7 15,16 2-5-15,7 0-2 16,6 0-9-16,1 0 2 16,4-2 0-16,1-4 3 15,2-2-6-15,-2-4-1 16,-5-5-1-16,-2-10 1 15,-5-2 1-15,-4-8-4 0,-5-6 2 16,-8-5-1-16,-5-4 5 16,-3-14-6-16,-7-1 2 15,0-1-1-15,0-6-1 16,-10 1 6-16,-12 1-2 16,-6-2 8-16,-6 3-13 15,-8 3 3-15,-4 2-3 16,-14 3 0-16,-13-1 0 15,-15 6-1-15,-16 7 1 16,-20 7-3-16,-14 3 5 16,-11 10-4-16,-5 2 4 15,-3 0-6-15,3 4 4 16,7-6-1-16,4 0 0 0,7-2 0 16,5-4-1-16,-3-3 4 15,8-3-6-15,2-1 7 16,-1-3-7-16,1-3 5 15,0 1-7-15,-7-3 4 16,-2 4-10-16,-10-3-16 16,-4 5 9-16,-5 2 12 15,2-1 10-15,6-4-3 16,12-6 2-16,5-4-7 16,13-5 5-16,8-7 1 15,0 1 6-15,2-11-8 16,8 2-23-16,6-1 44 15,14-3-7-15,21-6-14 16,6 0-22-16,10 0 23 16,12-8-7-16,9-9-2 0,6-6 3 15,3-6-5-15,4-8 20 16,1-4-17-16,2-3-2 16,2-8 5-16,-3-3 11 15,-2-14-12-15,-2-5 8 16,-2-22-1-16,-7-3 0 15,0-6-2-15,-7-1-2 16,2-2 6-16,-1-2-6 16,-4 0 6-16,5-1-5 15,3-1 2-15,2-2-2 16,7 2-1-16,2 8 1 16,7 14-1-16,0 11 3 0,0 17-4 15,0 10 7-15,0 9-5 16,0 6 2-16,0-1-2 15,0 5 1 1,0 4-1-16,0 0 1 0,0 2 0 16,0 0-2-16,0 4 6 15,0 5-4-15,-2 3 4 16,-3 1-5-16,2-3 3 16,-1-2-3-16,-1 3 1 15,3 1 0-15,2 3-1 16,0 6 3-16,0 2-3 15,0 1 5-15,0-1-5 0,0 3 4 16,0-4-6-16,0 1 4 16,0 0 1-16,0 0-1 15,0-3 2-15,0 1-4 16,11 0 7-16,1-2-6 16,6 2 3-16,1-5-4 15,9 1 6-15,4-3-5 16,9-3 2-16,8-1-1 15,3-1 0-15,10-3 0 16,6-4-1-16,7-2 2 16,6-4-2-16,9-8 4 15,9 0-8-15,8-5 5 16,6-1-1-16,3 1 0 16,3 5 3-16,3-1-7 15,7 3 9-15,4 0-5 0,2-5 3 16,8-1-5-16,3-5 3 15,-4 0-2-15,1-1 1 16,-7-1 1-16,-10 5-2 16,-9 3 2-16,-11 5-1 15,-9 8 3-15,-12 6-5 16,-3 3 3-16,1 3-2 16,7-2 2-16,2 0 0 15,5-3-2-15,-1-1 1 16,-1-2-1-16,-3 5 3 15,-5 1-3-15,-8 1 3 16,-4 1-4-16,0 0 3 16,2-1-1-16,4-3-1 15,5 2 2-15,-7 2-3 0,-4-1 4 16,-9 6-3-16,-14-1 3 16,-12 5-4-16,-17 4 0 15,-11 2-15-15,-6 2-6 16,-6 0 9-16,0 0-1 15,3 0 0-15,1 0-6 16,3 0 2-16,3 0-7 16,1 0-3-16,1 0-8 15,-3 8-18-15</inkml:trace>
  <inkml:trace contextRef="#ctx0" brushRef="#br0" timeOffset="168662.69">15820 14325 41 0,'0'-3'111'16,"0"3"-71"0,0 0-3-16,0 0 8 0,0-4-8 15,0 0 13-15,0 0-34 16,0 0-5-16,0 4-6 16,0 0 2-16,0 0 0 15,0 0 3-15,0 0 4 16,0 0 3-16,0 0 9 15,-3 0-9-15,-2 4-4 16,3 11-8-16,-5 1 3 16,0 1-1-16,-4 1-2 15,1 1-1-15,-1 4-3 16,5-2 1-16,-4 5-2 16,3 1 5-16,-2 4-7 15,2 0 6-15,-3-2-6 0,4 2 5 16,1 0-3-16,3-1-1 15,0 0 3-15,0-1-2 16,2-4-2-16,0 2 0 16,0-4 4-16,2-5-3 15,9-3 1-15,3 0-4 16,6-7 7-16,-1 2-2 16,2-3 0-16,4 1 4 15,0-2-8-15,-2-4 9 16,3 0-6-16,-4 2 2 15,1-4-5-15,1 0 6 0,-1 0-3 16,2-4 0 0,-5-6 5-16,2-5-6 0,-7 1 6 15,-1-3-6 1,-5 5 7-16,-4-1-7 0,-3-1 5 16,-2 3-3-16,0 3 0 15,0 2 1-15,0 2-1 16,-13 0 0-16,-4 0-5 15,-1 1 4-15,2 2-3 16,2-2 4-16,2 3-5 16,1 0-1-16,-4 0 1 15,-2 0-4-15,-6 0 3 0,0 7-2 16,0 11 3 0,-2-3-26-16,4 7 14 0,5-1-24 15,7 0-7-15,-1 0-19 16,10-3-15-16,0-3-47 15</inkml:trace>
  <inkml:trace contextRef="#ctx0" brushRef="#br0" timeOffset="171070.49">2033 15687 81 0,'-4'-4'168'15,"4"4"-140"-15,-2 0-30 0,2-4 19 16,-5 0 8-16,3 4 6 16,2 0-19-16,0 0-1 15,0 0 1-15,0 0 2 16,0 0-7-16,0 0 0 16,0 4 1-16,0 10 12 15,18 13-11-15,7 6-7 16,5 11 4-16,7 3-6 15,-1 9 6-15,4 2-6 16,1 6 2-16,-9-2 0 16,-2 1 0-16,-2-12 4 15,-5-7-11-15,-3-7 12 16,-5-6-8-16,-6-10 5 16,-7-9-6-16,0-5 2 0,-2-7-9 15,0 0 7-15,0 0 0 16,0 0 0-16,0-15-12 15,0-10 18-15,0-12 1 16,0-11-5-16,0-8-1 16,0-6-2-16,0-6 3 15,0-5-4-15,0 3 2 16,0-3-2-16,0 13 0 16,0 9 8-16,0 11-4 15,0 18 3-15,0 9-4 16,0 11 0-16,0-2-23 15,0 4-12-15,2 0-13 16,3 0 5-16,2-8-26 0,5 4-31 16</inkml:trace>
  <inkml:trace contextRef="#ctx0" brushRef="#br0" timeOffset="172134.46">3149 16039 111 0,'0'-10'54'16,"-13"-5"-40"-16,-6 1 6 16,-5-1 12-16,0 5-1 15,-4 1-16-15,1 5-1 16,3 0-6-16,7 4 5 16,0 0-2-16,6 0 4 15,-1 12-9-15,1 9 2 16,2 10-6-16,3-2-6 15,4 0 9-15,2-2-5 16,0 2 8-16,0 0 0 0,14-2-3 16,4-2-6-16,1-2-1 15,2-9-1-15,1 1 4 16,1-11-15-16,1 0 7 16,-3-4 7-16,-1 0-6 15,-1 0-1-15,-4-16 11 16,0-9-1-16,-7-5-9 15,-3-3 0-15,-3 0-8 16,-2 0 11-16,0-4 3 16,0 4-3-16,-4 4 3 15,-3 6-2-15,3 11 3 16,4 5-1-16,0 7 0 16,0 0-8-16,0 0-5 0,0 15 27 15,0 10-9-15,13 6-5 16,8 6 2-16,0-4 2 15,3 0-8-15,0-8 8 16,1-2-8-16,1-5 4 16,-3-11-5-16,-1-3 2 15,-1-4-5-15,-2 0-4 16,-1 0 11-16,-4-23-5 16,-7-6-20-16,-5 0 13 15,-2 0 5-15,0-4 10 16,-2 2 2-16,-12-2 1 15,0 4-3-15,1 4 3 16,5 6-1-16,4 11 9 16,4 2-5-16,0 6 8 0,0 0-10 15,0 0-6-15,0 0-5 16,0 2 11-16,2 14 5 16,15 5 2-16,-2 6-2 15,4 2-8-15,-1 4-1 16,3-4 3-16,-2 4-1 15,-2-6-1-15,2 2-3 16,-8-10 0-16,-1-5-1 16,-5-10 1-16,-5-4-6 15,0 0 5-15,0 0-11 16,0 0-5-16,-10-12 10 0,-6-9 10 16,0-5-5-1,2-3 2-15,0-9 1 0,5 5-1 16,2 0 3-16,3 4-3 15,4 2 3-15,0 2-4 16,0 3 2-16,7-1-3 16,9 2 1-16,6 2-1 15,2 7-1-15,1-2-2 16,-2 7-13-16,-5-1-19 16,-6 6-7-16,-5 2-42 15,-3 0-4-15</inkml:trace>
  <inkml:trace contextRef="#ctx0" brushRef="#br0" timeOffset="172512.98">3934 15616 235 0,'-19'15'34'16,"-2"-1"-52"-16,3 5 28 16,4 6 16-16,5 6-4 0,7 4-12 15,2 7-2-15,0 5 2 16,2 5-3-16,17 0 1 15,6 4-7-15,0-9 3 16,5 1-11-16,0-7 12 16,0-5-3-16,0-6 0 15,-3-5-9-15,1-6 1 16,-5-8-8-16,-3-3-16 16,1-8-21-16,0 0-32 15,3-19-8-15</inkml:trace>
  <inkml:trace contextRef="#ctx0" brushRef="#br0" timeOffset="172805.83">4202 15772 231 0,'-6'0'72'16,"4"0"-62"-16,2 0-5 15,0 0 8-15,0 10 33 16,4 9-26-16,13 2-5 16,4 5-1-16,1-3-5 15,3 6-3-15,8 0-2 16,3-2-2-16,8-2-3 0,-3-2-1 16,-2-5 4-1,-4-3-7-15,-5-5-10 0,-5-6-31 16,-2 0-22-1,-2-4-23-15,-3 0-17 0,-6-4 2 16</inkml:trace>
  <inkml:trace contextRef="#ctx0" brushRef="#br0" timeOffset="173059.7">4508 15763 136 0,'-4'0'67'0,"2"0"-59"0,2 0 19 16,-2 0 30-16,-1 0-3 16,1 5-34-16,0 20-14 15,-7 12-4-15,-3 6 4 16,-4 7 2-16,0-3-7 16,-2 1 1-16,4-4-3 15,2-7 4-15,3-4-3 16,2-8-7-16,5-2-25 15,2-11-27-15,0-12-32 16,0 0-80-16</inkml:trace>
  <inkml:trace contextRef="#ctx0" brushRef="#br0" timeOffset="173664.3">4286 15668 102 0,'-12'-4'81'16,"0"0"-53"-16,1 0-10 15,2 0 22-15,5 4-8 16,2-2-14-16,-2 2-2 15,0 0 12-15,2 0-6 16,-1 0-11-16,3 0 1 0,0 0-10 16,0 0 4-1,0 0-6-15,0 0 2 0,0-5 1 16,0 5 1-16,0 0 2 16,0 0 0-16,-2 0 4 15,2 0-7-15,0 0 5 16,0 0-3-16,0 0 1 15,0 0-2-15,0 0 0 16,0 0-2-16,0 0-1 16,0 0 3-16,0 0-5 15,0 0 5-15,0 0-5 16,0 0 1-16,0 0-8 0,5 0 7 16,16 0-6-16,9-4 5 15,2-2 2-15,0-6-2 16,7 1 11-1,-3-3-10-15,-3-1 4 0,-6 3-4 16,-10 6 3-16,-8 2-7 16,-5 4 1-16,-4 0-2 15,0 0-7-15,0 0 17 16,-13 14-2-16,-13 9 2 16,-1 10-5-16,-5-8 4 15,4 2-17-15,2-5-13 16,6-1-31-16,-1-2-30 15,6-5-40-15</inkml:trace>
  <inkml:trace contextRef="#ctx0" brushRef="#br0" timeOffset="174392.84">4493 15354 185 0,'-2'0'55'16,"2"0"-34"-16,0 0 19 16,0 0 11-16,0 0-23 15,0 0-14-15,0 0 11 0,0 0-1 16,0 0-5-16,0 0-6 16,0 0-9-16,0 0 4 15,0 0-2-15,2 0 12 16,19 4-4-16,6 2-2 15,6 6-3-15,3-1 4 16,1 3-6-16,4 9-5 16,3 0 4-16,2 10-5 15,3 4 3-15,-2 3-4 16,2 1 6-16,1 2-7 0,-1 9 2 16,-6 4-1-1,-7 2-1-15,-10 6 3 16,-5-2-3-16,-6 0 5 0,-11-6-5 15,-2-4 5-15,-2-4-8 16,0-7 4-16,0-8-5 16,0-4-1-16,-4-10-6 15,2-5-2-15,2-10-4 16,0-1-14-16,0-3-12 16,0 0-29-16,0 0-29 15,0 0-10-15,0 0-54 16</inkml:trace>
  <inkml:trace contextRef="#ctx0" brushRef="#br0" timeOffset="174716.72">5270 15652 304 0,'0'-2'68'0,"0"2"-63"16,0 0 10-16,0 0 15 16,0 0-6-16,0 0-15 0,0-5-4 15,7-1-3-15,18 2 4 16,5-4-6-16,0 0 5 15,-2-3-4-15,-5 1 0 16,1 6-11-16,-7-4-17 16,4 1-34-16,-5 7-11 15,1-4-41-15</inkml:trace>
  <inkml:trace contextRef="#ctx0" brushRef="#br0" timeOffset="174941.11">5401 15871 100 0,'0'0'131'16,"2"0"-112"-16,4 0-5 16,1 0 0-16,-1 0 16 15,-1 0-10-15,1 0-6 16,4 0-1-16,4 0-14 15,-2 0-5-15,3 0-12 16,2-4-48-16,-2 4-149 16</inkml:trace>
  <inkml:trace contextRef="#ctx0" brushRef="#br0" timeOffset="-208428.45">6283 15126 22 0,'0'0'27'0,"0"0"6"16,0 0 26-16,0 0-23 15,0 0 1-15,0 0-8 16,0 0 0-16,0 0-9 15,0 0 11-15,0 0 0 16,0 0-4-16,0 0-1 16,0 0-10-16,0 0 10 15,0 0-2-15,0 0-13 16,0 0-9-16,0 0-1 16,0 0-2-16,0 0 0 0,0 0 7 15,0 14-1-15,0 9-1 16,0 6-7-16,0 4 11 15,0 0-11-15,0 0 9 16,-7-4-7-16,-3 5-1 16,-1-5 5-16,-2 1-10 15,1 0 13-15,-2-8-5 16,5 1 1-16,2-6-3 16,4-9 5-16,1-2-7 15,2-6 1-15,0 0-4 16,0 0-3-16,0 0 6 15,21 0 2-15,2 0 8 16,4 0-10-16,3-2 9 16,-2-6-6-16,2 1 2 0,-3 3-3 15,3-4 2-15,-6 4-1 16,-1-2-2-16,-1 6 4 16,-1-4-4-16,-4-3-8 15,-6 3-20-15,-4 4 17 16,-3 0-8-16,2 0-11 15,-4 0-16-15,0 0-26 16,2 0-15-16,-1 0-90 16</inkml:trace>
  <inkml:trace contextRef="#ctx0" brushRef="#br0" timeOffset="-208002.8">6405 15118 183 0,'-2'0'72'16,"2"0"-66"-16,0 0-3 15,0 0 15-15,0 0 24 16,0 14-2-16,0 9-20 16,15 2-3-16,2 10-6 0,1 4 4 15,0 5-2 1,3 1-3-16,-5 3 5 0,-2-1-5 16,0-1-1-16,-4-3-7 15,-2-3 7-15,-1-5-9 16,0-2 2-16,-3-8-2 15,2-6 0-15,-2-5-1 16,-4-6 0-16,0-1 1 16,0-7-7-16,0 0-1 15,0 0-32-15,2 0-19 16,-2 0-20-16,3 0-12 0,-3 0-30 16</inkml:trace>
  <inkml:trace contextRef="#ctx0" brushRef="#br0" timeOffset="-206961.44">6156 15925 26 0,'-6'0'36'16,"-4"0"6"-16,5 0 12 15,-1 0-22-15,3 0 0 16,1 0-1-16,0 0-6 16,0 0-4-16,-1 0 4 15,3 0-5-15,-2 0 20 16,-1 0-13-16,1 0-4 16,0 0-5-16,-1 0-1 0,1 0-2 15,2 0-6-15,-2 0 3 16,2 0-6-16,0 0 1 15,0 0-5-15,0 0 0 16,0 0-4-16,0 0 2 16,0 0-5-16,0 0 2 15,9 0 8-15,19 0 1 16,11 0 4-16,9-2-8 16,5-10 0-16,9-3-2 15,1 0 1-15,3-3 0 16,-2 3-2-16,-8 1 3 15,-7-1-4-15,-11-1 6 16,-5 3-5-16,-6 1 4 16,-4 2-5-16,-9 1 3 0,-3 3-2 15,-3 2 1-15,-6 4 0 16,-2 0-2-16,0 0 2 16,0 0-5-16,0 0-18 15,0 0-25-15,0 0-27 16,0 0-36-16,0 0-17 15</inkml:trace>
  <inkml:trace contextRef="#ctx0" brushRef="#br0" timeOffset="-206023.75">6156 16376 5 0,'0'0'87'16,"0"0"-56"-16,0-4-7 15,0 4 12-15,0 0 9 16,0 0-9-16,0 0-19 0,0 0 8 16,0 0 1-16,0 0-4 15,0 0-4-15,0 0-5 16,0 0-10-16,0 0 2 15,0-4-2-15,7-4 1 16,12 2-3-16,-4-5 0 16,4 7 0-16,2-4 1 15,-3 2 5-15,1 1-2 16,-1 1-1-16,0 4-2 16,-2-4 2-16,-2 4-4 15,-2 0 2-15,-3 0 3 16,0 0 7-16,0 4 1 15,0 15-4-15,-1 0 2 16,-1 3-12-16,-5 3 2 16,-2-2-6-16,0 2 12 0,0 2-7 15,-2 2-6-15,-10 4-3 16,-6 0 12-16,1 0 2 16,6 0-5-16,0 0 1 15,1-6-1-15,3-6 4 16,0-2-5-16,3-5 1 15,4-2 0-15,0-1 0 16,0-7 0-16,0 2-2 16,0-6 5-16,2 0-4 15,12 0 3-15,4 0 2 16,6 0 0-16,-2-1-1 16,3-12-2-16,3-2 2 15,-5 1-5-15,3 3 5 16,-6 3-3-16,-6-2 2 0,2 6-4 15,-4 0 3-15,-5 4-5 16,4-5-2-16,-5 5-23 16,2-2-21-16,-6 2-20 15,3-4-23-15,-3 0-83 16</inkml:trace>
  <inkml:trace contextRef="#ctx0" brushRef="#br0" timeOffset="-205423.86">6674 16331 231 0,'-12'0'95'0,"-1"0"-56"15,4 0-24-15,-3 0 21 16,7 0-25-16,3 0-9 16,0 0-2-16,2 4-2 0,0 4 4 15,0 7-2-15,0-5 1 16,0-2 5-16,0 7-5 15,0-5-6-15,9-2 5 16,5 3 5-16,6-3-2 16,3-2-2-16,-4-2-1 15,1 1 9-15,1-5-10 16,2 0 2-16,3 2 2 16,-4 2 0-16,6 0-5 15,-7 0 3-15,0 7-1 16,-1-1 0-16,-3 2 2 15,-2 3-5-15,0 3 6 16,-9-3-4-16,1 3 8 16,-7-3-8-16,0 4 16 0,0-1-12 15,-2 1 3-15,-16-5-2 16,-5-3-3-16,-5 3 4 16,-2-1-4-16,0-7 4 15,-2 2-5-15,9-4 2 16,2-4-17-16,9 0-14 15,8 0-2-15,-3 0-31 16,-3-4-30-16,1-15 8 16,-2-7-50-16</inkml:trace>
  <inkml:trace contextRef="#ctx0" brushRef="#br0" timeOffset="-205070.17">6625 16316 87 0,'0'0'123'0,"0"-4"-89"15,0 4-3-15,0-2 6 16,0-2-5-16,7-4-13 0,16 1-1 16,5-7-12-1,0 6-1-15,0-3-1 0,-1-1-3 16,1 6 3-16,-1-3-5 16,-4 3 5-16,-9 2-5 15,-3 0 3-15,-6 0-4 16,-5 4 1-16,4 0-10 15,-4 0-55-15,0 0-45 16</inkml:trace>
  <inkml:trace contextRef="#ctx0" brushRef="#br0" timeOffset="-190565.26">5413 14550 207 0,'-10'0'70'16,"2"0"-58"-16,3-4 3 16,5 4 18-16,0-2 14 15,0 2-22-15,0 0-12 16,0 0-1-16,0 0-7 16,0 0 3-16,2 0-1 15,22 0 8-15,5 0-10 16,15 6-1-16,7-6 4 0,11 0-5 15,13 0 3-15,13 0-5 16,11 0 5-16,3-6-5 16,3-2 1-16,-4-1-2 15,-1 3 2-15,-6-2-4 16,-4 0 2-16,-8-3 0 16,-6 5-1-16,-11-6 2 15,-10 5-2-15,-14-1 4 16,-11 2-5-16,-2 6 4 15,-13 0-6-15,0 0 4 16,-4 0-1-16,5 0-2 16,0 17 0-16,5 13-1 0,2 18 12 15,2 14-10-15,3 13 6 16,-1 6-5-16,1 3 2 16,-3-5-1-16,5 4 1 15,-2 0-1-15,2 6-1 16,0 6 3-16,-2 0-2 15,2 5 5-15,-3-1-5 16,-4-6 6-16,0-2-7 16,-4-6 4-16,-2-4 1 15,2-6 0-15,-3-9 2 16,3-6-7-16,-1-6 7 16,-6-3-6-16,-1-7 5 15,1 6-1-15,-5-3 6 0,-1 1-6 16,-4 4 3-16,-2 3 14 15,0-3-19-15,0 2 0 16,0-2-1-16,0-7 6 16,0 3-8-16,0-4 4 15,0-11-3-15,0 0 0 16,0-6 0-16,0-2-1 16,-2-3 3-16,-2-3-3 15,-1-1 5-15,-4-7-4 16,-3-1 2-16,-3-1-4 15,-4 1 2-15,-2 3-1 16,-1-3-2-16,-8 0 3 16,-3 5-2-16,1-3 4 15,2-6-2-15,3 2 4 0,-3-1-5 16,-2 1 3-16,-8-4-4 16,-1 7 2-16,-7-3 1 15,-10 2-5-15,-12 1 2 16,-9-3-6-16,-9 6 9 15,-4-3-3-15,2 6 7 16,5-3-6-16,0 0 2 16,0-3-1-16,-7 3 0 15,-5-6 1-15,-11 7-3 16,-2-5 4-16,-12 9-4 16,-12-5 2-16,-8 9-6 15,-3 0 7-15,4 2-3 16,6-3 2-16,6-3 0 0,5 2-8 15,-3-4 1-15,3-3-8 16,0 0 13-16,-6 7-7 16,8-4 8-16,-2 2-6 15,4-3 6-15,8 3 2 16,1-5 0-16,8 3 3 16,-3-7-6-16,3 0 4 15,-3-6-5-15,2 7 7 16,8-3-6-16,6 1 8 15,10 1-10-15,1 0 3 0,6-2 1 16,5-1-2 0,9-3 3-16,13 0-3 0,9 0 7 15,7-2-6-15,5-2 2 16,2 0-6-16,5 0 3 16,3 0 1-16,4 0-2 15,0-10-2-15,1-5-2 16,4-4 5-16,-3-10-11 15,-1-4 9-15,-1-8-2 16,-8-3 6-16,-1-1-4 16,-3-4 6-16,-5-12-2 15,0-1 0-15,3-8 3 16,-2-11-4-16,-3-12 4 16,0-11-3-16,-2-6 2 15,4-8-5-15,7 0 4 0,-2 0-3 16,5 0 1-16,-3 11 2 15,4 1-4-15,2 13 5 16,1 2-6-16,-4 12 4 16,1 9-2-16,4 8 3 15,-2 6-3-15,4 12 1 16,2-3-1-16,0 9-1 16,6 5 3-16,1 0-4 15,0 10 8-15,2 9-7 16,0 3 6-16,-2 3-4 15,2 2 2-15,-3 4-1 16,3 2 0-16,-2 0 3 16,2 0-3-16,0 0 4 15,0-2-4-15,0 2 2 0,0-4-2 16,0 4 3-16,0 0-4 16,0 0 1-16,0 0 0 15,0 0-2-15,0 0 4 16,0 0-4-16,0 0 6 15,0 0-6-15,0-7 4 16,-2 3-4-16,2 0 2 16,0-4-2-16,0 4 1 15,0 2 2-15,0 2 2 16,0 0 2-16,0 0-5 16,0 0 3-16,0 0-5 15,0 0 2-15,0-4-2 16,19-3 2-16,5 3 0 0,16-8-3 15,10 1 6-15,17-7-5 16,9-3 4-16,16-2-4 16,11-6 5-16,13-2-4 15,19-2 3-15,12 0-3 16,12 4 3-16,9 0 0 16,0 6-2-16,-4 5 5 15,-5-3-6-15,-13 4 3 16,-5-4-5-16,-12 1-3 15,-14-1-23-15,-8-1-31 16,-17 5-82-16</inkml:trace>
  <inkml:trace contextRef="#ctx0" brushRef="#br0" timeOffset="-180334.52">17096 14329 28 0,'0'-7'53'0,"0"3"-29"15,0 4 12-15,0-4 4 16,0 4-4-16,0 0-3 15,0 0-9-15,0 0-6 16,0 0 14-16,0 0-7 0,0 0-4 16,0 0-7-16,0 0-1 15,2 0 7 1,5 0-10-16,1 0-2 0,1 0-3 16,2 0 7-16,3 0-8 15,-1 0 3-15,2 0-4 16,-2 0 6-16,1 0-6 15,0 0-1-15,2 0 2 16,-4 0-3-16,-1 4 3 16,-1 0-5-16,-4 0 3 15,1 3-2-15,-3 1 3 16,3 2 1-16,-5 5 1 16,1-1-2-16,-3 5-7 15,0-4 10-15,0 3-6 0,0 1 4 16,0-5-5-1,-5 5 5-15,-11-5-11 0,0 1 11 16,0-1-4-16,0 1 1 16,7-3-1-16,2-1-1 15,3-1 2-15,1-2-3 16,0-4 5-16,3 0-4 16,0 0 1-16,0-1-4 15,0 1 4-15,0 0 0 16,15 0 0-16,8 0 3 15,5-4-1-15,4 0 2 16,-2 0-5-16,2 0 5 0,-8 0-6 16,0 0 4-1,-3 0-6-15,-8 0 4 0,1 0-1 16,-5 0-12-16,0 0-10 16,1-2-7-16,-8 0 1 15,5 2-27-15,-5 0 5 16,0 0-35-16,-2 0-39 15</inkml:trace>
  <inkml:trace contextRef="#ctx0" brushRef="#br0" timeOffset="-179734.93">17124 14805 71 0,'-5'0'113'0,"1"0"-68"16,2 0 3-16,-1 0 8 15,0 0 13-15,1 0-28 16,2 0-8-16,0 0-2 16,0 0-10-16,0 0 1 15,0 0-17-15,0 0-3 16,0 0-4-16,0 0 0 16,14 0 7-16,21 0-5 15,10-8 4-15,8 1-2 0,-2-5 0 16,-3 6-1-1,-4-5 2-15,-5 3-5 0,-4 2 4 16,-3 0-4-16,-4 4 1 16,-7 2-1-16,-8-5-2 15,-1 5-2-15,-7 0-8 16,-3 0-4-16,-2 0-26 16,2 0-22-16,0 0-29 15,0 0-39-15</inkml:trace>
  <inkml:trace contextRef="#ctx0" brushRef="#br0" timeOffset="-179201.86">17294 14937 165 0,'-12'4'63'15,"3"-1"-21"-15,1 3-10 16,-2 0-10-16,3 2-9 16,0 3-2-16,3-7-4 15,2 2 1-15,2 2-4 16,0-4-2-16,0 3 6 0,0 1-6 15,0-2 3-15,11-2-5 16,2 3 2-16,4-2-1 16,1 2 5-16,3-5-3 15,-3 4-3-15,6 0 4 16,-7-2-7-16,2 0 7 16,-1 3-5-16,-1 3 3 15,-4 3-4-15,-1 1 3 16,-5 1-5-16,-1 3 6 15,-3-3 0-15,-3-3-3 0,0 1 8 16,0-1-2 0,0-8-8-16,-7 2 2 0,-6-1 11 15,-4-1-3-15,0-4-3 16,-3 0-4-16,-3 0-3 16,0 0-10-16,5 0-21 15,-1 0 1-15,8 0-15 16,1-9-13-16,1 3-19 15,5-6-4-15</inkml:trace>
  <inkml:trace contextRef="#ctx0" brushRef="#br0" timeOffset="-178841.27">17289 14997 132 0,'0'-2'43'0,"0"0"-9"16,0 2 25-16,0 0-28 15,0 0-17-15,8-4-3 16,3-4-1-16,5 4-5 15,0-3 2-15,5 1 7 16,-3 2-4-16,1 0-2 0,-2 0-6 16,2 0 2-16,-2 0-7 15,-4 1 5-15,-4 3-1 16,-1 0-2-16,-4 0 2 16,-2 0-4-16,-2 0 6 15,3 0-24-15,-3 0-37 16,0 0-49-16</inkml:trace>
  <inkml:trace contextRef="#ctx0" brushRef="#br0" timeOffset="-175579.46">15769 14000 22 0,'0'0'102'16,"-3"0"-71"-16,3 0-28 16,0 0 10-16,0 0-2 15,-2 0 2-15,2 0-9 16,0 0 0-16,0 0 2 15,0 0 1-15,0 0 4 16,0 0-4-16,0 0 6 16,0 0-7-16,0 0 5 15,0 0-8-15,0 0 5 0,0 0-5 16,0 0 6-16,0 0 2 16,0 0 1-16,0 0 2 15,0 0-12-15,0 0 4 16,0 0-5-16,0 0 3 15,0 0-7-15,0 0 3 16,0 0 0-16,0 0 0 16,0 0 1-16,0 0-3 15,0 0 6-15,0 0-7 16,0 0 7-16,0 0-4 16,0 0 2-16,0 0-2 15,0 0 5-15,0 0-1 16,0 0 2-16,0 0 2 15,0 0-7-15,0 0 6 0,0 0-5 16,0 0 3-16,0 0-6 16,0 0 2-16,0 0 0 15,0 0-1-15,0 0 0 16,0 0 0-16,0 0 1 16,0 0-3-16,0 0 0 15,0 0-10-15,2 0-10 16,7 0-22-16,-2 0-21 15,-2 0-21-15</inkml:trace>
  <inkml:trace contextRef="#ctx0" brushRef="#br0" timeOffset="-143104.15">10650 16093 6 0,'0'-5'33'0,"0"1"-10"0,0 4-4 16,0-4 21-16,0 4-10 15,0 0-15-15,0 0-2 16,0 0 0-16,0 0 7 16,0 0 1-16,0 0 3 15,0 0-11-15,0 0 0 16,0-4 6-16,0 4-1 16,0 0 3-16,0 0-3 15,0-2 3-15,0 2-7 16,0 0 3-16,0 0-5 15,0 0 1-15,0 0-5 16,0 0 0-16,0 0-1 0,0-4-3 16,0 0 3-16,0 4 1 15,0-4 3-15,0 4-8 16,0 0 4-16,0 0-5 16,0 0 2-16,0 0 2 15,0 0-4-15,0 0 3 16,0 0-3-16,0 0 6 15,0 0-7-15,0 0 5 16,0 0-5-16,0 0 3 16,0 0-1-16,0 0-2 15,0 0 3-15,0 0-3 16,0 0 4-16,0 0-4 0,0 0 5 16,0 0-5-16,0 0 3 15,0 0-5-15,0 0 3 16,0 0-1-16,0 0-2 15,0 12 3-15,0 2-3 16,0-3 6-16,0-1-7 16,0 5 7-16,0 1-5 15,0 1 3-15,0 2-3 16,0-3 1-16,0-2 2 16,0 1-6-16,0 0 6 15,2-5-6-15,0 2 8 0,0-1-5 16,3-3 2-1,-3 6-3-15,3 1 1 0,-3-1 0 16,3 5 0-16,-5-4 0 16,5-1-1-16,-1 5 4 15,1 3-5-15,1 3 5 16,2 4-3-16,-4 2 1 16,3-2-1-16,2 4 1 15,-5-3 0-15,1-1 1 16,0-7-2-16,0 1 0 15,-3-4 4-15,5 1-4 16,-5-1 2-16,0 0-3 16,3-1 2-16,-3-3 0 15,3 3-2-15,0-3 2 0,-3 0-2 16,0-1 5-16,0 2-6 16,1-1 7-16,-1-1-7 15,0-3 4-15,0-3-4 16,1-2 2-16,-3-2-1 15,0 1-1-15,0-5 4 16,0 0-5-16,0 0 7 16,0 0-5-16,0 0-8 15,0 0-15-15,0 0-4 16,0 0-14-16,0 0-15 16,0 0-24-16,-7 0-20 15,-11-10 35-15,-1-3-57 16</inkml:trace>
  <inkml:trace contextRef="#ctx0" brushRef="#br0" timeOffset="-142039.56">10513 16132 54 0,'0'0'39'0,"0"-4"-20"16,0 2 24-16,0 2-12 16,0 0-3-16,0 0-7 15,0 0 6-15,0 0-7 16,0 0-10-16,0 0 1 15,0 0-6-15,0 0 3 0,0 0 0 16,0 0 1-16,0 0 0 16,0-2-1-16,0-4 7 15,0-3-3-15,6-1-4 16,1 2-5-16,1-3 5 16,1 5-2-16,6-6 0 15,-4 1-2-15,3 1 3 16,0 2 0-16,-3 0-6 15,-1 5 4-15,1-1-1 16,-2-4 1-16,5 4-3 16,-3-2 7-16,3 1-4 15,-2 5-3-15,-4-4 1 16,5 4-3-16,-2 0 3 0,3 0-3 16,2 0 3-16,-2 0-2 15,2 0 4-15,0 0-5 16,0 0 2-16,3 0 0 15,-4 0-2-15,2 4 2 16,-4 1-1-16,1-1 4 16,-2 2-3-16,-1 2 3 15,-1 3-1-15,1-3-1 16,0 2-2-16,1 5 0 16,-3-3 0-16,2-2-3 15,1 5 3-15,-3 4-3 16,0-1 7-16,-1 1-9 0,-2-1 8 15,-1 3 1 1,-3 2-4-16,-2-4 2 0,0-1-3 16,0 1 2-16,0 2-3 15,0 1 6-15,-9 7-5 16,-7 2 2-16,-2-6-3 16,1 2 3-16,-1-6-3 15,-3-7 1-15,3 5 1 16,-5 0-1-16,0-1 1 15,-2 1-1-15,-1-5 4 16,1 1-6-16,2-3 6 16,0 3-4-16,2-5 3 15,5-2 0-15,0-1 0 16,5 1-3-16,-1-4 0 16,0-2 4-16,4 2-6 0,1 0 4 15,-1 0-3-15,1-4 1 16,3 3-3-16,0 1 0 15,-1-4-22-15,5 0-29 16,0 0-18-16,0 0-28 16,0 0-16-16,0 0-18 15</inkml:trace>
  <inkml:trace contextRef="#ctx0" brushRef="#br0" timeOffset="-140784.65">11427 15952 29 0,'2'0'0'15,"-2"-4"4"-15,0 4 33 16,0 0-8-16,0 0-10 15,0 0 3-15,0 0 3 16,0-4-5-16,0 4 0 16,0 0 4-16,0 0 1 15,0 0-2-15,0 0-2 0,0 0 3 16,0 0 3-16,0 0 0 16,0 0-7-16,0 0 3 15,0 0-4-15,0 0 1 16,0 0-8-16,0 0-3 15,0 0-4-15,0 4-3 16,0 6 2-16,-2 7-2 16,-7-3 8-16,-1 1-7 15,4-1 3-15,-1-3-4 16,0 7 1-16,1 1-3 16,-2 3 1-16,1-1 3 15,3-2-5-15,-1 0 3 16,3-5-2-16,0 5 3 15,0-1-3-15,-4 1 3 0,4 4-5 16,2-5 2-16,0-3 2 16,0 3-4-16,0 1 5 15,0 2-4-15,0-2 6 16,0-1-5-16,0 1 4 16,0-1-4-16,0-3 1 15,0-1 0-15,4 5 0 16,2-4-1-16,-2-1-1 15,1 5 3-15,-3-5-2 16,5 5 3-16,-3-1-4 16,4 1 3-16,-1 0-3 15,-3-1 1-15,5 1 0 16,-1-1 0-16,0 3 1 16,4-2-2-16,-4 4 7 0,7-5-5 15,-6 1 4-15,-3-5-6 16,7 5 3-16,-2-4-1 15,1 3 0-15,3-3 1 16,0-1-1-16,0 1 5 16,4 3-3-16,-3-3 1 15,3-1-2-15,-6-1 4 16,1-3-6-16,-5 1 2 16,0-7-1-16,-4 0 0 15,0 0 0-15,-3-4-1 16,-2 2 3-16,2-2-3 0,-2 0 3 15,0 0-6-15,0 0 1 16,0 0-31-16,0 0-46 16,0 0-53-1,7-6-41-15</inkml:trace>
  <inkml:trace contextRef="#ctx0" brushRef="#br0" timeOffset="-91621">12184 16269 20 0,'0'0'98'15,"0"0"-71"-15,0 0-12 16,0 0 30-16,0 0-5 16,0 0-9-16,0 0-17 15,0 0 4-15,0 0 2 16,0 0 1-16,0 0-2 15,0 0 1-15,0 0 4 16,0 0-1-16,0 0-4 0,0 0 8 16,0 0-3-16,0 0-12 15,0 0 1-15,0 0-5 16,0 0-5-16,0 0 0 16,0 0-4-16,0 0 6 15,0 0-4-15,0 0 3 16,0 0-5-16,0 0 2 15,0 0-3-15,0 0 1 16,9 4 1-16,7 2 1 16,3 6 1-16,4 3-2 15,0 4 3-15,-3-5-3 16,4 1 1-16,-1-1-2 16,-1 1 2-16,-1-3-1 0,0 2-1 15,-1 1 1-15,-1-1-2 16,2 5 6-16,-3-4-4 15,-2 3 3-15,5-3-5 16,-5 3 2-16,1-3 0 16,-2-1-1-16,-4 1 1 15,4-7 0-15,-4 7 1 16,1-5-1-16,-3-2 2 16,0 3-2-16,-3-7 1 15,0 0-2-15,-4 0 1 16,0-2 0-16,-2-2-2 15,0 0 2-15,0 0-2 0,0 0 6 16,0 0-4 0,0 0 0-16,0 0-7 0,0 0-11 15,0 0-22-15,0 0-24 16,0 0-27-16,0 0-26 16,0 0-18-16</inkml:trace>
  <inkml:trace contextRef="#ctx0" brushRef="#br0" timeOffset="-90830.05">12566 16327 0 0,'0'-7'33'0,"-2"3"-29"16,0-2 38-16,2 6 13 15,0-4-24-15,0 4-10 16,0 0-6-16,0 0 2 15,0 0 3-15,0 0 0 16,0 0-4-16,0 0-2 0,0 0-8 16,0 0 4-16,0 0-1 15,0 0 1 1,0 0-2-16,0 0-4 0,0 0 3 16,0 0-1-16,0 0 6 15,0-4-7-15,0 0 2 16,0-3-3-16,0-1 0 15,0 2 0-15,2 2-2 16,0-4 3-16,0-3-5 16,0 3 5-16,-2 4-4 15,3 2 5-15,-3 2-4 16,0 0 9-16,0 0-4 16,0 0 4-16,0 0 2 0,0 0-3 15,0 0 0-15,0 0-2 16,0 0 2-16,0 0-5 15,0 0-2-15,0 0-5 16,0 10 11-16,-7 9-8 16,-6 10-1-16,-2 4 1 15,-3 4-1-15,4 0 3 16,-1 3-3-16,-2 1 5 16,4-8-6-16,3-4 4 15,1 2-5-15,4-10 2 16,1 2 1-16,-4-5-2 15,6 1 2-15,-2-5-2 16,1-3 4-16,3-3-4 16,0-4 3-16,0-4-4 15,0 0 2-15,0 0 0 0,0 2-1 16,0-2 1-16,0 0-2 16,0 0 5-16,0 0-22 15,0 0-1-15,0 0-19 16,0 0-26-16,0-6-47 15,0-8-62-15</inkml:trace>
  <inkml:trace contextRef="#ctx0" brushRef="#br0" timeOffset="-36026.44">12209 15985 22 0,'0'0'14'0,"0"0"-3"16,0 0 5-16,0 0 2 16,0 0-6-16,0 0-3 15,0 0-3-15,0 0 0 16,-2 0 4-16,2 0-2 15,0 0 0-15,0 0-1 16,0 0 5-16,0 0-1 16,0 0 1-16,0 0-3 0,0 0 3 15,0 0 3-15,0 0 1 16,0 0 1-16,0 0-1 16,0 0 2-16,0 0-6 15,0 0 3-15,0 0-3 16,0 0 1-16,0 0 3 15,0 0-4-15,0 0-2 16,0 0 0-16,0 0 5 16,0 0-3-16,0 0 5 15,0 0-6-15,0 0 1 16,0 0-8-16,0 0-1 16,0 0 2-16,0 0-3 0,0 0 0 15,0 0-4-15,0 0 6 16,0 0-5-16,0 0 6 15,0 0-6-15,0 0 1 16,0 0-3-16,0 0 3 16,0 0 0-16,0 0 3 15,0 0 1-15,2 0-2 16,10 0 3-16,6 0-3 16,-1 0 0-16,1-10-4 15,0 5 3-15,-1 1-2 16,-4 0 1-16,1 0 0 15,-2 2-1-15,-4 2 4 16,2 0-4-16,-5 0 4 0,-1-4-5 16,3 4 3-16,-3-4-2 15,3 4 1-15,-1 0 0 16,0-4-1-16,-1 4 1 16,1 0-1-16,-1 0 4 15,-1 0-3-15,4-3 2 16,-4 2-4-16,3 1 1 15,-3 0 2-15,-1 0-2 16,-1 0 1-16,3-3-2 16,-2 3 5-16,1 0-4 15,-2 0 4-15,1 0-5 16,-1 0 3-16,0 0-3 16,-2 0 3-16,2 0-2 15,-2 0 0-15,0 0 2 0,0 0-2 16,0 0 4-16,0 0-2 15,0 0 0-15,0 0-2 16,0 0 1-16,0 0 0 16,0 0 0-16,0 0 1 15,0 0-2-15,0 0 6 16,0 0-6-16,0 0 2 16,0 0-9-16,0 0 7 15,0 0 2-15,0 0 1 16,0 0 1-16,-9 0 0 15,-3 0-4-15,1 0-1 0,0 0 8 16,-1 0-5-16,1 0 1 16,0 3-4-1,-4-2 2-15,4 6 0 16,4-7 0-16,-3 4 0 0,6 0-1 16,0-4 4-16,-1 0-4 15,1 0 3-15,-2 0-3 16,2 2 2-16,-1 2-3 15,-1-4 2-15,-1 4 0 16,2-4-1-16,0 0 2 16,3 0-2-16,0 4 4 15,-1-4-3-15,1 0 2 0,0 3-4 16,2-3 1 0,-2 0 1-16,2 0 0 0,0 0 0 15,0 0-1 1,0 0 4-16,0 0-4 0,-3 0 5 15,3 0-7-15,0 0 4 16,0 0-2-16,0 0 1 16,0 0 1-16,0 0-1 15,0 0 4-15,0 0-4 16,0 0 5-16,0 0-5 16,0 0 2-16,0 0-3 15,0 0 1-15,0 2 1 16,0-2 0-16,0 0 2 15,0 0-5-15,0 0 5 16,0 0-4-16,0 0 4 16,0 0-8-16,0 0 7 0,0 0-6 15,0 0 3-15,0 0 0 16,0 0 1-16,0 0 3 16,5 0-2-16,9 0 3 15,2 0-4-15,-3 0 2 16,2 0-3-16,-2 0 0 15,1 0 0-15,0 0-3 16,-2 0 4-16,-3 0-3 16,2-5 7-16,-1 5-6 15,-1 0 6-15,-1-4-7 16,-1 4 4-16,3 0-4 16,-3-4 4-16,2 4-2 15,1 0-1-15,-2-4 0 0,-3 2-1 16,-1 2 3-16,1 0-1 15,-3 0 3-15,0-4-4 16,1 4 3-16,-3 0-1 16,3 0-1-16,-3 0 1 15,2 0-3-15,-2 0 8 16,0 0-7-16,0 0 5 16,0 0-4-16,0 0 2 15,0 0-3-15,0 0 2 16,0 0 1-16,0 0-3 15,0 0 3-15,0 0-2 0,0 0 4 16,0 0-3 0,0 0 1-16,0 0-2 15,0 0 1-15,0 0 0 16,0 0 0-16,0 0 1 0,0 0-3 16,0 0 6-16,0 0-5 15,0 0 5-15,0 0-2 16,0 0 1-16,0 0-2 15,0 0 1-15,0 0 0 16,0 0 0-16,0 0 1 16,0 0 0-16,0 0 2 15,0 0-3-15,-2 0 1 0,-8 0-5 16,1 0 1 0,-2 0 2-16,1 0-2 0,-1 0 1 15,0 0-2-15,-2 4 6 16,2-4-5-16,2 6 4 15,0-2-5-15,2-4 3 16,0 4-2-16,1-1 0 16,-2-1 1-16,3 0-1 15,3 2 2-15,-2-4-1 16,-1 0 2-16,1 0-2 16,-1 0 1-16,0 0-2 15,0 0 0-15,3 4 1 16,-2-4-1-16,2 4 1 15,-3-4-1-15,3 0 4 16,0 0-4-16,2 0 4 0,0 0-5 16,-3 0 3-1,0 0-2-15,1 0 0 0,-2 0 1 16,-1 2-1-16,1-2 2 16,-1 4-2-16,1-4 3 15,-1 5-2-15,2-5 2 16,1 0-4-16,0 0 2 15,-1 0-1-15,1 0 1 16,2 0 0-16,0 0-2 16,0 0 6-16,0 0-5 15,0 0 5-15,0 0-7 16,0 0 4-16,0 0-3 16,0 0 2-16,0 0-1 15,0 0-1-15,0 0 2 0,0 0-3 16,0 0 4-16,0 0-2 15,0 0 0-15,0 0-2 16,0 0-1-16,0 0 4 16,7 0 0-16,7 0-1 15,4 0-3-15,3 0 7 16,0-5-5-16,-3 1 2 16,3 2-4-16,-2-2 3 15,-2 4-2-15,0-4 2 16,-4 0 0-16,-4 2 0 15,1-3 2-15,-3 5-2 16,0 0 4-16,2 0-4 0,-2-4 4 16,4 4-6-16,-2-4 3 15,3 4-1-15,-1-4 0 16,4 4 0-16,-2-2-1 16,2-2 4-16,-7 4-4 15,4-4 4-15,-6 4-4 16,0 0 2-16,-4 0-1 15,0 0 1-15,-2 0-1 16,0 0 0-16,0 0 2 16,0 0-1-16,0 0 2 15,0 0-2-15,0 0 2 16,0 0-5-16,0 0 3 16,0 0 1-16,0 0-2 0,0 0 3 15,0 0-4-15,0 0 6 16,0 0-6-16,0 0 4 15,0 0-3-15,0 0 3 16,0 0-1-16,0 0 2 16,0 0-2-16,0 0-1 15,0 0 2-15,0 0-2 16,0 0 2-16,0 0-3 16,0 0 2-16,0 0-2 15,0 0 3-15,0 0-2 16,-8 0 0-16,0 0 0 15,-1 0-1-15,-2 0 5 16,-2 0-4-16,0 4 2 0,-4 2-4 16,2 2 2-1,-4-4-1-15,3 3 1 0,2 1 0 16,1-4-3-16,1 2 4 16,3-1-2-16,2-5 4 15,3 0-6-15,1 4 6 16,0-4-7-16,1 0 3 15,0 0 0-15,2 0-10 16,-3 0-1-16,3 0-9 16,0 0-7-16,0 0-21 15,0 0-42-15,3 0-76 16</inkml:trace>
  <inkml:trace contextRef="#ctx0" brushRef="#br0" timeOffset="-34553.64">13088 16240 87 0,'-6'0'26'0,"1"-4"-33"15,0-1 25-15,3 1 13 16,-1 2-20-16,3 2-6 15,0 0 19-15,0 0 2 0,-2 0 4 16,2 0-3 0,0 0-1-16,-2 0-11 0,2 0 13 15,-2 0-3-15,2 0-6 16,0 0-2-16,0 0-3 16,0 0 1-16,0 0-9 15,0 0-1-15,0 0-3 16,4 0 7-16,13 0 15 15,3 0-15-15,1 0-4 16,4 0 1-16,1 0 3 16,1-4-8-16,1 4 3 15,-3-4-6-15,-2 4 4 0,0 0-3 16,-2 0 1-16,1 0 1 16,-1 0-2-16,0 0 2 15,-7 0-2-15,2 0 5 16,-2 4-4-16,-3-4 2 15,-1 0-4-15,-1 0 3 16,-7 0-2-16,0 0 1 16,-2 0 0-16,0 0-2 15,0 0 7-15,0 0-6 16,0 0 5-16,0 0 1 16,0 0 1-16,0 0-1 15,0 0 1-15,0 0-1 16,0 4 0-16,0-2 2 15,0 2-1-15,-13 5 3 16,-8 5-9-16,-5 5 4 0,-4 2-8 16,-2 5 4-16,2-3 0 15,-2 2 0-15,2-6 0 16,2-1-2-16,3 1 4 16,0 0-3-16,4-5 5 15,8-3-8-15,3-3 5 16,3-8-8-16,7 0-10 15,0 0-24-15,0 0-45 16,0 0-15-16,0 0-22 16</inkml:trace>
  <inkml:trace contextRef="#ctx0" brushRef="#br0" timeOffset="-31031.49">13507 16430 3 0,'3'0'28'0,"-3"0"3"16,0 0-8-1,0 0-13-15,0 0 6 0,0 0-1 16,0 0 0-16,0 0-5 15,0 0 4-15,2 0 0 16,-2 0 3-16,0 0 4 16,0 0 3-16,0 0 9 15,0 0-9-15,0 0-2 16,0 0-3-16,0 0-12 16,0 0-6-16,0 0 2 15,0 0 4-15,0 0 0 16,0 0 12-16,0 0-8 15,0 4 4-15,-8 5-13 0,-5 1 8 16,2 5-8 0,-4 3 4-16,2-3-4 0,-4 7 2 15,2-3 0-15,1 2 1 16,-2 2 3-16,-3-5-6 16,1 5 2-16,-3-2-4 15,7-3 4-15,-2 1-3 16,5 0 0-16,-1-5-1 15,1-2-1-15,2-1 5 16,4-1-5-16,0-6 5 16,3 0-6-16,0 0 4 15,-1-4-4-15,3 0 2 16,0 0 0-16,0 0-1 16,0 0 2-16,0 0-3 0,0 0 3 15,0 0 0-15,0 0 0 16,0 0-2-16,0 0 0 15,0 0 1-15,0 0-12 16,0 0-5-16,0 0-18 16,0 0-26-16,3 0-36 15,13-12-85-15</inkml:trace>
  <inkml:trace contextRef="#ctx0" brushRef="#br0" timeOffset="-24295.31">13910 16143 77 0,'0'-3'74'0,"0"-1"-66"15,0 4 44-15,0 0 5 16,2 0-20-16,-2 0-22 15,0 0-4-15,0 0-1 16,0 0 6-16,0 0-5 16,0 0 0-16,0 0 1 15,0 0-6-15,0 0 10 16,0 0 0-16,0 0-5 0,0 0 2 16,0 0-8-16,0 0-4 15,0 0 0-15,0 0 8 16,0 11 1-16,-12 1-6 15,1 5-3-15,0-1 2 16,3-2-4-16,1 1 2 16,3-5-3-16,0 5 3 15,-1 4-2-15,1-7 0 16,0 5 2-16,4 5-3 16,0 1 4-16,0 2-2 15,0 4 2-15,13 2-4 16,0-2 3-16,1-6-2 15,2 2 0-15,3-3 2 16,-2 1-3-16,2-2 4 16,0-9-4-16,1 3 5 0,3-5-5 15,-2-2 3-15,3-5-3 16,-2-3 2-16,1 0-2 16,0 0 4-16,-2 0-2 15,0-11-5-15,0 1 6 16,-8-5-4-16,1-3-15 15,-7 3 8-15,0-4 5 16,-7 7-4-16,0-2 1 16,0-1-1-16,0 5 3 15,0 6 7-15,-3-7-5 0,-10 7 3 16,-4 0-6 0,-1 4 0-16,-5 0 6 0,2 0-3 15,-2 8 5 1,3 7 3-16,-1 6-3 15,2 5-2-15,6-3 4 0,-1 2-6 16,5-2-33-16,4-2-57 16,3-3-59-16</inkml:trace>
  <inkml:trace contextRef="#ctx0" brushRef="#br0" timeOffset="-23686.73">14407 16478 138 0,'0'0'70'16,"0"4"-27"-16,0-4 28 15,0 0 6-15,0 0-31 16,0 0-15-16,0 0-3 16,0 0-12-16,0 0-6 0,0 0-9 15,0 0 3-15,0 0-4 16,0 0 0-16,0 0 1 16,0 0-2-16,0 0 2 15,0 0-2-15,0 0 1 16,0 0-30-16,0 0-36 15,2 0-29-15,9 0-29 16,-1 0-76-16</inkml:trace>
  <inkml:trace contextRef="#ctx0" brushRef="#br0" timeOffset="-22991.9">14527 16184 67 0,'0'0'98'16,"0"0"-81"-16,0 0 10 0,0 0 26 15,0 0-30-15,0 0-14 16,0 0-13-16,0 0 6 16,0 0 11-16,0 4-6 15,0 2 7-15,0 2-1 16,0 3-6-16,0-3-4 15,0 2 3-15,0-5-6 16,0 1 2-16,0-2-2 16,0 0-2-16,0-4 6 15,0 0-3-15,8 0 3 16,6 0-3-16,5 0 2 0,2 0-3 16,-1 0 0-16,3 0 0 15,0 0-1 1,1 0 3-16,-4 0-3 0,-2 0 4 15,-4 0-4-15,-4 0 2 16,-4 0-3-16,1 0 4 16,0 8 2-16,0 3 2 15,0-1 6-15,0 9-9 16,-1-1 2-16,1-3-4 16,-5-1 6-16,-2-1 1 15,0-3 0-15,0-2-1 16,0 3 8-16,-11-5-9 15,-12 2-10-15,1-4 10 16,-2 0-6-16,3-1 4 16,10 1-4-16,-1 0 3 0,1 0-6 15,-2-4-4-15,0 0-15 16,5 0-14-16,-4 0-23 16,5 0-45-16,2 0-40 15</inkml:trace>
  <inkml:trace contextRef="#ctx0" brushRef="#br0" timeOffset="-22080.8">14531 16206 159 0,'0'0'68'0,"0"0"-41"15,0 0 10-15,0-4-10 16,0 4-14-16,0-4-13 16,0 4 7-16,0 0-4 0,0 0 1 15,0 0-4-15,0 0 2 16,0 0 0-16,0 0-1 16,0 0 3-16,0 0-4 15,0 0 3-15,0 0-11 16,0 0 3-16,0 0 3 15,0-4 1-15,0 4-1 16,0-2 2-16,0 2 1 16,0 0-1-16,0 0 5 15,0 0 2-15,0 0 9 16,0 0-6-16,0 0 3 0,0 0-2 16,-2 0 0-16,2 0-2 15,0 0-8 1,0 0 1-16,0 0-4 0,0 0 6 15,0 0-2-15,0 0-1 16,0 0 1-16,0 0 3 16,0 0-2-16,0 0-3 15,0 0 3-15,0 0-6 16,0 0 6-16,4-8 1 16,12 0-1-16,5 1-1 15,0-3-1-15,2 2-2 16,-3 0 1-16,6-3 0 15,-1 3-2-15,-2-3 4 16,-3 5-4-16,-1-2 6 16,-8 2-5-16,-1 1 2 0,-3 5-2 15,-3-4 1-15,-1 4 0 16,-1 0-1-16,-2 0 1 16,0 0-3-16,0 0 7 15,0 0-8-15,0 0 5 16,0 0-3-16,0 0 1 15,0 0-1-15,0 0 12 16,-5 0-6-16,-9 0-4 16,-6 0 1-16,-3 0-2 15,0 4 5-15,-3 7-5 0,2-7 3 16,-2 6-4 0,5-1-1-16,5-5-9 0,4 2-5 15,8-6-17-15,4 4-38 16,0-4-11-16,0 7-104 15</inkml:trace>
  <inkml:trace contextRef="#ctx0" brushRef="#br0" timeOffset="-15832.79">14771 15786 5 0,'0'0'8'0,"-3"0"-1"16,3 0 1-16,0 0-3 15,-3 0 0-15,3 0-6 16,-2 0-6-16,-3 0-22 15</inkml:trace>
  <inkml:trace contextRef="#ctx0" brushRef="#br0" timeOffset="-14027.39">14728 15790 16 0,'0'0'59'15,"-2"0"-32"-15,2 0 26 16,0 0-17-16,0 0 6 16,0 0-1-16,0 0-14 15,0 0-3-15,-2 0-4 16,0 0 6-16,0-2 2 16,-1 2-11-16,3 0-2 15,0-2 2-15,0 2 1 16,0 0-8-16,0 0-6 0,0 0-3 15,0 0 1 1,0 0 0-16,0 0-2 0,0 0 0 16,0 0 1-16,0 0-1 15,3 0 2-15,8 0 5 16,5 0-1-16,-2 0-4 16,4 0-1-16,-2 0 4 15,1 0 0-15,-4 0-2 16,-1 4 4-16,-3-1-3 15,-2 1 2-15,3 0-4 0,-4-2 0 16,3 2 0 0,2 4 0-16,1-4 0 0,0-1 2 15,0 5-1-15,-1-4 0 16,0 2 1 0,-1 6-1-16,1-5 1 0,-2 1-2 15,1 2 0-15,-4-1-1 16,3 1 0-16,-2 0-1 15,3 3 1-15,-3-3-1 16,-1-2 1-16,-1 3-1 16,-1-3-1-16,2 2 4 15,-2 1-2-15,1 1 1 16,-1-6-1-16,3 5 0 16,-5 1 3-16,2-1-3 15,2 3 0-15,-2 1-1 0,1-3 1 16,-1 2-1-16,3-5 1 15,-3 1-2-15,2 5 2 16,0-5 0-16,-1 5-1 16,-3-3 2-16,3 2-2 15,-1 1 1-15,0 3 1 16,2 1-1-16,-4-4-2 16,3 3 3-16,-3-3-3 15,2-5 2-15,-1 2-1 16,1 3 1-16,0-1 0 15,0 1-1-15,0 0 1 16,1-1-2-16,-3-2 3 16,0 5-2-16,2-1 2 0,-1-1-2 15,-1-1 5-15,0 1-2 16,0 0 0-16,-2-1 0 16,4 5-3-16,-4-5 1 15,0 1-1-15,0 1 1 16,0-1-2-16,0-1 2 15,2 1-1-15,-2-1 1 16,0 1 0-16,0-1 0 16,0-2 1-16,0 9-1 15,0-2 2-15,0 4-3 16,0-5 3-16,-6 1-1 16,0-1-1-16,-1 2 0 0,3-6 1 15,-1 0 0 1,-3 1-2-16,4-5 1 0,0 2-1 15,-3-1 1 1,2-2 0-16,1-4 0 0,-4 3-1 16,4-1-1-16,-3 6 3 15,0-3-3-15,1 0 2 16,-2 5-1-16,1-7 0 16,3-2 0-16,2-2 0 15,2 0 0-15,0-4 1 16,0 4-2-16,0-4 1 15,0 0 0-15,0 0-3 16,0 0-1-16,0 0-16 16,0 0-19-16,0 0-38 0,-2 0-59 15,-1-4-16-15</inkml:trace>
  <inkml:trace contextRef="#ctx0" brushRef="#br0" timeOffset="-10601.84">13493 16424 37 0,'0'-4'48'0,"0"4"-39"16,0 0 24-16,0 0-5 16,0 0-14-16,5 0-4 15,-1 0-3-15,-2 0 3 16,4 0 3-16,-6 0 2 16,0 0-4-16,0 0 5 0,0 0 1 15,0 0-5 1,0 0-3-16,0 0-6 0,0 0 6 15,0 0-1 1,0 0-2-16,0 0-5 0,0 0 1 16,0 0-3-16,0 0 2 15,0 0-1-15,2 0 0 16,2-4 4-16,1 4 5 16,-3-7 4-16,0 7-8 15,-2 0 9-15,0 0-6 16,0 0 1-16,0 0 2 15,0 0 0-15,0 0 3 16,0 0-8-16,0 0-1 0,0 0-6 16,0 0 10-16,0 15-10 15,-6 4 4-15,-3-1-3 16,-3 3 0-16,3-2 1 16,-5 3-2-16,0 1 2 15,-2-2-2-15,0 2 3 16,0-1-1-16,2-3 0 15,3-5-3-15,1-3 2 16,3-7-1-16,3 2 0 16,1-2 1-16,-1 0-3 15,4 1 7-15,-2-3-5 16,0 2 3-16,2 0-3 16,0-4 1-16,0 4-2 15,0-4 3-15,0 4-1 0,-3-4-2 16,0 7 3-16,3-7-2 15,0 4 3-15,-2-4-3 16,2 0 2-16,0 0-4 16,0 0 1-16,0 0 2 15,0 0 2-15,0 0 0 16,0 0-2-16,0 0 10 16,8-4-9-16,5-7 4 15,3-8-8-15,-2 5 6 16,-3-5-8-16,1 1 6 15,-3-1-6-15,0 1 0 16,5-1-1-16,0-2-3 16,-2 2 4-16,1 1 0 15,-4 3-3-15,1 3-3 0,-3 6 8 16,-5 2 3-16,0 0 1 16,-2 4 0-16,0 0-1 15,0 0 3-15,0 0-3 16,0 0 1-16,0 0-7 15,0 0 6-15,-11 0-2 16,-8 18 5-16,-2 5-3 16,3 6 0-16,-1-4 1 15,2 2-2-15,-2-2 3 16,0 1 0-16,3-1 1 16,2-2-3-16,-1-8 0 15,6-1 0-15,-4-2 0 16,5-1 1-16,5-7-4 15,-1 0 2-15,4-4 1 16,0 0 0-16,0 0-4 0,0 0 1 16,0 0-5-16,0 0 5 15,0 0 11-15,4-19-8 16,12-3 1-16,3-1-3 16,0-2 3-16,-4 2-4 15,-1 1 1-15,0 1-4 16,0-6 1-16,0 6 0 15,-6 2 0-15,5 7 4 16,-7 2 1-16,-1-1 1 16,-1 7-1-16,-2 4 3 0,1 0-3 15,-3 0 0-15,0 0-3 16,0 0 0-16,0 0 3 16,0 0 8-16,0 7 0 15,-16 11-9-15,-1 5 7 16,-3 2-4-16,4 2 5 15,0-9-5-15,2 1 1 16,5-1-2-16,2-3 0 16,0-5-1-16,4 5-1 15,3-11 2-15,-2 0-3 16,0-4 2-16,2 0-1 16,0 0 1-16,0 0-4 15,0 0 3-15,0 0 3 0,7-12 3 16,14-9-4-16,4-2-3 15,-2-2 4-15,-3 3-8 16,-3-1 9-16,-1 4-5 16,-4 5 4-16,-3-1-4 15,-5 5 2-15,-2 6 0 16,-2 0-1-16,0 4 4 16,0 0-3-16,0 0 1 15,0 0 0-15,0 0 3 16,0 0-1-16,-15 14-1 15,-6 9 3-15,0 0 1 16,1 2 1-16,3 1-4 16,4-5 4-16,-2-2-6 15,4-1 5-15,2-3-6 0,4-7 1 16,3-4-1-16,2-4-1 16,0 0-1-16,0 0-28 15,0 0-53-15,0 0-76 16</inkml:trace>
  <inkml:trace contextRef="#ctx0" brushRef="#br0" timeOffset="9496.29">15739 16339 41 0,'-14'0'59'15,"-4"0"-50"-15,-4 0 1 16,9 0 22-16,6 0-5 16,3 4-6-16,4-4 1 15,0 0-6-15,0 0-3 0,0 0-1 16,0 0-2-16,0 0 3 15,0 0 0-15,0 0 5 16,0 0 5-16,0 0 2 16,0 0-4-16,0 0-6 15,0 0-2-15,0 0 0 16,-3 0 2-16,3 0-3 16,-2 0 1-16,2 0-6 15,0 0-2-15,0 0-4 16,0 0-1-16,0 0-2 15,0 0 0-15,0 0 10 16,16 0-7-16,7-8 1 16,2 0-2-16,0 1 2 15,-4-3-1-15,0 6 0 0,-3-4-2 16,1 1 1-16,1 3 1 16,-3 4-3-16,-6 0 3 15,-4-4-2-15,-4 4 4 16,-1 0-3-16,-2 0 1 15,0 0-3-15,0 0 2 16,0 0 0-16,0 0-2 16,0 0-13-16,2 0-9 15,0 0 0-15,5 0-30 16,2 0-16-16,1 0-52 16,-1 0-57-16</inkml:trace>
  <inkml:trace contextRef="#ctx0" brushRef="#br0" timeOffset="10261.58">15773 16530 156 0,'-2'0'34'16,"2"0"-28"-16,0 0 25 15,-2 4 29-15,2-4-27 16,-3 0-8-16,1 0-6 16,2 0 4-16,-2 0 0 15,0 0-4-15,2 0-4 16,-2 0 0-16,-1 0 0 16,3 0-9-16,0 0 3 15,-3 0-3-15,3 0 0 0,0 0 0 16,0 0 0-16,0 0 2 15,0 0-1-15,0 0 2 16,0 0-7-16,0 0 2 16,0 0-5-16,0 0 2 15,0 0-2-15,0 0 0 16,0 0 1-16,0 0-2 16,0 0 4-16,0 0-3 15,0 0 1-15,0 0-2 16,10-4 6-16,10-3-4 15,1-7 1-15,0 6-2 16,5-3 1-16,3-1 2 16,-4 6-2-16,5-5 2 15,-5 3-3-15,-1 0 4 0,-3 1-6 16,-6 3 2-16,-6 4 1 16,-3-4 0-16,-6 4 1 15,0 0-2-15,0 0 6 16,0 0-3-16,0 0 0 15,0 0-3-15,0 0 3 16,0 0-1-16,0 0-3 16,-10 0 7-16,-13 0-7 15,-2 4 1-15,-1 5-18 16,1 1-3-16,9-6-26 16,4 2-16-16,6 3-54 15,6-5-89-15</inkml:trace>
  <inkml:trace contextRef="#ctx0" brushRef="#br0" timeOffset="18565.59">16788 16217 0 0,'-2'-4'26'0,"-1"-3"18"0,1 3-8 16,2 0 4-16,0 0-14 16,0 2 11-16,0 2-6 15,0 0-2-15,0 0-9 16,0 0 10-16,0 0-2 16,0 0-3-16,0 0-11 15,0 0-8-15,0 0-2 16,0 0-1-16,0 0 6 15,0 0-6-15,0 0 3 16,0 0-5-16,0 0-1 0,0 0 0 16,0 0 1-16,0 0 1 15,0 6 6-15,2 5-1 16,7 1-3-16,-2 3 2 16,1 3-3-16,0 1 3 15,-1 6-5-15,3 2 3 16,-1 6 3-16,-2 6 2 15,2 2-5-15,0 3 0 16,0-3 2-16,0-1-6 16,1-7 2-16,-3-2-1 15,2-2 1-15,-3-6-1 16,2-5-1-16,-3-3-1 16,-1-5 2-16,0-6 1 0,-4 0-3 15,0-4 3 1,0 0-4-16,0 0-10 0,0 0-17 15,0 0-14-15,0 0-37 16,0 0-46-16</inkml:trace>
  <inkml:trace contextRef="#ctx0" brushRef="#br0" timeOffset="19316.4">16648 16279 120 0,'-5'-4'42'0,"2"2"-41"15,3-2 15-15,0 0 16 16,0 4-18-16,0-7-11 16,0-1 2-16,0 0 2 15,0-3 3-15,3 5 2 0,2-2 0 16,-1 0-3-16,1 1-1 15,2-1 0 1,1-2-4-16,2-1 1 0,1 3-2 16,4-2 3-16,-4 2 3 15,2 1-2-15,2 3-5 16,0-4 3-16,2 2 1 16,1 2-3-16,0-1 0 15,-1 1-3-15,-1 4 5 16,2-2-2-16,0 2 1 15,1 0-5-15,-6 0 1 16,2 0-2-16,-4 0 4 0,0 0-4 16,1 0 1-16,-3 0 6 15,0 0-3-15,-1 11 6 16,-2 3 1-16,-1 5-6 16,-3 3-2-16,-2-1 2 15,0 2-2-15,0 0 0 16,0 2 0-16,-9-3 1 15,-10 1 2-15,1 2-4 16,-3-2 1-16,-2-2-2 16,0 1 1-16,-2-3 0 15,0-1 1-15,-1 1-2 16,3-8 0-16,3-3 4 16,-1 2-4-16,7-6 0 0,3 0-10 15,4-4 1 1,3 3-6-16,4-3 2 0,0 0-5 15,0 0-20-15,0 0-40 16,0 0-90-16</inkml:trace>
  <inkml:trace contextRef="#ctx0" brushRef="#br0" timeOffset="20551.8">17423 16041 25 0,'0'0'22'0,"0"0"-5"15,0 0 12-15,0 0 21 16,0 0-28-16,0 0-8 16,0 0 3-16,0 0 9 15,-4 6-4-15,0 2-8 16,4-1-4-16,-4 1 0 15,2-2 3-15,-3 2-2 16,1-1 0-16,-1 5-4 16,-1-2 5-16,0 3 1 15,0 1-4-15,1 3-2 16,1-1 2-16,-3 3-1 16,5-5 2-16,0 1-5 0,-4 0 1 15,6-5-1-15,-2 2 0 16,2 3-1-16,0-5 2 15,0 1-4-15,0 5 3 16,0 1-2-16,0 6 5 16,0-5-1-16,0 5 2 15,0-5-6-15,2-3-1 16,4-1 0-16,-2 5 0 16,0-4 2-16,3-1-3 15,-2 5 5-15,-1-5-3 16,2-3 0-16,-2 1-3 15,0-2 0-15,1-1 1 16,-1 1 0-16,1-2 1 16,-1 3-1-16,4 3 3 0,-4 1 1 15,5-3 4 1,-2-2-7-16,3 1 3 0,-3 2-5 16,-1-8 1-16,1 6 0 15,-3-3 0-15,2 0 2 16,-2-1-2-16,-2 1 7 15,1-2-2-15,1-2 1 16,-2 4-6-16,3-5 1 16,-5 1 0-16,4 4-1 15,0-4 1-15,-2-2-1 16,0 2 5-16,0 0-4 16,0-4 2-16,-2 4-6 15,3-4 5-15,-1 0-5 0,-2 3 3 16,0-3-1-16,0 0 0 15,0 0 1-15,0 0-2 16,0 0 4 0,0 0-3-16,0 0 4 0,0 0-4 15,0 0 0-15,0 0 1 16,0 0-1-16,0 0 0 16,0 0-1-16,0 0 3 15,0 0-3-15,0 0-4 16,0 0-28-16,0 0-33 15,0 0-44-15,-9-7-116 16</inkml:trace>
  <inkml:trace contextRef="#ctx0" brushRef="#br0" timeOffset="28284.28">18051 16176 7 0,'0'-3'101'0,"0"3"-68"16,0 0-27-16,-2 0 12 15,-3 0 13-15,5-4-9 16,0 4-9-16,0 0 4 15,0-4-4-15,0 4 0 16,0 0 1-16,0 0-3 16,0 0 6-16,0 0 1 15,0 0 5-15,0-4-5 16,-2 4 1-16,0-2-3 16,2 0-3-16,0 0 2 15,-3 2 7-15,3-4 2 16,0 4-11-16,0 0-1 15,0-4-4-15,0 4 1 0,0 0 0 16,0 0-2-16,0 0 1 16,0 0-6-16,0 0 2 15,0 0-3-15,0 0 1 16,0 0-3-16,0 0 2 16,0 0-3-16,0 0 4 15,5 0 1-15,2 8-3 16,6 2 4-16,4 5-5 15,1 3 5-15,7 1-3 16,0 0 1-16,-1-5-2 0,-1 1 0 16,-3-3 0-1,-4-2-1-15,-2 5 3 0,0-7-4 16,-3 2 5-16,1-3-5 16,-3 1 5-16,-2-4-4 15,-3 2 2-15,1-1-3 16,-3-1 3-16,1 0-2 15,-3-4 1-15,3 2 0 16,1 2-1-16,-2-4 4 16,1 0-3-16,-1 4 1 15,-2-4-2-15,0 0 0 16,0 0-2-16,0 0-11 16,0 0-10-16,0 0-28 0,0 0 1 15,0 0-19 1,0 0-16-16,0 0-39 15</inkml:trace>
  <inkml:trace contextRef="#ctx0" brushRef="#br0" timeOffset="29027.33">18203 16188 70 0,'0'0'42'15,"0"-4"-30"-15,0 0 22 16,0 4 7-16,0-4-2 15,0 4-13-15,0-3-14 16,0 3-1-16,0 0-7 16,0 0 3-16,0 0-2 15,0 0 1-15,0 0-2 16,0 0 5-16,0 0 2 16,0 0 0-16,0 0 0 15,0 0-3-15,0 0-2 0,0 0-2 16,0 0 4-16,0-4-2 15,0 0-2-15,2-2 1 16,-2 4-1-16,2 0 0 16,-2 2 0-16,5-4 4 15,-1-7-5-15,2 7-1 16,0-6-3-16,-6 6 3 16,2 0-2-16,-2 4 1 15,0 0 3-15,0 0 4 16,0 0 1-16,0 0 3 15,0 0 0-15,0 0-1 16,0 0-5-16,0 0-6 0,0 0 0 16,0 4 2-16,0 10 3 15,0 5-2-15,-6 6-3 16,-9 1 3-16,4 4-2 16,-5-1 2-16,5 4-4 15,-6 0 2-15,1-6-1 16,3-2-1-16,3-3 2 15,3-7-2-15,5-5 2 16,2-2 0-16,-2-3 0 16,2-5-1-16,0 0 1 15,0 0-4-15,-2 0 4 16,2 0-2-16,0 0-11 16,0 0-16-16,0 0-8 0,0 0-22 15,0 0-18 1,0-13-48-16</inkml:trace>
  <inkml:trace contextRef="#ctx0" brushRef="#br0" timeOffset="29710.62">17936 15948 60 0,'-3'0'32'15,"-1"0"-15"-15,2 0 34 16,2 0-9-16,0 0-2 16,0 0-13-16,0 0 3 15,0 0-7-15,0 0-8 16,0 0-6-16,0 0-1 16,0 0 5-16,0 0-5 15,0 0 0-15,0 0-6 16,0 0-3-16,0 0-4 15,0 0 15-15,11-7-15 16,14 6 14-16,1-6-3 16,-1 3 0-16,-2-6-1 15,0 6-2-15,2-7 1 0,-6 7-2 16,2 0 2-16,-8-2-2 16,-4 2 2-16,-4 4-4 15,-3 0 1-15,-2 0 3 16,0 0-2-16,0 0-1 15,0 0-4-15,0 0 1 16,0 0-21-16,0 0-41 16,0 0-39-16,0 0-92 15</inkml:trace>
  <inkml:trace contextRef="#ctx0" brushRef="#br0" timeOffset="30415.18">18644 16188 132 0,'-7'0'72'16,"3"0"-48"-16,0 0 18 16,-1 0-7-16,1 0-5 15,0 0-5-15,2 0-9 0,0 0 1 16,2 0-1-16,-2 0-5 15,2 0 3-15,0 0-1 16,-2 0-5-16,2 0-1 16,0 0-4-16,-3 0 1 15,3 0-5-15,0 0 3 16,0 0-3-16,0 0 0 16,0 0 0-16,0 0 0 15,0 0 11-15,11 0-5 16,8 0 1-16,2-4-5 15,3 0 1-15,-4-3-1 16,1 3 0-16,-4 0-2 16,0-4 2-16,-4 6-1 15,-1-2-1-15,-7 4 3 0,-3 0-2 16,-2 0 3-16,0 0-4 16,0 0 1-16,0 0-17 15,0 0-17-15,2 0-31 16,1 0-61-16,1 0-127 15</inkml:trace>
  <inkml:trace contextRef="#ctx0" brushRef="#br0" timeOffset="31419.04">18995 16312 30 0,'0'4'47'0,"0"-4"-24"15,0 0 23-15,0 0-2 16,0 0-14-16,0 0 3 15,2 0-4-15,-2 0-5 16,0 0-4-16,2 0-9 16,-2 0 5-16,2 0 8 0,0 0 1 15,3-4-15-15,2-10 1 16,2-5-8-16,-2-2-2 16,2 3-2-16,-2-5-2 15,-2-2 2-15,0 2 1 16,-3-6 1-16,0 7-2 15,0-8 5-15,1 8-5 16,-3 3 3-16,0 1-3 16,2 3 2-16,0 5-2 15,0-3 1-15,-2 7 0 16,0 2-3-16,0 0 6 16,0 4-4-16,0 0 5 15,0 0 1-15,0 0 4 0,0 0-5 16,0 0-2-1,0 0-2-15,0 0-2 0,0 8 9 16,0 2-6-16,0 9 2 16,0 0-2-16,0-1 3 15,0 1-4-15,0 2 1 16,0 1-1-16,5-3 1 16,0 4-1-16,2-5-1 15,-1-3 2-15,3-5-2 16,1-2 4-16,1-1-2 15,3 1 1-15,2-8-3 16,1 0 2-16,1 0-2 16,-2 0 6-16,2 0-5 15,-4-4 1-15,0-7 4 0,-5-3-7 16,-2 2 8-16,-2-3-7 16,-3-3 2-16,3-1-4 15,-5-2 3-15,2 2-1 16,-2-3-1-16,0-1 1 15,0 9 0-15,0-1 3 16,0 5-4-16,0 1 4 16,0 5-5-16,0 2 3 15,0 2-1-15,0-4 1 16,0 4 0-16,0 0-4 16,0 0 7-16,0 0-8 0,0 0 3 15,0 0-5 1,0 0 4-16,0 0 0 0,0 10 6 15,0 9-3-15,0 6 1 16,0 2 4-16,4-5 1 16,6 3 1-16,-3-6-7 15,2 0 3-15,2-5-4 16,-1-3 1-16,-1-3 0 16,0 0 0-16,-2-2 1 15,-2-2-3-15,-3-4-12 16,0 0-19-16,0 0-21 15,3 0-81-15</inkml:trace>
  <inkml:trace contextRef="#ctx0" brushRef="#br0" timeOffset="33138.4">19903 15925 3 0,'-5'-4'27'15,"1"-2"16"-15,-5 2-3 16,5-3 12-16,-4 3-19 16,3 0 6-16,1 0 11 15,-1 2-13-15,1 0 2 16,2 0-8-16,0-3 7 16,-2 5-18-16,4-4-13 15,0 4-1-15,0 0-4 16,0 0 0-16,0 0-1 0,0 0 2 15,0 0-3-15,0 0 0 16,10 0 4-16,8 0-6 16,1 4 5-16,2 1-3 15,3-3 2-15,2 6-3 16,-1-4 1-16,1 0 0 16,-5 3-1-16,-1-3 2 15,1 0-2-15,-8-2 4 16,-1 2-3-16,-5 0 2 15,-5 0-5-15,3 0 4 0,-3-4-2 16,-2 3 0 0,0-3 2-16,0 0-2 0,0 0 2 15,0 1-4-15,0 6 6 16,0-3 0-16,0 6-1 16,-11 5 0-16,-10 3-1 15,-5-5 0-15,4 4-1 16,-1-1 0-16,0 1 0 15,-1-1 2-15,2 1-3 16,1-5 3-16,8-2-4 16,3-1 2-16,5-3-1 15,3-2-12-15,2-4-13 16,0 0-12-16,0 0-3 16,0 0-29-16,2 0-17 15,17 0-53-15</inkml:trace>
  <inkml:trace contextRef="#ctx0" brushRef="#br0" timeOffset="33506.68">20213 16039 68 0,'0'0'85'16,"0"-2"-72"-16,3-2 4 15,-3 4 25-15,0 0-7 16,3 0-14-16,-3 0-3 0,0 0 3 16,0 0 6-16,0 0-6 15,0 0-1-15,0 0-6 16,0 0 6-16,0 0-2 16,-8 10-10-16,-5 2-1 15,-8 3-3-15,5-1 0 16,-5 1-4-16,2 4 5 15,-1 3-3-15,-3-3 4 16,2 2-6-16,8-7 1 16,-2-2-2-16,11-5 1 15,-1-3-2-15,5-4-19 16,0 0-21-16,0 0-21 16,0 0-15-16,0 0-33 15</inkml:trace>
  <inkml:trace contextRef="#ctx0" brushRef="#br0" timeOffset="34523.58">20805 15759 31 0,'0'-4'74'0,"0"2"-53"16,0 2 9-16,0-4 15 0,0 4-2 16,0 0-7-16,0 0-17 15,0 0-12-15,0 0-1 16,0 0 1-16,0 0 11 15,3 0-2-15,-3 0 0 16,0 0-4-16,0 0 3 16,0 6-6-16,-10 7-6 15,-6 5-1-15,0-3-1 16,0 3 0-16,2-1 0 16,2-1 4-16,1 3-3 0,1 6 1 15,4-2-4 1,-1 2 2-16,5-3 1 0,2 1-4 15,0-2 6-15,0 2-6 16,4-1 6-16,10-7-4 16,7-1 6-16,2-3-7 15,2-3 2-15,0-4 0 16,3-4 0-16,-1 0 1 16,-3 0-4-16,-3 0 3 15,-8-8-1-15,-4-3 2 16,-1 3-4-16,-8-2 0 15,0-5-14-15,0 3 26 0,0 2-6 16,-15-5-3 0,0 11-1-16,-4-2-6 15,-2 6 8-15,1 0-2 16,-3 0-1-16,-5 10-2 0,5 5-17 16,7-1-11-16,4-3-15 15,5 1-19-15,7-2-29 16</inkml:trace>
  <inkml:trace contextRef="#ctx0" brushRef="#br0" timeOffset="34796.07">21046 16037 181 0,'0'0'86'16,"0"0"-50"-16,0 0 13 15,0 0-16-15,0 0-14 16,0 0-13-16,0 0-4 16,0 0 2-16,0 0-7 15,0 0 7-15,0 0-13 16,6-4-34-16,5 4-31 15,2-8-92-15</inkml:trace>
  <inkml:trace contextRef="#ctx0" brushRef="#br0" timeOffset="35295.92">21198 15830 81 0,'-2'0'46'15,"-3"-4"-40"-15,5 4 26 16,-2 0 12-16,0 0-26 16,0 0-10-16,-3 0 11 0,1 8-2 15,4 2-13 1,0-2 3-16,0 3 3 0,0-3-4 15,0-2-3-15,0-2 0 16,2 1 3-16,9 1-3 16,2-2 0-16,4 0-3 15,4 0 4-15,-1-4-2 16,3 7-2-16,3-3 1 16,-3 2-2-16,2 2 3 15,-2 0-3-15,5 3 3 16,-3 3-2-16,-2-1 1 15,-5 1-3-15,-3-3 3 16,-7-5-1-16,-1 2-1 16,-7-4 9-16,0 3 12 0,0 1 3 15,-4-4-5-15,-14 2-10 16,-5 2-1-16,-3-8-7 16,1 0 13-16,1 0-13 15,4 0-3-15,4 0-44 16,0 0 2-16,2-4-40 15,5-4-15-15</inkml:trace>
  <inkml:trace contextRef="#ctx0" brushRef="#br0" timeOffset="35599.22">21206 15855 147 0,'0'0'55'0,"0"-3"-56"16,4 3 27-16,5-4 15 16,4-6-19-16,6 6-11 15,0-7 3-15,3 7-4 16,4-4-7-16,-1 0-3 15,3 2 3-15,0-1-4 16,-3 5-3-16,-7 0 3 16,-4-2-5-16,-5 4-22 0,0 0-39 15,-4 0-72-15</inkml:trace>
  <inkml:trace contextRef="#ctx0" brushRef="#br0" timeOffset="36738.39">21782 15838 29 0,'0'0'82'15,"0"0"-40"-15,0 0 1 16,0 0 33-16,0 0-10 16,0 0-15-16,0 0-10 15,0 0-9-15,0 0-7 16,0 0-15-16,3 0-5 16,7 0 4-16,3 0-5 15,1 0 3-15,2 0 0 16,0 0-1-16,-2 0-4 15,2 0 0-15,-2 0 0 16,-1 0-2-16,-1 2 1 0,-3-2-2 16,0 0 3-16,1 0-2 15,-1 0 2-15,-2 0-2 16,-1 4 1-16,-3-4-2 16,0 0 1-16,-3 0 0 15,0 0 0-15,0 0 1 16,0 0-3-16,0 0 4 15,0 0 1-15,0 0 3 16,0 0-6-16,0 0 0 16,0 0 4-16,0 0-2 15,-6 0 2-15,0 0-5 16,-3 0 5-16,0 0-6 16,-1 4 5-16,5-4-5 15,1 0 4-15,2 0-3 16,-1 0-2-16,3 0-4 0,0 0 2 15,0 0 1-15,0 0 0 16,0 0-2-16,0 0-12 16,0 0-2-16,0 0 8 15,12 0 7-15,4 0 2 16,0 0 3-16,0-4 0 16,0 0-2-16,-4 2 6 15,-1 0-6-15,-6 2 6 16,-3-2-5-16,-2 2 2 15,0 0-2-15,0 0 0 16,0 0-1-16,0 0-3 16,0 0-4-16,-2 0 7 0,-14 0-23 15,-1 10-19-15,2-2-27 16,-2 7-59-16</inkml:trace>
  <inkml:trace contextRef="#ctx0" brushRef="#br0" timeOffset="39195.39">22512 15645 3 0,'5'0'19'0,"-1"-6"36"15,-2 4-28-15,4 2 6 16,-2 0-5-16,-2 0-1 16,3 0 2-16,-3 0-1 15,-2 0-3-15,0 0-10 16,0 0 4-16,0 0 1 16,0 0 0-16,0 0-11 0,0 0-1 15,0 0-6 1,0 0 10-16,0 8-5 0,0 1 3 15,-9 5-2-15,-3 1-3 16,3-5 3-16,2 2-6 16,3 3 1-16,2 2-3 15,-4 5-1-15,0-3 2 16,1 0-1-16,-2-1 1 16,7-3-3-16,0 3 4 15,0-7-3-15,0 1 4 16,0 3-7-16,0-5 5 15,0 0-1-15,12 3 1 16,2-3-2-16,4 1 1 16,-2-3-2-16,0-4 2 0,-2 0 2 15,-3-2 1-15,8-2-1 16,-1 0-3-16,1 0 4 16,2 0-3-16,-6-6 0 15,-6-2 2-15,1 1-1 16,-8-1 3-16,3-2-5 15,-3 2-5-15,-2-7-4 16,0 5 26-16,0 1-13 16,0-5-3-16,0 6 2 15,-4-3-4-15,-8 3-1 16,0 6-1-16,1-2 4 16,-5 4-2-16,0 0 3 15,0 0-1-15,-2 8-12 0,-3 9-10 16,2-1-5-1,-1-1-5-15,8-5-8 0,3 5-14 16,2-5-34-16,3 2-48 16</inkml:trace>
  <inkml:trace contextRef="#ctx0" brushRef="#br0" timeOffset="41233.65">18076 16575 19 0,'0'0'19'16,"0"0"5"-16,0 0 6 16,0 0 11-16,0 0-12 15,0 0-8-15,0 0 3 0,0 0 3 16,0 0-4-16,0 0 0 16,0 0-11-16,0 0-2 15,0 0-2-15,0 0 1 16,0 0 4-16,0 0-4 15,0 0 5-15,0 0-5 16,0 0 5-16,0 0-6 16,0 0 0-16,0 0-1 15,0 0-3-15,0 0 2 16,0 0-5-16,0 0 5 16,0 0-6-16,0 0 2 15,0 0-3-15,0 0 1 0,0 0 0 16,0 0 3-1,7 0 1-15,14 0-1 16,2 0 2-16,9-8-4 0,3-3 3 16,4-3-4-16,7-1 4 15,0-3-6-15,0 3 4 16,2 3-1-16,-1-2 1 16,-4 3-1-16,-2-3 0 15,1 1 3-15,-3 3-3 16,0-1 1-16,-5-1-3 15,4 2 1-15,-4-1 1 16,0 3-1-16,1-6 0 16,-1 3-1-16,-2-1 5 0,-2 1-4 15,0 3 5-15,-4-2-6 16,1 2 4-16,1 1-2 16,0-1 0-16,-1 2-1 15,0 2 0-15,1-7 1 16,2 3 0-16,-2 0 6 15,2 2-4-15,-3-5 3 16,-1 7-5-16,-1-4 2 16,0 4-1-16,0 1 0 15,-1-1 0-15,-6 0-4 16,0-2 5-16,-1 6-3 16,-6-4 3-16,0 0-5 15,-1 0 4-15,-3 4-3 16,-1 0 2-16,-1-4-1 0,-1 4 0 15,-1 0 2-15,4 0-2 16,-3 0 3-16,3-3-2 16,0 3 2-16,1 0-3 15,0-4 1-15,-1 4 0 16,2 0-1-16,-1 0 2 16,1 0-2-16,-3 0 4 15,-3 0-4-15,1 0 4 16,-4 0-4-16,0 0 2 15,2 0-4-15,-2 0 3 16,0 0-1-16,0 0-4 16,0-4-3-16,0 4-19 15,0 0-28-15,-4 0-66 0,-10 0-38 16</inkml:trace>
  <inkml:trace contextRef="#ctx0" brushRef="#br0" timeOffset="44536.32">18783 16726 24 0,'0'0'43'0,"-3"0"-33"16,1 0 15-16,0 0 7 15,2 0-14-15,0 0-8 16,0 0-4-16,0 0 7 16,0 0-3-16,0 4 3 15,0-4-2-15,0 0 1 16,0 0-1-16,0 0-1 16,0 0-3-16,-2 0-1 15,-6 0 2-15,1 0-5 16,3 0 7-16,-3 0-2 15,3 0 0-15,-2 0-7 16,2 0 5-16,0 0-1 16,-1 0-4-16,3 0 3 0,0 0-1 15,-1 0 3 1,3 0-3-16,0 0 4 0,0 0-4 16,0-4 1-16,0 4 1 15,0-4 1-15,0 0-1 16,0-2-5-16,7-2 3 15,0-3-3-15,3 7 1 16,-4 0-1-16,3 0 0 16,-2 2-1-16,1-3 1 15,-2 5 0-15,1 0 0 16,0-4 0-16,-1 4-1 16,0 0 3-16,0 0-2 15,1-4 2-15,-2 4-4 16,1 0 4-16,2 0-4 0,-4 0 2 15,3-1 2-15,-3 1-4 16,1 0 1-16,-3 0 0 16,0 0 1-16,4 0-4 15,-4 0 8-15,3 0-8 16,1 0 12-16,-4 1-6 16,3 12 1-16,-5-3 4 15,0 5-2-15,0 3 2 16,0 1-3-16,0-1-1 15,-5 7-1-15,-8-6-2 16,-1 4 0-16,-2-5 0 0,2 1-2 16,-2 2 4-16,2 1-2 15,3-7 1 1,2-2 2-16,3-7-4 16,4-6 3-16,0 0-3 0,2 0 0 15,0 0-1-15,0 0-3 16,0 0-2-16,0 0-9 15,0 0 14-15,0-4-2 16,0-7 4-16,0 1-2 16,0 1 4-16,0 4-2 15,0-8-3-15,0 6 0 16,2-5 0-16,8 2 3 16,-1-1 0-16,-2 3 3 15,2 0-5-15,0 6 4 16,0-2-4-16,-2 4 2 0,1 0 4 15,1 0 0-15,-1 0 2 16,1 0-3-16,4 0 2 16,-2 0-5-16,3 0 3 15,-5 0-4-15,2 0 1 16,1 0-1-16,-3 0-2 16,0 0-3-16,1 0-9 15,-1 0-7-15,-3 0-46 16,3 0-14-16,-3 0-27 15</inkml:trace>
  <inkml:trace contextRef="#ctx0" brushRef="#br0" timeOffset="44964.8">19024 16623 111 0,'0'0'67'0,"0"-4"-61"16,0 4 12-16,0 0 18 15,0 0-13-15,0 0-20 16,3 0-2-16,-3 0 9 0,2 8 9 15,0 10-10-15,0 3 1 16,-2 2 1-16,3 2 2 16,-3 6 4-16,0-2-6 15,0 0 2-15,0 0-5 16,0-2-3-16,0-2-3 16,0-3-1-16,0-7-1 15,0-2-1-15,0-3 2 16,0-6-2-16,0 2 2 15,0-6-8-15,0 4-12 16,0-4-19-16,2 0-5 0,2 0-22 16,1 0-50-1,2 0 8-15</inkml:trace>
  <inkml:trace contextRef="#ctx0" brushRef="#br0" timeOffset="45519.85">19169 16670 3 0,'3'-4'55'15,"-3"4"-40"-15,0 0-11 0,0 0 13 16,0 0 12-16,0 0-1 15,0 0-21-15,0 0 0 16,0 4-4-16,0 5 2 16,0-3-3-16,0-2 2 15,0 4-2-15,0-1 0 16,0-3 0-16,0 0 1 16,2-4-2-16,3 2-1 15,1-2 2-15,3 0 1 16,6 4 2-16,0-4 3 15,6 0-4-15,-3 0-4 16,3 4 0-16,-2 0 0 16,1 0 3-16,-1-1-1 0,-3 1 0 15,-5 4 1-15,0-2-2 16,-3-2 5-16,-3 4 0 16,-1 3 7-16,-4-2-7 15,0-4 2-15,0 4 6 16,0 1-5-16,0 1-3 15,-2-3-5-15,-15-2 5 16,-1 2-6-16,-3-4 2 16,0 0-3-16,4 3 2 15,-2-7-2-15,5 0-10 16,2 0-1-16,1 0-9 16,2 0-2-16,-1 0-14 15,1-11-25-15,3-3-14 16</inkml:trace>
  <inkml:trace contextRef="#ctx0" brushRef="#br0" timeOffset="45737.58">19121 16652 94 0,'2'0'23'0,"3"-7"-12"15,1 7 26-15,4-8-10 16,1 4-11-16,6-6-8 16,-2 2-7-16,7-3-3 15,-2 7-6-15,1-2-24 0,-3-2-41 16,-2 8-19 0</inkml:trace>
  <inkml:trace contextRef="#ctx0" brushRef="#br0" timeOffset="47102.12">20688 16188 58 0,'-2'0'23'0,"2"0"-5"16,0 0 19-16,0 0-8 15,0 0-5-15,0 0 4 16,0 0 6-16,0 0 0 16,0 0-11-16,0 0-7 15,0 0-5-15,0 0 15 0,6 0-7 16,15 0-7-16,4 0-4 15,5 0 5-15,4-8-1 16,6-3-8-16,3 3-1 16,6 2-3-16,6-2 5 15,4 1-4-15,1-1 1 16,0 4-1-16,-2-2 2 16,-1 2 1-16,1-1-2 15,4-1 2-15,0-2-1 16,3 0 0-16,-6 1-1 15,1-1 0-15,-4 2-3 16,-4 2 3-16,-1-4-2 16,0 1 0-16,-6 3 1 0,2-2-1 15,-4 2 1 1,2 0 0-16,-4 0 5 0,0 0-5 16,1 1 4-16,1 3 3 15,-2-4-5-15,-1 0-3 16,-3 0 1-16,-3 0-1 15,0 2-1-15,-1 2 3 16,-1-4-2-16,-2 4 3 16,0-5-3-16,-3-1 4 15,-6 6-5-15,-3-4 2 16,-4 0-1-16,4 0 0 16,1 2 0-16,0-3-1 15,-10 5 3-15,-3 0-2 16,-1 0 2-16,-5 0-4 0,0 0 2 15,0 0-2-15,0 0-4 16,0 0-7-16,0 0-18 16,0 0-31-16,0 0-35 15,0 3 3-15,-20 15-85 16</inkml:trace>
  <inkml:trace contextRef="#ctx0" brushRef="#br0" timeOffset="47784.14">21744 16376 48 0,'-7'-4'91'16,"5"0"-65"-16,2 0 5 15,-3 0 33-15,3 4-9 0,0-2-15 16,0-2-11-1,0 4-12-15,0-4-13 0,0-1-2 16,0 3-1-16,0-2 3 16,16-4-4-16,5 2 6 15,-3 1-6-15,5 1 3 16,-4 0-4-16,-1 4 3 16,-2-2-2-16,-2 2 1 15,-4 0 1-15,-6 0-5 16,-4 0 2-16,0 0-4 15,0 0 12-15,0 15 1 16,0 5-8-16,0 7 3 16,-14-2-3-16,3-2 2 15,-3 0-2-15,0-3 1 16,3-1-3-16,3-7 3 0,1-5-1 16,5 1 1-16,0-8-3 15,2 2 2-15,0-2-3 16,0 0 2-16,0 0 0 15,0 0 1-15,0 0 2 16,0 0 0-16,17 0 3 16,0 0-1-16,2 0 0 15,4 0-7-15,0-2 2 16,-2-6 1-16,-5 4-4 16,0 1-6-16,-3-1-14 15,-1 4-6-15,-3-4-23 16,-2 4-19-16,1 0-65 15</inkml:trace>
  <inkml:trace contextRef="#ctx0" brushRef="#br0" timeOffset="48212.25">22093 16254 138 0,'0'-4'54'16,"0"4"-29"-16,0 0 19 16,0 0-8-16,0 0-3 15,0 0-11 1,0 0-14-16,0 0 0 0,0 19-1 15,0 3 3-15,-9 7 5 16,0 5 1-16,-1-1-12 16,1 4 5-16,3-4-3 15,-1 4 2-15,0 3-7 16,0 1 1-16,2-8-1 16,1 0-2-16,2-8 2 15,-1-2-1-15,1-8 2 0,2-5-2 16,-2-6 0-16,2 0-14 15,0-4-12-15,0 0-6 16,0 0-15-16,0 0-18 16,0 0-29-16,0 0-40 15</inkml:trace>
  <inkml:trace contextRef="#ctx0" brushRef="#br0" timeOffset="48671.12">22210 16434 151 0,'0'0'54'0,"0"0"-26"0,0 0 8 16,0 0-7-16,0 0-18 16,0 0-4-16,0 0-5 15,-4 4 5-15,0 1-2 16,1 1 0-16,3 2-7 15,0-4 1-15,0 3 6 16,0-3-8-16,0 0 7 16,0 2-4-16,5-2 0 15,8 0 1-15,4-4 5 16,6 4-7-16,-1-4 4 16,2 3-1-16,1 1-3 0,-2 4 3 15,-5-2-2 1,1 2 3-16,-6 3-6 0,-3 1 5 15,-1-2-4 1,-7 1 2-16,-2-3-1 0,0 3 1 16,0 3 10-16,-4-6-6 15,-13 3 1-15,-3-3-6 16,-1-2 4-16,-2-2-5 16,3 0-6-16,1-4-6 15,0 0-10-15,6 0-16 16,0 0-17-16,3-4-18 15,7-10-55-15</inkml:trace>
  <inkml:trace contextRef="#ctx0" brushRef="#br0" timeOffset="48881.16">22240 16445 56 0,'5'-2'114'0,"-1"-3"-109"16,8 1 8-16,4-2 0 16,3-2-3-16,0 4-4 15,1-3-1-15,1 3-6 16,2 0 0-16,-3-2-7 16,1 2-8-16,-2 4-48 15</inkml:trace>
  <inkml:trace contextRef="#ctx0" brushRef="#br0" timeOffset="55906.45">22991 15291 26 0,'0'0'85'15,"0"0"-45"-15,0 0-7 0,0 0 23 16,0 0-12-16,0 0-12 15,0 0-3-15,0 0-1 16,0 0-5-16,0 0-1 16,0 0-4-16,0 0-4 15,0 0 3-15,2 0 4 16,9 0-2-16,1 4-14 16,0 1 0-16,-1 5 2 15,-2-4 0-15,3 7-3 16,3-3-2-16,4 9-1 15,2-1 0-15,-1 1 3 16,-1-1-3-16,-1 1 4 16,1 0-2-16,-3 6 2 15,-2-3 3-15,-3 3-4 0,3 2-1 16,-3-2-2-16,1-2 1 16,0 2-2-16,-4 2 3 15,5 2-2-15,-2 0 3 16,0 8-4-16,1-4 2 15,-1 4-1-15,0 0 1 16,1-1-2-16,0-1-2 16,2-2 4-16,-3 0-2 15,0 0 2-15,-1-4-2 16,-3 0 1-16,-1-2-2 16,-3-2 0-16,-1 2 0 15,-2 2 0-15,0 0 1 16,0 4-2-16,0-4 5 15,0 4-4-15,-5 5 2 0,-8-1-2 16,-1-4 3-16,0 0-3 16,0 0 1-16,1 0-1 15,-2-4 0-15,0 2 2 16,0-2 0-16,2 4 1 16,-3-4-3-16,2-2 3 15,-2 6-4-15,2-4 2 16,-1 0 1-16,2 1-3 15,2-8 3-15,2-3-2 16,2-5 3-16,4 1-2 16,-1-11 1-16,4 0-3 0,0-4 2 15,0 0-1 1,-2 0-7-16,2 0-7 0,0 0-11 16,0 0-23-16,0 0-20 15,0 0-18-15,-5 0-23 16,-1-8 7-16</inkml:trace>
  <inkml:trace contextRef="#ctx0" brushRef="#br0" timeOffset="58030.62">16051 17913 51 0,'-2'0'57'16,"2"0"-33"-16,0 0 4 16,0 0 8-16,0 0 13 15,0 0-12-15,0 0-15 16,0 0 1-16,0 0 0 16,0 0-5-16,0 0-14 15,0 0 1-15,17 0 10 16,3 0 3-16,10 0-7 15,0-7-5-15,6 3-2 0,4 0 0 16,-1 3 0-16,4-4-3 16,-3-3 0-16,-3 4-1 15,-5-3-1-15,-9 3 1 16,-5 0-4-16,-6 0 0 16,-5 4-17-16,-3 0-23 15,-4 0-28-15,0 0-24 16,0 0-72-16</inkml:trace>
  <inkml:trace contextRef="#ctx0" brushRef="#br0" timeOffset="58306.88">16218 18039 158 0,'-6'0'86'15,"4"0"-69"-15,0 0 6 16,2 0 27-16,0 0-5 16,0 0-35-16,0 0-8 15,0 0 1-15,16 0 8 16,10 0-9-16,6 0 8 16,2 0-9-16,5-8 0 0,-2-3 0 15,0 6-10-15,0-8-8 16,-5 7-28-16,-6-3 1 15,-4 9-41-15,-8-4-53 16</inkml:trace>
  <inkml:trace contextRef="#ctx0" brushRef="#br0" timeOffset="58846.16">16937 17762 175 0,'0'-7'95'0,"0"7"-78"16,0 0-1-16,0 0 4 16,0 0 1-16,0 0-16 15,0 0-1-15,5 0-2 0,2 0 16 16,2 0-3-1,3 11-9-15,-1 3 5 0,1 5 5 16,1 4 4 0,2 10-14-16,0 0-3 0,2 6 0 15,-2 3-1-15,-3-1 1 16,0-6-3-16,-6-3 5 16,1-8-4-16,-2-9 2 15,-2-1-4-15,-1-6 2 16,-2-3-2-16,2-1 1 15,-2-2 0-15,0-2-2 16,0 0-3-16,0 0-24 16,0 0-16-16,0 0-17 0,0 0-12 15,0 0-39 1</inkml:trace>
  <inkml:trace contextRef="#ctx0" brushRef="#br0" timeOffset="59380.66">16908 17803 99 0,'-7'-8'50'0,"2"-3"-34"16,0 7 9-16,3-6 27 15,-1 6-10-15,1 0-3 16,2-3-13-16,0-1-7 16,0-2-15-16,0-9-1 15,15 5-1-15,0 1-1 16,2-1 2-16,-2-1-1 16,4 1 7-16,-1 3-5 15,1 3 2-15,2 2-4 16,1-2 1-16,1 4-2 15,3-7 0-15,-1 7-1 16,-1 0-4-16,-2 2 11 16,1 2-2-16,-2 0 0 15,-3 0 4-15,-1 0-3 0,-2 14-7 16,-5 1 3-16,-3 3 8 16,-7 1-4-16,0 0-1 15,0 1-2-15,-5 3 3 16,-14 2-6-16,-6-6 5 15,-3-1-10-15,2 1 2 16,-2-5-5-16,5 1 11 16,4-7-3-16,10 1-4 15,4-7-18-15,5-2-7 16,0 0 3-16,0 0-35 16,0 0-16-16,0 0-50 15</inkml:trace>
  <inkml:trace contextRef="#ctx0" brushRef="#br0" timeOffset="59874.25">17717 17552 157 0,'0'0'48'0,"0"0"-31"15,0 0 29-15,0 0 1 16,-4 0-7-16,-3 7-19 15,0 1-9-15,0 2-7 16,-2 5-2-16,2 4 2 16,0 3-3-16,-3-3 6 15,6-1-1-15,2 11 1 16,2 5 0-16,0 7-6 16,0-2-1-16,0-1 1 15,4-1-3-15,6 1-1 16,3-10 6-16,4 10-5 0,-1-10 2 15,2 6 0-15,0-1 2 16,1-4-3-16,2-7-1 16,-5 2-2-16,2-4 0 15,-4-7-23-15,0-7-13 16,0-2-21-16,2-4-35 16,2 0-27-16</inkml:trace>
  <inkml:trace contextRef="#ctx0" brushRef="#br0" timeOffset="62356.1">18187 17718 278 0,'-5'0'83'0,"3"0"-76"15,2 0 1-15,0 0 12 16,0 0 4-16,0 0-10 0,0 0-3 16,0 0-9-16,0 0 0 15,7-4 7-15,15 0-7 16,11-2 5-16,4-4-1 15,-2 1-2-15,6 1-2 16,-7 1 2-16,0-1-4 16,1 4 1-16,-7-2-1 15,-5 6-3-15,-7 0 5 16,-7 0-1-16,0 0-1 16,-4 0-1-16,-3 0 4 15,-2 9-1-15,0 0 3 16,0 6-2-16,0 10 1 0,-13 6 0 15,-2-2 1 1,-3 0-1-16,2 4-3 0,0-4 1 16,2-2-3-16,3 2 2 15,0-6-1-15,3 2 0 16,-1-7 1-16,2 5-3 16,1-5 3-16,0 2 0 15,4-6 2-15,0 0-3 16,0-3 1-16,2 3-2 15,0-6 1-15,0 3-2 16,0-7 1-16,0 5 2 16,9-5-4-16,5-3 5 15,5 3 1-15,1-4-1 0,5 0-4 16,3 0 5 0,2 0-2-16,2 0-1 0,0-4 0 15,-2-6-1-15,-7 2 3 16,-5 6-2-16,-8 2 1 15,-6 0-6-15,-4 0-2 16,0 0-15-16,0 0-7 16,3 0-9-16,-3-2-20 15,0 0-18-15,0 2-4 16,0 0-20-16</inkml:trace>
  <inkml:trace contextRef="#ctx0" brushRef="#br0" timeOffset="62885.28">18239 17969 68 0,'-2'0'57'16,"2"0"-36"-16,0 0 12 16,0 0 21-16,0 0-11 15,0 0-18-15,0 0-2 16,0 0-5-16,12 0 8 16,4-4-5-16,5 2-8 0,1-2-4 15,4-1 2 1,1-3-3-16,1 2-1 0,-2 1 0 15,3 0-4-15,-5-4 7 16,-2 5-7-16,-5 0 2 16,-8 2-6-16,-7-3 2 15,-2 5-6-15,0 0-7 16,0 0-24-16,0 0-24 16,0 0-38-16,-2 0-100 15</inkml:trace>
  <inkml:trace contextRef="#ctx0" brushRef="#br0" timeOffset="75489.73">18909 17714 124 0,'-2'0'78'0,"0"0"-42"0,-3 0 10 15,3 0 10-15,0 0-8 16,2 0-18-16,-3 0-3 16,3 0-6-16,0 0 8 15,0 0-10-15,0 0 0 16,0 0-7-16,0 0 2 16,0 0-3-16,0 0-2 15,0 0 1-15,0 0-2 16,0 0 7-16,0 0-7 15,0 0 1-15,-3 0-6 16,3 0 4-16,-2 0-4 16,0 0 3-16,2 0-3 15,0 0 0-15,0 0 1 0,0 0-5 16,0 0 7-16,0 0-3 16,10 0 0-16,5 0-4 15,0 0 1-15,3 4-1 16,-2 0 2-16,2 1-1 15,1-3-1-15,-4 2 2 16,6-4 0-16,-2 4 1 16,1-4-3-16,-1 4 3 15,-1-2-5-15,-2-2 3 16,1 4 0-16,-1-4-1 16,0 4 2-16,-5-4-2 15,-2 4 4-15,1-4-3 16,-3 5 1-16,2-5-2 15,-3 2 1-15,2-2-1 0,-1 0 0 16,-3 0 2-16,-2 4-3 16,1-4 4-16,-1 0-3 15,-2 0 4-15,0 0-3 16,0 0 1-16,0 0-3 16,0 0 4-16,0 0-3 15,0 0 1-15,0 4 0 16,0-4-2-16,0 0 4 15,0 0-2-15,0 0 1 16,0 4-3-16,0-4 1 16,0 6 0-16,-16 2 1 0,-3 3-1 15,-2-1-1-15,-1 3 3 16,1-3-6-16,0 5 5 16,3-3-5-1,-1-2 3-15,6 1-1 0,-1-3-1 16,5 2-1-16,2-6-2 15,5 0-6-15,-1-4 2 16,0 0-3-16,3 0-12 16,0 0-11-16,0 0-18 15,0 0 1-15,0 0-22 16,0 0-21-16,0 0-16 16</inkml:trace>
  <inkml:trace contextRef="#ctx0" brushRef="#br0" timeOffset="76082.61">19417 17865 107 0,'3'0'59'0,"-3"0"-30"16,3 0 31-16,-3 0-21 16,0-4-9-16,0 4-9 15,0 0-1-15,0 0 0 16,0 0-5-16,0 0 3 15,0 0-4-15,0 0 2 16,0 0 1-16,0 0 2 16,0 0-11-16,0 0 4 15,0 0-6-15,0 0 0 16,0 0-5-16,0 0 3 16,0 0 10-16,0 0-14 15,0 0 8-15,0 0-1 16,-13 19-2-16,-4-1-6 15,-4 5 3-15,-3 0-3 0,4-2 1 16,-3 1 0-16,-5-3-1 16,3 6 2-16,-3-2 0 15,0-5 0-15,4 1-1 16,5-5 1-16,5 1-2 16,5-6 0-16,4-5 0 15,3-3-1-15,2-1-5 16,0 0-2-16,0 0 0 15,0 0-14-15,0 0-5 16,0 0-13-16,0 0-28 16,0 0-51-16,0 0 33 15</inkml:trace>
  <inkml:trace contextRef="#ctx0" brushRef="#br0" timeOffset="111746.24">19825 17577 85 0,'2'0'42'0,"-2"0"-37"16,0 0 12-16,0 0 11 15,0 0-9-15,0 0-12 16,0 0-1-16,3 0 6 16,-3 0 11-16,2 0-12 15,-2 0 1-15,0 0 3 0,0 0-5 16,0-1-8-16,2-8 5 16,0-1-2-16,3-3-2 15,-3 3-1-15,0 2-1 16,4-3-1-16,0-3 0 15,1-1 1-15,-3 3-1 16,1 1 0-16,-3 6 2 16,4 0-1-16,-6 1 1 15,0 4-2-15,0 0 0 16,0 0 2-16,0 0 0 16,0 0-1-16,0 0 1 15,0 0 0-15,0 0 3 0,0 0 2 16,0 0 0-16,0 0-1 15,0 0-6-15,0 0 3 16,0 0-1-16,0 0-5 16,0 0 3-16,0 0-2 15,0 0 5-15,4 0-1 16,-2 4 4-16,3 6-10 16,1 5 17-16,1-1-12 15,1 5 2-15,-2 0 0 16,1 3 1-16,0 3-3 15,-1-6-1-15,2 4 1 0,-1 0 0 16,2-4 0 0,-5-3-1-16,4-3 1 0,-4 1 0 15,-2 0-2-15,1 1 2 16,-1-1 1-16,0 5-1 16,0-5-2-16,1-6 1 15,-1 3 0-15,-2-7-2 16,0 6 5-16,2-1-4 15,0-3 1-15,-2 2-3 16,0-2 4-16,0 3-3 16,0-1 2-16,3 2 0 15,-3-6 0-15,0 3-6 16,3-7 6-16,-3 0-3 16,0 0 0-16,0 4 7 0,0-4-3 15,0 0-1-15,0 4 1 16,0-4-1-16,0 0 2 15,0 0-2-15,0 0 0 16,0 0 0-16,0 0-2 16,0 0-4-16,0 0 17 15,0 0-9-15,-8 0-2 16,-3 0-1-16,0 4 3 16,-6 1 0-16,-2 0-1 15,4 4-4-15,-6-7 11 16,10 6-1-16,2-8 0 15,3 5-6-15,6-5-1 16,-2 0 0-16,2 0-7 16,0 0 3-16,0 0 2 15,0 0-1-15,0 1 6 0,0-1-1 16,10 3-2-16,3-2 4 16,4-1 2-16,3 0-5 15,1 0-3-15,2 0 3 16,3 0-1-16,-2 0 2 15,2-5-2-15,-5-4 3 16,-3-2-3-16,-11 11 0 16,0 0-3-16,-7 0 2 15,0 0-8-15,0 0-19 16,0 0-25-16,0 0-25 0,0 7-38 16</inkml:trace>
  <inkml:trace contextRef="#ctx0" brushRef="#br0" timeOffset="112227.82">20301 17851 188 0,'0'-4'29'16,"0"2"-15"-16,0 2 26 15,0 0-1-15,0 0-18 16,0 0-11-16,0 0-5 16,0 0 2-16,0 0-1 15,0 0-2-15,0 0 1 16,0 0-1-16,0 0-1 16,0 0-2-16,0 0-1 0,0 0-1 15,0 0-1-15,0 0 1 16,0 0 0-16,0 0 0 15,0 0-2-15,0 0-3 16,0 0-15-16,0 0-10 16,0 0-3-16,0 0-4 15,0 0-14-15,0 0-50 16</inkml:trace>
  <inkml:trace contextRef="#ctx0" brushRef="#br0" timeOffset="113044.83">20439 17548 177 0,'-14'-4'61'0,"5"2"-50"16,0-2 4-16,7 0 1 15,-1 0 10-15,3 0-27 16,0-3 11-16,0 3-6 16,5-4-1-16,11-2-2 15,3 4 1-15,1-3 5 16,3 1-5-16,7-3-1 15,0 6 1-15,0-4-1 16,-2 5-1-16,-7 0 2 16,-1 4 0-16,-8 0 0 0,-1 0 0 15,-4 0 2-15,-3 4-4 16,1 9 9-16,-5-4-7 16,0 10 0-16,0 0 7 15,0 2 2-15,0 1-15 16,0 1 14-16,-7 2-6 15,-4 2-21-15,-6-2 34 16,1 2-13-16,2-3-7 16,3-5 5-16,2 4-4 15,2-4 1-15,2-5 1 16,3-8 0-16,2-2 0 16,0 0-4-16,0-4 2 0,0 0 1 15,0 0 0-15,0 0-1 16,0 0 2-16,10 0-3 15,5 0 6-15,4 0 0 16,4 0-3-16,-5 0-2 16,5-4 6-16,-2 0-3 15,-1-6 1-15,6 2-2 16,-5 6 1-16,-3-7-1 16,-6 9 0-16,-8 0-5 15,-1 0-3-15,-1 0-21 16,-2 0-34-16,2 0-2 15,-2 0-65-15</inkml:trace>
  <inkml:trace contextRef="#ctx0" brushRef="#br0" timeOffset="113584.78">20924 17453 145 0,'0'0'110'0,"0"0"-85"16,-7 0-13-16,-1 0 2 15,-1 10-1-15,-1 1-1 16,3 6-9-16,3-7 1 15,1-4-4-15,3 2-1 16,0 3-4-16,0-3 1 16,0-2 7-16,0-2-8 15,5 0 4-15,8 0 3 16,4-4 10-16,2 7-12 16,1-7 0-16,3 4 2 15,0 0-1-15,5 0 1 16,-4 2-2-16,2 3 1 15,-5 1 0-15,2 3-1 16,-5-3 1-16,-1 4-1 16,-2 1 0-16,-7-5-2 0,-4 2 5 15,-4-1-6-15,0-2 2 16,0-4 14-16,-4-1-7 16,-17 1-5-16,-7 1-1 15,0-2-11-15,1-4 8 16,-1 0 6-16,8 0-8 15,3 0-27-15,4 0-8 16,1-4 2-16,5-2 3 16,-2-8-29-16,5-6-33 15</inkml:trace>
  <inkml:trace contextRef="#ctx0" brushRef="#br0" timeOffset="113847.29">20883 17424 123 0,'0'-4'63'0,"0"4"-55"15,0 0 26-15,7 0 7 16,5-4-26-16,3 0-9 15,9-2-4-15,1-3 3 16,3 5-5-16,-4 0-2 0,0 2-4 16,-3-2-13-1,0 4-37-15,-3 0-57 0</inkml:trace>
  <inkml:trace contextRef="#ctx0" brushRef="#br0" timeOffset="114657.23">21170 17128 28 0,'-9'-4'41'16,"3"4"13"-16,4 0 6 16,-1 0-20-16,3 0-12 15,-2 0-14-15,2 0 1 16,0 0 8-16,0 0-1 15,0 0 0-15,0 0-1 16,0 0-6-16,0 0-4 16,0 0 3-16,0 0 0 15,0 0 5-15,0 0 6 16,7 4-8-16,8 6-1 16,2 3-4-16,4 1-5 0,3 1 3 15,4 3-3-15,4 1-2 16,0 2-1-16,1 2-2 15,0 4 0-15,-1-3 1 16,0 4-2-16,-2 0 1 16,-3 5-1-16,-2 0 2 15,-4 7 0-15,0-3 0 16,-3 4-2-16,-1-1 1 16,-8-7-2-16,-3 4 0 15,-3-4 2-15,-3 5-2 16,0-5 1-16,0 0-1 15,0 4 1-15,-12 0-2 16,1-4 2-16,-1-4-1 0,3-4 0 16,3-6-1-16,-1-4 1 15,4-7 0-15,0 0-1 16,1-6-1-16,2-2-4 16,0 0-7-16,0 0-19 15,0 0-17-15,0 0-41 16,0 0-67-16</inkml:trace>
  <inkml:trace contextRef="#ctx0" brushRef="#br0" timeOffset="118121.57">16488 17275 20 0,'3'0'139'15,"-3"0"-107"-15,0 0-25 16,0 0 5-16,0 0 18 16,0 0-13-16,0 0-12 0,10 0-3 15,1 0 6-15,5 0-8 16,6 0-2-16,4 0 10 16,6-4-2-16,3 2-2 15,7-2-1-15,1 0 4 16,6-1-4-16,3-1-1 15,3 2-1-15,1-4-1 16,1 1 4-16,-3-1-2 16,-5-2-1-16,-4 2-1 15,-4 1 2-15,-5-1 0 16,-1-2-4-16,-3 2 4 16,0 1-4-16,4-1 2 15,0-2 2-15,1 0-2 16,-1-3-2-16,1 7 2 0,3-3 0 15,1 5 2-15,0-2-4 16,1 2 4-16,1-4-2 16,1 1 0-16,4-1 1 15,6 2 3-15,3-6-2 16,-2 5 1-16,5-7-1 16,-1 1 2-16,4 3-2 15,6-5 4-15,-2 1-1 16,-3-1 0-16,3 3-2 15,-5-2 5-15,4 3-5 16,-1 3-1-16,-1-2-2 0,4 1 2 16,-2 3-2-1,5-2 1-15,0 1-1 0,1 3 1 16,-3 0 1 0,2-1 0-16,1-4 2 0,-3 1-1 15,2 1 0-15,-2-1-2 16,-3 2 0-16,2-2-2 15,-2-3 2-15,-1 7-1 16,-1-4 0-16,0 6 2 16,1-7-1-16,1 9-3 15,-4-4 3-15,0 4 0 16,-4-1-1-16,2-4 1 0,-7 5-1 16,2 0-1-16,1-4 2 15,-2 4-1-15,8-4 2 16,-2 4-4-16,0 0 2 15,0 0 0-15,-7 0 0 16,0 0 0-16,0 0-1 16,-2 0 2-16,0 0-1 15,-1 0 0-15,-2 0 0 16,2 0 0-16,-1 0 0 16,-6 0-1-16,-1 0 1 15,-7 0 1-15,-3 0-2 16,-7 4 1-16,-1-4 0 15,-6 4 0-15,0-4 0 16,5 0 0-16,0 0 1 16,5 0-1-16,1 0-1 0,-1 0 0 15,0 0 1-15,0 0-2 16,-5 0 2-16,-1 6-1 16,-5-2 0-16,-4 1 1 15,1-1 0-15,-5-4-2 16,0 6 1-16,3-2 1 15,-3 0 0-15,2 1-1 16,6 1 0-16,-4 4 0 16,6 2-1-16,-1 7-1 15,-1-1 6-15,-1 3-2 0,-3 6 0 16,3-6-1 0,1 2 1-16,1-1-1 15,0 2 1-15,1-4-1 16,-1-1 1-16,1 8-1 0,-1-3 0 15,3 5 0-15,0-2-1 16,0 2 2-16,-4 4-3 16,2 5 2-16,-3-5-1 15,0 9 1-15,-2-3 1 16,0-2 1-16,-3 0-1 16,4 2-1-16,-2-1 3 15,0 3-1-15,4 3 1 16,-4 3 0-16,-1-5 1 15,-1-3-4-15,2 2 1 16,-2-3 1-16,0-5-2 0,-1-4 2 16,-4 0-2-1,3-2 1-15,-4 2 0 0,1 4 4 16,0 0 0-16,1 0 1 16,-3-2-2-16,1-1-4 15,-1-2 4-15,-2-5-2 16,0-2-1-16,2 1 3 15,0-3-3-15,-2 0 2 16,3 0-2-16,-3-3 0 16,0 1 2-16,0-3-2 15,1 0 0-15,1 5 1 16,-4-5-1-16,0 5-1 0,0-4 2 16,0-5 0-16,0 5-2 15,0-7-5-15,0 5 10 16,0-8-4-16,-9 10-8 15,-4-2 20-15,-6-1-10 16,-6 0-1-16,-1 3 0 16,-6-1-1-16,-2 1 0 15,-10 3 0-15,-4 1-1 16,-8 6 1-16,-6-2-3 16,-5-1 1-16,-4-1 3 15,-2-2-3-15,-3-1 6 16,-5-1-8-16,-1-1 7 15,-10 1-9-15,-3 0 3 16,-3 4 2-16,-9-5-5 16,2 2 6-16,-4 1-1 0,2 0 4 15,-6 0 2-15,-1-1-3 16,2-4-1-16,-3 7 7 16,-2-2-3-16,7 0 2 15,-6-1-8-15,6-3 2 16,6-7-4-16,3 1-1 15,0-8-2-15,0 8 3 16,0-9 1-16,-1 0 0 16,1 0 1-16,4 0-2 15,1 0 4-15,4 0-6 16,2 0-1-16,2 0 0 16,-2 0-1-16,3 0 5 0,-1 0 0 15,4 0 2 1,5 0 4-16,4 0-8 0,5 0 7 15,6 0-5-15,-1 0 2 16,5 0-2-16,-2 0-2 16,3 0 1-16,-1 0-8 15,1 0 7-15,1 0 5 16,-2 0 1-16,-4 0-5 16,-4 0-4-16,-7 0 2 15,-4 0 8-15,-3 0-2 16,-1 0-3-16,-2 0 2 15,2 0 7-15,3 0-5 16,4 0 1-16,9 0 5 0,0 0-7 16,7 0-2-16,2 0 0 15,11 0 5-15,8 0 1 16,11 0-6-16,5 0 0 16,4 0 0-16,6 0 1 15,4 0 2-15,-1 0-2 16,3 0 2-16,1 0-3 15,3 0-1-15,3 0-2 16,-2 0-1-16,0 0 6 16,-4 0 0-16,2 0-4 15,-3 0 2-15,3 0 2 16,-3 0-1-16,3 0 0 16,-2 0 0-16,2 0 1 15,2 0 0-15,-1 0-1 0,1 0 0 16,2 0 0-16,0 0 1 15,0 0-1-15,0 0 2 16,0 0-2-16,0 0-2 16,0 0 2-16,0 0-1 15,0 0 1-15,0 0 0 16,0 0 1-16,0 0-2 16,0-6 0-16,-4-7 0 15,1 3 1-15,1-5 0 16,-2-1-2-16,-4-5 1 15,1-2 0-15,1 0 0 16,-3-8 1-16,-3-6-1 16,-2-9 0-16,-2-1 0 0,-2-9 0 15,-1 2 0-15,0-6-3 16,4 0 3-16,-4-4 0 16,6 0-1-16,-2 6 0 15,4 2 0-15,2 8-1 16,3 7 0-16,-2 7 1 15,3 12 1-15,3 1 0 16,-2 7-2-16,1-5-1 16,3 9-15-16,-2 1-13 15,2 5-5-15,0 0-10 16,0 4-26-16,0 0-31 16,0-2-49-16</inkml:trace>
  <inkml:trace contextRef="#ctx0" brushRef="#br0" timeOffset="122587.65">26755 12453 195 0,'9'-19'53'0,"-5"4"-52"16,-4 7 14-16,2 6 13 0,-2-2 0 16,0 4-11-16,3-2 6 15,-3 2-11-15,0 0-5 16,0 0 2-16,0 0 0 16,0 8 14-16,0 17-7 15,0 10-5-15,0 6 0 16,0 9-2-16,0 13 0 15,0 5-2-15,0 12-4 16,0 9 0-16,0 9 0 16,-5 6 0-16,1 1 0 15,2 7 1-15,2 4-1 0,0-2 0 16,0 8 1 0,15 0-3-16,4-2-2 0,0 5 1 15,-1-2 1-15,0 4-1 16,3 1 0-16,-3-1-1 15,1-9 2-15,1-2 0 16,-3-13 0-16,1-4-1 16,0-11 0-16,-1-10 0 15,-4-8 2-15,-2-7-2 16,-3-18 1-16,-1-5 2 16,-3-14-3-16,-2-5 1 15,-2-6-1-15,0-7 1 16,0-8-1-16,0 0 0 15,0 0-5-15,0 0-40 0,0 0-8 16,0 0-2-16,0 0-21 16,0-15-25-16,-17-3-35 15</inkml:trace>
  <inkml:trace contextRef="#ctx0" brushRef="#br0" timeOffset="123788.68">23718 14701 87 0,'2'0'183'0,"-2"0"-154"16,0 0-31-16,2 0 18 16,8 0 20-16,8 0-1 0,9 0-12 15,12 0-1 1,10 0-2-16,6 0 15 0,12-6-19 15,8 4-3-15,13-2-3 16,9 2 2-16,4-5-8 16,5 2-1-16,2-2-2 15,0 1 1-15,-5 0 1 16,-1 4-1-16,-5-2-1 16,-1 4 1-16,5 0 2 15,1 0 1-15,1 0-2 16,3 0-1-16,0 6-2 15,6 2 0-15,-1 0 1 0,0 0-1 16,-1 1 0-16,-6-1 0 16,-3 3 0-16,-5 1 1 15,-4-6-1-15,5 7 0 16,-7-7 0-16,-3-2 0 16,1 4-1-16,-11-4 1 15,2 0 0-15,-8 3 0 16,-6-5 0-16,-3 0 1 15,-3 0-1-15,1 0 0 16,-2-2 0-16,0 0 0 16,-1 0 0-16,3 0 0 15,2 0-1-15,5 0 2 16,2 0-1-16,2 0 0 16,7 0 0-16,3 0 1 15,6 0-3-15,0 0 2 0,3 0 0 16,2 0-1-16,0-2 1 15,0 2-1-15,-2 0 3 16,0 0-3-16,0 0 1 16,0-2 1-16,2 2-2 15,4 0 1-15,1 0-1 16,-3 0 1-16,-4 0 0 16,-7 0 0-16,-8 0 0 15,-4 0 1-15,-1 0-1 16,-10 0 0-16,-8 0-1 0,-10 0 2 15,-12 0-2 1,-10 0 1-16,-8 0 0 0,-5 0 0 16,-5 0 1-16,0 0-1 15,-2 0 0-15,3 0-1 16,-3 0-1-16,2 0-5 16,-2 0-8-16,0 0-14 15,0 0-20-15,0 0-19 16,-7 0-33-16,-32 0-43 15</inkml:trace>
  <inkml:trace contextRef="#ctx0" brushRef="#br0" timeOffset="127289.31">24743 14366 166 0,'0'2'69'15,"0"-2"-63"-15,0 0 18 16,0 0 10-16,0 0-5 16,0 0-12-16,0 0-1 15,0 0-4-15,0 0 3 0,0 0-2 16,4 0-2 0,-4 0 4-16,2 0-2 0,4 0 1 15,6 0 0-15,4 0 3 16,2 0-12-16,3 0 0 15,-4 0 1-15,3 0 0 16,5-2 1-16,7-6 0 16,3 1-4-16,-3 3 1 15,-2-2-1-15,-3 0 1 16,-3 4-2-16,-3-6 0 16,-1 1 0-16,-4-1-1 15,4 2 1-15,4 2 2 16,-1-5-2-16,-2 3 0 15,-1-2-2-15,-3 4 2 0,0-3-2 16,0 3 2 0,-1 0-1-16,0 0 0 0,0-2 3 15,0 2-1-15,5-3 0 16,2-1-1-16,2 2 0 16,1-2-1-16,-5 1 1 15,-6 1-2-15,4 4 1 16,-3-6 1-16,0 4-1 15,0 0 3-15,0-3-3 16,0 1 1-16,1-2-2 16,-2 2 0-16,2-3 1 15,1 1-1-15,0-2 1 16,3 2 0-16,-3-3 0 16,-4 3 0-16,0 2 0 15,-2-5 1-15,-1 7-1 0,0-4 0 16,4 2 1-16,0-5-1 15,0 5 0-15,2-4-1 16,0-1 1-16,2 3-1 16,-1-2 1-16,-4 2 1 15,-3 1-1-15,-2 1-2 16,3 0 1-16,-3 0 1 16,0-1-1-16,1-1 0 15,-1 0 1-15,0 0-1 16,3-3 0-16,-1 1 1 0,2-1-1 15,-1 1 0 1,-1-2 1-16,2 1-1 0,-5 1 0 16,-1 2-1-16,0 1 2 15,0 1-1-15,0 0 0 16,2-4 1-16,0 1-2 16,1 3 1-16,-1 0 1 15,-3-2-2-15,3-1 1 16,-1 5 0-16,1-6 1 15,2-1-1-15,3-1 0 16,-2 0 0-16,2-1 1 16,-3 5-1-16,0-6 0 15,-1 3-1-15,1 1 1 16,-2 1 0-16,1 4 0 16,-3-2 1-16,-1 3-1 0,3-2 0 15,-1-1 0-15,-1 2 0 16,-3-2 0-16,1-1 1 15,1 0-2-15,4-1 1 16,-1 3 0-16,2-2 0 16,-1 0 1-16,-3-1-1 15,2-1 0-15,-3-1 0 16,4 3 0-16,-3 2 0 16,-3 0 0-16,1 2-1 15,-3-1 1-15,0 0 0 16,3-2 2-16,0-1-2 15,2 0-1-15,0-1 1 0,-3 3-1 16,3-2 2-16,-2-1-2 16,2 1 1-16,-1 0 1 15,-1 2-1-15,2-2 0 16,-2-1 0-16,-3 5 0 16,3-4 0-16,1 0 0 15,1-3 0-15,0 1 0 16,0 2-1-16,0-1 1 15,-2 5 0-15,-3-2 1 16,0 4-1-16,2-2-1 16,-1-1 1-16,2 1 0 15,0 0 0-15,-1 0 0 16,1 0 0-16,-3 2 0 16,4-5 0-16,-1 3 1 15,3-1-2-15,-4 0 1 0,3 3-1 16,-1-2 1-16,4 0 1 15,-3 0-2-15,-5-1 0 16,0 5 2-16,1 0 0 16,-3 0-2-16,2-1 2 15,0 1-1-15,0 0-1 16,1 0 1-16,-1-3 0 16,0 3 0-16,-2 0 0 15,3 0 0-15,-3 0 0 16,2 0 1-16,3 0-2 0,-1 0 1 15,1-1 0-15,-1 1 0 16,3 0 0-16,-2 0 0 16,4 0-1-16,0 0 1 15,3 0 2-15,-3 0-2 16,0 0 0-16,-4 0 0 16,-1 0 0-16,-1 0 0 15,-1 0-1-15,1 0 1 16,-3 0 0-16,2 0 1 15,0 0-1-15,0 0 2 16,3 0-2-16,-3 0 0 16,3 0-1-16,-1 0 1 15,4 1 0-15,-2 6 0 16,1-3 1-16,2 0-2 16,-1 0 3-16,-2 0-1 0,1 2-1 15,0-3 0-15,0 2-1 16,0 0 2-16,-3-1-2 15,1 0 2-15,-1 2 0 16,-1 0 0-16,3 1-1 16,2-3 2-16,-4 0-1 15,3-2-1-15,-3 2 0 16,1 0 0-16,0 3 1 16,2-1-1-16,0 0 0 15,-1 0 0-15,4-1 1 16,-5 3 0-16,4 0-1 15,0 2 1-15,3-2-1 0,-6 1 0 16,3-1 1-16,-2 3-2 16,-2-5 1-16,4 0 2 15,0 2-2-15,0 0 2 16,1 3-2-16,-1-1 0 16,-2-2 0-16,3 1 0 15,-4 1 0-15,3 3 0 16,0-5 0-16,3 0-2 15,-1 2 4-15,0-1 0 16,-1 1-2-16,-3 1 0 16,-3-3 0-16,3 6 0 15,1-7 1-15,1 3-2 16,0 2 1-16,3 0 0 16,-1-1 0-16,0 1 2 15,6 1-2-15,-4-1 0 0,-3 3 0 16,3-5 0-16,2 1 0 15,-4-1 0-15,2-2 0 16,1 0 0-16,0 5 1 16,0-5-1-16,-3 0 0 15,4 3 0-15,0 1 0 16,2-4 0-16,-2 3 1 16,2-1-2-16,1-2 2 15,-4 3-1-15,2-3 0 16,0 2 1-16,0-1-1 0,3 1 2 15,-2 0-4-15,4 1 4 16,3-3-1-16,-1 0-1 16,-1 3-1-16,-1-5 2 15,0 6-1-15,2-5 1 16,-2 1 1-16,2 2-3 16,0-2 1-16,-3 1 0 15,6 1 1-15,-1-4 0 16,3 5-1-16,-3-1 0 15,2 0 1-15,-1 1 0 16,1-3 0-16,-1 2-1 16,-1-3 1-16,-1 1 0 15,0 0-1-15,1 2 1 16,1-6-1-16,-1 5 0 16,1-3 2-16,-1 0-1 0,0 3-1 15,0-5 0-15,1 4 0 16,-3-2 1-16,3 1-1 15,-2 1 0-15,2-4 0 16,-3 0 1-16,0 0-1 16,-3 2 0-16,-1-6 1 15,2 4 0-15,-3 0-2 16,5 3 1-16,0-5 0 16,0 2 0-16,4 0 0 15,-1 0 0-15,1 0 0 16,1 0 1-16,0 1-1 15,0 1 0-15,-1-2 0 0,1 0 0 16,-3 0 0-16,0 3-1 16,-2-5 1-16,1 2 0 15,-7-2 1-15,4 2-1 16,3-2 0-16,1 2 0 16,-3-2 0-16,6 0 0 15,0 1 0-15,-3-2 0 16,3 2 0-16,-2 1 0 15,-4-4 0-15,-1 0 1 16,0 0-1-16,-1 0 0 16,-1 0-1-16,-6 0 2 15,1 0-2-15,0 0 1 16,-7 0 0-16,-4 0-1 16,-3 0 2-16,0 0-3 15,0 0-3-15,0 0-18 0,0 0-23 16,0 0-59-16,-21 0-115 15</inkml:trace>
  <inkml:trace contextRef="#ctx0" brushRef="#br0" timeOffset="128080.63">27886 14111 47 0,'0'0'65'0,"0"0"-15"15,0 0-9-15,0 0-1 16,0 0-13-16,0 0-6 15,0 0 6-15,0 0 1 16,0 0-1-16,0 0-6 16,0-2-7-16,0 2-10 15,0 0 1-15,0 0 1 16,0 0 3-16,3 2 2 0,2 9-1 16,-3 1-4-1,0 2-3-15,3 1-2 0,-3-3-1 16,0-1-1-16,0-1-3 15,1-4-6-15,-3 3-20 16,2-3-19-16,3 2-39 16,0 3-74-16</inkml:trace>
  <inkml:trace contextRef="#ctx0" brushRef="#br0" timeOffset="128519.55">27928 14399 35 0,'0'0'118'0,"0"0"-88"15,-2 0-1-15,0 0 27 16,2 0-5-16,0 0-10 16,-3 0-15-16,3 0-3 0,0 0-5 15,0 0-7-15,0 0-4 16,0 0 2-16,0 10-1 15,0 3-3-15,0-3-2 16,0 2 1-16,3-1-2 16,3 3-2-16,-1-3 0 15,-1 1 1-15,1-2-2 16,0-1-6-16,0-3-21 16,-1 2-28-16,3-1-24 15,-5 1-30-15,0 2-46 16</inkml:trace>
  <inkml:trace contextRef="#ctx0" brushRef="#br0" timeOffset="128882.31">27974 14724 96 0,'-3'0'61'0,"3"0"-20"0,0 0-2 16,0 0-4-16,0 0-9 15,0 0-13-15,0 4-9 16,0 2 1-16,0 1 1 16,0-1-5-16,0 0-1 15,3 2-3-15,4-1-11 16,0 1-7-16,0-2-26 16,-1 2-4-16,1-4-29 15</inkml:trace>
  <inkml:trace contextRef="#ctx0" brushRef="#br0" timeOffset="129900.08">27928 15093 150 0,'0'0'48'16,"0"0"-21"-16,0 0 40 0,0-9-7 15,0 3-9-15,0-6-31 16,0-3-7-16,0 1 0 16,2 6 2-16,5-3 4 15,-2 5-4-15,-3 2-2 16,3-4-4-16,-3 1-5 15,1-3 0-15,-1 2-2 16,0 3 2-16,0-3-1 16,-2 6 1-16,0 2 0 15,0 0 1-15,0 0-2 16,0 0-2-16,3 0-1 0,-3 0 0 16,2 0 3-1,0 15 6-15,2 3-11 0,1 1 5 16,0-1-2-1,0 7-1-15,-1-2 0 0,3-4 0 16,-3-1 1-16,1 1-2 16,0-2 2-16,-2-1-1 15,1 1 1-15,-2-5-1 16,0 3 0-16,1-9 0 16,-3-2 0-16,0 0-1 15,0-4 1-15,0 0 1 16,0 0-1-16,0 0 0 0,0 0-3 15,0 0 2-15,0 0 1 16,0 0-1-16,-9 0 1 16,-6 0-3-1,2 0 5-15,1 4-2 0,3-1-2 16,2-2 4-16,3 2-1 16,-3-3-1-16,2 0 1 15,3 4-1-15,-1-4 2 16,3 0-1-16,0 0-1 15,0 0 0-15,0 0 1 16,0 0-3-16,0 0 0 16,0 0 0-16,3 0 3 15,6 0-4-15,0 0 2 16,5 0-4-16,-2 0-6 16,1 0-13-16,2 0-18 0,-4 0-32 15,2 0-54 1,-3 0-78-16</inkml:trace>
  <inkml:trace contextRef="#ctx0" brushRef="#br0" timeOffset="130187.62">28245 15314 209 0,'0'0'116'0,"0"0"-71"15,0 0 4-15,0 0-21 16,0 0-5-16,0 0-15 16,0 0-7-16,0-4 0 15,0 4-12-15,0 0-4 16,0 0-23-16,5 0-14 15,2 0-22-15,5-4-12 16,-4 0-55-16</inkml:trace>
  <inkml:trace contextRef="#ctx0" brushRef="#br0" timeOffset="130763.18">28326 15062 26 0,'0'-3'182'16,"2"3"-132"-16,-2-8-4 15,0 2 18-15,3 2-32 16,1-3-15-16,5 6-12 0,5-2 0 15,4 2-3-15,1-2-2 16,-6-1 1-16,2 4-1 16,-4 0 0-16,3 0 1 15,0 0 0-15,0 0 1 16,-3 0-2-16,0 0 0 16,-1 0 0-16,-3 0-3 15,-1 7 2-15,-3-2 0 16,-3 6 6-16,0-1-10 15,0 5 6-15,0 3 4 16,-5-3 0-16,-6 0 1 16,-1-1-3-16,1 1 5 15,0-3-2-15,-1-2-2 16,5 1-2-16,0-5-4 16,5 0 1-16,0 0 5 0,2-2-10 15,0 1 6-15,0-1 0 16,0-2-1-16,0 0 1 15,6-2 5-15,6 0-5 16,2 0 0-16,-3 0-8 16,2 0-5-16,2 0 9 15,-4 0-2-15,3 0-2 16,0 0-18-16,0 0-13 16,-1 0-19-16,2 0-19 15,-4-4 0-15</inkml:trace>
  <inkml:trace contextRef="#ctx0" brushRef="#br0" timeOffset="131238.69">28742 15043 43 0,'0'-2'156'16,"0"2"-100"-16,-2 0-22 16,0-7 36-16,-1 6-30 15,1 1-34-15,2 0-6 16,-2 0 0-16,-2 0 3 0,-3 1 0 16,1 8-2-1,4-1 3-15,2 0-7 0,0-1 1 16,0 1 2-16,0-4 0 15,5 0 7-15,7-2-14 16,3 2 5-16,2 1-7 16,1-3 5-16,1 2 2 15,-3 0-1-15,0 4-3 16,0-4 1-16,-5 7 2 16,-2-3 1-16,-1 2-1 15,-6 1 3-15,0 1-2 16,1-2 5-16,-3 1 3 15,0-3 2-15,0 3 2 0,-3-7-7 16,-11-2 1-16,-6-2-6 16,-3 0-7-16,-3 0-15 15,1 0-44-15,-3 0-26 16,6-6-40-16</inkml:trace>
  <inkml:trace contextRef="#ctx0" brushRef="#br0" timeOffset="131401.57">28742 15043 50 0,'-34'-25'89'16,"46"19"-72"-16,6-2-8 0,3-1-3 15,2-1-6-15,-1 2-38 16</inkml:trace>
  <inkml:trace contextRef="#ctx0" brushRef="#br0" timeOffset="132139.81">28222 14200 85 0,'0'0'80'0,"0"2"-68"15,0 4-3-15,-7 3 27 16,-4 1-3-16,-5 3-20 16,-2 3-3-16,-3 9 1 15,0-2 2-15,1 6-3 16,1-3-2-16,3-1-3 15,2 0 0-15,3-2-1 16,-1-4-1-16,1-5 0 16,2-2-1-16,4-1 2 15,2-5-4-15,3-6-1 16,0 2-10-16,0-2-25 16,0 0-21-16,0 0-16 0,0 0-5 15</inkml:trace>
  <inkml:trace contextRef="#ctx0" brushRef="#br0" timeOffset="132474.78">28370 14254 153 0,'0'0'55'0,"0"0"-42"16,0 0 30-16,-14 0-9 16,-2 8-22-16,-8 15-6 0,2 4 2 15,-3 6 8-15,-3-2-2 16,2 2-4-16,1-2-1 16,3-2-2-16,-4-2-3 15,1-2-3-15,1-2 0 16,4-5 0-16,6-3-2 15,10-5 1-15,1-7-5 16,3-3-15-16,0 0-19 16,0 0-7-16,0 0-21 15,11 0 16-15,13 0-84 16</inkml:trace>
  <inkml:trace contextRef="#ctx0" brushRef="#br0" timeOffset="132808.87">28551 14281 33 0,'0'0'112'16,"0"0"-72"-16,0 0 6 16,0 0 4-16,-2 0-23 15,-14 4-12-15,-7 17 1 16,-4 8 0-16,-1 4 1 0,-2 2-4 15,2-2-5 1,-2 3-1-16,-2-1 1 0,2-2-5 16,5-2-2-16,2-7 0 15,5-3-1-15,7-2 0 16,-2-9 0-16,9-1-2 16,4-5-7-16,0-4-20 15,0 0-9-15,0 0-9 16,2 0 14-16,17-2-17 15,6-13-22-15,8-1-61 16</inkml:trace>
  <inkml:trace contextRef="#ctx0" brushRef="#br0" timeOffset="133097.44">28641 14347 74 0,'0'-2'63'0,"0"2"-45"15,0 0 25-15,0 0 20 16,0 0-27-16,-11 0-11 16,-10 10 0-16,-7 11 3 15,-4 6-18-15,-2-2-8 16,-1 4 0-16,1 2-2 16,4-2 2-16,5-4-2 15,6-2 0-15,5-5 0 16,2-6 1-16,8-1-1 15,-1-7-3-15,5 0-17 0,0-2-19 16,0-2-3-16,0 0-15 16,0 0-1-16,13 0 19 15,7 0-21-15</inkml:trace>
  <inkml:trace contextRef="#ctx0" brushRef="#br0" timeOffset="133396.21">28784 14387 119 0,'-12'0'82'0,"-1"2"-56"0,-8 8 23 16,-3 2 3-1,-3 9-25-15,-2 0-18 0,-4 6-3 16,0 2 4-16,1 2-2 15,0-2-4-15,4-4-3 16,6-3-1-16,3-3 1 16,8 0-1-16,7-9-1 15,-2-2 0-15,6-1-11 16,0-6-29-16,0 2-1 16,0-3 9-16,10 0-8 15,12 0-35-15,8-11-38 16</inkml:trace>
  <inkml:trace contextRef="#ctx0" brushRef="#br0" timeOffset="133667.27">28844 14393 73 0,'2'-4'67'15,"-2"2"-21"-15,0 2 15 16,0 0-14-16,0 0-13 15,-7 2 2-15,-11 16-16 16,-8 7-12-16,1 4-4 16,-3 2-3-16,3 0 1 15,2 0-1-15,-2-2 0 16,4-6 0-16,3 0-1 16,6-9-1-16,5-1-4 0,7-7-22 15,0-4-18-15,0-2-15 16,0 0-38-16,11 0-21 15</inkml:trace>
  <inkml:trace contextRef="#ctx0" brushRef="#br0" timeOffset="133949.96">29053 14459 140 0,'0'0'101'0,"-16"0"-80"0,-3 0 15 16,-1 0 37 0,-5 14-35-16,-3 3-20 0,-2 6-14 15,-4 2-3-15,-3 6 4 16,-1-6-4-16,6 4 0 16,2-5 0-16,8-3 0 15,8-6-2-15,5-5-3 16,9-2-25-16,0-8-5 15,0 0-14-15,0 4-13 16,0-4-11-16,13 0-8 16,10 0-20-16</inkml:trace>
  <inkml:trace contextRef="#ctx0" brushRef="#br0" timeOffset="134224.47">29219 14436 140 0,'-7'0'41'15,"-12"11"-36"-15,-2 1 42 16,-6 5 4-16,-3 3-25 16,-2 5-13-16,2 0-6 15,-2 0-4-15,2-1-2 16,2 1 0-16,8-4 1 0,5-2-4 15,9-7-3 1,6-4-6-16,0-1-13 0,0-7-24 16,0 0-18-16,9 0 21 15,16 0-72-15</inkml:trace>
  <inkml:trace contextRef="#ctx0" brushRef="#br0" timeOffset="134481.96">29311 14459 51 0,'0'0'109'0,"0"0"-78"16,0 0 1-16,0 0 35 16,-4 0-7-16,-15 14-35 0,-2 5-16 15,-7 6-2-15,-4 4-4 16,2 2-1-16,3-2-2 15,4 0 1-15,4-8-1 16,8-5-1-16,7-1-6 16,4-9-23-16,0-2-9 15,0 0-17-15,0-4-23 16,4 0 0-16</inkml:trace>
  <inkml:trace contextRef="#ctx0" brushRef="#br0" timeOffset="135427.73">29207 14387 64 0,'0'0'36'0,"0"0"15"16,0-3-8-16,-2 3-10 15,2 0-15-15,-3 0-9 16,3-6-6-16,0 2-5 0,0 2 14 15,0 0-5-15,0 2 0 16,0 0 3-16,0 0 4 16,-2 0-3-16,2 0-1 15,-2 0 5-15,2 0 4 16,0 0-9-16,0 0-3 16,-2 0-4-16,-3 0-5 15,3 0-4-15,0-2 1 16,0 0-7-16,-1 2 7 15,0 0 4-15,3 0 0 16,0 0 5-16,0 0 3 16,0 0-2-16,0 0 3 15,0 0 3-15,0 0-1 16,0 0 2-16,0 0 1 16,0 0-4-16,0-4-4 0,0 4 0 15,0 0-4-15,0 0 1 16,0 0 6-16,3 0 2 15,17 0-4-15,1 0-3 16,5 0-1-16,2 0-1 16,-1 0 2-16,0 0-1 15,-1 0-2-15,1 0 0 16,-4 0 1-16,5 0-1 16,7 0 0-16,1 0 0 15,1 0 0-15,-1 0 0 16,2 0 1-16,1-3-1 15,-2 3 0-15,-5 0 1 0,-5 0-1 16,-3 0 0-16,-11 0 0 16,-1 0 0-16,-3 0 0 15,-5 0 2 1,1 0-2-16,-1 0 1 0,-4 0-1 16,0 0 2-16,0 0-2 15,0 0-2-15,0 0-1 16,0 0-17-16,0 0-21 15,0 0-35-15,0 0-75 16</inkml:trace>
  <inkml:trace contextRef="#ctx0" brushRef="#br0" timeOffset="144157.87">26964 16486 28 0,'0'-8'34'16,"0"2"18"-16,0-5-14 15,0 7 4-15,0-4-1 0,0 8-12 16,0 0-8-16,0-4 2 16,0 2 16-16,0-3-7 15,0 5-3-15,0-4 4 16,0 4 6-16,0 0-17 16,0 0-6-16,0 0 3 15,0 0-4-15,0 0-3 16,0 0-1-16,0 0 2 15,0 0-5-15,0 0 1 16,0 0-6-16,0 0-2 16,0 0-1-16,0 0-2 15,0 0 2-15,0 4 0 16,9 11 6-16,0 4-4 16,0 10 3-16,3 0-3 15,-3 8 3-15,0 4-5 0,1 7 4 16,1 4-4-16,-2-1 0 15,1 8 1-15,-1 0-1 16,-5 0 4-16,1 0-4 16,1-2 1-16,4 0-2 15,-5-1 2-15,-1 6-2 16,1-1 2-16,-1 0 0 16,-2-2-2-16,6-4 3 15,3 1-1-15,-2-4 1 16,3 0-3-16,-3-5 1 0,-2-3 0 15,-3 4 0 1,-2-1 0-16,-2-1-2 16,0-4 4-16,0-4-3 15,4 0 3-15,-2 4-3 0,2-3 2 16,1-6-3-16,1 0 2 16,1-4-1-16,5-2-1 15,-1-2 3-15,-2-3-3 16,3 2 5-16,-5-6-3 15,2 1 2-15,-4-7-4 16,0-4 2-16,-3-4 0 16,0-4-1-16,-2 0 1 15,0 0-2-15,0 0 2 16,0 0-11-16,0 0-2 16,0 0-20-16,0 0-13 0,0 0-31 15,0 0-1-15,0 0-45 16,0-14-63-16</inkml:trace>
  <inkml:trace contextRef="#ctx0" brushRef="#br0" timeOffset="146107.68">24445 17865 221 0,'0'-4'119'16,"0"2"-91"-16,0-2-5 15,0-4-2-15,0 8 15 16,0-2-5-16,0-1-15 16,0 3-6-16,0 0 7 15,0 0 0-15,4 0 1 16,8 0-7-16,4 0-5 0,-3 0-4 16,4 0 2-16,-4 0 1 15,2 0 0-15,0 0 1 16,9 5-6-16,6-5 5 15,2 0-6-15,9 4 3 16,1-4-3-16,6 0 4 16,-2 0-2-16,-3 0-1 15,6 0 0-15,1-4-1 16,6 2 3-16,-1-2-1 16,0-1 1-16,-5 5-2 15,-3 0 1-15,3 0-3 16,-1-4 3-16,2 4-2 15,-4-4 2-15,2 4-1 0,-6 0-2 16,2 0 5 0,-4 0-3-16,-2 0 2 0,0 0-3 15,-2 0 0-15,0 0 1 16,-1 0 0-16,-1 0 0 16,1 0-2-16,4 0 4 15,-3 0-3-15,-1 0 3 16,3 0-2-16,-1 0 1 15,3 0-2-15,-5 0 1 16,3 0-1-16,-1 0 1 16,1 0-1-16,0 0 1 15,-1 0 2-15,5 0-2 16,-2-6 2-16,-5 6-3 16,1-5 1-16,-2 5-1 15,0 0 1-15,-1 0 0 0,-2 0-1 16,-2 0 2-16,0 0-1 15,0 0 2-15,0-4-3 16,0 4 2-16,0 0-2 16,0 0 1-16,-3 0 0 15,3 0-2-15,-3 0 3 16,1-1-2-16,2 1 4 16,0 0-3-16,-3 0 2 15,3 0-2-15,-2 0 0 16,2 0 0-16,0 0 1 0,4 0-1 15,3 0-1 1,3 0 2-16,-1 0-1 0,2 0 4 16,3 0-5-16,-1 0 3 15,4 0-2-15,-2 0 0 16,2 0 0-16,-6 0-1 16,0 0 1-16,1 0-1 15,-3 0 5-15,2 0-4 16,-2 0 2-16,3 0-4 15,-3-3 3-15,2 2-2 16,1-4 1-16,-3 5 1 16,0 0-2-16,3 0 3 15,-4-4-2-15,4 4 2 0,0-4-2 16,1 2 0 0,0 2 0-16,4-5 0 0,-4 5 0 15,-1 0 0-15,1 0 0 16,4 0-2-16,-2 0 6 15,4 0-4-15,1 0 1 16,-1 0-2-16,-1 0-1 16,0 0 2-16,1 0 0 15,-1 0 0-15,5 0 0 16,0 0 0-16,-1 0 0 16,2 0 3-16,-3 0-3 15,-4 0-1-15,0 0-1 16,-2 0 2-16,-8 0 2 15,-2 0-4-15,0 0 2 0,-3 0 0 16,2 0 3-16,1 0-4 16,-3 0 3-16,-2 0-2 15,2 5 1-15,-4-3-2 16,2-2 1-16,-5 4 0 16,3-4-1-16,-6 0 4 15,1 0-3-15,-2 4 4 16,-3-4-5-16,-3 5 2 15,-4-5-4-15,-2 0 5 16,-2 0-4-16,2 0 1 16,0 0 1-16,1 0 0 15,-1 0 3-15,-2 1-3 16,-1-1 1-16,-4 0-4 16,4 0 3-16,-2 0 0 15,1 0-1-15,-1 0 1 0,3 3-2 16,-3-2 5-16,2-1-4 15,-4 0 2-15,-2 0-3 16,0 0 1-16,0 0-6 16,0 0-7-16,0 0-19 15,0 0-23-15,0 0-34 16,-28 0-77-16</inkml:trace>
  <inkml:trace contextRef="#ctx0" brushRef="#br0" timeOffset="149514.99">24747 17548 50 0,'0'0'51'0,"0"-4"-15"15,0 4-5-15,0 0 10 16,0 0 3-16,0 0-13 16,0 0-3-16,0 0-6 15,0 0-10-15,0 0-4 16,0 0-1-16,0 0 3 16,0 0 2-16,0 0-1 0,6 0 2 15,5 0-1 1,8 0-6-16,3 0-2 0,-3 0 2 15,2 0-1-15,-3 0 1 16,5-2-4-16,5 0 0 16,0 0 2-16,-1-2-3 15,3 0 4-15,-2 4-2 16,2-4 2-16,-2 2-5 16,1-3 0-16,-2 1 0 15,-3 0 1-15,-1 0-1 16,-5 4-1-16,-4-6 3 15,2 6 2-15,-2-4-2 0,4 4-1 16,1-5 2-16,2-1-2 16,-1 2 2-16,3 0-1 15,0 0-1-15,1-3 1 16,-2 7-1-16,1-4 2 16,0 4 0-16,3-4 1 15,2-2-3-15,-1 2 2 16,2-4 0-16,1 1-3 15,0 3 2-15,-2 0-2 16,-5-2 2-16,0-2 0 16,-3 4 1-16,1-3-2 15,0-1 3-15,-1 4-7 16,1-6 6-16,0 5-2 0,-3-5-1 16,6 6 1-1,-1-7-1-15,2 3 3 0,1-2-1 16,-2 2 0-16,0 1-3 15,-3-1 2-15,-4 6-2 16,0-6 1-16,-4 4 0 16,-1-2 1-16,2-3 0 15,2 1-1-15,0 2 3 16,3-3-3-16,-1 3 0 16,0-2-1-16,3 2 1 15,-1-3 1-15,1 4-2 16,-2-4 1-16,-1 1-2 15,-1-3 6-15,-2 3-4 0,2 2 1 16,-4-2-2-16,4 1 1 16,-4-5 0-16,1 6 0 15,0-3 0-15,-2-1-1 16,-1 0 4-16,-4 5-1 16,2-3 3-16,-4 2-3 15,4-6 1-15,0 5-3 16,-2-1 0-16,3 2 0 15,-4-2-1-15,3 4 1 16,3-7 0-16,-1 7 2 16,0-6-2-16,2 1 2 15,-4-1-3-15,-1 2 1 0,2 1-1 16,-3-1 1 0,2-2 0-16,-2 6-1 0,0-7 3 15,-2 7-3-15,4-4 4 16,-3 2-4-16,4-2 2 15,-1-3-2-15,-4 3 0 16,1 2 2-16,-1 1-2 16,0 1 1-16,2-2-1 15,-3 2 3-15,1 0-2 16,-1-3 1-16,1 3-2 16,-1 4 0-16,4-4 2 15,-2 0-3-15,3-2 4 16,1-2-4-16,-5 1 4 15,1 3-2-15,-3 0 1 0,1 4-1 16,1-4 0-16,-1-2 0 16,6 2-1-16,-3-4 1 15,1 1-2-15,-1 3 3 16,1 0 0-16,-4-2 0 16,3 2-1-16,-3-1 0 15,-1 1-1-15,-1 3 2 16,0 1-2-16,1-5 0 15,0 5 2-15,3-4-3 16,1 0 5-16,2-3-3 16,1 3 1-16,-1-4-2 15,-3 2 1-15,6 2-1 16,0-4 2-16,-1 1-1 0,-1 3-1 16,-4 0 2-1,1-2-1-15,2 2 2 0,-5 0-1 16,6-3-1-16,-3 7-1 15,-3-4 1-15,1 4 0 16,-5-4-1-16,0 4 1 16,0 0-1-16,2 0 3 15,0 0-1-15,6 0 0 16,-1-4-3-16,1 4 3 16,5 0-1-16,-2 0-1 15,2 0 1-15,1 0-1 16,-2 0 3-16,4 0-3 0,-5 0 3 15,4 0-3 1,-6 0 2-16,-3 0-1 0,-4 0-1 16,1 0 1-16,-3 0 0 15,0 0 0-15,2 0-1 16,2 0 4-16,2 0-2 16,-2 0 1-16,1 4-2 15,1 4 0-15,-1-1 1 16,5 1 3-16,1-2-3 15,-2 6-1-15,3-1 2 16,-1-1 0-16,0 2 0 16,4 3-3-16,-4-5 3 15,1 1-3-15,-1 1 2 16,-4-5-1-16,2 1 0 16,0 2 1-16,0-2-1 0,2 3 2 15,-1-3-1-15,-1 2 4 16,2 5-8-16,-1-7 7 15,1 7-4-15,1-5 1 16,-3 3-1-16,0-3 0 16,6 4 3-16,-4-3-4 15,0 1 4-15,3-2-4 16,2 1 2-16,0 1-2 16,2-2 2-16,-1-1-2 15,1 1 1-15,-2 5 2 16,1-7-4-16,-4 2 4 15,3-1-1-15,-2-3 1 0,-3 2-4 16,1-2 2-16,0 2 0 16,-1-3-1-16,3 1 2 15,-3-2-2-15,6 5 4 16,-2-3-3-16,2-2 0 16,1 2 0-16,1 2 0 15,2-4 0-15,-1 3 0 16,1-3-2-16,0 4 2 15,-1-6 2-15,-2 2-4 16,1 0 5-16,1 0-4 16,1 1 2-16,-2-3-2 15,1-2 1-15,-3 4 0 16,-2 0-2-16,2 0 4 0,1-4-4 16,-2 6 4-16,2-2-2 15,3 0 2 1,0-4-3-16,2 7 1 15,4-7 0-15,5 4 0 0,4 0-1 16,-2 0-1-16,-6 2 4 16,-4-6-2-16,0 5 1 15,-3-1-1-15,-4-4 1 16,7 4-3-16,-3-4 2 16,2 2 0-16,1 2 0 15,0 0 0-15,-3-4-2 16,2 4 5-16,-3-4-3 0,1 5 1 15,0-5-2-15,1 2 0 16,4-2 1-16,2 4 0 16,-3 0 0-16,-4-4 0 15,-1 4 1-15,-3-4-2 16,1 0 2-16,-2 4-1 16,0-4 1-16,-4 0-3 15,-1 0 3-15,1 2-2 16,1-2 1-16,6 0 0 15,1 4-2-15,8 0 4 16,-3 1-1-16,5-3-1 16,-2 2-1-16,2-4 2 15,0 0-2-15,-4 4 1 0,-2-4 0 16,-1 0-2 0,1 0 4-16,1 0-2 0,0 0 1 15,2 0-2-15,1 0 1 16,0 0-2-16,-1 0 1 15,-1 0 1-15,-1 0-2 16,5 0 3-16,-4 0-3 16,-8 0 2-16,0 0-2 15,-11 0-7-15,-3 0-10 16,-1 0 3-16,-3 0-11 16,0 0-28-16,0 0-37 15,-5-4-59-15</inkml:trace>
  <inkml:trace contextRef="#ctx0" brushRef="#br0" timeOffset="150437.79">25792 17492 3 0,'0'-1'32'16,"0"-4"1"-16,0 5 1 15,6-8 7-15,1 8-15 16,-1-4 1-16,-1 2-1 16,-1 2 1-16,-2-5-1 15,-2 5 2-15,4 0 2 16,-2 0-2-16,2 0-11 15,3 0-8-15,0 0-2 16,-5 0 3-16,0 0 4 0,0 0-2 16,2 0-8-16,2 0 3 15,1 0-4-15,0 11-2 16,1 8 1-16,0-1-1 16,-1 1-4-16,-1-5 4 15,-1 5 0-15,-1-9-10 16,0-1-30-16,0 1-8 15,-2-6-10-15,3 7-17 16,1-7-22-16</inkml:trace>
  <inkml:trace contextRef="#ctx0" brushRef="#br0" timeOffset="151231.04">25850 17779 99 0,'0'-5'76'16,"0"5"-62"-16,0-4 0 15,0 0 14-15,0 4-3 16,0-4-6-16,0 2-3 16,0-3 4-16,0 1-4 15,0 4 1-15,0 0 7 16,0 0 0-16,0 0-16 16,0 0-4-16,0 0-5 0,0 0 3 15,0 0-3-15,0 0 1 16,0 0 1-16,0 0-2 15,0 0 4-15,0 0-3 16,0 0 1-16,0 0-6 16,0 0 2-16,0-4-1 15,0 0 4-15,0-2 3 16,0 2-3-16,0 0 0 16,0-3 0-16,0 7 4 15,0 0-4-15,0 0 4 16,0 0-6-16,0-4 6 15,0 4-2-15,0 0 5 0,0 0 2 16,0 0-1 0,0 0 9-16,0 0 6 0,0 0-13 15,0 0-9-15,0 0-3 16,0 0-6-16,2 0 18 16,4 9-8-16,-2 1-2 15,1 0 2-15,-1 3-2 16,3-3 3-16,-3 4-3 15,4-3 2-15,-1 2-6 16,-3-4-1-16,-2-4-21 16,0 1-5-16,3-2-11 15,-3-4-22-15,0 0-28 16,2 0-83-16</inkml:trace>
  <inkml:trace contextRef="#ctx0" brushRef="#br0" timeOffset="156108.38">25696 18213 19 0,'0'-4'9'0,"0"-4"4"16,0 4 2-16,0-3 8 15,0-1 2-15,5-2 1 16,2 5-7-16,-3 1-6 16,-1-2-6-16,1 2-6 15,-4 4 12-15,0-4-4 16,0 4 2-16,0 0-2 16,0 0-3-16,0 0 9 15,0 0-4-15,0 0-6 16,0 0 2-16,0 0 1 15,2 0-4-15,-2 0-4 16,0 0 4-16,0 0 7 0,0 0-2 16,0 0 4-16,3 0-13 15,1 0 13-15,4 8-11 16,1 7 1-16,-3-1-1 16,3 1 0-16,-1 1 1 15,-1 1 0-15,-1 1-2 16,1 1 0-16,-3-5 1 15,4 5-1-15,-3 0 0 16,-1-5-1-16,-2 5 2 16,3-1-1-16,-3-3 1 15,0 0-2-15,0-3 0 16,-2-2-2-16,4 1 5 0,-4 1-4 16,0-6 1-16,0-2 0 15,0 3-2-15,0-3 5 16,0-4-7-16,0 4 5 15,0-4-1-15,0 0-8 16,0 0 6-16,0 0 8 16,0 0-12-16,-4 0 5 15,-9 4 5-15,0-4-7 16,0 0 5-16,0 5-2 16,-1-5 1-16,3 0 2 15,4 0-3-15,-1 0 2 16,6 0 0-16,0 0 0 15,2 0-4-15,0 0 2 0,0 0-7 16,0 0 7-16,0 0-5 16,0 0 3-16,0 0 2 15,0 0 3 1,14 0-3-16,2 0-3 0,5 0 2 16,-2-5-1-16,1-3 2 15,1 2-1-15,-6-3 1 16,0 1 0-16,-6 2-1 15,-5 2-4-15,-2 4 3 16,-2 0 4-16,0 0-4 16,0 0-10-16,0 0-30 15,0 0-15-15,0 0-44 16,0 0 4-16</inkml:trace>
  <inkml:trace contextRef="#ctx0" brushRef="#br0" timeOffset="156881.01">26078 18437 130 0,'-2'0'68'0,"0"0"-29"0,0 0 7 15,2 0 21-15,-3 0-16 16,3 0-14-16,0 0 0 16,0 0-4-16,0 0-5 15,0 0-3-15,0 0-7 16,0 0 1-16,0 0-10 15,0-2-3-15,0 2-3 16,0 0 1-16,0 0-2 16,0 0-2-16,0 0-3 15,0 0-9-15,0 0-17 16,0 0-15-16,0 0-38 16,0 0-39-16,0 0-41 15</inkml:trace>
  <inkml:trace contextRef="#ctx0" brushRef="#br0" timeOffset="157523.82">26138 18167 158 0,'-2'0'80'0,"0"0"-68"15,2 0-1-15,0-1 3 16,0-2-15-16,0 2 3 15,7-4-2-15,8 5 11 16,2-4-10-16,-2 4 10 16,0 0-2-16,-4 0 1 15,1 0-4-15,-3 0 0 16,0 0-2-16,-5 0-3 16,1 0-2-16,-2 0-1 15,-3 4 16-15,0 2-5 0,0 7-4 16,0 1-1-16,0 5 2 15,0 4-3-15,-6-3-1 16,-3-1 1-16,1 0-4 16,1-1 4-16,-1-3-2 15,4-1 2-15,-1 1-4 16,3-1 2-16,2-6-2 16,0 3 1-16,0-3-2 15,0-2 0-15,0-3 2 16,0-3-2-16,0 0 4 15,5 0-6-15,6 0 5 16,1 0-18-16,3 0 23 16,4 0-6-16,0 0 0 0,-3 0 2 15,-2-3-4-15,-5-3 1 16,-2 2-8-16,-1 0-13 16,-1 0-26-16,0-3 0 15,-3 3-26-15,3-6-88 16</inkml:trace>
  <inkml:trace contextRef="#ctx0" brushRef="#br0" timeOffset="157982.26">26494 18149 208 0,'-11'0'54'16,"0"0"-51"-16,-1 0 12 15,-1 0 18-15,0 0-12 16,9 4-16-16,2 5-4 16,2-4-2-16,0 8 0 15,0-3 5-15,0-1-12 16,9-3 12-16,1-2-8 15,1 2 3-15,-2-2-5 16,1 0 5-16,-2 1 0 0,1-1 0 16,1-2 2-1,-1 2-1-15,-2 5 0 0,-1-8 1 16,-1 3 0-16,0 5 2 16,-2-3 1-16,1 2-3 15,-2-2 2-15,-2 3-7 16,3-1 10-16,-3-2-8 15,0 7 4-15,0-7-2 16,0 2-7-16,0-2 4 16,-14-6-14-16,0 0-28 15,-2 0 1-15,0 0-75 16,2 0 17-16</inkml:trace>
  <inkml:trace contextRef="#ctx0" brushRef="#br0" timeOffset="158183.09">26467 18110 60 0,'7'-9'74'0,"2"7"-56"15,5-6-1-15,4-2 8 16,6-3-20-16,-2 7-6 15,-3-2-5-15,-3 3-31 16,-7 5-50-16</inkml:trace>
  <inkml:trace contextRef="#ctx0" brushRef="#br0" timeOffset="159078.44">25385 18522 16 0,'0'-2'61'0,"0"2"-18"16,0-3-8-16,0 3-7 15,0 0-8-15,0 0-2 16,0 0 8-16,10 0-5 16,-1 0-5-16,5 0-2 0,0 0-4 15,4 0-6-15,-2 0-1 16,2 0 0-16,-1-1-1 15,-4-4 0-15,1 1-2 16,-7 0 1-16,0 4-4 16,-5-2 7-16,-2 2-4 15,0 0 0-15,0 0 4 16,0 0 0-16,0 0-3 16,0 0 0-16,0 0 0 15,0 0 5-15,0 0-1 16,0 0-6-16,-7 0-2 15,-8 0 5-15,-6 0-2 16,0 10-9-16,3 1 14 16,3-3-6-16,7-4 4 0,3-2-1 15,5-2-4-15,0 0-5 16,0 0-8-16,0 0-4 16,0 0-5-16,0 0 17 15,13 0 9-15,4 0-5 16,-4-4 2-16,-3-2 2 15,-3 0-3-15,-5 2-18 16,0-1-7-16,-2 5-5 16,0-4-93-16</inkml:trace>
  <inkml:trace contextRef="#ctx0" brushRef="#br0" timeOffset="159971.81">25882 17507 5 0,'0'0'37'0,"0"0"-27"16,0 0 13-16,-4 0 20 16,-10 8-5-16,0 3-13 15,-4 7-1-15,-3 1-8 16,2 4 1-16,-3 0 5 16,-1-3-10-16,-3-1 3 15,-1 3-5-15,-1-2-1 0,-2-2-2 16,6-4-3-16,0 1 1 15,10-1-5-15,5-10 3 16,7 3-5-16,2-7-8 16,0 0-12-16,0 0-66 15,4 0-82-15</inkml:trace>
  <inkml:trace contextRef="#ctx0" brushRef="#br0" timeOffset="160269.4">25807 17482 109 0,'-19'0'44'15,"-1"4"-51"-15,-1 1 20 16,-2 5 20-16,-5 0-5 15,0 9-20-15,-2 3 4 16,1 3 2-16,-1-2-10 16,3 2 0-16,-1-6-4 15,2-5 2-15,-1 3-5 16,-3-7-3-16,0 0-18 0,2-1-2 16,8-3 4-1,4-2-52-15,13-4 7 0</inkml:trace>
  <inkml:trace contextRef="#ctx0" brushRef="#br0" timeOffset="160562.13">25653 17478 175 0,'0'0'41'15,"-21"0"-40"1,-5 0 3-16,-4 4 8 16,1 11 17-16,2-1-14 0,1 1-8 15,1 3-4-15,-3-3-1 16,0 2-2-16,-4-3 1 16,0 0-2-16,-7 1-3 15,0-1 3-15,-3 1-6 16,1-1-17-16,11-10 26 15,13 0-6-15,11 1-33 16,6-5-101-16</inkml:trace>
  <inkml:trace contextRef="#ctx0" brushRef="#br0" timeOffset="160857.81">25473 17534 145 0,'-30'14'50'15,"-4"-3"-44"-15,-1 6 24 16,-1-7 16-16,3 13-32 16,6-3-4-16,-1-1-13 15,-2 8 6-15,0-7-3 16,-4 7 2-16,2-2-3 15,4-2 2-15,2-5-3 0,5-7-9 16,6-1 10-16,6-6-10 16,3 0-23-16,6 1-9 15,0-5-45-15,0 0 1 16</inkml:trace>
  <inkml:trace contextRef="#ctx0" brushRef="#br0" timeOffset="161109.59">25225 17633 77 0,'-33'11'47'0,"1"-3"-19"0,-4 6 1 16,-1 1-1-16,2 3-8 15,0-3-7-15,1 0-5 16,-1-1-2-16,3 3-6 16,2-7-5-16,5 0-37 15,-1-2 16-15,4-8-63 16,-1 0 17-16</inkml:trace>
  <inkml:trace contextRef="#ctx0" brushRef="#br0" timeOffset="161419.53">25144 17590 111 0,'-23'2'57'15,"-2"2"-60"-15,2 0 11 16,-3 5 24-16,6-3-3 16,-1 4-16-16,0 2-16 15,-4-1 15-15,0 3-11 0,0 1-1 16,1 3-1-16,9 1-2 16,0-4 3-1,4-7-8-15,7 2-15 0,-2-6-14 16,6 0-22-16,0-4-45 15</inkml:trace>
  <inkml:trace contextRef="#ctx0" brushRef="#br0" timeOffset="161670.14">25121 17557 64 0,'0'0'89'0,"-14"0"-84"16,-8 0-6-16,-8 0 0 0,-8 14 37 16,2 11-8-16,-3 4 1 15,4-2-21-15,5 6-4 16,5-4-3-16,2-6-6 16,5-9 6-16,1 1-6 15,8-5-8-15,5-6-11 16,4-4-10-16,0 0-44 15,0 0-16-15</inkml:trace>
  <inkml:trace contextRef="#ctx0" brushRef="#br0" timeOffset="161898.46">25096 17538 99 0,'0'0'48'16,"0"0"-48"-16,-14 0 5 16,-9 0 1-16,-4 2 9 15,-6 10-4-15,1 3-5 16,5-1 0-16,1 5-6 16,5-4 2-16,8-1-8 15,1 1-11-15,0-1-45 16</inkml:trace>
  <inkml:trace contextRef="#ctx0" brushRef="#br0" timeOffset="164135.73">25409 17666 76 0,'-49'15'23'16,"6"-2"-17"-16,-1 1 19 16,7-4 10-16,7 1-14 15,14-7-13-15,10 0-12 16,6-4-26-16,4 0 25 16,28 0-16-16,11 0-44 15</inkml:trace>
  <inkml:trace contextRef="#ctx0" brushRef="#br0" timeOffset="164366.14">25595 17559 58 0,'-51'12'62'16,"-1"3"-38"-16,-4-1 4 15,1 5 16-15,0-1-4 16,-3 3-20-16,3-4-15 16,4-2-2-16,13-1 1 15,14 0-11-15,22-10-41 16,2 3-78-16,19-7 20 16</inkml:trace>
  <inkml:trace contextRef="#ctx0" brushRef="#br0" timeOffset="164551.88">25213 17625 11 0,'-57'19'96'15,"1"-2"-83"-15,3-3-40 16,1-4 10-16,-1 4 8 15,4 1-10-15,4 0-29 16</inkml:trace>
  <inkml:trace contextRef="#ctx0" brushRef="#br0" timeOffset="164604.75">24781 17743 3 0,'-17'4'-3'0</inkml:trace>
  <inkml:trace contextRef="#ctx0" brushRef="#br0" timeOffset="164779.2">24856 17648 33 0,'-32'10'56'0,"5"2"-49"16,-6 3 3-16,3-1 21 16,5 5-5-16,3-4-19 15,5-1-8-15,13-1-9 0,4-11-62 16</inkml:trace>
  <inkml:trace contextRef="#ctx0" brushRef="#br0" timeOffset="164969.87">24728 17718 80 0,'-41'19'71'15,"5"4"-65"-15,10-7-5 16,2-4 4-16,10 3 4 16,3-9-2-16,9-2-11 0,2 0-37 15,0-4-39 1</inkml:trace>
  <inkml:trace contextRef="#ctx0" brushRef="#br0" timeOffset="165069.62">24728 17718 48 0,'-21'29'-42'16</inkml:trace>
  <inkml:trace contextRef="#ctx0" brushRef="#br0" timeOffset="166547.54">25176 17283 85 0,'-18'0'118'16,"-1"-4"-105"-16,4 4 0 15,-6 0 34-15,0 0 4 16,-6 0-15-16,-6 0-13 16,1 0-7-16,-7 0 0 0,2 0-4 15,3 9-2-15,-5-7 7 16,1 6-8-16,-7-4 2 15,0 6-8-15,-2 5 8 16,-7-1-9-16,4 9 2 16,-3-4-4-16,2 6 1 15,6-3-2-15,5 1 3 16,1 2 0-16,0 4-1 16,7 2 1-16,0 2-2 15,6 0 4-15,5-4-4 16,4 0 2-16,4 4-4 15,7-6 1-15,4 2 1 16,2 0 0-16,0-6 0 0,0 2-3 16,8-6 7-16,9 3-5 15,4-3 2-15,6-1 3 16,3 6-1-16,7-8-3 16,4 3 2-16,5-1 3 15,3-3-5-15,6 2 1 16,7-8-2-16,9-2 9 15,10 1-4-15,3-8-2 16,12 0-1-16,2 0 0 16,1 0-1-16,7-10 1 15,-4-4-1-15,-8-3 0 16,-7 2 2-16,-9-3-1 16,-11-3-2-16,-10-2 0 15,-10 0 2-15,-13-2-3 0,-14 3 2 16,-3-3-2-16,-8-6-2 15,-5-2-3-15,-4 0-2 16,0-11 6-16,0 3-1 16,-22-3-2-16,-4-4 6 15,-8 3 1-15,0 1-3 16,-6 5 3-16,-1-2-2 16,-5 3 2-16,-7 5 0 15,-2 0 1-15,-3 0 1 16,0 0 0-16,1 6-1 15,0 6-2-15,6-1 1 0,-4 11-1 16,1-1-1 0,0 10 2-16,1 2-3 15,-7 2 6-15,-7 25-1 16,-7 12-1-16,-12 6-3 0,2 14-1 16,3 5-7-16,8 2-33 15,7 6-17-15,8 3-12 16,16-5 4-16,17-3-11 15,18-9-83-15</inkml:trace>
  <inkml:trace contextRef="#ctx0" brushRef="#br0" timeOffset="168136.29">28236 13968 89 0,'0'0'55'0,"0"-2"-41"15,-2 0 32-15,-2 2 10 16,2 0-28-16,2 0-5 15,-4 0 11-15,0 0 0 16,2 0-10-16,-3 0-1 16,3 0-3-16,-3 0-8 15,-1 0-5-15,-6 0-5 16,-4 4 5-16,-3 11-3 16,-2-1 2-16,-1 5-1 15,-1 2 2-15,-1 1-1 16,1 3 2-16,3 0-1 15,1 2-1-15,6-4 1 16,3 0 0-16,3-3-6 0,5 1 3 16,0 6 0-1,2 4-1-15,0 2 1 0,0 4-2 16,0 1-3-16,0-3 8 16,4 2-4-16,11-2 1 15,0-2-2-15,4-1 0 16,4-2-1-16,2-1 4 15,5 5-4-15,10-8 4 16,1 6-2-16,10-3-3 16,1 2 1-16,8-9 1 15,2 3-2-15,2-2 1 16,6-6 0-16,3 1 1 0,1-1-1 16,2-3-1-16,2 1 2 15,-2-7-3-15,0 2 1 16,-2-7 1-1,-3-3-1-15,-5 0 0 0,-1 0 0 16,-5 0 1-16,-5-7-1 16,5-11 1-16,-5-7-1 15,1 2 0-15,-4-6 1 16,-3-6-1-16,-8 2 0 16,-2-2 0-16,-6-3 1 15,-7-1 0-15,-2-3 1 16,-1-5-1-16,-7-5 1 15,-4 0-2-15,-6-6 1 0,-6 2 0 16,0 1 0 0,0-4 0-16,0 8-1 0,-9-1 3 15,-14 3-2-15,-7-3 2 16,-9 0 0-16,-3-2-2 16,-1 2 0-16,-6-8 1 15,-3 5-3-15,-6 0-2 16,1 8 3-16,-10 7 0 15,-5 5 1-15,-5 2-1 16,-13 12 1-16,-5 13-6 16,-5 8 4-16,-7 0 1 15,-7 31 0-15,-8 15 0 0,0 16-7 16,0 14-11 0,11 22-44-16,10 22-79 0,16 19-222 15</inkml:trace>
  <inkml:trace contextRef="#ctx0" brushRef="#br0" timeOffset="171653.87">16535 18809 24 0,'-5'9'101'0,"3"-7"-61"16,2-2-28-16,0 0 13 0,0 0 4 16,0 0-6-16,0 0-10 15,0 0-5-15,0 0 26 16,0 0-3-16,7 0-12 15,4 0-11-15,3 0 0 16,6 0-2-16,4 0-3 16,6 0-2-16,2 0 1 15,0 0 2-15,-4 0-1 16,-3-7-3-16,-6 3-3 16,-8 4-7-16,-2 0-21 15,-2 0-17-15,-2 0-19 16,-3 0-45-16</inkml:trace>
  <inkml:trace contextRef="#ctx0" brushRef="#br0" timeOffset="172325.08">17117 18847 74 0,'0'-5'124'0,"0"4"-101"16,0 1 9-1,0-3 14-15,0 2-1 0,0 1-17 16,0 0-22-16,0 0-5 16,0 0 0-16,0 0-1 15,0 0 3-15,0 0-5 16,0 0 9-16,0 0 10 15,2 0-5-15,5 4-8 16,2 12 2-16,3 3-4 16,-1-1-2-16,-2 1 3 15,3-5-3-15,-1 1 2 16,-2-2-5-16,-3-8 3 0,-2-5-6 16,-4 5-9-1,0-5 1-15,0 0 1 0,0 0 1 16,0 0-4-16,0 0-15 15,0 0-5-15,0-5-17 16,0-9-17-16,0-6-24 16</inkml:trace>
  <inkml:trace contextRef="#ctx0" brushRef="#br0" timeOffset="172825.8">17117 18847 18 0,'-37'-137'23'0,"25"118"17"16,1 5 4-16,5 4-22 15,0 1-6-15,4 1-1 0,0 2 1 16,-1 0 2 0,3 2-6-16,-2-1 7 0,2 1-6 15,0 0-1-15,0 2-5 16,0-2-6-16,0-5 11 16,0 4 1-16,0-8-5 15,0 2-5-15,0 3-2 16,7-2 1-16,7 0-5 15,0-3 6-15,2 3-6 16,2 0 6-16,1 1-2 16,0 1 5-16,-2-3-5 15,2 7 2-15,4-2-2 16,-3 2 2-16,-1 4-7 16,-1 0 5-16,-4 0-4 0,-2 4 4 15,2 19 2-15,-3 2 0 16,0 8 3-16,-3-4-11 15,-6 4 8-15,-2-6 0 16,0-2-3-16,0 2-4 16,-14-3 14-16,-4 0-12 15,-3-4 6-15,0-3 0 16,-1-1 0-16,-2-4-1 16,1-1-1-16,-2-1-1 15,5-2-2-15,1-3-1 16,8 1 4-16,3-4-7 15,8 0-7-15,0-2-18 16,0 0-14-16,0 0-13 0,0 0-45 16</inkml:trace>
  <inkml:trace contextRef="#ctx0" brushRef="#br0" timeOffset="173987.55">17708 18374 58 0,'0'0'66'0,"0"0"-47"16,0 0 10-16,0 0 8 15,-2-4-4-15,2 4-11 16,-2 0-1-16,-1 0 5 15,3 0-3-15,0 0-9 16,0 0-7-16,0 0 1 16,-2 0-2-16,-2 4 6 15,-6 15-8-15,-1 10 0 16,0 0 0-16,-4 3 2 0,6-8-3 16,3 5 4-1,0 0-3-15,4-2-4 0,2 6 4 16,0 0-2-16,0 0 4 15,0 0-5-15,0 1 3 16,8-1-3-16,3 0 3 16,0 0-2-16,3-6 0 15,0-4-4-15,2-4 4 16,2-3-1-16,1-2 0 16,2-5 1-16,-3 1-2 15,1-6 0-15,-4 5 1 16,-3-5 0-16,-1-2 1 15,-2 6-3-15,-1-4 2 0,-4 0-2 16,-1-2 0-16,-3-2-4 16,0 7-3-16,0-3-23 15,2 0-42-15,-2 4-39 16,2-3-85-16</inkml:trace>
  <inkml:trace contextRef="#ctx0" brushRef="#br0" timeOffset="174683.78">17993 18648 30 0,'-9'0'159'0,"3"-4"-114"15,3 4-14-15,-1-4 20 16,1 4 16-16,3-5-38 15,0 4-11-15,0 1-9 16,0 0-3-16,0-5-8 16,0 5 0-16,10-8 17 15,10 2-11-15,5-4-2 0,-6 2-2 16,-8-1 1-16,3 3-2 16,-2 1 1-16,-4 5-3 15,5-4 4-15,-5 4-1 16,1 0 0-16,-4 0-3 15,0 0 2-15,2 4-1 16,-5 7 2-16,0 6-1 16,-2 3 3-16,0 9 2 15,0 2-4-15,0 3 5 16,0-4-5-16,0 1 2 0,-4-2-2 16,-3-4 1-16,5-2 0 15,2 0-1-15,0-4 0 16,0-5-1-16,0 0 3 15,0-5-3-15,0-3 2 16,0-2-3-16,11 1 2 16,5-1 1-16,3-4-1 15,2 0 0-15,3 0 0 16,-1 0 0-16,1-4-10 16,-3-5-1-16,-10 5 1 15,-2-3-1-15,-7 7-6 16,-2 0-4-16,2 0-3 15,-2 0-22-15,3 0-27 16,-3 0-33-16</inkml:trace>
  <inkml:trace contextRef="#ctx0" brushRef="#br0" timeOffset="174961.15">18008 18876 179 0,'-3'-2'49'16,"3"-5"-48"-16,0 1 31 16,0 0-3-16,0-7-16 0,11-1-5 15,6-1-3 1,1 1-5-16,5 2 4 0,-2-1-6 15,1 1 7-15,-1 3-11 16,3-1-19-16,-4 6-7 16,-1-2-21-16,2-3-54 15</inkml:trace>
  <inkml:trace contextRef="#ctx0" brushRef="#br0" timeOffset="176326.31">18768 18441 17 0,'6'-6'31'0,"-2"-3"-8"16,3 1 13-16,0 4-4 16,-1-2-6-16,0 2-5 15,-4 4 1-15,0-2-8 0,-2 2 9 16,0 0 2-16,0-3 4 15,0 3-3-15,0 0-12 16,0 0-9-16,0 0-5 16,-7 5 8-16,-7 9 1 15,-5 5-7-15,2-1 0 16,0 1 1-16,6-1-4 16,0-3 4-16,-1 0-2 15,5-3-1-15,2-6 0 16,5-2 0-16,0-4-4 15,0 0 2-15,0 0 0 0,0 0 0 16,9 0 4 0,19 0 7-16,4-14-5 0,5-5-5 15,3 0 9-15,-1 1-7 16,-3-1 0-16,1 1 0 16,-3 3 1-16,-4 1 2 15,-4 4-4-15,-8-3 2 16,-9 11-8-16,-4 0-19 15,-5 2-3-15,0 0-10 16,0 0-6-16,0 8 7 16,0 7-56-16</inkml:trace>
  <inkml:trace contextRef="#ctx0" brushRef="#br0" timeOffset="177001.09">18864 18685 14 0,'-8'0'68'15,"1"0"-24"-15,-2 0 2 16,3 0 16-16,-4 2-26 15,1 1-14-15,0-2 10 16,1 3-9-16,2 1 1 16,3-5-11-16,1 2 5 15,2-2-9-15,0 0 6 16,0 0-7-16,0 0 5 0,0 0-6 16,0 0-2-16,0 0-2 15,0 0-2-15,0 0-2 16,0 0 7-16,14 0-1 15,11 0-4-15,5 0 4 16,2-7 2-16,3-5-4 16,0-2-2-16,-1-3 1 15,1 3-2-15,-1-3 1 16,-6 6-1-16,-8 6-1 16,-6 1 4-16,-9 1-5 15,-5 3 6-15,0 0-5 16,0 0 2-16,0 0-7 15,0 0 4-15,0 0 9 16,-14 4-10-16,-2 9-5 16,-2 1-8-16,1 1-6 0,-2 3-4 15,2-3 1-15,0-1-8 16,4-1-26-16,1-1-1 16,3-4-58-16</inkml:trace>
  <inkml:trace contextRef="#ctx0" brushRef="#br0" timeOffset="177922.5">19372 18536 30 0,'0'0'126'0,"0"-2"-86"15,0 2 4-15,0-2 1 16,0 2-2-16,-3 0 4 15,3 0-19-15,0 0 0 16,0 0-6-16,0 0-9 16,0 0-10-16,0 0 6 0,0 0-4 15,0 0-2-15,0-2-2 16,0 2 7-16,5-4 1 16,14 4-2-16,-2-4-3 15,7-1-3-15,-1-5-1 16,2 4 0-16,2-7 5 15,-1 3-4-15,-3 0-1 16,-4 1 0-16,-10 4 0 16,-5 0 0-16,-2 3 1 15,-2 2 0-15,0 0-2 16,0 0 4-16,0 0-3 16,0 0-1-16,0 0-2 15,0 0-8-15,0 0-32 16,0 2-5-16,0 8-61 0,-6 1-70 15</inkml:trace>
  <inkml:trace contextRef="#ctx0" brushRef="#br0" timeOffset="178906.45">19877 18331 12 0,'0'-4'107'0,"0"4"-61"15,0 0-2-15,0 0-9 16,0 0-7-16,0-4 11 0,0-2-19 16,0-3-1-16,0 1-6 15,0-2 5-15,0 1 0 16,0-1 0-16,0 2 1 15,0 1-6-15,0 2 1 16,0 2-7-16,0 2 3 16,0 1-5-16,0 0 2 15,0 0 4-15,0 0 4 16,0 0-3-16,0 0-8 16,0 0-3-16,0 0-5 15,0 0 4-15,0 0-2 16,0 5 9-16,4 10-8 15,4 3 1-15,1 5 1 16,2 0-1-16,2 2 1 16,-2 4-2-16,1-2 3 0,-3-2-2 15,0-3 1-15,1 2-2 16,-2-6 2-16,-1 1-2 16,0-3 1-16,-3 3-1 15,2-2 0-15,-4-3 1 16,0-2 1-16,-2-4-1 15,2-4 1-15,1 3 0 16,-3-5-3-16,0 0-1 16,0-2 3-16,0 0-3 15,0 4 2-15,0-4 0 0,0 0 3 16,0 0 2 0,0 9-1-16,0-3-2 15,-12 2 0-15,0-2-1 16,-1-2 0-16,1 0 0 0,-1 1-1 15,0-1 2-15,5-2 0 16,1 2 0-16,7-4 0 16,-2 0-1-16,2 0 0 15,0 0-1-15,0 0 1 16,0 0-3-16,0 0 2 16,0 0-1-16,0 0 2 15,0 0-1-15,0 0 2 16,0 0 1-16,2 0 1 15,5 0-2-15,5 0 3 16,1-4-1-16,0 0-3 16,2-3 1-16,-4 3-1 15,1 0 1-15,-8 4-1 0,1 0 0 16,-5 0-8-16,0 0-10 16,0 0-5-16,2 0-16 15,3 0-32-15,-3 0-32 16,0 0-49-16</inkml:trace>
  <inkml:trace contextRef="#ctx0" brushRef="#br0" timeOffset="179338.14">20308 18586 66 0,'0'0'215'0,"-3"0"-159"15,3 0-29-15,-2 0 5 16,0 0-16-16,2 0-12 15,0 0-16-15,0 0-5 16,0 0-25-16,0 0-22 16,0 0-15-16,2 0-24 15</inkml:trace>
  <inkml:trace contextRef="#ctx0" brushRef="#br0" timeOffset="179910.4">20380 18213 114 0,'0'0'82'0,"0"0"-58"0,6-4 16 15,5 0-2-15,8-6-25 16,2-3-8-16,4 3 5 16,0 1-5-16,-4 3-3 15,-5 2 5-15,-2 4 1 16,-5 0-1-16,0 0 1 15,-4 0-1-15,0 0-10 16,-5 0 7-16,0 13 0 16,0 3 2-16,0 3-1 15,-2 8-2-15,-13-3 1 16,0-1-3-16,3 0 4 0,3-2-4 16,0-3 1-1,4 1 0-15,3-1 1 0,2-3-5 16,0-2 5-16,0-3-6 15,9-4 2-15,9-2 6 16,3-4-3-16,2 0-4 16,3 0-10-16,-6 0 24 15,1-8-9-15,-3-2 1 16,0-5-3-16,-3 9-2 16,-4-3-3-16,-7 5-12 15,-2 4-7-15,1 0-4 16,-1 0-44-16,0 0-34 15</inkml:trace>
  <inkml:trace contextRef="#ctx0" brushRef="#br0" timeOffset="180419.99">20858 18149 186 0,'-7'0'105'0,"0"0"-83"16,-2 0-15-16,-1 0 1 0,2 0 12 16,1 8-9-16,5 1-16 15,2-3 4-15,0-2 3 16,0 6 6-16,0-6-11 15,0 5 4-15,4-3 2 16,12-2 6-16,7 2-4 16,0-2-4-16,3-4-10 15,-2 4 20-15,-3-4-11 16,-2 0 2-16,-1 5-1 16,-2-3-2-16,-4 2 1 15,-4 4-3-15,0 1 6 16,-1 1-5-16,-3 0 5 15,-2 4-7-15,-2 1 8 16,0-2-1-16,0-3 1 0,-4 0 2 16,-13-2 0-16,-3 3 8 15,-7-3-4-15,-6-2-8 16,4-2 4-16,1-4-2 16,5 4-4-16,5-4-2 15,3 0-23-15,7 0-18 16,3 0-36-16,1-4-32 15</inkml:trace>
  <inkml:trace contextRef="#ctx0" brushRef="#br0" timeOffset="180654.94">20772 18176 165 0,'6'0'51'0,"5"-4"-19"16,0-2 28-16,6-3-14 16,1 1-14-16,2-3-11 15,6 2-20-15,4-6 2 16,-5 2-4-16,1 3-1 16,-6 2-5-16,-4 8-15 15,-7-2-15-15,-4 2-47 16,-3 0-42-16</inkml:trace>
  <inkml:trace contextRef="#ctx0" brushRef="#br0" timeOffset="181819.03">21125 17880 111 0,'0'-7'136'0,"0"7"-107"15,0 0-11-15,0 0 13 0,2 0 16 16,15 0-20 0,-2 0-7-16,6 19 0 0,1-5-6 15,4 10-8-15,2 0 3 16,2 9 3-16,0 0-3 15,0 11-1-15,-1-3-4 16,-3 1 2-16,-3-3-3 16,-5-6 2-16,-6 4-2 15,-3-9 1-15,-7-4-1 16,-2-5 2-16,0 0-5 16,0-5 5-16,0 0-2 15,0-5-4-15,0-3 0 16,0-2 2-16,0 1-14 15,0-1-37-15,-2-2-25 16,0 6-32-16,-3-6-67 0</inkml:trace>
  <inkml:trace contextRef="#ctx0" brushRef="#br0" timeOffset="208650.03">21898 17501 151 0,'-9'4'39'0,"-3"-4"-44"16,7 0 28-16,3 0 12 16,2 0-14-16,0 0-9 15,0 0-4-15,0 0 2 16,0 0 2-16,0 0 7 16,2 0 4-16,15 0-2 15,-2 0-11-15,4 0 0 16,2 0-3-16,2 0 2 15,0-4 2-15,2 4-6 0,-1-9 1 16,-9 8-2-16,-6-4 1 16,-1 1-4-16,-8 4 1 15,0 0-3-15,0 0-1 16,0 0-12-16,0 0-17 16,0 0-20-16,0 0-25 15,0 10 13-15,0 3-74 16</inkml:trace>
  <inkml:trace contextRef="#ctx0" brushRef="#br0" timeOffset="208964.98">21907 17699 141 0,'-3'0'38'0,"3"0"-14"15,-2 0 22-15,2 0-18 16,0 0-15-16,0 0-12 16,0 0 5-16,0 0 3 15,7 0 2-15,7-4-6 16,2 0-4-16,3-2-2 15,-4 2 5-15,2 0-6 16,-4 4-17-16,-1 0-9 0,-1 0-22 16,2 0-22-16,-5 0-69 15</inkml:trace>
  <inkml:trace contextRef="#ctx0" brushRef="#br0" timeOffset="209555.08">22401 17379 162 0,'-9'-5'54'0,"-2"5"-45"15,1 0 10-15,1 0 22 16,5 0-7-16,2 0-15 16,0 0-13-16,-1 0 4 15,1 9-3-15,0 5-3 16,0-3-1-16,2-3-2 15,0 6 1-15,0 5 2 0,0-5-3 16,0 5-1-16,13 0 3 16,4-5-2-16,0 5 0 15,0-9-2-15,3-2 1 16,1-1 1-16,2-7-2 16,0 0 1-16,0 0 9 15,0 0-10-15,-4 0 4 16,-8-11-1-16,-4 1 4 15,-3-2-9-15,-2 1 6 16,-2 1 6-16,0-9-8 16,0 0 0-16,0 1-1 15,-2-5 1-15,-13 9 1 16,-7-1-4-16,1 5 13 0,1 2-15 16,-1 8-1-16,6 0-4 15,-2 0 1 1,4 4-13-16,5 6-12 0,6 5-11 15,2 3-25-15,0-5-74 16</inkml:trace>
  <inkml:trace contextRef="#ctx0" brushRef="#br0" timeOffset="209917.86">22745 17515 121 0,'-6'0'89'0,"4"0"-51"16,-2 0 5-16,4 0 19 16,-2 0-24-16,-1 0-17 15,3 0 8-15,0 0-17 0,0 0-7 16,0 0-7 0,0 0 1-16,0 0-7 0,0 0-21 15,0 0-21-15,0 4-15 16,0-4-18-16,0 0-49 15</inkml:trace>
  <inkml:trace contextRef="#ctx0" brushRef="#br0" timeOffset="210511.5">22906 17265 159 0,'-7'0'53'16,"2"-4"-30"-16,2-1 16 15,1 4-2-15,0-4-4 16,2 1-8-16,0 4-1 16,0 0-7-16,0 0 4 0,0 0-3 15,0 0-4-15,0 0-2 16,0 0 1-1,0 0 0-15,0 0-7 0,0 0-2 16,0 0-4-16,0 0 5 16,0 10-1-16,2 5-2 15,5 4-1-15,1 3 1 16,-2-3-1-16,1-1 1 16,0 1 0-16,0-4-1 15,0 3 1-15,0-3-2 16,-3-5 1-16,3 3-2 15,-5-7 1-15,1-2-2 0,-1-4 1 16,-2 4 0-16,0-4-2 16,0 0 2-16,0 0-17 15,0 0-22-15,0 0-16 16,0 0-5-16,3 0-15 16,1 0-14-16,1 0-37 15</inkml:trace>
  <inkml:trace contextRef="#ctx0" brushRef="#br0" timeOffset="210938.69">23055 17223 44 0,'0'0'108'0,"0"0"-75"15,0 0 11-15,0 0 11 16,0 0-5-16,0 0-27 16,0 0-16-16,0 0-3 15,0 0 3-15,0 0 11 16,5 8-8-16,4 7-2 15,-3 0 1-15,4 3 0 0,-3 1 2 16,0-1-6 0,-1-3 0-16,1 3-1 0,-1-7 2 15,-2 2-2-15,0-3-1 16,-1-4-2-16,-3 2-2 16,2-4 2-16,-2-4-1 15,2 5 0-15,-2-5-2 16,0 0 2-16,2 0-28 15,1 0-61-15,-1 0-42 16,0 2-40-16</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2226.01904" units="1/cm"/>
          <inkml:channelProperty channel="Y" name="resolution" value="3561.63037" units="1/cm"/>
          <inkml:channelProperty channel="F" name="resolution" value="2.84167" units="1/deg"/>
          <inkml:channelProperty channel="T" name="resolution" value="1" units="1/dev"/>
        </inkml:channelProperties>
      </inkml:inkSource>
      <inkml:timestamp xml:id="ts0" timeString="2020-08-12T16:16:49.555"/>
    </inkml:context>
    <inkml:brush xml:id="br0">
      <inkml:brushProperty name="width" value="0.05292" units="cm"/>
      <inkml:brushProperty name="height" value="0.05292" units="cm"/>
      <inkml:brushProperty name="color" value="#FF0000"/>
    </inkml:brush>
  </inkml:definitions>
  <inkml:trace contextRef="#ctx0" brushRef="#br0">18734 10148 29 0,'-16'-27'96'0,"-2"-8"-101"0,4 0 60 16,14 12 11-16,0 9-20 16,0 7-11-16,0 3 4 15,0 0-11-15,0 2 0 16,0 2-4-16,0 0 1 15,0 0-2-15,0 0-10 16,0 0 3-16,0 0-1 16,0 0-4-16,0 0-4 15,0 0-1-15,0 0-5 0,0 0 3 16,0 0 3-16,0 0-2 16,0 0-3-16,0 14-3 15,2 7 6-15,1 6-5 16,1 2 5-16,-2 4-6 15,3 2 3-15,-3 2-1 16,0 1 0-16,-2-1 0 16,0-6-2-16,0-6 2 15,0-9-2-15,0-1 3 16,2-7-3-16,-2-2 3 16,0-1-4-16,0-3 2 15,0 0 0-15,4-2-1 0,-4 0 1 16,0 0-2-16,0 0 4 15,0 0-6-15,0 0 3 16,0-13-4-16,0-8 4 16,0-3-1-16,0-5-3 15,2-2 4-15,0-3-1 16,5 1 1-16,2 2-4 16,3 2 5-16,6 0-4 15,0 0 6-15,3 3-8 16,0 5 4-16,-3 2 1 15,0 3 0-15,1 4 1 0,-6 1-3 16,2 5 7 0,-4 2-6-16,3 4 3 0,2 0-5 15,3 0 4-15,-4 0-1 16,0 0 0-16,0 4 0 16,-3 10-3-16,-1 9 5 15,-2 8 3-15,-1 6-1 16,-4 2-3-16,1 1 4 15,-3-1-6-15,-2-4 2 16,0 1 1-16,0-5-1 16,0-4 0-16,2-4-1 15,1-7 3-15,-1-6-4 16,0-6 4-16,-2-1-4 16,2-3 3-16,-2 0-4 0,0 0 2 15,0 0-5-15,0 0-7 16,0-7 11-16,5-14 1 15,2-7 2-15,2-5-9 16,0-5 4-16,1 3-3 16,-1 0 6-16,0 2 0 15,3 4 0-15,-5 2 2 16,2 2-2-16,-3 2 4 16,2 3-4-16,-4 3 4 15,3 5-6-15,0 4 3 16,-1 3-3-16,7 5-1 15,0 0 2-15,3 0-1 16,0 6 7-16,1 11-5 16,-4 2 6-16,-4 1-3 15,1 7 1-15,-1 0-4 0,-3 2 6 16,2 2-3-16,-1 4 4 16,-5 0-2-16,0 3-5 15,-2-7 5-15,2-4-5 16,-2-9 3-16,3-5-4 15,-3-7-1-15,0-4-33 16,2-2-18-16,0 0-30 16,0 0-31-16,3 0-78 15</inkml:trace>
  <inkml:trace contextRef="#ctx0" brushRef="#br0" timeOffset="649.82">19507 10310 77 0,'10'-7'24'0,"-4"-1"16"15,3-4 29-15,-2-1-28 16,1-3-2-16,-4-1-7 15,1 2-12-15,-1 3-1 0,-2 4 3 16,1 4 0 0,-1 2-10-16,-2 2-7 0,0 0-5 15,2 0 7-15,-2 0 0 16,0 0-3-16,0 0 5 16,0 0 5-16,0 0-2 15,0 0-4-15,0 0 4 16,0 4-4-16,0 10-1 15,2 7-6-15,1 2 5 16,0 6-3-16,-1 2-3 16,0 4 1-16,0-4-4 15,3-4 7-15,-3-4-5 16,0-7 3-16,-2-5-3 16,0-7 2-16,3-2-2 0,-1-2 1 15,0 0 0-15,-2 0-1 16,2 0 3-16,-2 0-3 15,0 0 5-15,0 0-2 16,0 0 0-16,-13 0-6 16,-6 0 3-16,3 0 0 15,0 0-1-15,0-2 0 16,2-1-2-16,3 3 4 16,4 0-2-16,5 0 1 15,2 0-10-15,0 0 5 16,0 0-5-16,2 0 0 15,18 0 10-15,8 0-4 16,0 0 5-16,-5-1-1 16,0 1 1-16,-10 0-15 15,0 0-3-15,-9-3-22 0,-4 3-15 16,0-5-47-16</inkml:trace>
  <inkml:trace contextRef="#ctx0" brushRef="#br0" timeOffset="1729.84">20986 9879 22 0,'3'0'20'16,"-3"0"37"-16,0 0-5 15,0 0-12-15,0 0 0 16,0 0-9-16,0 0 4 16,0 0-10-16,0 0-7 15,0 0-1-15,0 0 5 16,0 0 7-16,0 0-6 0,0 0-11 16,-21 2-6-1,-11 21-3-15,-4 8 1 0,-4 2 13 16,10 0-5-1,5 0-6-15,9 2-6 0,5 0 4 16,3 3-6-16,8 1 5 16,0 5-3-16,0-1 4 15,19-1 0-15,2-3-4 16,-1-2 4-16,3-4-5 16,0-6 4-16,3-2-5 15,-6-4 2-15,3-7-6 16,-6-1-1-16,-4-7-20 15,-6-2-9-15,-3-4-10 16,2 0-38-16,0 0-97 16</inkml:trace>
  <inkml:trace contextRef="#ctx0" brushRef="#br0" timeOffset="2098.88">21134 10053 81 0,'2'0'197'0,"2"0"-171"15,4 0-25-15,3 0 11 16,0 2 18-16,4 12-6 15,2 5-11-15,5 4-1 16,3 3 2-16,5 10 5 16,0 1-7-16,2 0-3 15,-2 1 0-15,-5-7-4 16,1-4-4-16,-10-9 2 16,-5-5-4-16,-4-7 4 15,-4-2-5-15,-3-4 2 16,0 0-16-16,0 0-14 15,0 0-3-15,0-15-44 16,0-5-66-16</inkml:trace>
  <inkml:trace contextRef="#ctx0" brushRef="#br0" timeOffset="2382.12">21422 10053 80 0,'0'0'132'16,"0"0"-111"-16,0 0 11 16,0 0 30-16,-8 0-24 15,-5 2-19-15,-8 12 0 16,-2 7 4-16,-2 4-3 16,-5 6-7-16,-2 4 1 15,2 2-6-15,2 3-4 16,5-5-1-16,2-6-3 15,8-7 2-15,4-7-7 0,3-5-13 16,4-5-22-16,2-3-2 16,0-2-26-16,0 0-35 15,8 0-48-15</inkml:trace>
  <inkml:trace contextRef="#ctx0" brushRef="#br0" timeOffset="2699.42">21615 10243 107 0,'0'-2'84'15,"0"0"-64"-15,0 0 36 16,0 2 9-16,0 0-27 15,0 0-25-15,0 0 4 16,0 0 6-16,0 10-5 16,0 5-4-16,4 1-7 15,1 3 4-15,-1-2-11 16,1-1 5-16,-2-3-7 16,-3-7 4-16,0 0-4 0,0-4-25 15,0 0-23-15,0-2-62 16,0 0-112-16</inkml:trace>
  <inkml:trace contextRef="#ctx0" brushRef="#br0" timeOffset="3064.57">21958 10368 183 0,'4'0'64'16,"-4"0"-51"-16,0 0 22 16,0 0 7-16,0 6-16 15,0 4-20-15,0 5 2 16,0-3-2-16,0 5-1 0,0-5-6 16,0 1-1-16,-4-5-23 15,-1 0-51-15,5-2-53 16</inkml:trace>
  <inkml:trace contextRef="#ctx0" brushRef="#br0" timeOffset="3484.47">22354 10049 188 0,'0'-5'97'16,"0"3"-64"-16,0 2-2 15,0-2 12-15,0 0 0 16,0 2-29-16,0 0-6 15,0 0-2-15,11 0 0 16,10 9 0-16,6 9-4 16,6 7-2-16,-1 2 0 15,2 4 3-15,-4 4-4 16,-9 0 6-16,-1-2-9 16,-6-6 7-16,-2-6-6 0,2-6 3 15,-5-7-11-15,-2-4-18 16,-5-2-1-16,0-2 4 15,2 0-9-15,-4 0-12 16,0-4-52-16,0-13-88 16</inkml:trace>
  <inkml:trace contextRef="#ctx0" brushRef="#br0" timeOffset="3782.71">22627 9962 170 0,'-12'6'33'0,"-3"8"-25"16,-6 7 37-16,-5 8 2 15,-8 8-23-15,-5 1-10 16,-2-1 6-16,-1-2-10 15,5-2 3-15,7-4-5 16,3-2 1-16,5-6-7 16,11-5-3-16,0-3 0 15,9-7-11-15,0-2-16 16,0-2-24-16,2-2-14 0,0 0-96 16</inkml:trace>
  <inkml:trace contextRef="#ctx0" brushRef="#br0" timeOffset="4297.97">22694 10274 18 0,'-5'0'174'0,"5"-2"-145"0,0-2 5 15,0 2 6-15,0 2-17 16,0 0-8-16,0 0 5 16,7 0 2-16,4 0-12 15,1 0-8-15,0 0 7 16,-1 0-8-16,-1 0 3 15,1 2-6-15,-2 2 3 16,-4 0-1-16,0 3 2 16,-3 3 6-16,0-2-2 15,0 2 4-15,-2 1-4 16,0-1 1-16,0 2-7 16,0 3 4-16,-16 0-4 0,0 1 2 15,2-1 3-15,7-1-6 16,5-1 2-16,2-5-2 15,0-2 4-15,0-2-6 16,2 0 7-16,12-1-5 16,12-2-3-16,1-1-6 15,3 0-12-15,-3 0-11 16,-6 0-5-16,-5 0-9 16,-8 0-8-16,-6 0-76 15</inkml:trace>
  <inkml:trace contextRef="#ctx0" brushRef="#br0" timeOffset="4653.64">23147 10405 184 0,'-2'-2'110'0,"2"-2"-94"16,0 1 24-1,0 1 1-15,0 2-21 0,0 0-9 16,2 0-1-16,1 0 6 15,-3 0 3-15,0 0-7 16,0 7-4-16,0 7-2 16,0 5-7-16,0 1-6 15,-3-1-38-15,-4 0-26 16,2-7-50-16,1-2-76 16</inkml:trace>
  <inkml:trace contextRef="#ctx0" brushRef="#br0" timeOffset="4982.83">23589 10335 191 0,'-9'0'59'0,"1"0"-55"0,6 0 26 15,0 0-6 1,0 0-21-16,-1 4-2 0,1 1-1 15,2 6 0-15,0-3-34 16,0 1-46-16,0-3-90 16</inkml:trace>
  <inkml:trace contextRef="#ctx0" brushRef="#br0" timeOffset="5665.16">23497 10018 205 0,'-2'-11'62'16,"-3"1"-24"-16,3 3 38 15,0 6-3-15,-2 1-47 16,4 0-10-16,0 0 3 15,0 0 0-15,0 0-10 0,0 0-2 16,0 0 7 0,4 14-3-16,11 11 1 0,6 6-5 15,3 4 1-15,6 4-5 16,4 7-1-16,5 0-1 16,2-3-2-16,-5-1 2 15,-3-8-3-15,-8-4 5 16,-6-5-4-16,-8-7 4 15,-1-6-5-15,-8-3 4 16,0-5-4-16,-2-4 3 16,0 0-4-16,0 0-12 15,0 0-6-15,0 0-1 16,0 0-31-16,0 0-34 16,0-4-35-16,0-6-44 15</inkml:trace>
  <inkml:trace contextRef="#ctx0" brushRef="#br0" timeOffset="6032.72">23794 10103 93 0,'0'0'59'16,"0"-3"-12"-16,0 2 28 15,0 1-16-15,0 0-19 16,0-3-11-16,0 3 8 16,0-2-3-16,-8 2-17 15,-14 0-4-15,-12 21-9 0,-11 12 3 16,-6 8-3-16,4 5 2 16,6 0-2-16,3-3-3 15,8-4 4-15,6-6-4 16,3-4 2-16,4-4-3 15,6-8 5-15,6-7-7 16,3-4 2-16,2-3 0 16,0-3-6-16,0 0-19 15,0 0-15-15,0 0 0 16,0 0-13-16,0 0-56 0,0 0-159 16</inkml:trace>
  <inkml:trace contextRef="#ctx0" brushRef="#br0" timeOffset="6725.89">24015 10297 24 0,'-15'-6'194'0,"6"0"-140"16,5-1 2-16,4 3 12 16,0 2-29-16,0 2-27 15,0-2-9-15,0 2 2 16,0 0-5-16,13 0 3 15,4 0-4-15,6 0 3 16,-3 0-4-16,1 4 2 16,-5 0 0-16,-2 3 0 15,-5-3 0-15,-2 2-1 16,-7-2 3-16,0 2-1 16,0 0 5-16,0 3-4 15,-11-1-1-15,0-1 0 0,-4-2 0 16,4-1-1-16,-1 1 0 15,-1-1 3-15,6 0-3 16,0-2 2-16,7 2-4 16,0-2 2-16,0-2-10 15,0 3 3-15,9-2 0 16,7 4 5-16,2 1 2 16,4 2-1-16,-2 3 3 15,-2-1-4-15,-2 0 4 16,-4 3-3-16,-3-5 1 15,0 0-1-15,-6 2 1 16,-3-1 0-16,0 5-1 0,0 1 4 16,-19-1-3-1,0-3 4-15,-3-5-4 0,1-6 7 16,0 0 1-16,3 0 1 16,2 0-5-16,5 0-4 15,4 0-1-15,1 0-13 16,6-4-5-16,-2-2-10 15,2-1-23-15,0 3-59 16,0 4-143-16</inkml:trace>
  <inkml:trace contextRef="#ctx0" brushRef="#br0" timeOffset="7333.71">24567 10413 12 0,'0'-2'191'0,"0"2"-151"16,0 0 16-16,0 0 12 16,0 0-25-16,0 0-18 15,0 0-12-15,0 2-5 16,0 6-4-16,4-1 1 16,-1 3-2-16,-3 2 5 15,0 7-7-15,0 4 0 16,-7-1-16-16,2 3-51 15,-2 0-113-15</inkml:trace>
  <inkml:trace contextRef="#ctx0" brushRef="#br0" timeOffset="10409.69">24865 10336 68 0,'0'0'120'0,"0"0"-99"16,0 0 17-16,0 0 28 15,0 0-30-15,0 0-24 16,0 0-8-16,0 0 10 0,0 0-4 16,0 0-8-16,0 0 0 15,3 0-7-15,2 0-29 16,-1 0-66-16,5 0-50 16</inkml:trace>
  <inkml:trace contextRef="#ctx0" brushRef="#br0" timeOffset="10726.77">25222 10336 194 0,'0'0'39'0,"0"-1"0"15,0 1 19-15,0-3-11 16,0 3-25-16,0 0-13 16,0 0-4-16,0 0-5 15,0 0 3-15,0 0-7 16,0 0-3-16,0 0-11 15,0 0-14-15,0 0-29 16,0 0-4-16,0 0-56 16</inkml:trace>
  <inkml:trace contextRef="#ctx0" brushRef="#br0" timeOffset="11066.64">25512 10380 54 0,'0'4'31'0,"0"-4"28"16,0 0 11-16,0 0-19 15,0 0-6-15,0 0-21 16,0 0-11-16,0 0-11 16,0 0-9-16,0 0-11 15,0 0-30-15,0 0-27 16,8 0-79-16</inkml:trace>
  <inkml:trace contextRef="#ctx0" brushRef="#br0" timeOffset="12365.55">25756 10339 79 0,'-5'0'59'0,"-1"-3"-5"16,1-1 5-16,5 4 6 0,0 0-32 15,-2 0 1-15,2 0-18 16,0 0-7-16,0 0-7 16,0 0 10-16,0 8 3 15,0 9 1-15,0 0-6 16,0 5-7-16,0 3-1 15,-2 2-3-15,2-4 0 16,-2 0-42-16,2-5-49 16,0-3-156-16</inkml:trace>
  <inkml:trace contextRef="#ctx0" brushRef="#br0" timeOffset="13355.8">25984 9964 81 0,'-8'-15'37'0,"6"3"39"15,0 1 2-15,2 5-17 16,0 4-34-16,0 0 0 15,0 2-3-15,0 0 4 16,0 0-11-16,0 0 1 16,0 0-12-16,0 0 4 15,8 10 1-15,10 9-1 16,3 2 0-16,4 3-1 16,3 4 0-16,-2 1-3 0,0-1 3 15,-1 4-7-15,1-6 3 16,-5-1-5-16,-1 0 3 15,-1-2-2 1,-6 0 1-16,-3-5-1 0,-1-1-2 16,-5-9 5-16,-1-2-4 15,-3-1 2-15,0-3-3 16,2-2 2-16,-2 2-1 16,2-2-1-16,-2 0-6 15,2 0-19-15,4 0-15 16,-4 0-12-16,2 0-3 15,-1 0-23-15,-1 0 3 16,-2 0-37-16,0 0-8 0</inkml:trace>
  <inkml:trace contextRef="#ctx0" brushRef="#br0" timeOffset="13824.59">26342 9926 39 0,'3'-4'80'15,"-3"4"-63"-15,0 0 49 16,0 0 9-16,0 0-20 16,0 0-33-16,0 0-5 15,-7 2-2-15,0 7 7 16,1 3-1-16,-7 0 3 16,0 1-1-16,-8 6-13 15,-1 1-4-15,-4 5-1 16,-1 2 2-16,1 2-7 15,1 0 4-15,1-2-5 16,2 0 3-16,-1-2-3 16,4-5 2-16,3-3 0 0,0-2-2 15,5-5 2 1,2 0-2-16,1-4 3 0,2 1-5 16,1-3-2-16,5-2-18 15,0-2-17-15,0 2-9 16,0-2-29-16,9 0-47 15</inkml:trace>
  <inkml:trace contextRef="#ctx0" brushRef="#br0" timeOffset="14736.4">26472 10208 10 0,'-8'-2'8'0,"4"-2"30"16,-3-2 32-16,1-1-19 16,1 1-19-16,3 2 14 15,2 0 0-15,-3 0-9 16,3 2-4-16,-3 0-7 15,3 2-4-15,0-2-9 16,0 2 0-16,0 0-6 16,0 0 0-16,0 0-3 15,0 0 2-15,0 0 2 16,0 8-4-16,0 6 4 0,0 3-6 16,0 1 3-1,0 1-5-15,0 0 3 0,0-3-5 16,0-3 3-16,0-1-1 15,0-2 0-15,3-3 0 16,-3-5-1-16,0 0 2 16,0-2-2-16,0 0 2 15,3 0-2-15,-3 0 2 16,0 0-3-16,0-4 2 16,0-9-1-16,0 1-3 15,0 0 3-15,0-1-2 16,0 3 2-16,0-3-4 15,0 1 8-15,0 1-7 16,0 1 3-16,0 2-2 16,0 0 2-16,2 4 1 15,0 4-1-15,1 0 2 0,1 0-3 16,0 0 4-16,5 0-3 16,4 0 2-16,-5 0-3 15,1 0 2-15,1 0 0 16,1 0-3-16,0 1 3 15,4 6-1-15,-2 1 5 16,-1 2-7-16,-1-3 7 16,-4 1-5-16,-2 0 5 15,-3-2-1-15,-2 5 1 16,0 1 1-16,0 3-1 16,0 1 1-16,0 3-4 0,0-4 1 15,0-6-2-15,0 2 2 16,0-5-4-16,0-4-1 15,0 0-11-15,0-2-35 16,0 0-39-16,0 0-56 16</inkml:trace>
  <inkml:trace contextRef="#ctx0" brushRef="#br0" timeOffset="15460.91">26920 9775 182 0,'-4'0'63'15,"4"-2"-36"-15,0 2 46 16,0 0-29-16,0 0-30 16,0 0-6-16,0 0 10 15,0 0 5-15,9 0-10 16,1 9 2-16,5 1 2 15,2 2 4-15,5 7-2 16,3 4-1-16,5 3-3 16,-2 2-1-16,-5 1-6 0,-7-2-6 15,-4 2 0-15,-1 4 0 16,4 2 5-16,-4 4-7 16,-2 1 3-16,-1 1-5 15,2-2 3-15,-5-1-1 16,-3 3-1-16,-2 0 2 15,0 1-2-15,0-1 4 16,-13-3-4-16,-2-10 4 16,2-5-4-16,3-8 3 15,3-3-2-15,1-6 2 16,-1 0-1-16,3 1-1 16,0-5 1-16,2 2-1 0,2-2 1 15,0-2-13-15,0 0-38 16,0 0-39-16,14 0-35 15,-2 0-181-15</inkml:trace>
  <inkml:trace contextRef="#ctx0" brushRef="#br0" timeOffset="23512.82">22942 10361 29 0,'0'0'16'0,"0"0"6"16,3 0-2-16,-3 0 4 16,0 0-7-16,0-2-9 15,0 2 0-15,0 0-2 0,0 0 6 16,0 0-2-16,0 0-1 16,0 0-5-16,0 0-3 15,0 0 5-15,0 0 0 16,0 0-2-16,0 0-2 15,0 0 5-15,0-2-3 16,0 2 3-16,0 0 2 16,0 0 2-16,0 0 0 15,0 0-4-15,0 0 3 16,0 0-5-16,0 0 0 0,0 0-5 16,0 0 2-1,0 0-2-15,0 0 1 0,0 0 1 16,0 0 0-16,0 0 0 15,0 6 1-15,0 5 6 16,0-1-8-16,0 2 2 16,-3 1-3-16,1-1 5 15,-2-1-2-15,4-1-1 16,-3-2 0-16,1 0-2 16,2 1 2-16,0-3-3 15,0 0 3-15,0-4-3 16,0-2 0-16,0 0-2 15,0 0 4-15,0 0-1 0,0 0-6 16,0 0-9 0,0 0-10-16,0 0-14 0,0 0-39 15,0 0-15-15</inkml:trace>
  <inkml:trace contextRef="#ctx0" brushRef="#br0" timeOffset="25246.9">24741 10453 18 0,'0'0'25'0,"0"0"5"16,0-3-9-16,0 1 17 16,0 0-18-16,0 0 0 15,0 2 6-15,0 0-8 16,0 0-3-16,0 0-5 15,0 0 5-15,0 0-6 16,0-2-4-16,0 2 1 16,0 0-1-16,0 0 1 15,0 0-3-15,0 0-1 16,0 0-2-16,0 0 3 0,0 0-4 16,0 0 1-1,0-2 3-15,0 2-2 0,0-2 5 16,0 2 1-16,0-2 2 15,0 2-4-15,0 0 3 16,0 0-4-16,0-2-1 16,0 2-2-16,0 0 0 15,0 0 2-15,0 0 0 16,0 0 4-16,0 0 1 16,0 0-1-16,0 0-1 15,0 0 4-15,0 0-3 16,0 0-1-16,0 0-2 15,0-2 1-15,0 2 0 16,0 0 1-16,0 0 6 16,0 0-6-16,0 0 0 0,0 0-8 15,0 0 6-15,0 0-2 16,0 4 3-16,0 6-2 16,0 1-3-16,0 1 3 15,0 0-2-15,0 1 3 16,0 1-4-16,0-1 2 15,0-3-3-15,0 1 1 16,0-3 1-16,0 0-1 16,0 1 0-16,0-4 0 15,0-1 2-15,0-1-3 16,0-3 3-16,0 0-4 16,0 0 3-16,0 1-2 15,0-1 1-15,0 0 0 0,0 0-1 16,0 0 2-16,0 0-3 15,0 0-6-15,0 0-21 16,0 0-13-16,0 0-34 16,0 0-39-16</inkml:trace>
  <inkml:trace contextRef="#ctx0" brushRef="#br0" timeOffset="26734.78">26699 10256 41 0,'0'-2'11'15,"0"2"26"-15,0 0-5 16,0 0-8-16,0 0-11 15,0 0-2-15,0 0 3 16,0 0-1-16,0 0 7 16,0 0-3-16,0 0 0 0,0-3 2 15,0 2-5-15,0-2 1 16,0 3-2-16,0 0 1 16,0 0-5-16,0 0 7 15,0 0 1-15,0 0 2 16,0 0-4-16,0 9-3 15,-2-1-3-15,0 0-4 16,2 1 2-16,0 3-6 16,0 2 4-16,0 3-5 15,0-2 5-15,0-1-6 16,0-2 3-16,0-1-3 16,0-1 1-16,0-4 1 15,-2-2-2-15,2-1 1 16,0-3 0-16,0 0 1 0,0 0-13 15,-2 0-12-15,-1 0-23 16,3 2-36-16,-3-2-60 16</inkml:trace>
  <inkml:trace contextRef="#ctx0" brushRef="#br0" timeOffset="29117">18875 11225 30 0,'0'-4'38'0,"0"4"-30"15,0 0 18-15,0 0 35 0,0 0-29 16,0-3-11-16,0 3-6 15,0 0 12-15,0 0-3 16,0 0-1-16,0 0 2 16,0 0-11-16,0 0-4 15,4 0-5-15,3 0 9 16,3 3-3-16,1 7 1 16,-2 1-7-16,1 1-1 15,-1 4 2-15,0 7 3 16,2 6 2-16,1 2-5 15,-1 6 2-15,-1-6-8 16,-1 1 4-16,-5-6-5 0,-2-5 3 16,1-4-3-1,-3-7 1-15,0-4 0 16,0 3-1-16,0-3 0 16,0-4-1-16,0-2 4 0,0 2-9 15,0-2-1-15,0 0-5 16,0 0 1-16,-5 0 4 15,1 0 2-15,2-13 4 16,-3-1-2-16,0 0 4 16,-2-3-3-16,0 2 4 15,-2-3-5-15,2-5 6 16,4 0-5-16,-1-4 2 0,4 3 1 16,0 5-2-16,0 0 2 15,0 3-1-15,4 3 4 16,9 1-4-16,0 3 3 15,-1 1-4-15,1 4 2 16,4 0 0-16,-1 2-1 16,0 2 1-16,0 0-1 15,-2 0 3-15,-1 0-3 16,-1 0 5-16,-3 0-2 16,3 0 3-16,-3 0-4 15,-2 2 6-15,2 8-4 16,-2 3-5-16,-1 3 5 15,2 3-2-15,-3 4 2 16,-1 1-3-16,0 1 3 16,-1 0-5-16,-3-6 2 0,0-5-1 15,0-3 0-15,0-7-1 16,0-2-3-16,0-2 5 16,0 0-5-16,2 0 1 15,-2 0 0-15,0 0 4 16,0-4-4-16,0-9 1 15,0-3-1-15,0-5-3 16,0 3-6-16,0-6 1 16,0 0 7-16,0 1 2 15,0 2 4-15,0 3-3 16,0 5 2-16,0 1-1 16,9 4 1-16,10 0-2 15,4-1 0-15,5 3 6 16,4 4-7-16,-4 2 7 0,-1 0-4 15,-7 0 3-15,-3 8-2 16,-6 2 3-16,3 3-1 16,0 1 2-16,-1 3 7 15,-1 1-3-15,-1 3 9 16,-1 8-8-16,-1 2-3 16,-4 4-6-16,-1-2 2 15,0-5-1-15,1-2-3 16,-3-9 2-16,1-7-2 15,0 1 2-15,-3-7-17 16,0-4-2-16,0 0-29 16,0 0-36-16,0 0-69 0</inkml:trace>
  <inkml:trace contextRef="#ctx0" brushRef="#br0" timeOffset="29644.25">19675 11409 134 0,'0'0'35'0,"3"0"-33"16,-1 0 13-16,2 0 20 15,1 0-19-15,5 0-10 16,5 0 1-16,9 0 1 16,1 0 2-16,-5 0-6 15,-1 0 14-15,-4 0-5 16,0 0-4-16,-6 0-1 16,-3 0 0-16,-2 2 1 15,-4-2 3-15,0 2-1 16,0 0-6-16,-8 2 5 15,-18 9-7-15,-3 1 5 16,-6 5-7-16,3-1 6 16,7-1-5-16,7-5-2 0,7 1 3 15,3-5-5-15,6-2 2 16,2-3 0-16,0-1 4 16,0-2-5-16,2 0 1 15,12 2-4-15,6 2 4 16,1-2 1-16,7-2-5 15,0 2 4-15,-3-2-2 16,-3 0-5-16,-5 0-9 16,-6 0 0-16,-3 0-19 15,-6 0-10-15,2 0-29 16,-1 0-72-16</inkml:trace>
  <inkml:trace contextRef="#ctx0" brushRef="#br0" timeOffset="30427.01">21120 11078 112 0,'0'0'53'16,"-4"0"-30"-16,-2 0 20 16,2 0 3-16,-5 0-6 0,-2 8-9 15,-6 4-6-15,2 5-4 16,-4 4-6-16,0 1-4 16,4 5-2-16,0 5 0 15,4-2-6-15,4 3 2 16,3 3-3-16,2-1 2 15,2 4-3-15,0-3-1 16,0 1 3-16,0-6-3 16,6-4 3-16,10 0-4 15,3 0 1-15,2-6-5 16,-3-3-14-16,-4-3-13 16,-3-9-25-16,-4-2-44 15,1-2-74-15</inkml:trace>
  <inkml:trace contextRef="#ctx0" brushRef="#br0" timeOffset="30840.95">21408 11192 101 0,'6'0'97'0,"4"0"-91"16,-1 0 15-16,4 0 29 15,4 0-15-15,2 4-23 16,1 10 0-16,5 3 7 15,5 7 4-15,2 4-6 16,1-2-10-16,-1 4 5 16,-2-4-12-16,-5-1 5 15,1-2-6-15,-6-4 2 16,-1-3-1-16,-6-6-1 0,-5-1 2 16,-4-5-10-1,-2-4-10-15,-2 0-1 0,0 0-5 16,0 0-20-16,0-2-38 15,-2-17-103-15</inkml:trace>
  <inkml:trace contextRef="#ctx0" brushRef="#br0" timeOffset="31123.77">21785 11185 20 0,'0'7'85'16,"-5"-3"-67"-16,-6 4 5 0,-1 5 53 15,-6 3-29-15,-7 7-14 16,-3 6-15-16,-2 0 1 16,2 0-8-16,3 0 2 15,3-4-12-15,3-5 0 16,1-1 1-16,-1-1-5 15,3-5 3-15,4-2-15 16,8-3-9-16,0-7-30 16,4 4-14-16,0-1-40 15</inkml:trace>
  <inkml:trace contextRef="#ctx0" brushRef="#br0" timeOffset="31714.19">21928 11390 69 0,'0'0'99'0,"0"0"-69"0,0 0 15 15,0 0 27-15,0 0-24 16,0 0-33-16,0 0 7 15,0 7 3-15,0 5-5 16,0 2-7-16,0-1-6 16,0-1 1-16,0 1-4 15,0 1 3-15,4 5-8 16,-2-1 3-16,1-3-2 16,-1-3 1-16,0-3-1 15,-2-9-2-15,0 0 1 16,0 0-14-16,3 0-15 15,-1 0-32-15,1 0-53 16</inkml:trace>
  <inkml:trace contextRef="#ctx0" brushRef="#br0" timeOffset="32142.04">22187 11572 132 0,'6'0'101'0,"-6"0"-77"15,0 0 2-15,0 0 16 16,0 0-13-16,0 0-22 15,0 0 1-15,0 0-6 16,0 5 3-16,-6 5-3 0,0 0-4 16,-3-2-10-1,6 1-29-15,1 1-42 0,2-4-80 16</inkml:trace>
  <inkml:trace contextRef="#ctx0" brushRef="#br0" timeOffset="32657.92">22671 11233 159 0,'0'0'72'16,"0"0"-74"-16,0 0 7 16,0 0 25-16,0 0-3 0,0 0-8 15,14 17 1-15,2-3 7 16,0 7-14-16,4-1-5 16,4 1-5-16,1 4 1 15,-2 0-2-15,0 0-2 16,0 6 0-16,2-4-1 15,1 1 4-15,-3-4-4 16,-5-6 2-16,-4-5-2 16,-7-9-3-16,-3 0-8 15,1-2-10-15,-5-2-3 0,2 0-15 16,-2 0-20 0,0 0-60-16</inkml:trace>
  <inkml:trace contextRef="#ctx0" brushRef="#br0" timeOffset="32988.31">22938 11276 160 0,'-19'9'62'0,"1"-5"-56"16,-3 4 28-16,-2 5 19 15,3 3-18-15,-1 3-20 16,2 1 0-16,1 1-3 16,-3 2 0-16,-2-2-8 15,3-1-1-15,3-3-1 16,6-6-3-16,4-2 5 15,7-4-7-15,0-3-1 16,0 0-26-16,0-2-31 16,0 2-45-16</inkml:trace>
  <inkml:trace contextRef="#ctx0" brushRef="#br0" timeOffset="37713.28">22082 11409 10 0,'-2'2'18'0,"-1"-2"-15"15,3 0 4-15,0 0 6 16,0 0-7-16,0 0 33 16,0 0-9-16,0 0-23 15,0 0 4-15,0 0 10 16,0 0-5-16,3-6-7 16,-3 6 8-16,0 0-4 15,0-2-2-15,0 2-5 16,2-2-1-16,0-2-4 15,3 4 3-15,-3-3 0 16,0 3 0-16,0 0-1 16,4 0-1-16,0 0 0 0,3 0-2 15,0 0 2-15,-1 0-2 16,1 0 0-16,0 0 1 16,-3 0 1-16,2 4 5 15,-1 3-4-15,2 1 1 16,-5 0-4-16,1-3-3 15,-2 1 2-15,-1 2 7 16,-2-4-8-16,0 5 8 16,0-3-6-16,0 4 1 15,-2 3-6-15,-8-1 9 16,-4-2-4-16,0-2 0 16,3 1-5-16,-2-1 5 15,-4-2 2-15,1 3-3 0,-2-5 0 16,3 4 1-16,6-2-4 15,5-1 3-15,2-1-4 16,2-3 5-16,0-1-7 16,0 3 0-16,0-1-6 15,0 0 2-15,9 0 1 16,9-2-6-16,3 2 9 16,2-2-4-16,-2 2-1 15,-2-2-1-15,-4 2-8 16,-4 0-3-16,1 1 12 15,-5-2 0-15,-3-1-36 16</inkml:trace>
  <inkml:trace contextRef="#ctx0" brushRef="#br0" timeOffset="38925.69">22341 11572 102 0,'0'0'42'0,"0"0"-35"15,0 0 31-15,0 0 10 16,4 0-10-16,-2 0-33 15,0 0-3-15,3 0 4 16,-1 7 5-16,3-3-2 0,-3 5-1 16,-4-4-1-16,0 3-3 15,0 7 0-15,0 2-11 16,-9 6-22-16,-2 2-26 16,-1-5-22-16,3-3-53 15</inkml:trace>
  <inkml:trace contextRef="#ctx0" brushRef="#br0" timeOffset="42531.65">23067 11434 16 0,'0'0'41'0,"0"0"-27"16,0 0 11-16,0 0 16 16,0 0-10-16,0 0-11 0,0 0 6 15,0 0 4-15,0 0-10 16,0 0 0-1,0 0-1-15,0 0-2 0,0 0-10 16,0 0 3-16,0 0-7 16,0 0 1-16,0 0-3 15,0 0 1-15,0 0 0 16,11 0-1-16,1 0 3 16,-1 0-3-16,3 0 4 15,-3 0-4-15,-2 0 1 16,3 2-2-16,-5 2 0 15,2 0 0-15,-2 2 1 16,3 3-1-16,-6-3-1 16,-2-2 3-16,-2 0-3 0,0 1 6 15,0-1-7-15,0 1 2 16,0 2-2-16,0 1 2 16,-2-2 0-16,-5-2-4 15,-2 3 4-15,-5-3 0 16,0 2 2-16,-2 0-2 15,0 1 1-15,0-1-2 16,4 0 1-16,5-2 0 16,1 2 0-16,1 2 0 15,3-1-2-15,2-1 4 16,0-2-12-16,0-1 1 16,0 2 0-16,7-1 7 0,9 3-6 15,0-3-7-15,5-2 11 16,1-2-12-16,-1 0 4 15,2 0 11-15,-5 0-1 16,-4 0-9-16,-2 0 14 16,-5 0-3-16,-4 0 1 15,1 0-2-15,-4 0-19 16,0 0-20-16,0 0-55 16</inkml:trace>
  <inkml:trace contextRef="#ctx0" brushRef="#br0" timeOffset="43333.81">23340 11446 70 0,'-2'0'29'0,"0"0"-16"16,2 0 33-16,-2 0-1 16,2 0-27-16,0 0 6 15,0 0 2-15,0 0 1 16,0 0-12-16,0 0-4 15,0-2-9-15,0 2-8 16,6 0 8-16,6 0 3 16,4 0 0-16,0 0-6 0,3 0 4 15,-6 2-4-15,1 0 2 16,-5 4-2-16,0-1 2 16,-1-3-1-16,-4 4-1 15,-2-2 2-15,-2 3-3 16,0-2 4-16,0-1-2 15,0 3 0-15,-6 1-9 16,-4 1 9-16,-1 1-1 16,2 0 1-16,-3-2 0 15,1 1 0-15,2-5 1 16,-1-2-2-16,-1 0 4 16,2 2-5-16,-1 0 5 0,1-1 0 15,4-2 0 1,-1 2 2-16,4-2-4 0,-2 2 0 15,4-3-1-15,0 0 1 16,0 2-2-16,0 0 5 16,0 0-5-16,12 0-3 15,6 0 3-15,3-2 0 16,3 0-4-16,-1 0-6 16,-5 0 0-16,-2 2 1 15,-7-2-4-15,-2 0-9 16,-5 2 2-16,-2-2-20 15,2 0-53-15</inkml:trace>
  <inkml:trace contextRef="#ctx0" brushRef="#br0" timeOffset="43696.04">23694 11597 33 0,'2'0'61'15,"2"0"-47"1,0 0 31-16,1 4 22 0,-3 0-13 16,0 3-33-16,0-5-5 15,1 4 1-15,-1 0-4 16,-2 5-9-16,0 1-3 16,0 5-1-16,0 2-9 15,0-1-17-15,0 2-36 16,2-3-66-16</inkml:trace>
  <inkml:trace contextRef="#ctx0" brushRef="#br0" timeOffset="44267.22">24265 11357 28 0,'0'0'73'0,"0"0"-55"16,0 0 25-16,0 0-1 15,3 0-1-15,1 0-14 16,7 8-10-16,6 7-4 16,4 3-11-16,4 3 5 15,2 2-1-15,1 2 1 0,-1 4-4 16,1 0 10-16,0 2-4 16,-3-2-5-16,1 2-3 15,-4 0-1-15,1-2 3 16,-2-4-5-16,-7-7 6 15,0-5-6-15,-5-5 0 16,-5-4-6-16,-1-1-5 16,-3-3-2-16,0 0-12 15,0 0-8-15,0 0-28 16,0-15-36-16</inkml:trace>
  <inkml:trace contextRef="#ctx0" brushRef="#br0" timeOffset="44600.48">24595 11438 57 0,'0'0'62'0,"0"0"-40"16,0-2 19-16,0 2-5 15,-4 0 10-15,-2 0-27 16,-5 0-11-16,-4 8 2 16,-5 9 7-16,-3 5-11 0,-9 3 3 15,0 6-8-15,-1-2 6 16,1 0-9-16,5-4 3 16,1-2 1-16,3-2-4 15,3-5-13-15,3-1 0 16,6-2 4-16,7-8-7 15,4-2-23-15,0-2-18 16,0-1-60-16</inkml:trace>
  <inkml:trace contextRef="#ctx0" brushRef="#br0" timeOffset="45250.78">24717 11624 92 0,'0'-4'57'0,"0"0"-56"15,0 2 28-15,0 0-7 16,0 2-11-16,0 0-18 15,2 0 12-15,11 0 0 16,2 2-4-16,-2 6-3 16,0-1 9-16,-1 1 0 15,-3-2-4-15,-2 0 0 0,-5-2 0 16,0 0 9-16,2 1 3 16,-4 3-2-16,0 0-2 15,-6-1-5-15,-12 1-3 16,0-2-5-16,-2 0 1 15,3-1 1-15,6-4 1 16,1 2-4-16,5 1-1 16,3-3 3-16,2-1-9 15,0 0-7-15,0 0-8 16,0 0 4-16,0 4 18 16,11-1 2-16,6 1-4 0,-4 2-9 15,-1 1 1-15,0-2 4 16,-4 2 9-16,0-1-1 15,1 2 2-15,-2 1-2 16,-3-1 1-16,-2 0 1 16,-2 1 0-16,0-1 4 15,0 2 2-15,0-2-1 16,-2-1 5-16,-9-3 1 16,-2-4-6-16,-2 0 6 15,2 0 12-15,-1 0-16 16,0 0 0-16,0 0 1 15,7 0 0-15,1-3-9 16,1-1-18-16,5 4-14 16,0-1-13-16,0-2-23 0,0 3 0 15</inkml:trace>
  <inkml:trace contextRef="#ctx0" brushRef="#br0" timeOffset="45929.66">25006 11630 144 0,'-4'-1'35'16,"1"-4"-9"-16,1 1 25 15,2 2-3-15,-2 0-29 16,2 2-16-16,0 0-6 15,0 0 2-15,0 0-1 16,0 0 1-16,0 0-3 16,11 0 1-16,2 0 0 15,4 4 2-15,-6-2 4 0,1 2-3 16,-3 0 0-16,-2-1-1 16,0-1 0-16,-2 2-2 15,-3 0-2-15,0 0-1 16,-2 2 0-16,0-4 2 15,0 5 7-15,0-1 4 16,-2 4 2-16,-12-2-2 16,-2 5-3-16,-3-2 3 15,-2 2-4-15,4 0-3 16,0-1 2-16,1 1-2 0,7-5 3 16,2-2-8-1,5 1 5-15,2-7-6 0,0 2-3 16,0-2 19-16,0 0-6 15,0 4-4-15,14-4 1 16,2 0-2-16,2 0 3 16,2 0 0-16,-1 0-3 15,-5 0 0-15,-2 0-1 16,-3 0 0-16,-5 0-9 16,1 0-26-16,-2 0-12 15,3 0-52-15</inkml:trace>
  <inkml:trace contextRef="#ctx0" brushRef="#br0" timeOffset="46234.19">25314 11715 112 0,'0'0'92'16,"0"0"-86"-16,0 0 8 16,0 0-7-16,0 0-1 0,0 0-6 15,0 3 3-15,0 11 7 16,0 2 4-1,-6 5-1-15,-4 0-10 0,1 4-3 16,2 1-46-16,3 4-58 16</inkml:trace>
  <inkml:trace contextRef="#ctx0" brushRef="#br0" timeOffset="47106.89">25781 11635 36 0,'2'0'63'0,"-2"2"-54"15,0-2 7-15,0 0-12 16,3 0-9-16,3 0-61 0</inkml:trace>
  <inkml:trace contextRef="#ctx0" brushRef="#br0" timeOffset="47328.67">26044 11616 23 0,'2'0'149'15,"0"0"-122"-15,-2 0-2 16,3 0 16-16,-3 0-11 16,0 0-15-16,0-2-14 15,0 2 1-15,0 0-6 0,0 0-15 16,6 0-46-16,3 0-74 15</inkml:trace>
  <inkml:trace contextRef="#ctx0" brushRef="#br0" timeOffset="47983.01">26449 11401 207 0,'6'6'14'0,"1"0"-21"15,3 2 16-15,-3 5 25 16,2-1-9-16,5 3-13 15,-1 3 9-15,3 7-2 16,1 2-4-16,-1 0 1 16,2 2-3-16,3 0-6 15,-1 0-5-15,3-2 2 16,3 0-4-16,1-4 2 0,-1-5-4 16,-6-5 3-16,-3-5-2 15,-6-4-11-15,-9-4-3 16,-2 0-7-16,0 0-3 15,-2-6-12-15,-9-10-29 16,-1 1-30-16,5-3-11 16</inkml:trace>
  <inkml:trace contextRef="#ctx0" brushRef="#br0" timeOffset="48292.64">26736 11446 68 0,'-9'4'32'16,"-5"9"-14"-16,-2 2 17 16,0 1 3-16,-4 5-9 15,-4-3-11-15,1 3 8 16,-5 4-8-16,3 1 2 15,5 2-7-15,3-4-8 16,4-3-2-16,1-4-3 16,1-7 1-16,0-4-2 0,-2 2-4 15,4-4-14-15,1-1-18 16,3-3-15-16,3 0-47 16,2 0-6-16</inkml:trace>
  <inkml:trace contextRef="#ctx0" brushRef="#br0" timeOffset="49038.73">26805 11639 37 0,'0'0'86'0,"0"0"-64"15,0 0 12-15,0 0 11 16,0 0 6-16,0 0-14 15,0 0-10-15,0 0-17 16,0 0-5-16,0 0-2 0,2 4-1 16,-2 6-1-1,6 5-1-15,-4-3 3 16,-2-2-3-16,2 1 1 16,0 2-1-16,3-4 1 0,-3 4-1 15,2-2 0-15,-1-3 2 16,-3 0-4-16,0-6 5 15,0-2-6-15,0 0 2 16,0 0-14-16,0 0 4 16,0-4-1-16,-5-6 4 15,1-1 1-15,1 3-1 16,-1-1-4-16,4 1 5 0,0 3 7 16,0-2-2-1,0 3 5-15,0-5-5 0,0 4 3 16,0-2-1-16,0 3 3 15,0 2-2-15,11 0-2 16,3 0 2-16,0 2-6 16,-5 0 6-16,1 0-4 15,1 0 4-15,-5 0-1 16,7 0 1-16,-7 6-1 16,1 2 2-16,-3 0 4 15,3 3 1-15,1-1-2 16,-6 1-5-16,2-1 13 15,-4-2-9-15,0 0-2 16,0-1-2-16,0-1 0 16,0 0 0-16,0-2-9 0,0-2-2 15,0 0-7-15,0-2 2 16,3 0-25-16,-1 0-26 16,0 0-13-16</inkml:trace>
  <inkml:trace contextRef="#ctx0" brushRef="#br0" timeOffset="49728.08">27091 11629 49 0,'-2'0'25'0,"-4"0"-13"16,4 0 42-16,0 0-3 15,2 0-22-15,0 0-7 16,0 0 4-16,0 0-17 15,0 0 2-15,0 0 4 16,0 0-8-16,0 0 1 16,2 0-9-16,0 0 3 15,6 0-3-15,-1 0 15 0,4 0-14 16,1 0 2-16,-3 0-3 16,6 0 2-16,0 0-1 15,-4 1-1-15,3 6 2 16,-5 1-3-16,-2-2 4 15,-3-2-3-15,-4 3 2 16,0-5-3-16,0 4 5 16,0 0-3-16,0 0 4 15,0 1 2-15,-7-1-5 16,-1 2 0-16,-7 0-1 16,4 0 3-16,0-1-4 15,1-3 4-15,3 0-6 0,3-2 4 16,2 2-1-16,-1-1 0 15,-1 1 2-15,0 0-5 16,0-2 6-16,4 2-6 16,0-4 4-16,0 2-1 15,0-2-2-15,0 2 2 16,6-2-4-16,12 2 4 16,3 0-3-16,2 0 0 15,-3 0-3-15,-1-2-4 16,-8 2-4-16,1 0-16 15,-8 0-4-15,1-2-12 16,-3 3-20-16,-2-3 3 16</inkml:trace>
  <inkml:trace contextRef="#ctx0" brushRef="#br0" timeOffset="52428.9">27160 11303 101 0,'0'7'16'0,"0"-1"-44"15,0 2 51-15,0 0-3 16,4 7-7-16,7 3-6 15,4 10 3-15,-2 0 20 0,6 4-4 16,-4-2-4-16,4-2-6 16,-5 0 5-16,0 4-7 15,-3-7-8-15,1 1 1 16,-5 3-2-16,-3 5-3 16,3 0-1-16,-3 2-2 15,0-3 3-15,-4-4-2 16,0-6 2-16,0-2-2 15,0-5 1-15,0-4-1 16,0 3 0-16,-4-5 1 0,-5 5-2 16,3-5 1-16,-1-3 0 15,3-2 1-15,0-1-10 16,2-1-14-16,-2-1-7 16,4 0-13-16,0-2-37 15,0 0 9-15</inkml:trace>
  <inkml:trace contextRef="#ctx0" brushRef="#br0" timeOffset="54512.34">18916 12219 22 0,'0'-13'22'16,"2"1"14"-16,6 1 8 0,-2-1-12 15,-1 4-15-15,2-1 5 16,-3 3-1-16,-2 4 5 16,-2 0 0-16,0 2-10 15,2 0 1-15,1 0 2 16,4 0-8-16,2 0-1 15,2 14 10-15,4 1-8 16,-2 3 4-16,4 1-5 0,-4 4-2 16,4 8 2-16,-2 6-9 15,0 7 2-15,-4 1-4 16,-2-1 3-16,-2 0-3 16,0-5 0-16,0-6 0 15,-1-4-3-15,-1-8 0 16,-2-7-2-16,-3-6-6 15,0-5-2-15,2-2 4 16,-2-1-12-16,0 0 14 16,0 0-3-16,0 0 4 15,0-16 4-15,0-9 1 16,0-4-2-16,0-8-1 16,0-3 5-16,0 1-1 15,0 0 2-15,0 6-2 16,5 6 1-16,6 6-2 0,1 6 2 15,1 5 2-15,1 4-2 16,2 4 1-16,-2 2-2 16,2 0 4-16,-2 4-4 15,-2 10 3-15,-1 5-2 16,-2 2 3-16,-2 0 0 16,0 6 2-16,-3 2-5 15,1 4-1-15,-1 0 1 16,4 0 1-16,-3-8 0 15,-1-5-4-15,3-7 3 16,-3-5-4-16,1-4 1 16,-5-2-19-16,2-2-16 0,-2 0 16 15,0 0 29-15,0-16-5 16,2-7-8-16,1-2 4 16,2-4-4-16,-1-2 4 15,1-2-1-15,3 0 4 16,2 0-3-16,4 4 2 15,-1 4 0-15,4 6-1 16,-4 7-2-16,1 10-2 16,0 2 8-16,0 0 5 15,-3 10-3-15,4 5-2 16,-4 3 0-16,0 3 3 16,3 2-1-16,0 1 4 15,0 5 0-15,2 7-3 16,-2 3 8-16,-3 7 9 15,-2-1-19-15,1-4-3 0,-4-1-2 16,1-11-5 0,-2-8-21-16,-5-9-8 0,0-10-10 15,0-2-33-15,0 0-42 16</inkml:trace>
  <inkml:trace contextRef="#ctx0" brushRef="#br0" timeOffset="55181.5">19825 12475 54 0,'5'0'50'0,"-1"0"-27"15,0 0 21-15,3-4-16 16,5 0-6-16,-1 0-6 0,6 0 0 15,-1 0 1-15,0 2-2 16,4 0 2-16,-3 2-9 16,4 0 1-16,3 0-5 15,0 0-1-15,1 0-2 16,-4 4 4-16,-8 0 0 16,-4 2 0-16,-3-2 0 15,-6 0-2-15,0 1 1 16,0 1-1-16,0 2 1 15,-17 3-4-15,2-2 2 16,0 2-2-16,2-3 0 16,3 1 0-16,1-3 0 0,2-2 0 15,1-2 0-15,3 2 0 16,3-2-6-16,0-2-6 16,0 4-6-16,0 0 0 15,14 3 3-15,1-1 11 16,4 0 2-16,-2 0 1 15,-2 3 1-15,-3 1-2 16,0 1 4-16,-6-2-4 16,-1 4-7-16,-5 2-2 15,0 5 8-15,0 9 5 16,-16 4-2-16,-9 0 0 16,1-1 1-16,1-9 1 15,1-7-32-15,3-10-22 16</inkml:trace>
  <inkml:trace contextRef="#ctx0" brushRef="#br0" timeOffset="79789.75">21174 12295 23 0,'0'19'84'15,"0"-5"-59"-15,15-3-27 0,-15-3 10 16,0 2 23-16,0 5-9 16,0 3-3-16,0 3 4 15,-11 4 8-15,-6 2-10 16,0 6-3-16,0 0 2 16,4 2-9-16,1 1 1 15,3-3-6-15,2 6 14 16,3-2-13-16,4 7 10 15,0-3-4-15,0 3-10 16,4-3 4-16,12-4-4 16,0 1 1-16,4-5-12 15,1-4 3-15,0-4-12 16,-3-7-4-16,-4-5-20 16,0-5-38-16,-2-8-26 15</inkml:trace>
  <inkml:trace contextRef="#ctx0" brushRef="#br0" timeOffset="80203.84">21521 12482 30 0,'0'0'193'0,"0"0"-193"15,0 0 4-15,0 0 24 16,6 6 7-16,8 10-17 15,9 5-13-15,5 6 1 16,4 6-2-16,0 0 11 16,0 8-12-16,0 1 9 15,-2-3-4-15,-4 3 3 16,-3-9-6-16,-5 0-3 16,-2-8-1-16,-7-7-4 0,-2-5-3 15,-2-7-17-15,-2-4-6 16,-3-2-30-16,0 0-30 15</inkml:trace>
  <inkml:trace contextRef="#ctx0" brushRef="#br0" timeOffset="80474.16">21859 12457 71 0,'0'-4'125'16,"0"2"-111"-16,0 2 18 16,0 0 6-16,-17 27-2 0,-10 14-14 15,-8 9 3-15,-1 7-10 16,-5-1 0-16,1-4-3 16,3-4-8-16,7-5 5 15,5-6-10-15,9-5 1 16,5-12-18-16,8-5-16 15,3-9-22-15,0-2-38 16,0-4-45-16</inkml:trace>
  <inkml:trace contextRef="#ctx0" brushRef="#br0" timeOffset="82034.25">22561 12838 29 0,'0'0'187'0,"0"2"-156"15,0 2-8-15,0 2 39 16,0 2-11-16,4 3-38 16,-1 6-7-16,1 1-6 15,-2 1 3-15,0-1-12 16,1-1-30-16,-3 0-43 0,2-5-97 16</inkml:trace>
  <inkml:trace contextRef="#ctx0" brushRef="#br0" timeOffset="83647.73">23037 12482 211 0,'0'-3'18'16,"0"3"-43"-16,0 0 38 16,11 0 44-16,8 0-26 15,-1 15-9-15,7 3 5 16,0 6 0-16,1 0 1 0,-1 7-8 16,-4 4-1-1,2 3-12-15,0 3-2 0,-2-6-6 16,1-2 5-1,1-3-4-15,-4-10 2 0,-5-5-9 16,-2-7-2-16,-8-4-2 16,-4-1-5-16,0-3-10 15,2 0-25-15,3 0-23 16,4-7-32-16</inkml:trace>
  <inkml:trace contextRef="#ctx0" brushRef="#br0" timeOffset="83916.14">23382 12496 160 0,'-7'8'28'16,"-2"5"-17"-16,-3 1 44 15,-4 5-4-15,-3 8-23 16,-4 2-12-16,1 6-2 15,-4 6-5-15,3-1-3 16,-2-3-5-16,-1-4 3 16,6-6-7-16,1-4 6 15,6-7-10-15,3-1 2 16,3-5-6-16,5-2-14 16,2-3-34-16,0-5-52 0</inkml:trace>
  <inkml:trace contextRef="#ctx0" brushRef="#br0" timeOffset="107869.12">21985 12776 85 0,'0'-3'20'15,"0"2"-2"-15,0-14 43 16,0-2-10-16,0 1-21 16,0 1-3-16,0 11-3 15,0 4-2-15,0 0-5 16,0 0 3-16,0 0-10 15,0 0 4-15,0 0-3 0,0 0-2 16,0 0-6-16,0 6 0 16,3 15 2-16,1 4-3 15,0 6 6-15,-1 6-8 16,-1 0 4-16,0-3-5 16,-2-5 1-16,3-7 1 15,-3-3-2-15,0-5 3 16,0-5-6-16,0-3 6 15,0-4-16-15,0-2-13 16,0 0-29-16,0 0-23 16,0 0-13-16,0 0-58 15</inkml:trace>
  <inkml:trace contextRef="#ctx0" brushRef="#br0" timeOffset="108561.66">22131 12748 126 0,'0'0'42'0,"0"0"-29"15,0 0 20-15,0 0-9 16,0 0-21-16,0 0-2 16,0 0-2-16,4 0 2 15,12 0 1-15,0 0-4 16,-2 0 4-16,0 0 1 15,-3 0 5-15,-2 0-8 16,-1 0 6-16,-4 0-2 16,-2 5 13-16,-2-1 2 15,0 0-12-15,0 3-3 0,0-2-4 16,-2 6 4-16,-12 1-8 16,-2 3 8-16,2-5-7 15,5 1 5-15,2-3-5 16,7-2 2-16,-2-2-2 15,2-1-6-15,0-2 0 16,0-1-7-16,0 3-2 16,2-2 15-16,9 2 4 15,4-2-10-15,-4 2 19 16,2 1-9-16,-1 4-2 16,-3-2 3-16,0 7-4 15,1-3 9-15,1-2-9 16,-4 3 9-16,-1-5-5 15,-2 0 7-15,-4-2-5 0,0 2 9 16,0 3 4-16,-6-3-4 16,-14 4-1-16,-3-2 6 15,0-1 8-15,3-3-11 16,3 0-3-16,2-4-13 16,-4 0 2-16,4 0-7 15,6 0-44-15,9 0-77 16</inkml:trace>
  <inkml:trace contextRef="#ctx0" brushRef="#br0" timeOffset="113412.27">23604 12854 5 0,'-4'0'23'16,"4"0"-18"-16,-2 0 19 16,0 0 7-16,-3 0-5 15,3 0-6-15,0 0-3 16,2 0-3-16,-5 0-36 16,1 0 56-16,2 0-19 15,-4 3-11-15,4-3 1 16,0 0 4-16,2 0-1 15,-3 0-3-15,3 0 0 0,0 0 1 16,0 0-6-16,0 0 0 16,0 0-3-16,0 0 3 15,0 0-3-15,0 0 2 16,0 0-10-16,0-3 10 16,0 2 0-16,0-2 5 15,0-1 0-15,0 0-3 16,0 2-1-16,0-2 1 15,0 0-4-15,5-3 0 16,-1 3 1-16,4-2 0 16,-4 2-1-16,1 2 1 0,-1 0 0 15,1 2-2 1,-3-2 0-16,2 2 3 0,2 0-2 16,-4 0-3-16,3 0 3 15,-1 0 15-15,3 0-7 16,-3 0-4-16,2 0 0 15,-2 0 1-15,1 2-2 16,1 0 2-16,3 2 0 16,1-2-3-16,-1 2 2 15,-2 0-1-15,-1-2-1 16,-4 2 1-16,-2 0-2 16,0 3 1-16,0-1 1 0,0 5 2 15,0-3-4 1,0 2 0-16,0 1-5 15,-2-1-1-15,-7-2 6 0,3 0 0 16,-1 1-5 0,-3-3-6-16,1 2 9 0,3-2-3 15,-1-1 9-15,5-4-13 16,2 2-26-16,0-3 2 16,0 0-14-16</inkml:trace>
  <inkml:trace contextRef="#ctx0" brushRef="#br0" timeOffset="114476.58">23835 12805 30 0,'0'0'34'0,"0"0"-2"16,0 0-3-16,0 0-4 16,0 0-2-16,0 0-5 15,0 0-4-15,0 0-4 16,0 0-9-16,0 0-1 15,0 0 5-15,5 0 1 16,11 0-4-16,-3 2 2 16,-1 0-2-16,-3 2 1 15,-2 0 3-15,0-2 1 16,0 2 4-16,0-2-11 16,0 2 2-16,-5 0-2 15,0 1-3-15,1-1 6 16,-3 0-11-16,0 3 5 15,0 1-7-15,0 0 12 0,-9 2-6 16,-3-2 4-16,3 1-1 16,0-1 1-16,2-4 0 15,-1 2 1-15,4-4-1 16,-1 1 1-16,3-1-1 16,2-2 1-16,0 0 4 15,0 0-5-15,0 0-1 16,0 0-2-16,0 0 2 15,9 0-4-15,8 0 15 16,3 0-8-16,-1 0-2 16,-1 0 1-16,-4 0-1 15,0 0 2-15,-1 0-4 16,-4 0 4-16,3 0 0 16,-5 0 0-16,-2 2 5 0,-1 2-2 15,-2 0 1-15,-2 2-1 16,0 3 4-16,0-1-8 15,0 2 4-15,0 1-1 16,0-3-1-16,0 2 4 16,-6-4-5-16,-1 0-1 15,-7 1 0-15,-2-3 1 16,-7 2-2-16,2-4 3 16,-2 2-4-16,7-2 4 15,2 0-3-15,5-2-1 16,2 0-3-16,5 0-5 15,-1 0-10-15,3 0-18 16,0 0-41-16,0 0-17 16</inkml:trace>
  <inkml:trace contextRef="#ctx0" brushRef="#br0" timeOffset="114883.41">24238 12956 132 0,'0'0'43'0,"0"0"-58"15,0 0 20-15,0 0 28 16,0 8-7-16,0 7-6 15,0 5-7-15,0 7 5 0,0 4-16 16,0 2 1-16,0-4-9 16,0-6-24-16,0-4-39 15,0-5-27-15</inkml:trace>
  <inkml:trace contextRef="#ctx0" brushRef="#br0" timeOffset="115330.12">24629 12591 265 0,'-8'0'55'16,"4"0"-74"-16,4-2 21 15,0 2 14-15,0 0-2 16,0 0-8-16,8 17-1 15,5 6 4-15,6 6 5 16,1-3-6-16,3 8-4 16,5 1 3-16,2 0-4 15,4 5 1-15,-4 1-4 0,2-4 3 16,0-4-3-16,-4-4 0 16,-2-8 1-16,-6-6-7 15,-6-7-8-15,-7-6-21 16,-3-2-40-16,-2 0-10 15,-2-6-45-15</inkml:trace>
  <inkml:trace contextRef="#ctx0" brushRef="#br0" timeOffset="115640.67">24935 12616 118 0,'-10'9'21'15,"-1"5"-19"-15,-6 6 22 16,6 10 32-16,0 3-34 16,-5 4-7-16,0 4-9 15,-3 1 7-15,-2 2 0 16,-1-5 0-16,-1-2-7 15,-1-6-6-15,9-6 2 0,0-6-3 16,4-5 3-16,7-6-4 16,2-6-17-16,2-2-25 15,0 0-34-15,0 0-20 16</inkml:trace>
  <inkml:trace contextRef="#ctx0" brushRef="#br0" timeOffset="117053.59">25075 12815 11 0,'0'0'24'16,"0"0"-3"-16,0 0-3 15,0 0 1-15,0 0 1 16,0 0 0-16,0 0 0 15,0 0 0-15,0 0 1 16,0 0-3-16,0 0-2 16,0 0 3-16,0 0-2 15,0 0-1-15,-2 0-2 16,2 2 5-16,0 0 0 16,-3-2-4-16,3 0 1 0,0 0-4 15,0 0-1-15,0 2-6 16,0-2-2-16,0 0 0 15,0 0 2-15,0 0-4 16,0 0 0-16,0 0 0 16,0 0-1-16,0 0 2 15,0 0-2-15,15 0 2 16,0 0-3-16,-1 0 2 16,-4 0-3-16,-1 0 4 15,-1 0-3-15,0 0 3 16,-3 0-2-16,-1 2-1 15,-4 3 3-15,4-1-3 16,-4 0 2-16,0 0-7 0,0 2 4 16,0 2 1-16,0 3-2 15,-4 1 0-15,-3-2 1 16,-3 1 2-16,8-5 0 16,-2-2 0-16,2 0-3 15,-1-4 0-15,1 2-4 16,2-2-2-16,0 0 0 15,0 0-12-15,0 0 6 16,0 2 8-16,0 1 5 16,5 1-5-16,1 0 1 15,4 0-1-15,-1 0 8 16,0 0-2-16,0 3 0 0,1-3-1 16,-6 2 2-16,1 2 2 15,-3 0-2-15,-2-1 1 16,0-2-7-16,0 2 9 15,0-3-1-15,0 2 3 16,-13-3-4-16,-2-2 1 16,-3 2 2-16,4-3 3 15,1 0 0-15,6 0-6 16,-1 0-1-16,2 0-11 16,3 0-17-16,3 0-54 15,0 0-61-15</inkml:trace>
  <inkml:trace contextRef="#ctx0" brushRef="#br0" timeOffset="117733.76">25261 12813 18 0,'0'0'69'0,"0"0"-49"16,0 0 6-16,0 0 1 15,0 0-6-15,0 0-10 16,17 0-1-16,1 0-2 16,0 0-4-16,-2 0 4 15,-4 0 1-15,-3 4 3 16,-2 0-10-16,-2 0 8 16,-5-1-1-16,0 1 1 15,0 0-7-15,0 2-2 16,0 2 2-16,0 3-6 15,-16 1 2-15,-1-2-11 16,1 1 4-16,0-3 0 0,2-2 4 16,3-2 0-1,6 0 4-15,0-1 0 0,5-3-25 16,0 0-2-16,0 0 3 16,0 0 9-16,3 0 16 15,9 0 3-15,1 2-8 16,1 0 9-16,0 0-3 15,0 2-1-15,2 0 3 16,3 0-2-16,-4 0 5 16,0 1 6-16,-9 0 4 0,1 2-4 15,-3 1 5 1,-1 2-4-16,-3 1-6 0,0 1-5 16,0-3 1-16,0 1 5 15,-7-4-11-15,-14 2 1 16,1-1-3-16,1-1 1 15,3-2-5-15,4 0-17 16,8-2-9-16,2 2-60 16</inkml:trace>
  <inkml:trace contextRef="#ctx0" brushRef="#br0" timeOffset="117988.6">25593 12966 126 0,'0'0'37'16,"0"0"-2"-16,0 0 29 15,0 0-4-15,0 0-38 16,-2 0-20-16,2 0-2 15,0 6-4-15,0 5-19 16,0 1-22-16,0-2-31 16,0-1-52-16</inkml:trace>
  <inkml:trace contextRef="#ctx0" brushRef="#br0" timeOffset="123620.11">26355 12962 63 0,'0'0'42'15,"0"0"-10"-15,2 0 40 16,-2 0-17-16,0 0-9 16,2 0-11-16,0 2-15 15,0 9-8-15,1-2-5 16,-3 4-4-16,0 2 1 15,0-1-6-15,0 3-1 16,0 1-24-16,0 3-40 16,-3-5-31-16,-3-1-87 15</inkml:trace>
  <inkml:trace contextRef="#ctx0" brushRef="#br0" timeOffset="124098.17">26619 12581 140 0,'0'0'48'0,"4"0"-50"16,1 0 11-16,4 0 27 15,2 0-7-15,4 0-12 16,3 12-7-16,0 9 5 15,6 2 1-15,-6 4-2 16,3 0 2-16,2 2-3 16,2-1-1-16,2 2-9 15,3-3 0-15,-2-4-3 0,2-1 2 16,-5-1 1-16,1-5-7 16,-9-5 5-16,-4-5-7 15,-9-4-17-15,-4-2-3 16,0 0-11-16,0 0-5 15,0 0-7-15,0 0-25 16,0 0-7 0</inkml:trace>
  <inkml:trace contextRef="#ctx0" brushRef="#br0" timeOffset="124464.22">26989 12573 4 0,'0'4'83'16,"0"2"-64"-16,-2 4-17 15,-5 5 31-15,-2 6 22 16,-5 1-20-16,-2 5-16 15,2 0-5-15,-4 4 7 16,-1 2-8-16,-2 3 2 16,3 1-2-16,-3-4-5 15,4-4-2-15,0-6-1 16,4-3-3-16,3-3-2 0,1-5 3 16,4-4-5-16,3-3-8 15,-2-3-18-15,4 0-11 16,0-2-8-16,-3 0-33 15,3 0-29-15</inkml:trace>
  <inkml:trace contextRef="#ctx0" brushRef="#br0" timeOffset="126150.65">27121 12848 0 0,'0'0'56'0,"-2"0"-27"0,2 0 10 15,0 0 15-15,0 0-15 16,0 0 1-16,0 0-8 15,-4 0-9-15,2-2 5 16,2 2-9-16,0-2-1 16,0 2-6-16,0 0-5 15,0 0-7-15,0 0 0 16,0 0 0-16,0 0 0 16,0 0 0-16,0 6 1 15,0 6 4-15,0 5-3 16,0-2 1-16,0 1-5 15,0-1 5-15,2-1-6 16,2 1 6-16,-2-1-3 0,0-2 0 16,5 3 1-16,-3-5-2 15,1-1 2-15,-5-3-7 16,0-4 0-16,2 0-2 16,-2-2 2-16,0 0 0 15,0 0 6-15,0 0 0 16,0 0 0-16,0 0-2 15,0 0-4-15,0-10 0 16,0-5-9-16,0 0 1 16,-2 2 4-16,2-2 6 15,-3 0-3-15,3-3 9 16,0 1-11-16,0 1 4 0,0 3-7 16,0 2 1-16,0 6 15 15,0 1-5-15,3 1 2 16,3 2-3-16,0 1 2 15,5-3-2-15,0 3 1 16,-1 0-1-16,-1 0 1 16,2 0-5-16,-3 0 3 15,-2 0 3-15,1 11-1 16,-3 3 9-16,1 1 2 16,5 1-2-16,-6 1-6 15,3-3 1-15,-3-1 7 16,1 1-5-16,-1-2 0 15,-1-1-7-15,0-1 5 0,-1-3-4 16,0-2 2 0,0 0-6-16,-2-5-8 0,0 2-10 15,0-2-9-15,0 0-25 16,3 0-50-16</inkml:trace>
  <inkml:trace contextRef="#ctx0" brushRef="#br0" timeOffset="126699.24">27355 12800 76 0,'0'0'28'15,"0"0"-28"-15,7 0-2 16,16 0 18-16,-4 0-8 16,-2 0-1-16,0 0 7 15,-4 3-2-15,-1 5 0 16,-5 2 3-16,-2 1 0 16,-5-1-4-16,0 1-2 15,0-2-1-15,0 4-3 16,0-2 2-16,-5-3-7 0,-2-2 3 15,3-2-3 1,2 0 3-16,-1-4-5 0,3 0 2 16,0 0-4-16,0 0-2 15,0 0-18-15,0 0 4 16,7 2 17-16,4 2-3 16,-2 1-3-16,1-1 2 15,-1 2 7-15,-2 0-1 16,-1 0 1-16,2 3 0 15,-3-1 0-15,-3 2 4 16,-2 2 4-16,0 1 10 16,0-1-3-16,0 3 4 15,-2-5-13-15,-13 1 3 16,4-3-3-16,-2-4-2 0,-2-4 4 16,0 0-9-16,-2 0-5 15,1-2-18-15,2-12-30 16,8-1-31-16</inkml:trace>
  <inkml:trace contextRef="#ctx0" brushRef="#br0" timeOffset="127079.22">27502 12444 26 0,'0'0'73'15,"-6"0"-42"-15,1 0 18 0,3 0 3 16,2 13 0-16,0 8-31 16,18 4-15-16,9 1 6 15,6 3 1-15,-1 2-1 16,2 5-9-16,1 3-3 15,-3 8 4-15,-5 3-5 16,-3 4 0-16,-8-4-3 16,-5-3 1-16,-4-3-2 15,-7-5 4-15,0-2-6 0,0 1-7 16,0-7 14-16,-15 0 0 16,-2-2-8-16,-1-4-17 15,2-4 1-15,-3-3 1 16,5-6-32-16,1-1-36 15</inkml:trace>
  <inkml:trace contextRef="#ctx0" brushRef="#br0" timeOffset="128012.56">19776 13707 112 0,'3'-8'84'16,"-3"8"-57"-16,0 0 6 15,0 0 19-15,0 0-11 16,0 0-15-16,0-2-2 0,0 2-3 15,0 0-3-15,0 0-20 16,0 0-11-16,0 0-35 16,18 0-32-16,15 10-11 15,1 11-82-15</inkml:trace>
  <inkml:trace contextRef="#ctx0" brushRef="#br0" timeOffset="128212.04">19933 14130 202 0,'0'2'45'0,"0"-2"-39"16,0 0-8-1,0 0 11-15,0 0 7 0,0 0-10 16,0 0-4-16,0 2-22 15,2 6-79-15</inkml:trace>
  <inkml:trace contextRef="#ctx0" brushRef="#br0" timeOffset="128394.17">19977 14436 217 0,'0'0'45'0,"0"0"-53"16,0 0-3-16,0 0 21 16,0 0-9-1,0 0-10-15,0 7-55 0,0 9-108 16</inkml:trace>
  <inkml:trace contextRef="#ctx0" brushRef="#br0" timeOffset="128550.01">20061 15192 69 0,'-6'4'8'15</inkml:trace>
  <inkml:trace contextRef="#ctx0" brushRef="#br0" timeOffset="128727.81">20117 15347 113 0,'0'3'23'0,"0"-2"-27"15,0 6 4-15,0-7 5 16,0 0-35-16,0 0-77 0</inkml:trace>
  <inkml:trace contextRef="#ctx0" brushRef="#br0" timeOffset="129891.87">19112 15546 126 0,'-5'-12'47'16,"2"-1"-38"-16,3 1 11 16,0-3 5-16,0 3 8 15,0 2-19-15,0 3 14 0,8 3-2 16,1-4-10 0,0 6-7-16,3 0 11 0,6 2-4 15,3 0-5-15,4 0 2 16,5 16-7-16,2 7 1 15,3 6-7-15,-3 0 4 16,-2-4-5-16,-2 2 1 16,-6-2 0-16,-1 2-2 15,-2-2 4-15,-6-3-5 16,-4-3 4-16,-1-9-11 16,-6-6 11-16,0 0-10 15,-2-4 4-15,2 0-11 16,1 0-7-16,1 0 15 15,3-14 19-15,5-9-9 16,3-10-13-16,4-4 1 0,-1-3-2 16,3 3 1-16,0 0-5 15,2 4 14-15,0 6-1 16,-5 8 0-16,0 9 3 16,-1 10-13-16,-2 0 19 15,0 0-2-15,0 4 12 16,2 15-14-16,-4 2 16 15,4 5-5-15,-6-1 2 16,1 2-13-16,-3-6-2 16,-2-5 3-16,-3-5-7 15,-2-5 11-15,2-2-9 16,-4-4 5-16,0 0-11 16,0 0 11-16,0 0-10 15,0 0 8-15,0-2 8 0,6-17-11 16,-1-12-1-16,4-4-5 15,3-2 8-15,-3 0-2 16,0-1 6-16,-1 3-8 16,0 8 4-16,1 13 0 15,-2 3-8-15,-5 11 16 16,0 0-2-16,6 0 5 16,-1 7-7-16,4 5 6 15,3 2-5-15,2 5 11 16,0 2-12-16,4 1 3 15,3 8-3-15,-4-4-5 0,-3-1 5 16,-4-2-6-16,-8-8 0 16,1-5-20-16,-1-6 1 15,-1-4-48 1,3 0-29-16</inkml:trace>
  <inkml:trace contextRef="#ctx0" brushRef="#br0" timeOffset="132807.76">20317 15571 47 0,'0'-2'29'0,"0"-2"16"15,0 4 5-15,0 0-11 16,0 0-18-16,0 0-3 16,0 0 1-16,0 0 2 15,0 0 1-15,0 0-5 16,0 0 0-16,0 0-14 15,0 0 8-15,0 0-9 16,0 0 7-16,0 0-3 16,0 0-3-16,0 0 2 15,0 10 0-15,5 5 7 0,2 3-9 16,2 1 4-16,0-1-8 16,3 1 4-16,-6 4-5 15,-1-5 2-15,0-5-1 16,-3-1-5-16,-2-5 3 15,0-6-4-15,0 2 9 16,0-3-7-16,0 0 2 16,0 0-9-16,3 0 8 15,1 0-8-15,-4-3-7 16,0-5 5-16,0-4 5 16,0-5 3-16,0-1-7 15,0-1-3-15,2 0 4 16,3 5 6-16,-3-5-10 15,0 9 8-15,5 2 2 16,-2 4 2-16,0 4 14 0,-3 0-10 16,0 0-4-16,3 0 17 15,-3 4-3-15,7 2-9 16,1 6 2-16,-4-4-3 16,3 3 5-16,-2-3 2 15,-2 3-5-15,2-1 7 16,0-2-8-16,2-1 3 15,-2 1-7-15,-2-6 6 16,-3 0-8-16,0-2 0 16,0 0 6-16,1 0-9 0,3-4 13 15,2-11-8 1,3 1 9-16,-2-5-11 0,0 0 8 16,-1 1-9-16,-4 3 3 15,3-1-2-15,-5 10 5 16,2-1 0-16,-1 7-3 15,-3 0 10-15,2 0 0 16,3 3-1-16,4 5-5 16,0 2 5-16,3 1-3 15,-5-3 8-15,2-2 1 16,0 2-9-16,1-4-3 16,-1 0-2-16,-3-1-4 15,1-3-34-15,1 0-34 16</inkml:trace>
  <inkml:trace contextRef="#ctx0" brushRef="#br0" timeOffset="135649.89">21424 14995 245 0,'2'0'59'15,"-2"0"-55"-15,0 0 0 0,0 0 9 16,0 0 21-16,0 0-21 16,-4 15-6-16,-13 16-6 15,-6 2 6-15,1 6 2 16,-1 3-5-16,4-1 4 15,12 7-8-15,7 10 4 16,0 4-5-16,13 6 3 16,11-2-6-16,3-3 4 15,6-8-7-15,1-7-20 16,6-15-46-16,5-4-34 0</inkml:trace>
  <inkml:trace contextRef="#ctx0" brushRef="#br0" timeOffset="136769.45">27419 14929 96 0,'5'8'61'15,"5"-1"-37"-15,3 5 24 0,6-4 8 16,2 5-10-16,3 3-14 16,-1-5-15-16,1 3 0 15,-4 2-11-15,3 5 3 16,3 4-9-16,-1 6 6 16,1 5-7-16,-4 5 2 15,-6 3-1-15,-5 5-2 16,-3-1-1-16,-8 3-3 15,0 3 4-15,-3 6-9 16,-15-2 3-16,-5 2-13 16,-5-12-4-16,3-11 1 15,2-8-2-15,2 0 1 16,8-6-59-16</inkml:trace>
  <inkml:trace contextRef="#ctx0" brushRef="#br0" timeOffset="138708.62">21755 15151 204 0,'-5'-4'38'0,"3"1"-42"16,2 3 21-1,0-4 30-15,0 4-1 0,0 0-23 16,0 0 3-16,0 0-14 16,0 0 4-16,7 0-12 15,16 0 5-15,9 11-1 16,3 5 2-16,2 3 3 15,0 6-5-15,4 4 7 16,2 4-14-16,1 4 7 16,-2 3-10-16,-8 5 4 15,-6-6-2-15,-7-4-3 16,-8-6-4-16,-5-10 1 0,-4-4-2 16,-4-9-11-16,2-2-3 15,-2-4-20-15,0 0-8 16,0 0-14-16,0 0 1 15,0-10-84-15</inkml:trace>
  <inkml:trace contextRef="#ctx0" brushRef="#br0" timeOffset="139019.1">22190 15033 119 0,'0'-3'80'16,"0"3"-50"-16,0 0 5 16,0 0 5-16,-3 0-19 15,-1 7-14-15,-5 11-1 16,-4 9-6-16,-6 13 11 16,-5 5-6-16,4-1 8 15,-1-3-3-15,0-2-2 16,6-5-5-16,-4 3-3 15,0-8 3-15,6 0-6 16,-1 0 6-16,2-9-11 16,3-1-2-16,0-6-24 15,0-5-17-15,2 0-34 16,0-6-90-16</inkml:trace>
  <inkml:trace contextRef="#ctx0" brushRef="#br0" timeOffset="141618.74">22443 15325 23 0,'0'-7'14'16,"0"3"-6"-16,0 0 17 15,0-4 10-15,0 4-8 16,0 1 1-16,0-1-2 16,0 4-4-16,0 0 11 15,0 0-9-15,0 0 9 16,0 0-9-16,0 0 3 16,0 0-15-16,0 0-5 15,0 0 1-15,0 0-4 16,0 0 5-16,0 0-10 15,0 0 9-15,0 7-8 16,0 5 7-16,3 3 0 0,3 3 5 16,5 7-5-16,1 2-2 15,-3 2-2-15,3 4-2 16,-3-2 8-16,3 2-9 16,-4-4 6-16,2-4-11 15,-5-6 5-15,-5-13-8 16,0 2-5-16,0-8-10 15,0 0-10-15,0 0-1 16,0 0-8-16,0 0-3 16,0 0-40-16,0 0-80 15</inkml:trace>
  <inkml:trace contextRef="#ctx0" brushRef="#br0" timeOffset="142333.88">22597 15372 107 0,'0'0'72'0,"0"0"-63"16,0 0-1-16,0 4 16 15,0 4 0-15,5 7 0 0,2 6-4 16,-1-3 10 0,-4 1-22-16,8 0 3 0,-3-1-4 15,0-3-5-15,-1-3 1 16,-3-6-4-16,0-1 7 16,-1-5-8-16,-2 0-3 15,0 0-11-15,2 0 11 16,-2 0-4-16,0-15-18 15,0-1 12-15,0-3-11 16,0 2 15-16,0-1-13 16,0-5-2-16,5 2-2 15,-1 9 5-15,1-3 19 0,4 15 8 16,-6 0-4-16,-3 0 4 16,2 0 15-16,-2 4 5 15,0 11 2-15,2-1-9 16,0 1 4-16,3 4-12 15,-3-5-1-15,5-3-4 16,-3 1 1-16,4-6-1 16,-1-2-4-16,-3 0 4 15,-2-4-2-15,1 0-5 16,1 0-3-16,0 0 14 16,2 0-15-16,1-12 9 15,2-5-4-15,-3 1-9 16,2-1 7-16,1-2-4 0,2 5 6 15,1-2-5 1,1 5 5-16,-6 7 2 0,-2 4 1 16,-3 0 14-16,-2 0 2 15,3 0-2-15,4 8-11 16,-3-4 8-16,5 7 7 16,-5-3-6-16,4 2-12 15,-1-3 5-15,-1 1-12 16,1 2-5-16,5 3-35 15,-1-3-103-15</inkml:trace>
  <inkml:trace contextRef="#ctx0" brushRef="#br0" timeOffset="142641.78">23326 15498 228 0,'0'0'54'0,"0"0"-51"15,0 0-6-15,0 0 29 16,0 3 5-16,0 5-11 15,0 2-12-15,0 3 4 0,0 1-6 16,0 1 0-16,0-1-13 16,0-6-10-16,0 3-31 15,0-1-47-15,0-2-119 16</inkml:trace>
  <inkml:trace contextRef="#ctx0" brushRef="#br0" timeOffset="143256.43">23465 14979 223 0,'0'-2'93'16,"-3"2"-82"-16,3 0 11 16,0 0-1-16,0 0 11 15,0 0-22-15,0 0 0 16,18 0-9-16,12 18 5 0,8 9 0 16,-2 10-4-16,8 5 2 15,0 8-6-15,2 6 2 16,-2-5-13-16,-8-7-2 15,-3-3-3-15,-8-16 1 16,-9-9-13-16,-10-5-7 16,0-11-18-16,-6 0-18 15,0 0-9-15</inkml:trace>
  <inkml:trace contextRef="#ctx0" brushRef="#br0" timeOffset="143533.95">23858 14896 73 0,'-16'29'53'0,"2"6"-36"16,-4 5 8-16,-6 5 14 15,2 5-18-15,1 3-15 16,2-3 0-16,6-4-6 16,2-9 8-16,1-4-9 15,5-8 1-15,3-6-9 0,2-9-7 16,0-2-41-16,0-8-47 16</inkml:trace>
  <inkml:trace contextRef="#ctx0" brushRef="#br0" timeOffset="144087.29">24060 15155 80 0,'0'0'28'0,"0"0"5"15,-2 0 12-15,2 0-8 16,0 0-5-16,0 0-13 16,0 0 1-16,0 0-5 15,0 0-1-15,0 0-13 16,0 0 0-16,0 0 0 15,0 0-1-15,9 0 0 16,10 0-2-16,0 0 6 16,-4 0-6-16,-1 0 6 15,-2 4-6-15,-4-2 8 16,0 2-7-16,-6-2 5 0,-2 4-6 16,0 3 1-16,0 7 5 15,-23 5-4-15,-5 6 11 16,1 0-10-16,3 6 6 15,7-6-10-15,7-2 4 16,5-7-3-16,5-3-2 16,0-5 0-16,0-2 1 15,0-8-2-15,0 4 0 16,5-4-2-16,11 0 2 16,3 0 4-16,6 0-13 15,2-4-15-15,3-4 0 16,-4-2-2-16,-1-1-15 15,-4 3-20-15,-5 2-32 16</inkml:trace>
  <inkml:trace contextRef="#ctx0" brushRef="#br0" timeOffset="144831.29">24332 15186 39 0,'0'0'35'0,"0"6"-24"0,2 0 15 15,5 3 32-15,0 3-26 16,0 1-17-16,0 3-3 15,-1 2 8-15,-1 1-8 16,0 6-4-16,2-4-2 16,-2-1-5-16,-1 1 1 15,0-6-4-15,-4-7 7 16,0-4-9-16,0-4 3 16,0 0-10-16,3 0 4 15,1 0 1-15,-4-12-4 16,0 1-15-16,0-3-2 0,0-1 10 15,0 1-23 1,3-3 8-16,4 1 5 0,0 3-4 16,2 3 25-16,-3 6 7 15,2 4 3-15,-4 0 6 16,-1 0 7-16,1 0 1 16,-2 8 9-16,1-2-10 15,3 2 4-15,0 7 5 16,-2-7 0-16,1 3-19 15,-1 3 6-15,-2-3-1 16,3-1-6-16,-1-2 0 16,2-4-5-16,-6 0 4 15,0-1-8-15,0-3 8 16,2 0-6-16,0 0 1 0,-2-15-7 16,0-3-17-16,0-1 10 15,0-2 7-15,2-2-1 16,5 1-4-16,0 5 8 15,-1 2-1-15,4 7 13 16,-1 4-7-16,-2 4 12 16,0 0 13-16,-4 0-6 15,1 4 1-15,3 4-7 16,0 5 11-16,-1-1-9 16,0 3-3-16,-2-3-12 15,1-2 0-15,1 5-1 16,-1-5-19-16,-1 3-16 15,6-3-39-15</inkml:trace>
  <inkml:trace contextRef="#ctx0" brushRef="#br0" timeOffset="145132.78">24914 15438 218 0,'0'11'13'16,"0"1"-55"-16,0-1 51 15,0 5 21-15,0 1-25 16,0-3-5-16,0-1-4 16,0-3-8-16,-2-2-39 15,0-6-115-15</inkml:trace>
  <inkml:trace contextRef="#ctx0" brushRef="#br0" timeOffset="145528.75">25068 14863 119 0,'0'-25'72'0,"0"10"-56"16,0 15 18-16,0 0 40 16,0 0-21-16,0 0-17 15,0 0-23-15,0 0 4 16,19 15-12-16,5 6 6 0,2 10-5 16,4 2 0-16,2 14-1 15,5 5-7-15,0 4 4 16,0 6-3-16,-5-6 2 15,-4-8-14-15,-3-11 0 16,-9-12-23-16,-5-6 0 16,-6-11 1-16,-2-6-24 15,-3-2 2-15,0 0-4 16,0 0 4-16,0-4-15 16</inkml:trace>
  <inkml:trace contextRef="#ctx0" brushRef="#br0" timeOffset="145849.51">25393 14805 77 0,'-10'14'63'0,"-1"1"-46"15,-3 12 21-15,-2 10 15 16,-3 6-13-16,1 5-29 16,0 4 3-16,-1-5-2 15,3-1 9-15,0-3-17 0,0-5 5 16,0-5-9-16,2-4 1 16,5-11 2-16,2-3-3 15,2-7 0-15,1-1-16 16,1-3 6-16,1-4-26 15,0 0 4-15,0 0-34 16,0 0-67-16</inkml:trace>
  <inkml:trace contextRef="#ctx0" brushRef="#br0" timeOffset="146516.91">25514 15144 99 0,'0'0'74'0,"0"0"-52"15,0-4-10-15,0 4 21 16,0 0-15-16,0 0-1 0,0 0-12 16,0 0-4-16,10 0 2 15,-1 0-6-15,0 0 7 16,1 4 0-16,-4-4 1 15,-3 4-2-15,-1 3 10 16,0-3-10-16,-2 2 6 16,0 2 3-16,0-4-6 15,0 5 2-15,0 1-3 16,0-6 5-16,-4 3-9 16,4-3 4-16,0-4-7 15,0 0 5-15,0 0-8 16,0 0 3-16,0 0-6 15,0 2-7-15,0 2 7 0,2 0 2 16,7 0 6 0,3 3 4-16,-1 1-1 0,-2-4-5 15,-1 2 2-15,-2 2 0 16,-1-1-1-16,-1 5 4 16,-2-4 5-16,-2 2 1 15,0 1-12-15,0-3 9 16,-2-4-9-16,-11 3 13 15,-4-3-7-15,2-2 5 16,0-2-2-16,2 0-6 16,3 0 0-16,6 0-17 15,-1 0-31-15,5 0-56 0,0 0-61 16</inkml:trace>
  <inkml:trace contextRef="#ctx0" brushRef="#br0" timeOffset="147185">25694 15184 105 0,'0'0'65'15,"0"0"-33"-15,0 0 15 16,0 4-11-16,0 4-22 0,0 3-8 15,7-1 5 1,2 2 13-16,-2 3-17 0,0-5 9 16,-3 1-10-16,2 1 6 15,0-4-13-15,-4-2 4 16,1-2-2-16,-1-4-4 16,-2 0 6-16,0 0-12 15,0 0 9-15,0 0-11 16,0 0 0-16,0 0-17 15,0-12 0-15,0-9 7 16,4 3-12-16,1 3 11 16,2 1 6-16,-2 10 18 15,-1 4-5-15,1 0 7 16,-3 0-3-16,-2 0 14 0,2 2 3 16,3 4 1-16,-3 4-5 15,6 1 0-15,1-1 2 16,-3 5-9-16,5 1 5 15,-1-6-11-15,-1-1 4 16,-2-3 0-16,-5-2-6 16,-2-4 2-16,0 0-4 15,0 0 2-15,0 0-6 16,6-4-1-16,0-11-7 16,3-3 5-16,2-3-12 15,1 2-2-15,-3 5 17 16,0 6 9-16,-1 4 1 15,-1 4 3-15,-1 0 2 0,1 0-5 16,1 0 8-16,-2 0-2 16,-1 0 14-16,-1 10-7 15,1 2 2 1,-1-1-10-16,0-5-5 0,2 0-1 16,-4 0-8-16,3-6-36 15,-1 0-26-15,5 0-136 16</inkml:trace>
  <inkml:trace contextRef="#ctx0" brushRef="#br0" timeOffset="147479.98">26312 15291 196 0,'0'0'96'16,"0"0"-72"-16,3 0 15 16,2 0 5-16,-3 0-23 15,3 9-20-15,-3 1 3 16,0 9 1-16,-2-1 0 0,0 3-4 15,0 2-14 1,0-5-40-16,0-3-79 0</inkml:trace>
  <inkml:trace contextRef="#ctx0" brushRef="#br0" timeOffset="147910.6">26775 14863 211 0,'0'8'76'0,"0"-4"-62"15,0 3 40-15,16 7 2 16,3 2-23-16,-1 5-27 16,3 2 7-16,2 4-6 15,-3 6 4-15,6 6-11 16,-5 7 3-16,-3 1-4 15,1-3-5-15,-4-3-3 16,0-5-2-16,-4-10 8 16,-5-11-4-16,0-5-1 0,-4-5-20 15,-2-1-12-15,0-4-26 16,0 0-28-16,0 0-84 16</inkml:trace>
  <inkml:trace contextRef="#ctx0" brushRef="#br0" timeOffset="148228.24">27035 14952 163 0,'0'0'57'0,"0"4"-53"15,-2 0 17-15,0 2 33 16,-2 7-12-16,-9 8-31 16,0 5 2-16,-4 7 2 15,-3 11-2-15,-1 1-6 16,3 5-5-16,0-4 7 16,1-7-9-16,2-6 6 15,2-6-10-15,2-12 8 16,5-3-9-16,3-6-3 15,0-2-19-15,1-4-39 16,0 0-38-16,2 0-79 0</inkml:trace>
  <inkml:trace contextRef="#ctx0" brushRef="#br0" timeOffset="149382.9">27177 15173 7 0,'4'0'43'0,"-2"0"-55"0,2 4 24 15,-4 3 24-15,0 5 19 16,0 3-27-16,0-1 11 16,0 5 0-16,3 2 8 15,1-3-22-15,3-1-5 16,-1-3-9-16,0-3-2 16,-4-7-5-16,-2-2-3 15,0-2 4-15,0 0-6 16,0 0 5-16,0 0-6 15,0 0 2-15,0 0-3 16,0 0 3-16,0 0-3 16,0 0 2-16,0 0 1 0,2-6-6 15,-2-9 6 1,0 3-10-16,0-3 4 0,0 5-2 16,0-1 7-16,0 7 0 15,0-4 0-15,3 4 2 16,-3 2-1-16,0 2 4 15,0 0-4-15,0 0 10 16,2 0-9-16,-2 0 6 16,0 0-3-16,4 0 7 15,3 0-9-15,3 10-2 16,-1 5 8-16,-3-1-6 16,-1 1 6-16,-3 1-4 15,3-1 4-15,-2-1-8 16,-1-3 1-16,-2-3 0 15,2-2-2-15,-2-2-4 0,0 0-13 16,0-4-3-16,0 0-21 16,0 0-28-16,0 0-36 15,0 0-33-15</inkml:trace>
  <inkml:trace contextRef="#ctx0" brushRef="#br0" timeOffset="150102.82">27376 15211 81 0,'0'0'85'0,"0"0"-41"16,0 4 0-16,0 6-3 15,9-2-13-15,1 5-12 16,-1-1 0-16,-3 3-1 15,-1-3-2-15,-3 1-8 16,0-1 4-16,-2-4-4 16,2 5 1-16,1-1-3 15,0-4-2-15,-3-1 3 16,0-3-9-16,0-4 11 16,2 0-14-16,-2 0-2 15,0 0-5-15,0 0 14 16,0 0-6-16,0 0 1 15,0-4-3-15,0-7 0 16,0 1 2-16,0 2-1 0,0-1 11 16,2 3-5-16,1 2 1 15,1 0-4-15,0-2 5 16,1 6-4-16,-3 0 2 16,-2 0 4-16,0 0 0 15,0 2 10-15,0 6-9 16,5-2 5-16,0 3-8 15,2 3 8-15,-5 1-6 16,2-1-1-16,-1-6 0 16,-1-4-2-16,0 0 4 15,0-2-6-15,-2 0 7 0,0 0-7 16,0 0 3 0,6-2-11-16,-4-10-1 15,2-3-15-15,3-3 0 0,0 3-5 16,2 0 4-16,-2 1 18 15,0 6 2-15,0 4 9 16,-3 4-1-16,-4 0 10 16,0 0-2-16,0 0 8 15,0 8 9-15,0 0-3 16,8 2-9-16,-1 1 16 16,-1-7 5-16,1 4-22 15,-3-1 1-15,1 1-9 16,0 2-1-16,0-6-2 15,-3-1-22-15,-2-3-26 0,0 0-19 16,0 0-33-16</inkml:trace>
  <inkml:trace contextRef="#ctx0" brushRef="#br0" timeOffset="161539.78">28641 9939 67 0,'0'0'137'0,"0"0"-125"15,0-4 1-15,0 2 30 16,-2 2 16-16,2-4-33 15,0 4-7-15,0 0-9 16,0 0 8-16,0 0-5 16,0 0 1-16,0 0 4 15,-2 0-2-15,2 0 2 16,0 0-8-16,0 0 8 16,0 0-6-16,0 0 2 15,0 0-9-15,0-3 2 16,0 3-2-16,0 0-2 0,0 0-1 15,0 0-3-15,0 0 4 16,0 0-3-16,0 0 4 16,0 0-8-16,18 9 8 15,9 9-7-15,1 5 2 16,0 0 2-16,-1 2-2 16,1 0 2-16,0 0-4 15,-5-5 8-15,-3-1-7 16,-3-3 6-16,-4-1-9 15,-3-3 5-15,-3-1-3 16,-3-5-1-16,3 2 3 16,-3-2-8-16,1 0-1 0,-3-1-17 15,-2-5 8-15,0 0-26 16,0 0-13-16,0 0-47 16,0 0-17-16</inkml:trace>
  <inkml:trace contextRef="#ctx0" brushRef="#br0" timeOffset="161998.54">28971 9850 36 0,'2'-2'68'16,"-2"0"-49"-16,0 2 23 16,0 0 14-16,0 0-17 15,0 0-19-15,0 0-1 16,0 0-2-16,0 0 9 15,0 0-7-15,-15 12-9 16,-2 5 0-16,-11 5-4 16,-7 7 7-16,-4 7-8 15,-5 5 2-15,1 5-8 0,3-3 8 16,8-3-7-16,4-7 2 16,11-6 1-16,2-9-1 15,8-3 0-15,3-7-4 16,0-4 6-16,4-2-4 15,0 0 0-15,0-2-11 16,0 0-11-16,0 0-19 16,0 0-29-16,0 0-43 15</inkml:trace>
  <inkml:trace contextRef="#ctx0" brushRef="#br0" timeOffset="162971.93">28592 9614 43 0,'0'2'68'0,"0"-2"-46"15,0 0 30-15,0 0 8 16,0 0-20-16,0 0-15 16,0 0-11-16,0 0 4 15,0 0-3-15,0 0 0 16,0 0-6-16,-2 0 4 15,0 0 0-15,0 0-2 16,0 0 0-16,-3 0-9 16,3 0 6-16,0 0-6 0,-1 0 6 15,3 0-5-15,0 0 3 16,0 0-4-16,-2 0 2 16,0 0-1-16,-6 0-4 15,2 0 4-15,-1 0-4 16,2 0 7-16,3 0-7 15,0 0 5-15,2 0-1 16,0 0 4-16,0 0-2 16,0 0-1-16,0 0-1 15,0 0-1-15,0 0 1 16,7 0 4-16,18 0-3 16,5 0-6-16,7 4 3 15,2 2-1-15,-5-1 0 16,-2-1 0-16,-4-3-3 15,-7 2 5-15,0-3-3 16,-8 1 5-16,-4-1-7 0,-2 3 5 16,-2-3-4-16,-2 0 4 15,-1 0-1-15,-2 0 1 16,4 0 3-16,3 0-6 16,0 0 4-16,5 0-4 15,-3 0 3-15,-3 0-5 16,2-3 0-16,-6 3-9 15,-2-1-12-15,0 1-57 16,2 0-162-16</inkml:trace>
  <inkml:trace contextRef="#ctx0" brushRef="#br0" timeOffset="178783.22">29127 10150 5 0,'0'-2'9'0,"0"0"45"15,0 2-14-15,0 0-7 16,0 0-5-16,0-2 5 15,0 2-12-15,0-2 4 16,0 2-9-16,0-2 1 16,0 2 4-16,0 0-4 15,0 0 5-15,0-3-4 16,0 3 2-16,0 0-6 16,0-1 5-16,0 1-6 15,0 0-1-15,0 0-4 16,0 0-3-16,0 0-1 0,0 0-3 15,0 0 2-15,0 0-4 16,0 0 6-16,0 0-8 16,0 0 4-16,0 0-3 15,0 10 3-15,0 9-1 16,-2 3-1-16,-3 3 3 16,0 0-4-16,3 2 6 15,2 0-6-15,0 2 5 16,0-5-7-16,0 0 5 15,0-8-1-15,0-4-1 16,0-7 2-16,0-3-3 16,0-2 7-16,0 0-11 15,0 0-3-15,0 0-13 16,0 0-19-16,-3-4-49 16,-3-3-40-16</inkml:trace>
  <inkml:trace contextRef="#ctx0" brushRef="#br0" timeOffset="181565.51">28660 11419 117 0,'0'-2'77'16,"0"0"-44"-16,0-2 21 16,0 0 14-16,0 0-29 15,0-1-14-15,0 5-7 16,0 0 1-16,0 0 0 15,0 0-5-15,0 0-5 16,0 0-6-16,0 0 6 16,0 0-9-16,0 0 6 15,13 0-7-15,6 15 5 16,1 6-2-16,1 4-1 0,3 6 3 16,5 6-6-16,1 7 6 15,0 1-5-15,-2 1 4 16,-8-3-5-16,-1-5 4 15,-6-8-5-15,-3-7 3 16,-3-6 0-16,-5-7-3 16,0-4 0-16,-2-3-7 15,0-2 7-15,0-1-8 16,0 0 4-16,2 0-13 16,-2 0-1-16,0 0-18 15,0 0-15-15,0 0-18 16,0 0-47-16</inkml:trace>
  <inkml:trace contextRef="#ctx0" brushRef="#br0" timeOffset="181962.37">29000 11471 11 0,'5'-6'135'0,"-3"2"-97"15,-2 2-12-15,0 0 19 0,0 2-1 16,0-3-23-16,0 3-14 16,0 0 1-16,0 0-8 15,-4 0 7-15,-13 15-4 16,-8 10 4-16,-10 6-4 15,-4 4 6-15,-2 6-2 16,-1-3-6-16,3 3 5 16,3-2-7-16,6-1 8 15,4-7-8-15,5-4 5 16,6-5-6-16,6-7 4 16,3-6-4-16,4-5 2 15,2-4-4-15,0 0-10 0,0 0-19 16,0 0-23-1,0 0-23-15,0 0-50 0</inkml:trace>
  <inkml:trace contextRef="#ctx0" brushRef="#br0" timeOffset="182548.72">28692 11132 117 0,'-5'0'23'0,"5"0"-10"0,0 1 37 15,0-1-4-15,0 3-31 16,0-1-1-16,0-2 0 16,0 2 4-16,0-2-3 15,0 2-7-15,0 0 4 16,0 0-2-16,0 0 4 16,10 4 2-16,10-2 8 15,13 3-14-15,3-5-4 16,8 0-2-16,-5-2-4 15,-4 0 0-15,-6 0-6 16,-8 0 12-16,-4 0-8 16,-6 0 4-16,-7 0-5 15,-2 0 2-15,-2 0-11 0,0 0-16 16,0 0-29-16,0 0-9 16,0 0-13-16,0 0-5 15</inkml:trace>
  <inkml:trace contextRef="#ctx0" brushRef="#br0" timeOffset="183283.23">29060 11719 108 0,'0'0'65'15,"0"0"-46"-15,5 0 12 16,1 0-4-16,3-1-12 16,1-2-4-16,1 3-11 15,3 0 9-15,0 0-3 16,2 0 9-16,0 0-4 16,-5 0 5-16,-1 0-5 15,-1 0-9-15,-4 3 2 16,1-2-4-16,-1 3 5 0,-3-4-6 15,1 5 2 1,-3-5 5-16,0 8-4 0,0 3-4 16,-3 3 4-16,-15 5 0 15,-3-1-2-15,-2 1 5 16,-2 0-7-16,7-3 7 16,-1-2-9-16,5-1 6 15,3-1-4-15,6 1 2 16,5-3-6-16,0-2-4 15,3 1 11-15,17-5 4 16,6 0-1-16,1-2-6 16,1-2-2-16,0 0-14 15,-8 0 5-15,-4 0-4 0,-2 0-20 16,-7 0 5 0,-4 0-65-16</inkml:trace>
  <inkml:trace contextRef="#ctx0" brushRef="#br0" timeOffset="184080.16">28703 12805 145 0,'0'-7'86'0,"0"1"-45"16,3 0 26-16,1 0-5 15,-2 2-33-15,0 1-11 16,-2 3-11-16,0 0 11 16,6 0-12-16,3 0 2 15,9 9-3-15,5 12-1 16,5 5-2-16,-1 10-3 15,3 1 4-15,-4 4-3 16,-3-1 3-16,-3-5-5 16,-3-2 3-16,-2-6-4 15,0-7 0-15,-7-7-2 0,-1-5-6 16,-5-4-1 0,1-4-10-16,-3 0 5 0,0 0-15 15,2 0 3-15,3 0-34 16,4-12-9-16,-2-6-73 15</inkml:trace>
  <inkml:trace contextRef="#ctx0" brushRef="#br0" timeOffset="184354.13">28995 12753 56 0,'-16'10'24'0,"0"5"-17"16,-2 5 69-16,-5 7-2 15,-3 6-34-15,-4 9-20 16,-4 4 9-16,4 3-8 16,-2-3-5-16,9-7-15 15,5-8 0-15,6-4 1 16,5-10-6-16,5-5 1 15,2-6-15-15,0-6-30 16,0 0-45-16,0 0-98 16</inkml:trace>
  <inkml:trace contextRef="#ctx0" brushRef="#br0" timeOffset="184709.05">28750 12467 179 0,'0'-4'39'0,"0"0"-42"15,11 0 19 1,5 2 14-16,11 2-1 0,10 0-17 16,9 0-4-16,3 0 15 15,1 0-12-15,-1 0 2 16,-10 0-10-16,-3 0 0 16,-10 0-3-16,-10 0 0 15,-4 2-6-15,-8 0-24 16,0 0-14-16,1 2-34 15,0 0-67-15</inkml:trace>
  <inkml:trace contextRef="#ctx0" brushRef="#br0" timeOffset="185307.6">29161 12933 50 0,'-2'2'133'0,"2"-2"-122"15,0 0 6-15,0 0 17 0,0 0 2 16,0 0-20-16,5 2-3 15,10 0-1-15,4-2 3 16,0 2-10-16,-6-2 0 16,-4 2 1-16,-1 1-4 15,-4-2 6-15,1 3-8 16,-1 3 2-16,-2 3-3 16,-2 2 0-16,0 1-2 15,0-1-2-15,0 1 7 16,0-5-4-16,0 0 7 15,0-1-5-15,0-3 3 16,0-2-5-16,0 0 0 16,0 0-15-16,0 0 7 15,0 2 5-15,12 3 0 16,-1 1 5-16,3 0-4 0,2 1 6 16,-4 0-3-16,2 0 2 15,-7 1-3-15,2 1 2 16,-5 3-1-16,-2-1 1 15,1-1 0-15,-3 0-2 16,0-3 4-16,-12-1-2 16,-11-4 7-16,-7-4-1 15,-2 0 13-15,0 0-3 16,4 0-5-16,6 0-9 16,1 0-9-16,10 0 0 0,3 0-25 15,3 0-49 1</inkml:trace>
  <inkml:trace contextRef="#ctx0" brushRef="#br0" timeOffset="186058.9">29281 14107 199 0,'0'0'92'0,"0"0"-74"16,0 0-2-16,0 0 1 15,0 0 10-15,0 0-7 16,0 0-2-16,0 0-8 16,0 0-11-16,0 0-28 15,0 0-25-15,13 4-71 16</inkml:trace>
  <inkml:trace contextRef="#ctx0" brushRef="#br0" timeOffset="186269.09">29288 14565 257 0,'0'4'18'0,"0"-4"-24"16,0 0 11-16,0 0-1 15,-3 0-5-15,3 4-38 0,0 6-86 16</inkml:trace>
  <inkml:trace contextRef="#ctx0" brushRef="#br0" timeOffset="186452.84">29281 14793 123 0,'-2'1'87'16,"0"2"-40"-16,2-3-10 16,0 0-18-16,0 0-7 15,0 0 1-15,0 0-12 0,0 0-17 16,0 0-35-16,-3 0-39 15</inkml:trace>
  <inkml:trace contextRef="#ctx0" brushRef="#br0" timeOffset="186934.13">28862 14819 287 0,'2'0'83'0,"5"4"-76"16,5 3-20-16,6 7 33 16,1 7 19-16,4 6-6 0,5 4-21 15,4 8 7 1,0 7-7-16,2 1-1 0,-2 1 0 15,-2 4-7-15,-2-5-1 16,-2-3-7-16,-9-9 5 16,0-14-11-16,-8-9 0 15,-7-6-10-15,-2-1 3 16,0-5-2-16,2 0-1 16,-2 0-5-16,0-15-59 15,0-12-117-15</inkml:trace>
  <inkml:trace contextRef="#ctx0" brushRef="#br0" timeOffset="187197.89">29373 14734 198 0,'0'5'37'16,"-19"3"-24"-16,-4 10 38 15,-9 10-4-15,0 6-6 16,-3 10-23-16,1 0-2 16,2 1-3-16,0 3 1 15,2-5-9-15,9-1-4 16,3-5-3-16,3-8-10 16,4-6 4-16,2-9-20 15,2-3 2-15,2-7-29 0,3-4-19 16,0 0-31-16</inkml:trace>
  <inkml:trace contextRef="#ctx0" brushRef="#br0" timeOffset="188010.31">29478 15078 79 0,'0'0'81'16,"0"0"-31"-16,0 2 12 15,-2 0 16-15,0-2-32 16,2 0-12-16,0 6-24 16,0 1-2-16,0 5-4 15,0 7 4-15,4 3-4 16,1-1-5-16,-1 2 4 16,4 0-3-16,-1 2 3 0,-1-3-4 15,-1-1 6 1,-1 2-9-16,2-11 5 0,-4 1-3 15,-2-7 0-15,0-4-1 16,0-2-11-16,0 0 12 16,0 0-1-16,0 0 3 15,4 0-22-15,3-19 12 16,4-3 7-16,1-3-2 16,6 0-3-16,-1 2-5 15,2-6 10-15,3 10-4 16,1 3 4-16,-4 6 0 15,-3 6 6-15,-8 4-3 16,-2 0 9-16,-2 0-4 16,-1 1-2-16,-1 14 3 15,0-1-7-15,-2 1 6 0,2 0-6 16,0-1 5-16,1-2-7 16,1-1 7-16,1-3-3 15,2-2-1-15,-2-2 0 16,-3 0-1-16,0-4 1 15,0 0-12-15,5 0 16 16,3 0-6-16,-1-8 0 16,6-6-2-16,-2-5-3 15,0 5 4-15,-1 3 0 16,-7 3 4-16,-1 4-4 16,-4 2 11-16,0 2-3 15,0 0 8-15,2 0-8 0,0 0 2 16,5 12-4-1,1 3 3-15,1 1-2 0,0-5-6 16,-3 1 5-16,4-2-16 16,1 1-37-16,0-7-62 15,2 2-91-15</inkml:trace>
  <inkml:trace contextRef="#ctx0" brushRef="#br0" timeOffset="188582.5">28828 14498 108 0,'0'0'95'16,"0"0"-63"-16,0 0 17 15,0 0 21-15,0 0-14 16,0 0-18-16,0 0-20 15,2 0-5-15,21 7-5 16,9-3 0-16,16 0-4 16,12 4-4-16,12 0 1 15,3 3-3-15,-1-1 3 0,-7 1-4 16,-17-1 4-16,-12-4-6 16,-18 0 2-16,-8-6 0 15,-6 0-9-15,-6 4-13 16,0-4-28-16,0 3-40 15,0 5-61-15</inkml:trace>
  <inkml:trace contextRef="#ctx0" brushRef="#br0" timeOffset="193039.87">29277 7529 191 0,'0'-9'34'15,"0"1"-50"-15,0 6 52 16,0 2 20-16,0 0-23 16,0 0-22-16,0 0 8 15,0 0-3-15,0 0 0 0,0 0-12 16,0 0 6-16,0 0-3 16,0 0-4-16,-8 0-1 15,-1 8-3-15,-10 9 3 16,-8 8-5-16,0 14 9 15,-5 9-10-15,2 8 7 16,0 6-8-16,-2 8 6 16,2 2-2-16,-3 5 0 15,4 0 1-15,3 4-3 16,3-1 7-16,0 1-7 16,2 0 7-16,-4-1-7 15,0-5 3-15,-3-8-10 16,2-12-1-16,6-11 7 15,6-16 0-15,5-8 6 0,2-10-6 16,7-4 6-16,-2-4-15 16,2-2 5-16,0 0-3 15,0 0-6-15,0 0-6 16,0 0-19-16,0 0-30 16,0 0-98-16</inkml:trace>
  <inkml:trace contextRef="#ctx0" brushRef="#br0" timeOffset="193943.14">28628 8492 113 0,'2'0'53'0,"-2"-3"-30"16,0 2 21-16,0-4 17 15,0 3-33-15,0 0-18 16,0 2 0-16,0 0-3 0,0 0-4 15,0 0-8-15,0 0 11 16,0 10-2-16,0 15 18 16,0 10-17-16,0 7 3 15,-2-1-6-15,-4 1 0 16,2-3-1-16,-1-4-2 16,1-2 4-16,0-1-5 15,-1-7 7-15,1-3-7 16,0-3 5-16,2-7-5 15,2-4 2-15,0-1 0 16,0-5 0-16,0-2 0 16,0 0-4-16,0 0 3 15,0 0-8-15,0 0 6 0,0 0-5 16,6 0 24-16,11-9-16 16,9-7 0-16,4-5-7 15,0 1-6-15,0-4 2 16,0 4-3-16,2-3 6 15,2 1-7-15,1-6 8 16,-1-1-4-16,-4-2 11 16,-2 2 0-16,-9 3 0 15,-4 5 0-15,-3 6 0 16,-7 5 5-16,-1 6-4 16,-4 0 12-16,0 4 1 15,0 0-3-15,0 0-12 16,0 0 7-16,-7 4 7 15,-20 17-11-15,-13 12 0 0,-3 4-4 16,-1 4 8-16,7 0-7 16,7 1 2-16,5-3-5 15,4-2 2-15,0-3-5 16,6-5-16-16,3-8 1 16,5-9 5-16,7-6 5 15,0-6-8-15,0 0 22 16,16 0 9-16,17-6-6 15,8-15-5-15,10-8 1 16,-4-2-2-16,0 0-1 16,-13 2 4-16,-15 8-4 0,-10 9 6 15,-9 6-3 1,0 6 6-16,0 0 2 0,-19 0-6 16,-6 4-10-16,-5 10-15 15,5-1-4-15,2-1-18 16,4-4-53-1</inkml:trace>
  <inkml:trace contextRef="#ctx0" brushRef="#br0" timeOffset="194813.09">28722 8539 45 0,'-10'-6'32'16,"6"-1"-10"-16,-1 3 44 16,5 3 0-16,0 1-33 15,-2-3-5-15,2 1-4 16,0 2 2-16,0 0-15 15,0 0-1-15,0 0-5 16,0 0-3-16,0 0 0 16,0 0-9-16,0 0 9 15,13 0 9-15,8 5-9 0,5 7 1 16,2-2 2-16,4 1-8 16,0-3 5-16,0 2-2 15,0-1 0-15,-2-1 2 16,-4-2-5-16,-6-2 0 15,-10-4-11-15,-6 0 14 16,-4 0-6-16,0 0 2 16,0 0-15-16,0 0 2 15,-25 0 24-15,-16-6-9 16,-15-2 5-16,-1 1-1 16,-1 1 4-16,5 0-4 15,12 0 3-15,11 0-6 16,12-1 5-16,8 5-4 15,8 2-1-15,2 0 1 0,0 0-6 16,0 0 5-16,0 0-10 16,0 0 1-16,21 0 13 15,6 0 8-15,10 11-19 16,2-1 15-16,3-2 0 16,-1 0-7-16,-4 1 1 15,-5-1 0-15,-7-1 2 16,-6-3-4-16,-8 0 4 15,-4-4-6-15,-7 0-6 16,0 0-7-16,0 0 2 16,-7 0 22-16,-14 0-16 0,-4 0 13 15,-2 0-6 1,2-3 5-16,1-2-6 0,1-2 4 16,0-1-11-16,1-2-10 15,-4-1-11-15,1 1-2 16,4 1 12-16,5-1 9 15,7 4 7-15,7 0-1 16,2 3 0-16,0 2-2 16,0-2-2-16,4 3 16 15,10 0-13-15,0 0 8 16,2 0-7-16,-5 0 3 16,1 7-7-16,-6 1-2 0,3-2-2 15,1 2-1 1,-1-1-12-16</inkml:trace>
  <inkml:trace contextRef="#ctx0" brushRef="#br0" timeOffset="200341.45">28248 7216 156 0,'-28'0'-22'15,"14"0"-3"-15,12 0 54 16,2 0 16-16,0 0-25 16,0 0-9-16,0 0 10 0,0 0-13 15,0 0-1-15,2 0 0 16,5 2 0-16,8 2 11 15,17 2-13-15,20 1 18 16,22 1-17-16,18 0 3 16,7 1-9-16,4 3 6 15,1 0 2-15,-3 3 2 16,0 1-2-16,-2-1-8 16,3 1 4-16,-15-3-4 15,-4-5 3-15,-15-2-4 0,-6-4 3 16,-6 1-4-16,-10-3 3 15,-11 0-2-15,-8 0 1 16,-3 0 1 0,-6 0-2-16,0 0 6 0,0 0-6 15,1 0 4-15,-3 0-6 16,-2-3 4-16,-3 3-2 16,-1 0-1-16,-6 0 1 15,1 0-11-15,-3 0 10 16,0 0 7-16,3 4 3 15,-3 5-8-15,2 3 5 16,4 7-4-16,1 1 6 16,2 9-3-16,3 7-1 15,0 3-1-15,0 7-4 16,0-1 7-16,-6 1-6 0,2-3 6 16,-3 5-6-16,-3 2 3 15,3 1-2-15,3 8 3 16,-1 5-2-16,0 10-2 15,0 7 5-15,-6 14-5 16,-3 17 5-16,0 10-5 16,0 14 4-16,-3 6-4 15,-8 0 2-15,-3 3-1 16,0 3-1-16,-2 0 4 16,2 10-6-16,-2 8 8 15,-2-1-9-15,-3 5 9 16,-4 0-7-16,2-4 2 0,2-1-3 15,12-4 5-15,9-3-2 16,0-11-3-16,0-8 7 16,9-11-5-16,-5-10 3 15,-2-8-15-15,-2-9 6 16,0-6-3-16,0-4 10 16,0-2 0-16,0-1 0 15,0-1 4-15,-2-2-8 16,-7-3 9-16,-2-3-6 15,4-7 5-15,2-1-2 16,3-5 6-16,2-4-3 16,0-2-3-16,0-2-1 15,0-4-2-15,10 2 5 16,-1 0-7-16,4 0 9 16,-3 2-5-16,1 2 6 0,2 2-5 15,2 0 3-15,-2-2 1 16,4-2-3-16,0-4-1 15,0-4-2-15,-8-5 6 16,1-1-6-16,-6-3 10 16,1 5-4-16,-1-1 8 15,3 1-6-15,-3-3 2 16,8 1-3-16,-3-1-3 16,3-4 1-16,0-1-5 15,-6-5 5-15,1-6-6 0,-3 0 5 16,-1-5-6-16,-3-1 6 15,3 0 0-15,-1 2-4 16,5 4 4-16,4 6 5 16,8 8 2-16,1 9-7 15,5 4 4-15,3 4 2 16,2 0-6-16,2-1-4 16,0 6 2-16,-2-1-3 15,-7-6 2-15,-2 2 0 16,-5 0-3-16,1-2 7 15,-2 0-6-15,2-1 5 16,-4 1-4-16,2 2 8 16,-4 2-4-16,0 5-2 15,-1-1 0-15,-1 2-4 16,-3 0 5-16,-3-6-4 0,-3 2 6 16,0-4-8-16,0 2 5 15,0-6-3-15,0-2 2 16,0 0 0-16,0-3-2 15,0 1 1-15,0-4-2 16,0-7 6-16,0-6-7 16,0-2 8-16,0-6-9 15,0-2 4-15,0-9-1 16,0-5-1-16,0-3 2 16,0-6-2-16,0 0 4 15,0 0-5-15,-3 0 7 16,1 0-7-16,-5 0 5 0,-7 0-5 15,-6 0 4-15,-3 0-1 16,-3-8-1-16,-1 5 1 16,-6-5-3-16,-8 2 7 15,-12-6-5-15,-7 1 4 16,-6-3-6-16,4 6 4 16,-1 1-2-16,1 3 1 15,-2-4-2-15,-7 2-2 16,-10-3 6-16,-9 3-6 15,-4-6 5-15,-2 5-8 16,6 3 12-16,7 4-10 16,7 0 2-16,12 0-2 15,4 0 4-15,2 0 2 0,1 0-5 16,1 0 9 0,6-4-11-16,10 0 4 0,8 0-17 15,7-2-1-15,9 2-4 16,0 0 9-16,7-3-8 15,0-3-33-15,2-9-85 16</inkml:trace>
  <inkml:trace contextRef="#ctx0" brushRef="#br0" timeOffset="202307.16">27971 7477 20 0,'-8'-19'28'16,"3"9"-28"-16,5 8 6 16,0 2 1-16,0 0 17 15,0 0 8-15,0 0-6 16,0 2-11-16,0 8-8 16,0-4 0-16,-2-2 3 15,-8 7 7-15,-1 3-6 0,-3 7 7 16,-2 4-9-16,3 8 3 15,-2 2-4-15,4 9 2 16,4 4-3-16,0 5 3 16,2 9-2-16,1 5-2 15,-1 5 7-15,-1 3-6 16,1 3 5-16,0 3-8 16,0 2 4-16,1 2-4 15,-1-2-1-15,-4 1-2 16,-3 0 1-16,-3 0 1 15,-6 5-4-15,-5 3 7 16,1 6-5-16,-2 0 3 16,6 2-5-16,2 1 4 15,6 0-1-15,8 7-1 16,1 4 2-16,4 0-6 0,0-1 9 16,-3-3-10-16,1-6 9 15,2-5-9-15,-3-4 6 16,1-2-4-16,2 0 2 15,0-4 0-15,-4 3-2 16,1 0 6-16,3 4-6 16,0 3 6-16,0-2-5 15,0-3 3-15,-2-8-4 16,0 1 2-16,0-6 1 16,-5-2-2-16,4-3 2 15,-2-6-2-15,3-2 5 16,2 1-6-16,0-1 5 0,0 0-6 15,0 0 4 1,0 1-2-16,5-1 2 0,2 3-2 16,2 1-1-16,5-2 6 15,0 1-4-15,-1-5 5 16,-1-2-7-16,-3-4 5 16,0-4-6-16,1-1 3 15,3 1 0-15,4 5-2 16,1 5 4-16,3 8-5 15,-3 0 8-15,-2 1-6 16,0-3 5-16,-4-1-6 16,-3-5 4-16,0-4-2 15,-2-4 0-15,0-2 1 0,-2-3-2 16,3-3 5 0,2 0 1-16,4-1 14 0,5 3-9 15,1 0 4-15,3 2-9 16,0-1 4-16,-3 1-3 15,-3 2-1-15,-4 0-1 16,-3-7-4-16,-1 1 7 16,-2-3-9-16,-3-1 7 15,1 1-8-15,0-1 5 16,2 4-4-16,-1-5 2 16,3 7 2-16,3 1-1 15,2 1 9-15,2 2-6 0,-2-2 4 16,-2 0-7-16,-6-1 5 15,1-3-9-15,-2 4 6 16,-5-9-2-16,0-1-2 16,0-5 3-16,-3-8-4 15,-8-4 7-15,1-2-8 16,1-1 8-16,3 1-8 16,1-2 5-16,3 2-4 15,0-5 2-15,0 1 1 16,-1 2-3-16,3-3 4 15,0-1-4-15,0 3 5 16,0-5-4-16,0 4 3 16,0-1-4-16,0 1 1 15,0 2 0-15,0-1 0 16,-3 1 2-16,3 2-3 0,0-5 6 16,0 3-6-16,0 2 6 15,0 0-7-15,0-2 6 16,0-3-6-16,0-2 2 15,0-1-1-15,0-5-2 16,0-3 6-16,3-5-7 16,-3 4 8-16,0-2-5 15,0-4 6-15,3 0-11 16,-3 0-2-16,0 0-15 16,0 0-14-16,0 0-10 15,0 0-48-15,0-4-108 16</inkml:trace>
  <inkml:trace contextRef="#ctx0" brushRef="#br0" timeOffset="210610.02">10282 2559 42 0,'-3'0'50'0,"3"0"-33"15,0 0 6-15,0 0 20 16,0 0-11-16,0 0-8 16,0 0-14-16,0 0 2 15,0 0-9-15,0 0 1 16,0 0 1-16,0 0-1 0,0 0 7 15,0 0 1-15,0 0 13 16,0 0-5-16,0 0 6 16,0 0-14-16,0 0-1 15,0 0-3-15,-4 0-3 16,-2 0 0-16,6 0-7 16,0 0 10-16,0 0-7 15,0 0 11-15,0 0-12 16,0 0 7-16,0 0-7 15,0 0 1-15,0 0-1 16,0 0-2-16,0 0 3 16,0 0-8-16,4 0 6 15,2 0-4-15,1-2 8 16,-3-2-4-16,1 4 11 0,9 0-9 16,10 0-1-16,14 0 2 15,8-2-5-15,5-7 9 16,-10 1-10-16,-7 0 10 15,-8 8-9-15,-3 0 6 16,5 0-5-16,6 0 2 16,1-2 0-16,-1-9-1 15,-6 3 2-15,-7 4-5 16,-3 4 10-16,3 0-7 16,6 0 4-16,5-2-7 15,5-6 5-15,-3-5-1 16,-4 3-1-16,0 4 2 0,0 6-5 15,0 0 9-15,0 0-8 16,-4 0 8-16,1-5-8 16,-1-3 5-1,-2 0-4-15,4 8 2 0,-7 0 0 16,0 0-1-16,-1 0 2 16,6 0-5-16,10-4 10 15,11-6-8-15,4 1 5 16,3 3-6-16,-7 6 4 15,-6 0-2-15,-5 0 0 16,2 0 2-16,5 0-5 16,6 0 9-16,5 0-7 15,6 0 7-15,2-4-9 0,6-6 8 16,1 3-7 0,2 1 3-16,2 2 0 0,3 2-2 15,0 0 3-15,3 2-5 16,-8-2 10-16,1 2-8 15,-4 0 6-15,1 0-8 16,2 0 5-16,8 0-2 16,2 0 1-16,-4 0 1 15,-6 0-6-15,-8 0 9 16,-8 0-4-16,3 8 3 16,13 4-6-16,10 1 7 15,15-3-8-15,-2-8 2 16,-4 2 3-16,-7 0-2 15,-5 0 2-15,5 5-4 0,2-1 8 16,3-6-7-16,-4-2 6 16,-3 0-7-16,-7 0 4 15,-2 0-3-15,-8 0 2 16,2 0 1-16,3 0-5 16,-2 0 8-16,5 0-6 15,-3 0 6-15,2 0-6 16,-5 5 3-16,-2 1-3 15,-6-4-2-15,-2 0 3 16,-3-2-2-16,-6 0 6 16,2 0-10-16,-2 0 15 0,-4 4-10 15,3 0 7 1,7-4-9-16,11 0 6 16,17 0-5-16,13 0 6 0,7 0-1 15,-2 0-6-15,-9-6 8 16,-18 0-6-16,-18 6 6 15,-5 0-5-15,0 0 5 16,7 2-8-16,12-2 5 16,10 0-1-16,11 2-1 15,8 0 2-15,4 0-5 16,-1-2 10-16,-6 0-8 16,-9 0 9-16,-9 0-9 15,-14 0 5-15,-5 0-3 0,-1 4 0 16,4-2 1-16,8-2-5 15,12 0 8-15,6 0-5 16,-5 0 5-16,-10 0-6 16,-12 0 5-1,-5 2-6-15,12 2 4 0,10 1 0 16,14-1-1-16,4-4 2 16,-9 0-5-16,-2 0 9 15,-16 0-9-15,-10 0 9 16,6 0-9-16,3 4 6 15,3-2-5-15,3-2 2 16,-3 0 1-16,-1 0-6 16,11 4 11-16,11 2-8 15,2-4 6-15,-3-2-6 0,-15 0 5 16,-21-4-6-16,-16 2 3 16,4 2 1-16,10 0-2 15,18 0 2-15,18 0-4 16,3 0 7-16,-5 0-7 15,0 0 8-15,2 0-8 16,1 0 5-16,4 0-4 16,-7 0 2-16,-11 0 0 15,-8 0-3-15,-8 0 6 16,2 0-5-16,-3 0 6 16,3 0-6-16,7-2 7 15,6-6-9-15,12-1 4 0,1 1 0 16,4 0-1-1,4-3 2-15,0 7-4 0,5 0 7 16,-3 0-7-16,-10 0 10 16,-18 0-12-16,-17-2 9 15,-7 2-7-15,-4 0 4 16,1-3 1-16,5 1-4 16,4 2 7-16,3 2-5 15,5 0 5-15,11-2-6 16,9 1 7-16,17 3-7 15,8 0 1-15,0 0 0 16,-9 0-1-16,-17 0 2 16,-13 0-5-16,0 0 10 0,7 0-9 15,10 0 9-15,-2 0-9 16,-8 7 6 0,-11-3-6-16,-12-2 3 15,-2 0 0-15,-5-2-2 0,8 0 5 16,3 4-7-16,10 5 9 15,4-1-7-15,-12-2 5 16,-10-4-6-16,-16-2 5 16,-8 0-2-16,-6 0-2 15,0 0 4-15,-2 0-5 16,-3 0 8-16,-7 0-7 16,0 0 10-16,-2 0-9 0,0 0 6 15,0 0-6 1,0 0 0-16,0 0 2 0,0 0-4 15,0 0 7-15,0 0-16 16,0 0-35-16,0 0-106 16</inkml:trace>
  <inkml:trace contextRef="#ctx0" brushRef="#br0" timeOffset="-214434.11">24815 1992 228 0,'5'2'28'0,"-5"-2"-26"15,0 0 8-15,0 0 31 0,0 0-23 16,0 0-1-16,0 0-13 16,0 0 11-16,0-5-8 15,0 0-1-15,0-4-1 16,0-2-3-16,0-1 3 15,0-4-4-15,-7 1 6 16,-3 3-7-16,-1-1 3 16,2 3-6-16,-5 2 3 15,-2 0 0-15,-7 1-3 16,0 5 4-16,-5 2-3 16,0 0 6-16,2 0-6 15,-4 2 7-15,0 17-8 16,2 2 6-16,3 3-6 0,1 5 3 15,6 0-3-15,9 0-3 16,6 1 2-16,3 0-16 16,0 2 10-16,19-1 12 15,11-5-4-15,2-1 2 16,7-4-3-16,-2-9 1 16,-3-9 1-16,0-3 8 15,-6-13-4-15,-2-22 11 16,-1-9-12-16,-4-5 9 15,-5-3-11-15,-6-2 8 16,-1-2-7-16,-3-2 2 16,-1-2-5-16,-1-2 4 15,-2 2 1-15,2 2-6 16,-4 6 9-16,0 9-7 0,0 3 5 16,2 5-7-16,0 8 5 15,3 4-3-15,-3 9 0 16,0 6 1-16,0 6-2 15,-2 2 2-15,0 0-6 16,0 0 6-16,0 0-9 16,0 0 13-16,0 16-8 15,0 9 6-15,0 6-1 16,0 5-3-16,-2-2 4 16,0 4-6-16,2 4 9 15,0 1-7-15,0 2 2 16,0 1-10-16,4-5 6 15,7-1-1-15,6-5 0 0,4-4 1 16,-1-4-3-16,1-2 3 16,0-4-10-16,4-3 12 15,4-3-6-15,9-7 7 16,3-2-4-16,8-4 3 16,-1-2-11-16,-2 0 1 15,-5 0 11-15,-4-8-2 16,-5-11 7-16,-7-3-5 15,-6-3 6-15,-5 0-6 16,-8-2-1-16,-3 0 4 16,-3 2 6-16,0 4-6 15,0 1-1-15,-16 7 3 16,-12 3-5-16,-4 1 4 0,-5 5-5 16,0 4 4-16,0 0-4 15,10 0 2-15,4 4-1 16,0 17-1-16,0 6 5 15,-3 9-4-15,8 1 6 16,12 2-6-16,6 3 8 16,0 1-4-16,4 0 5 15,18 1-1-15,8-1-6 16,5-5 0-16,2-5-3 16,5-6 3-16,1-9-6 0,3-5-16 15,3-7-44 1,-3-6-61-16</inkml:trace>
  <inkml:trace contextRef="#ctx0" brushRef="#br0" timeOffset="-214049.94">26108 1808 292 0,'0'-15'75'0,"0"7"-75"16,0 4-2-16,0 4 23 16,0 0-13-16,9 0-2 15,12 14-5-15,9 9 8 16,9 12 4-16,4 8-2 15,6 5-5-15,2 4 3 16,-1 2 0-16,1 3-9 16,4 2 4-16,3 1-8 15,1 4 6-15,-4-6-2 16,-8-8-1-16,-13-13-6 16,-13-16-8-16,-12-13 3 15,-7-8-22-15,1 0-9 0,-3 0-38 16,0-19-87-16</inkml:trace>
  <inkml:trace contextRef="#ctx0" brushRef="#br0" timeOffset="-213754.17">26755 1766 90 0,'-21'17'27'0,"-5"3"-30"16,-1 5 17-16,-6 4 52 0,-1 4-33 15,-5 4-12 1,-2 7-5-16,-3 6 7 0,-2 6-8 16,4-5 9-16,6-1-6 15,4-7-12-15,6-5 1 16,6-7-9-16,-3-4 7 15,2-6-10-15,-5-7-15 16,4-4-25-16,1-8-2 16,7-2-62-16</inkml:trace>
  <inkml:trace contextRef="#ctx0" brushRef="#br0" timeOffset="-213336.58">26128 1358 111 0,'-17'2'38'0,"8"0"-40"0,5 0 24 16,4-2 40 0,0 5-12-16,0-5-20 0,34 1-9 15,20 3 8-15,27 1-1 16,20-3-13-16,8-2-10 15,-6 0 2-15,-5 0-7 16,-12 0 7-16,-17 0-9 16,-18 4 7-16,-22-2-9 15,-15 2 2-15,-14-2-8 16,0 0-61-16,0 6-20 16,-20 9-108-16</inkml:trace>
  <inkml:trace contextRef="#ctx0" brushRef="#br0" timeOffset="-181616.38">29327 7524 45 0,'2'0'13'0,"-2"-4"69"16,0 0-14-16,0 0-29 16,0-2-3-16,0 2 3 15,-5-1-16-15,3 1-14 16,2 4-2-16,0 0-5 15,-2 0 4-15,-3 0-4 16,-3 0 2-16,-14 7-6 16,-3 17 6-16,-9 9 2 15,-3 9 5-15,-2 4 3 0,2-1-5 16,-5 3-5 0,4 2-3-16,0 3 3 0,1 5-3 15,1 8 3-15,-1 7 1 16,3 6-1-16,2 1-3 15,2-1-1-15,4-4 3 16,1-5-6-16,1-3 7 16,2-8-4-16,1 0 2 15,2-6-3-15,4-7 2 16,0-7-1-16,2-8 0 16,4-4 0-16,1-6 1 0,4-6 0 15,2-6-2 1,0-5 3-16,2-1-4 0,0-1 1 15,0-2-7 1,0 0-2-16,-3 0-8 0,3 0-8 16,0 0-22-16,0 0-32 15,0 0-68-15</inkml:trace>
  <inkml:trace contextRef="#ctx0" brushRef="#br0" timeOffset="-179742.32">28498 8463 157 0,'-4'0'61'15,"2"0"-51"-15,2 0 11 16,0 0 18-16,0 0-15 16,4 4-4-16,21 4-7 15,8 2 6-15,3 2-5 16,2 3 1-16,-6-1-4 16,2 1-4-16,1 2-2 15,1-3-5-15,3 5 3 0,3 0-3 16,-5-3 1-1,-3 1-1-15,-4-3 1 0,-9-4-2 16,-7-3 1-16,-10-5 0 16,-4-2-1-16,0 0 2 15,0 0-2-15,0 0 0 16,0 0-5-16,-4 0 5 16,-17 0 0-16,-12-11 0 15,-5-3-1-15,-13-3-5 16,-9-2-10-16,-9 1-16 15,2-3 20-15,8 5 11 16,13 3 5-16,6 3-4 16,10 6-6-16,6 0 2 15,5 0 5-15,10 1 1 0,7 3-2 16,2 0 1-16,0 0-1 16,0 0 4-16,0 0-4 15,0-1 1-15,0 1 2 16,0-3 2-16,0 1-3 15,0 2-1-15,0 0 1 16,0 0 0-16,0 0 11 16,0 0-4-16,0 0 7 15,0 0-12-15,9 0 0 16,2 0-2-16,5 15 0 16,2 3 0-16,-1 5-2 15,2 4 1-15,1 4 1 16,1 6 5-16,-3 7-3 0,0-1 2 15,-1 5-5-15,-2-4 3 16,-3-5-3-16,2-6 0 16,-5-8 0-1,-5-8 0-15,2-9 3 0,-6-4-5 16,0-4 4-16,0 0-2 16,0 0 2-16,0 0-2 15,0-4-5-15,0-19-6 16,-10-8-7-16,-8-11-5 15,-3-5-18-15,-7-7-2 16,-2-8-6-16,0 0 0 16,7 10 21-16,8 13 53 0,8 14 17 15,7 15-34-15,0 7 0 16,0 3-1-16,0 0 16 16,0 0-14-16,0 0 0 15,0 4 0-15,0 11 6 16,0 4 1-16,0 1-6 15,0 5-3-15,0 4-2 16,0 4 3-16,4 4-3 16,8 1 1-16,0-3-3 15,1 0 2-15,3-5-2 16,-2-8-3-16,-3-6 3 16,-3-5-3-16,-2-5 1 15,-1-4-2-15,-3 0 0 16,-2-2-6-16,0 0 5 0,0 0 2 15,0 0 0-15,0-21-12 16,0-12 0-16,0-16 9 16,0-5 4-16,0 0 3 15,0 4-4-15,-4 5 9 16,-1 5-2-16,1 10-2 16,-2 5 1-16,4 8 2 15,2 7 1-15,0 4-4 16,0 3-3-16,0 3-3 15,0 0 4-15,0 0-5 16,0 0 3-16,0 13-2 0,2 14 3 16,13 6-2-1,-4 4 2-15,3 3 0 16,2 1-2-16,0-2 3 0,0-4 0 16,3 3-2-16,1-1-1 15,1-4 2-15,-5-6-4 16,-2-8 3-16,-8-7-3 15,0-8-2-15,-2-2 1 16,-1-2-5-16,3 0-9 16,8 0 10-16,4-10 1 15,3-9-7-15,7-2 4 16,-6-1 1-16,2-1 7 16,-6 0-5-16,-4 5 6 15,0-3 1-15,-3 1 1 16,-2 0 1-16,-2 6 1 0,-4 4 0 15,-3 8 1-15,0 2 8 16,0 0-4-16,0 0-4 16,-5 0-3-16,-15 16-4 15,-15 15 7-15,-5 13-5 16,-1 4 3-16,0 1-3 16,7-1 2-16,4-9 0 15,9-8-2-15,7-8 1 16,7-11-4-16,5-5 5 15,2-7-2-15,0 0 0 16,0 0-3-16,0 0 2 16,0 0-2-16,16-17 2 0,6-8 2 15,8-8-1-15,0-4-1 16,-2-5-1-16,-5 3 5 16,-2 0-6-16,-10 12 5 15,-4 10-2-15,-5 11 0 16,-2 6-2-16,0 0-1 15,0 0 2-15,0 0-2 16,0 8 5-16,-6 5 1 16,-10 3 5-16,0 1-6 15,0-3 2-15,-1 1-3 16,6-3-1-16,4-4 0 16,4-4 0-16,3-1-1 15,0-3-11-15,0 0 2 16,0 0 2-16,0 0 1 0,12-11 3 15,6-7 3-15,1-3-1 16,-6 2 2-16,-5 5-1 16,-3 5 0-16,-5 8-28 15,0 1-69-15</inkml:trace>
  <inkml:trace contextRef="#ctx0" brushRef="#br0" timeOffset="-176820.17">29023 9384 31 0,'-5'0'23'0,"3"0"3"15,2 0-1-15,-2 0 7 16,2 0-10-16,0 0 0 15,0 0-5-15,-2 0 2 16,2 0-1-16,-3 0 0 16,1 0-3-16,0 0-7 15,-3-4 4-15,-2 0-9 16,0 2 3-16,-4-1-4 16,-1-1 4-16,-2 2 1 15,1-2 4-15,-3 0-2 0,-5 0 1 16,0-2 2-1,-4-1-3-15,0-1 0 0,-1 2-3 16,3-2-1-16,-2 1-2 16,-2 1 0-16,-6 0 4 15,-6 2-2-15,0 0 2 16,2 2-4-16,0 2 6 16,5 0-7-16,2 0 3 15,5 0-6-15,-1 0 2 16,1 10 1-16,-1 2-2 15,2 1 2-15,-2 3-1 16,-1 1 7-16,1 2-3 0,-1-1-1 16,1 3 1-1,-4 4-2-15,-2 4-2 0,-5 2-1 16,3 6 1 0,-5 5-2-16,5 1 5 0,4 3-3 15,0-1 2-15,7 5-4 16,4 2 3-16,5 1-4 15,8 1 2-15,1 0 0 16,5 2-1-16,0 0 0 16,0 2 1-16,9-2 2 15,14 0-3-15,2-3 2 16,7 1-2-16,4-4 0 16,0 0 0-16,3-5-8 0,4-1 2 15,8-3 4 1,5 3 0-16,6-3-1 0,4 1 4 15,-1-5-7-15,1 0 4 16,-4-4-1-16,0-2 4 16,8-4-6-16,3-4-7 15,11-4 2-15,3-7-12 16,2-2-9-16,-4-7-1 16,-6-3 17-16,-8 0 5 15,-11 0 3-15,-7-15 3 16,-1-10 3-16,-1-10 0 15,0-13-10-15,1-16 11 16,-3-14-2-16,0-12 13 16,-6-3 5-16,-4 0 19 0,-5 4 7 15,-8 0-1-15,-9 0-5 16,-13-2 3-16,-4-2-7 16,-4-1-16-16,-22 1-5 15,-11 0-6-15,-11 4-1 16,-8 2-7-16,-17 10 1 15,-6 11-2-15,-9 13-5 16,0 15 3-16,0 19 2 16,1 13 2-16,-1 6-10 15,3 0-7-15,0 23 1 16,5 12 4-16,6 13-20 16,12 8-29-16,11 10-29 15,10 2-82-15</inkml:trace>
  <inkml:trace contextRef="#ctx0" brushRef="#br0" timeOffset="-175563.67">29953 9069 12 0,'7'-8'23'0,"-1"0"6"15,1 1 1-15,0 1-3 16,0 2-15-16,0 2 4 16,-2-2-2-16,-3 2 0 15,0 0-3-15,-2 0 0 16,0 0-2-16,0 2 6 16,0-3-4-16,0 3 4 15,0-2-4-15,0 2-2 16,0 0 0-16,0 0 2 15,0 0 9-15,0 0 4 16,0 0 0-16,0 0-10 0,0 0-2 16,0 0-7-16,0 0 3 15,-4 0-4-15,-5 2-1 16,-6 9 4-16,-5 3-1 16,-5 7-4-16,-7 2 0 15,-5 6 3-15,-3 4-1 16,-3 2-1-16,-1 5-3 15,3 1 4-15,-1 3-4 16,12-1 1-16,1-4 0 16,3-2-2-16,3-1 4 15,1-5-3-15,1-5 3 16,2-2-5-16,3-4 5 16,4-3-4-16,3-9 1 0,7-4 0 15,0 0 0 1,2-2 0-16,0-2 0 0,-3 2 2 15,3-2-3-15,0 0 2 16,0 0-5-16,0 0 1 16,0 0 2-16,0 0 3 15,0 0-5-15,0 0-2 16,0 0 3-16,0 0-11 16,0 0-7-16,0 0-24 15,0-2-38-15,7-4-28 16</inkml:trace>
  <inkml:trace contextRef="#ctx0" brushRef="#br0" timeOffset="-170442.51">21219 9645 74 0,'-4'0'7'0,"-1"0"-9"16,1 0-4-16,-2 0 10 15,0 0-2-15,-1 0-34 16,5 0 39-16,-3 0-3 16,3 0-14-16,0 0 1 15,-8 0-30-15</inkml:trace>
  <inkml:trace contextRef="#ctx0" brushRef="#br0" timeOffset="-136052.12">28489 8506 120 0,'5'0'49'0,"1"-10"-41"16,-6 3 11-16,0 3 12 16,0-2-11-16,4 2 10 15,-2-2-18-15,0 4 3 16,-2-1 3-16,0 3-5 15,0 0 0-15,2 0 3 0,-2 0 1 16,7 0-7-16,2 0 1 16,10 9 3-16,6 10-8 15,7 1-1-15,3 3-2 16,1 0 1-16,3 0 2 16,1-3-3-16,-1-1-2 15,-2-3 2-15,-5-3-3 16,-5-1 0-16,-3-3 0 15,-7 1 1-15,4-2-1 16,-2-1 0-16,-1 1 0 16,1-2-2-16,-1 0 2 15,1-1-3-15,-6-1 1 16,-1 0 0-16,-3-3-1 0,-5 2 1 16,-4-2-1-1,0-1 2-15,0 3 0 0,0-3 1 16,0 0-3-16,0 0 4 15,0 0-5-15,0 0 0 16,0 2 3-16,0-2 3 16,0 0 3-16,0 0-3 15,0 0 3-15,-2 0 1 16,-16 0-1-16,-7 0-2 16,-10 0-2-16,-2 0-1 15,0 2 1-15,1 0-1 16,3 0 0-16,1 0-1 15,5-2 1-15,8 0 1 16,1 0-3-16,7 0 0 0,-1 0-5 16,3 0-1-16,2 0-2 15,5 0-4-15,-1 0-7 16,3 0 5-16,0 0 3 16,-3 0 8-16,3 0 4 15,0 0-3-15,0 0-15 16,0-8 24-16,0-2-4 15,0-1-3-15,6-1 4 16,-2-1-2-16,1 3 1 16,-3 4 0-16,-2 4-2 15,0 2 7-15,0 0 0 16,0 0-11-16,0 0 7 16,0 10 4-16,-11 11-6 15,-8 6-1-15,3-2 6 16,2 1-3-16,3-3-2 0,6 0 1 15,2-6 1-15,1-5-4 16,2-8 2-16,0-2-3 16,0-2 0-16,0 0 3 15,0 0-16-15,0 0 28 16,8-14-10-16,7-9 0 16,-1 0-2-16,0 0 3 15,-3 3-2-15,-3 3 3 16,-6 2 2-16,0 7 1 15,-2 4 0-15,0 2 2 16,0 2 9-16,0 0-4 0,0 0-9 16,0 0-11-16,0 0 12 15,0 13-4-15,0 3-1 16,-2 3 0-16,-3-5-2 16,2-3 2-16,1-5-1 15,2 0-1-15,0 0-50 16,-4-6-84-16</inkml:trace>
  <inkml:trace contextRef="#ctx0" brushRef="#br0" timeOffset="-131873.77">8317 13776 222 0,'0'-3'42'0,"0"3"-11"15,0-1 6-15,0 1-4 0,0 0-2 16,0 0-11-16,0 0-6 16,0 0 5-16,0 0-1 15,0 0 2-15,4 0-7 16,5 0 1-16,5 12-7 16,5 5 1-16,6 1-6 15,5 9 3-15,4-2-1 16,1 4 1-16,2 4 0 15,0 0-4-15,-3 2 4 16,3 3-3-16,-3 5 2 16,6-2-4-16,1 7 3 15,2 4-1-15,4 6-2 16,-2 0 2-16,-1 2-2 16,-9-2 1-16,-3-4-2 15,-7-7 3-15,-7-10-3 0,-3-7 2 16,-6-14-4-16,-7-7-6 15,-2-5-10-15,0-4-9 16,0 0 1-16,-11 0-36 16,-4 0-2-16,4-25-72 15</inkml:trace>
  <inkml:trace contextRef="#ctx0" brushRef="#br0" timeOffset="-131326.2">8873 13732 43 0,'7'-4'70'0,"-7"-2"-36"16,2 2 10-16,-2 2-4 16,6 0-3-16,-6 0-1 0,0-3-1 15,0 5-2-15,0 0-6 16,0 0 1-1,0 0-1-15,0 0 3 0,0 0-6 16,0 0-14-16,0 0-2 16,0 0-4-16,0 0 0 15,0 2-3-15,-10 23 2 16,-10 17-4-16,-8 14 2 16,-4 10 0-16,-6 4-2 15,2 11 1-15,1-4-1 16,3 4 3-16,7-3-2 15,2-1 0-15,0-7-1 0,6-6 1 16,4-10-2 0,4-13 1-16,-1-9-3 0,6-12-3 15,-1-9-4-15,3-5-10 16,2-4-2-16,0-2-27 16,0 0-28-16,0 0-65 15</inkml:trace>
  <inkml:trace contextRef="#ctx0" brushRef="#br0" timeOffset="-130380.25">8246 13424 44 0,'0'0'42'16,"0"0"-2"-16,-3 0 4 16,1 0 8-16,2 0-14 15,-2 0 1-15,2 0-8 16,0 0-4-16,-3 0-1 15,3 0-9-15,-3 0-1 0,3 0 2 16,0 0 1-16,0 0-2 16,0 0 0-16,0 0-8 15,0 0-1-15,0 0-8 16,0 0 3-16,8 0 2 16,22-2 0-16,11-5-4 15,7-3 2-15,5 0-1 16,5-1 0-16,2 5 1 15,-3-2-3-15,1 4 3 16,-13 2-3-16,-8 0 3 16,-14 2-6-16,-11 0 3 15,-9 0-2-15,-3 0 4 16,0 0 1-16,0 0-2 16,0 0 3-16,0 0-1 15,0 0 3-15,0 0-6 0,0 0 1 16,0 0-6-16,0 0 0 15,0 0-9-15,0 0-23 16,0 0-38-16,0 0-70 16,0 0-114-16</inkml:trace>
  <inkml:trace contextRef="#ctx0" brushRef="#br0" timeOffset="-126287.62">9440 14227 149 0,'-6'0'49'16,"4"0"-36"-16,-2 0 26 15,1 0-4-15,3 0-9 16,-2 0-11-16,2 0-2 16,0 0 0-16,0 0-1 15,0 0 0-15,0 0-1 16,0 0 3-16,0 0-4 15,0 0 0-15,0 0-8 0,0 0 2 16,0 0-4 0,0 0 0-16,0 0 3 0,-2 0-2 15,2 0 3-15,0 0-2 16,0 0 0-16,0 0-3 16,0-4 4-16,0 0 2 15,0-4-5-15,0-3 0 16,0 3-1-16,0-2 3 15,0 3-3-15,0-1 2 16,7-2-3-16,-1 1 4 16,2-1-4-16,-1 2 3 15,-1-3-2-15,1 3 2 16,0 0-2-16,0 2 0 0,0-2 3 16,4 1-4-1,1 1 2-15,-3 2-1 0,0 2-1 16,-2 2 0-16,-2 0 2 15,0 0 1-15,1 0-2 16,3 0 2-16,1 0-3 16,4 0 7-16,2 0-3 15,-2 0 1-15,2 0-4 16,-5 0 1-16,3 4 2 16,0 0 1-16,-1 2-1 15,2 0-2-15,-4 1 3 16,-2-5-2-16,3 4 4 0,3 0-6 15,0 5 3-15,3-3-3 16,3 0 1-16,0 2 0 16,1-3 0-16,-1 1 1 15,2 0-2-15,5 3 2 16,2-7-1-16,4 0 0 16,3 0-2-16,2 2 3 15,-3-6-2-15,4 0-1 16,-5 0 0-16,-5 0-3 15,-5-4 1-15,-3-10 3 16,-1-1 1-16,-4-10-2 16,-4 1 4-16,-2-4-3 15,-1 2 1-15,-3-4-2 16,0 4-5-16,-3 1 3 16,-2 6 0-16,-2 3 0 0,0 7-1 15,0 5-6-15,0 4-14 16,4 0-14-16,-2 0-32 15,0 0-65-15</inkml:trace>
  <inkml:trace contextRef="#ctx0" brushRef="#br0" timeOffset="-125694.17">10879 13873 280 0,'0'-8'85'0,"0"4"-78"16,0 1 1-1,0 2 22-15,0 1 1 0,0 0-8 16,0 0-18-16,0 0 3 15,0 0 5-15,7 1 4 16,7 16-3-16,2 4-7 16,3 8 0-16,4 6-6 15,-3 5 3-15,1 5-4 16,0 0 2-16,-5 1-1 16,-2 4 0-16,-3-3-1 15,-2-5 0-15,-1-7 2 16,1-4-3-16,-5-6 5 15,1-15-7-15,-5 1 5 16,0-9-4-16,0-2 1 0,0 0-2 16,0 0-2-16,0 0-6 15,0 0-3-15,0 0-6 16,0 0-14-16,0 0-22 16,0 0-22-16,-3 0-68 15,-17-2-26-15</inkml:trace>
  <inkml:trace contextRef="#ctx0" brushRef="#br0" timeOffset="-125002.89">10898 13886 47 0,'0'-4'87'0,"0"4"-48"16,0-3-7-16,0-1 14 15,0 4-14-15,0-4-12 16,-2 2-5-16,2 2 1 15,0 0-6-15,0 0-9 0,0 0 0 16,0-2 1 0,0 2-1-16,0 0 4 0,0-2 2 15,0-2 3-15,0 0-2 16,0-1 5-16,0-1-5 16,0 6 0-16,0-4-3 15,0 2 4-15,0 0-2 16,0 2 0-16,0-2-4 15,0 2-3-15,0 0 0 16,0 0-1-16,0 0 1 16,0 0 0-16,0 0 1 15,0 0 0-15,4 0 9 16,15 2-1-16,11 8-6 0,-1 3 2 16,1-1-3-16,5 5 6 15,4 1-4-15,7 7 4 16,3 2-6-1,-2 2-1-15,-2 0 0 0,-2-4-1 16,-1-2 0-16,1-3 0 16,-4-3 2-16,-7-2-2 15,0-3 2-15,-4-2-4 16,-5-2 3-16,-2-1-2 16,-5-1 1-16,-8 0-3 15,-4-6 1-15,-2 0 2 16,-2 0-2-16,0 0-3 0,0 0-20 15,0 0-2-15,0 2-16 16,0-2-21-16,0 0-19 16,0 0-22-16</inkml:trace>
  <inkml:trace contextRef="#ctx0" brushRef="#br0" timeOffset="-124515.12">11397 13529 62 0,'-9'-4'173'15,"5"0"-109"-15,4 4-29 16,0-4 1-16,0 4 5 16,0 0-22-16,0 0-13 15,0 2-5-15,7 12 2 16,16 9 5-16,1 8-2 16,2 9 4-16,-1 3-5 15,-4 3 6-15,2 2-3 16,2 1 3-16,-4 3-6 15,0 2 4-15,-1-1-6 0,-3 1 1 16,1-4-1 0,-4-4-2-16,1-5 0 0,2-4-1 15,-6-10 1-15,-1-2-1 16,-3-7 3-16,-3-1-4 16,-2-4 2-16,3-5-1 15,-5-2 0-15,0-6-1 16,0 0-3-16,0 0-9 15,0 0-9-15,0 0-14 16,2 0-41-16,0 0-59 16</inkml:trace>
  <inkml:trace contextRef="#ctx0" brushRef="#br0" timeOffset="-115387.18">22429 7719 150 0,'0'0'10'0,"0"0"-13"16,0 0 18-16,0 4 2 15,0 5-1-15,0 1 7 16,0 4 4-16,0 1-10 15,0-1 2-15,0 7-6 16,0 2-1-16,-7 8-2 0,1 8 1 16,-1 7-3-16,-1 8-4 15,-1 1 0 1,5 1 2-16,-3 1-5 16,3-4 3-16,-2-3 0 0,4-2-2 15,0-5 0-15,2-1 1 16,0-1-6-16,0-6 7 15,10-4-7-15,12-4 17 16,6-4-8-16,6-9 2 16,1-3-20-16,0-9 3 15,2-2 26-15,-1 0-11 16,-1 0-1-16,6 0-4 16,3-2 2-16,-5-5 1 0,-3 1-2 15,-1-2-2 1,-5 0 0-16,-3-1-5 0,-6-3-9 15,-4-1-28-15,-6-3-21 16,-6-2-23-16,-5-6-40 16</inkml:trace>
  <inkml:trace contextRef="#ctx0" brushRef="#br0" timeOffset="-114945.85">22454 7798 126 0,'0'-2'73'16,"0"-1"-47"-16,0-1 20 15,0 0 0-15,0-2-9 16,0 2 1-16,0 2-21 16,0 2-9-16,0 0-3 15,0 0-8-15,9 0 9 16,17 0-1-16,8 0 1 15,13 0-7-15,-2 0 2 0,0 0-2 16,0 0 3-16,-1 0 0 16,-5 0-4-16,-2 0 4 15,-12 0-1-15,-9 2-2 16,-8 0-4-16,-6 2-24 16,-2-2-34-16,0 0-34 15,0 2-56-15</inkml:trace>
  <inkml:trace contextRef="#ctx0" brushRef="#br0" timeOffset="-114672.27">22466 8191 68 0,'-3'0'124'16,"1"0"-101"-16,2 0-5 15,0 0 5-15,0 0-1 16,12 0-3-16,14 2-12 16,6 5-1-16,2-3-6 15,1 0 0-15,1 0-7 16,3-2-40-16,3 2-36 0</inkml:trace>
  <inkml:trace contextRef="#ctx0" brushRef="#br0" timeOffset="-114202.85">23375 7887 216 0,'-7'-4'73'16,"7"0"-60"-16,0 2 10 16,0-1 35-16,0 1-31 15,0 2-18-15,0 0-9 16,-10 0 1-16,-8 9 1 16,-7 20 8-16,-5 12-3 15,-4 11-1-15,1 3 1 0,-1 4-5 16,2 3-2-1,9-2-2-15,4 6 6 0,12 0-4 16,7 5 4-16,0-3-2 16,7-4-6-16,14-6 5 15,4-8-8-15,1-11-4 16,-4-10-8-16,1-6-20 16,3-8-34-16,-3-7-64 15</inkml:trace>
  <inkml:trace contextRef="#ctx0" brushRef="#br0" timeOffset="-113797.66">23700 8206 11 0,'-4'-2'236'0,"4"-5"-186"15,0 1-45-15,0 2 40 16,0 2-7-16,0 2-23 16,0 0-8-16,0 4-3 0,19 21 8 15,9 10-4 1,4 5 1-16,7 1 0 0,3 3 4 15,-1 1-2-15,0 0-7 16,1-1-1-16,-3-1-2 16,-4-3 2-16,-3-5-4 15,-7-6 3-15,-9-8-3 16,-6-9 0-16,-6-5-5 16,-2-6 2-16,-2-1-12 15,0 0-20-15,0 0-18 16,0 0-41-16,0-10-37 15</inkml:trace>
  <inkml:trace contextRef="#ctx0" brushRef="#br0" timeOffset="-113442.08">24118 8200 14 0,'0'-5'193'0,"0"5"-149"16,0-2-34-16,0 0 21 15,0 0 14-15,0 0-15 16,0 2-16-16,0 0-8 16,-9 0 4-16,-14 19 3 15,-9 12 0-15,-7 10-4 16,-3 7 3-16,5 1-7 15,3-1-2-15,1-2-2 0,8-7 2 16,2-4-3-16,7-6 0 16,5-6 2-16,1-8 0 15,3-5-2-15,3-4 0 16,0-4-21-16,4-2-7 16,-5 0-34-16,0 0-23 15,0-4-41-15</inkml:trace>
  <inkml:trace contextRef="#ctx0" brushRef="#br0" timeOffset="-112906.04">23741 7945 127 0,'0'0'33'0,"0"0"-8"16,-2 0 25-16,2 0-3 16,0 0-25-16,0-5-6 15,0 4 2-15,0-2 3 16,0 3-5-16,0 0-12 16,0 0 2-16,0 0 0 15,4 0-4-15,15 0 8 16,5 0-3-16,11 3 3 15,2 3-9-15,2-2 3 16,0 0-6-16,3 0 4 16,1 3-1-16,-6-3-1 0,0-2 1 15,-14 0-2 1,-7 0 4-16,-7-2-5 0,-9 0 4 16,0 0 1-16,0 0 0 15,0 0-8-15,0 0 0 16,0 0-3-16,0 0-29 15,0 0-59-15,-9 0-140 16</inkml:trace>
  <inkml:trace contextRef="#ctx0" brushRef="#br0" timeOffset="-112298.17">24293 7773 185 0,'-4'-2'43'16,"1"-2"-4"-16,3 2 20 16,0-3-5-16,0 1-24 15,0 2-1-15,0 0-14 16,0 2 0-16,0 0-4 15,0 0-14-15,7 0 7 16,9 6 2-16,5 17 15 16,4 6-14-16,1 4 0 15,-2 7-5-15,4 8 0 16,4 9 1-16,3 12-1 16,-2 12 0-16,-1 3-2 15,-8 3 1-15,-7 4-2 16,-13-3 4-16,-4-4-4 0,0-5 5 15,-9-9-4-15,-7-8 2 16,-2-10-1-16,-3-15-3 16,4-8 2-16,2-8 2 15,-2-7 1-15,8-1-2 16,0-5 2-16,5-1-4 16,2-3 2-16,-1-3-2 15,3-1-23-15,0 0-43 16,0 0-29-16,0 3-48 15</inkml:trace>
  <inkml:trace contextRef="#ctx0" brushRef="#br0" timeOffset="-103838.24">21739 7957 101 0,'0'31'29'16,"0"5"-33"-16,0 1 14 15,0-2 13-15,0 4-5 16,0 2-6-16,0 7-2 0,0 2 9 16,-2 4-3-1,-7 4 7-15,1 4-6 0,-1 2-4 16,3 0-11-16,-6 0 0 16,3-1 1-16,-5-3-2 15,2 0 3-15,6-2-1 16,-1 0-1-16,2-4 0 15,5-1 8-15,0-5-10 16,0-2 2-16,7-3 10 16,4-4-14-16,4-3 9 15,-4-1-5-15,0-6-4 16,3-2 0-16,0-5 2 16,9-3 9-16,2-2 1 0,12-1-8 15,12-1 1 1,8-1-3-16,12-1 8 15,9-1 0-15,5 0-3 16,9-1 1-16,4 3 6 0,5 1-3 16,1 2-5-16,-1-5-2 15,-2 0-2-15,5-1 1 16,4-5 0-16,9 2-1 16,14-2 6-16,10 0-3 15,11-1 1-15,7-5-4 16,-3 0 1-16,-2 0-1 15,-11 0 2-15,-12 0-2 0,-7 0-2 16,-12-9 4 0,-12-1-2-16,-10-2 1 0,-13-1-2 15,-14 1 3-15,-8-1-2 16,-6 3 0-16,-15-1 0 16,-4 3 1-16,-10 2-1 15,-3 4 3-15,-13 0 7 16,1 2-5-16,-5 0 4 15,0 0-1-15,0 0 1 16,0 0-2-16,0 0-5 16,0-2-3-16,0 2-10 15,0 0-18-15,0 0-14 16,0 0-10-16,0 0-39 16,0-6-122-16</inkml:trace>
  <inkml:trace contextRef="#ctx0" brushRef="#br0" timeOffset="-103207.02">24905 7636 210 0,'5'0'58'16,"-5"-2"-52"-16,0 2 19 16,0 0 21-16,0 0-12 15,0-2-9-15,0 2-16 16,0 0-6-16,0 0 0 16,0 0 1-16,0 15 9 15,2 26-9-15,2 17-4 16,-4 13 3-16,0 11-1 15,0 7 1-15,0 9-4 16,-4 5 6-16,-3 7-5 0,-3 6 2 16,4 4-2-16,1 2 0 15,1-4 1-15,1-4 0 16,3-10-1-16,-4-14 1 16,4-10 1-16,-2-14-3 15,-6-13 3-15,-1-7-3 16,-2-13 1-16,1-10-3 15,1-8-4-15,3-10 16 16,3-2-12-16,1-1 6 16,2-2-8-16,0 0 11 0,0 0-17 15,0 0-20-15,0 0-23 16,0 0-12-16,9 0-9 16,0-25-60-16</inkml:trace>
  <inkml:trace contextRef="#ctx0" brushRef="#br0" timeOffset="-102105.35">25144 7276 205 0,'3'0'17'0,"-3"0"-11"16,0 0 37-16,0 0-6 15,0 0-10-15,0 0-21 0,0 0-3 16,0 0 1-16,0 0-6 16,0 0 9-16,0 0 7 15,0 0-2-15,0 0 0 16,-3 0 1-16,-4 0-9 15,-2-2 1-15,-8 0-2 16,0 0 0-16,-9-3 1 16,-2 5-1-16,1 0 0 15,-5 0-2-15,-3 0 6 16,-1 0-5-16,-6 0 6 16,-4 0-7-16,-5 0 3 15,-7 0-3-15,-6 0 2 16,-5-1-1-16,-6-3-2 0,-11-1 1 15,-3 1-1 1,-8 2 4-16,-4 0-2 0,-5 0 2 16,-7-2-4-16,-6 2 1 15,-13-2-2-15,-3-4 2 16,-4-1 2-16,2-1-6 16,1-3 7-16,12 5-5 15,11-2 1-15,14 1 1 16,21 1 0-16,7 0-2 15,6 3 0-15,1 1-2 0,-4 3 0 16,6 1 0 0,2 0 2-16,10 0 0 0,8 0-2 15,13 0 2-15,4 0-2 16,4 0-2-16,2 0 10 16,4 0-4-16,3 1 0 15,0 3-1-15,3-1 1 16,3-1-1-16,-4 0 2 15,5 0-2-15,1 0-1 16,2-2 1-16,2 2 1 16,0-2-1-16,-3 0-1 15,3 0 2-15,0 0-2 16,0 0 0-16,-2 0-4 16,-2 0 7-16,-8 0-4 15,-6 0 3-15,-5 2-3 0,-3 2 3 16,1 0 0-16,-1 1-3 15,6 1 4-15,1 0-3 16,6-2 3-16,1 2-5 16,3-1 0-16,2 3-3 15,1 0-6-15,-2 5 12 16,-1 1-4-16,-2 1 4 16,-1 1 0-16,3-4 0 15,0 1 2-15,4-3-5 16,3-4 2-16,-1-2 3 15,3-1-4-15,0-3 2 16,0 0 4-16,0 0-4 16,0 0 2-16,0 0-21 15,-2 4-46-15,-3 0-45 0,-6 9-15 16</inkml:trace>
  <inkml:trace contextRef="#ctx0" brushRef="#br0" timeOffset="-101263.68">25233 8618 151 0,'-6'6'131'0,"4"-6"-112"16,2 0-17-16,0 0 43 15,0 0 14-15,0 0-43 16,0 0-9-16,0 0-2 16,14 0 7-16,10 0-2 15,16 0-7-15,10 2-1 0,3-2-1 16,-2 0-1-16,-7 0 0 16,-5 0 0-16,-5 0-1 15,-9 0-1-15,-8 0-2 16,-10 0-23-16,-5 0 0 15,-2 0-10-15,0 0-16 16,0 0-18-16,0 2-37 16</inkml:trace>
  <inkml:trace contextRef="#ctx0" brushRef="#br0" timeOffset="-100949.99">25160 8864 175 0,'0'0'62'15,"0"0"-25"-15,0 0 5 16,14 0 10-16,7 0 1 15,9 0-33-15,2 0-8 16,0 0-2-16,5-4-3 16,-3 0-4-16,-1-1-1 0,-6 4-3 15,-6-2 2-15,-10 3-8 16,-3 0-2-16,-4 0-16 16,3 0-62-16,6 0-173 15</inkml:trace>
  <inkml:trace contextRef="#ctx0" brushRef="#br0" timeOffset="-99962.12">25696 9189 149 0,'0'7'61'16,"0"-3"-56"-16,0-4 25 16,0 0 33-16,0 0-25 15,0 0-20-15,0 0 11 0,8 0-2 16,9 0-15-16,7-8-6 16,3-5-3-16,10-3 3 15,4-9-4-15,3-6-1 16,0-9 3-16,0-10-1 15,-7-3 8-15,-5-5 9 16,-2-2-5-16,-7-1-1 16,-1 0-9-16,-5 2-1 15,-2 8 3-15,-5 9-3 16,-3 15-3-16,-5 13 2 16,0 8-3-16,-2 3 1 15,0 3-2-15,0 0-1 16,0 0 1-16,0 0-3 0,0 0-2 15,0 0-1-15,0 0 3 16,0 7 5-16,0 13 4 16,-11 9-7-16,-5 4 4 15,2 5-2-15,0-3 1 16,3 1 0-16,2-2-1 16,-1 4 0-16,6-3 0 15,-1 0 3-15,3-2-5 16,2-6 2-16,0-4-3 15,0-4 1-15,4-5-2 16,11-3 3-16,0-6 1 16,4 0-3-16,1-5 6 0,8 0-10 15,6 0 7-15,11-9-6 16,4-16 1-16,2-8-1 16,-2-6 4-16,-6-11 0 15,-6-3-1-15,-7-9 2 16,-4-3-2-16,-8 5 2 15,-4 2-1-15,-5 15-3 16,-7 12-6-16,1 10 11 16,-3 13-6-16,0 4-1 15,0 4 4-15,0 0 0 16,0 0 6-16,0 0-1 16,0 0-2-16,0 18 1 15,-19 9 2-15,-2 8-2 0,1 5 0 16,-3 5 0-16,4 3-2 15,6 1 3-15,8 1-1 16,5 2 4-16,0-4-5 16,20-3 3-16,12-8-6 15,8-4 0-15,-1-12-12 16,-2-6-17-16,-3-9-41 16,-6-4-114-16</inkml:trace>
  <inkml:trace contextRef="#ctx0" brushRef="#br0" timeOffset="-94570.89">12234 13246 51 0,'0'-2'72'0,"0"2"-44"16,0-3-6-16,0 3 7 16,0-1-15-16,0 1-10 15,0 0 0-15,0-3 5 16,0 3 3-16,0 0-3 15,0-2 6-15,0 2 1 16,0 0 1-16,0-2-8 16,0 0 12-16,0 0-11 15,0 0 0-15,0 2 6 16,0 0-3-16,0 0 3 0,0 0 0 16,0 0 2-1,0 0-8-15,0 0-1 0,0 0 3 16,0 0-4-16,0 0-12 15,0 0 4-15,0 0 2 16,0 0-2-16,0 6 9 16,-8 15-7-16,-9 4 2 15,-1 2-3-15,-1 1 0 16,4 2-1-16,0 1 1 16,0 2-1-16,-2 2 0 15,2 2 1-15,0 5-2 16,4 10 4-16,0 0-3 15,-1 5 2-15,1 8-3 16,-1-1 0-16,1 0 1 16,4-2-1-16,0-2 1 0,5-2-2 15,2-2 3-15,0-2-1 16,0 0 0-16,4-3 1 16,5-1 0-16,5-2-3 15,2-1 2-15,3-3-1 16,1-3 2-16,3-4-3 15,-2-5 1-15,-3-8 3 16,-1-3-4-16,-6-6 2 16,-4-5-5-16,-5-2 2 15,0-8-15-15,-2 4 3 16,0-4-2-16,0 0-10 16,0 0-13-16,5 0-47 15,-2 0-99-15</inkml:trace>
  <inkml:trace contextRef="#ctx0" brushRef="#br0" timeOffset="-89249.88">12350 14395 33 0,'-2'0'56'16,"2"0"-9"-16,0 0-14 15,0 0 6-15,0 0-5 16,-3 0-5-16,3 0-3 16,0 0-1-16,0 0-3 15,0 0 4-15,0-2-4 16,0-2-7-16,0 2-3 15,0-1-6-15,0 3-4 16,0-6 0-16,0-2 3 0,3-11 7 16,18-12-8-1,1-4-2-15,3-6-4 0,-1 1 4 16,-6 3-2-16,-4 0-3 16,-3 0-1-16,-1-3 2 15,-1 1-5-15,-5 4 3 16,1-3 3-16,-3 13 4 15,0 7-5-15,-2 7 5 16,2 7-3-16,-2 3 0 16,0 1 1-16,0 0-1 15,0 0-1-15,0 0 0 16,0 0 5-16,0 0 3 16,0 0-3-16,0 0-6 15,0 0 0-15,0 0 3 0,0 14 2 16,0 11-2-16,0 4 1 15,0 4-2-15,0-2 0 16,0-2 1-16,0-4-1 16,0-3 0-16,0-3-1 15,0-5 1-15,0-5-2 16,0-3-1-16,10-2 2 16,-1-2-6-16,4-2-10 15,4 0 12-15,0 0 1 16,0-2-4-16,4-14-5 15,-3-5-4-15,3-2 13 16,-2-4 3-16,-3 2-8 16,-2-8 3-16,-3 0-5 15,-2 0 6-15,-4-7 0 16,0 6 2-16,-3-4 0 0,-2 7 5 16,2 4-5-16,-2 5 4 15,0 7-1-15,0 9 2 16,0 6-4-16,0 0-1 15,0 0 12-15,0 0 7 16,0 0-13-16,0 0 7 16,0 12-8-16,0 7 1 15,0 5 0-15,0 8 1 16,5 3-1-16,-1 4-1 16,3 1-2-16,3 1 3 0,-1-1-1 15,0-3 1-15,-3-4-2 16,4-4-1-16,-3-6 3 15,-3-5-4-15,1-6-1 16,-1-3-8-16,2-3-22 16,-2-4-45-16,5-2-53 15</inkml:trace>
  <inkml:trace contextRef="#ctx0" brushRef="#br0" timeOffset="-88923.92">13061 14053 152 0,'0'0'68'16,"0"0"-45"-16,0 0 4 16,0 0 8-16,0 0-14 15,0 4-12-15,0 17-2 16,0 10-3-16,0 11-4 16,0 1 3-16,0 3-6 15,0-1 3-15,0-10-15 0,-3-1-62 16,1-10-66-16</inkml:trace>
  <inkml:trace contextRef="#ctx0" brushRef="#br0" timeOffset="-59203.55">29386 9978 38 0,'0'0'99'0,"0"0"-84"16,0 0 4-16,0 0 12 15,0 3 0-15,-2-3-11 16,0 0-3-16,2 0 1 16,0 0-2-16,0 0-5 15,0 1 6-15,0 2-7 16,0 1 1-16,0 0-5 0,0 2-1 15,0 0-1 1,0 3-1-16,0-1-1 0,0 2-2 16,0 0 3-16,0-1-3 15,0 1 3-15,0 0-5 16,0 1 3-16,0-3-3 16,0 2 4-16,0-3-3 15,0-1 1-15,2 0 1 16,3-2-1-16,-3-2 3 15,-2 0-3-15,2-2 4 16,0 0-4-16,4 0-7 16,0 0 2-16,6 0 10 15,9-6-4-15,4-4-4 16,10-1 4-16,3-1-2 0,9-1 2 16,5-1-5-1,6 0 6-15,6-5-7 0,6 0-1 16,1-4 3-16,-5 1-6 15,1 1 11-15,-5-2-6 16,-2 4 9-16,-2-1-6 16,-5-3 4-16,-12 2-3 15,-9 3 0-15,-15 5-4 16,-11 9-12-16,-6 4-44 16,0 0 4-16,0 0-37 15</inkml:trace>
  <inkml:trace contextRef="#ctx0" brushRef="#br0" timeOffset="-48915.06">29675 10086 85 0,'0'-2'56'16,"0"0"-22"-16,-4 2-2 16,2-2-6-16,-2 2-5 15,-1 0-4-15,-1-2-1 16,-1-1 3-16,-1-1-1 16,-1 2 5-16,-2 0-1 0,-1-2 2 15,-1 2-10-15,4-2 1 16,3 2-2-16,4 0-2 15,2 2-5-15,0 0-5 16,0 0 2-16,0 0 1 16,0 0 5-16,10 0-2 15,18 0 5-15,13 12-5 16,19 7 3-16,17 4 0 16,15 3-3-16,15 3-4 15,6 1-2-15,1-4 3 16,4-1-5-16,-3-4 5 15,-5-7-6-15,-14-1 5 16,-8-5-3-16,-14-2 3 16,-9-1 0-16,-3-4 1 15,-5 2 2-15,-1-1-4 0,-11 0 3 16,-10-2-6-16,-17 0 6 16,-11 0-7-16,-7 0 2 15,0 0-1-15,0 0-13 16,0 0-46-16,0 0-78 15,-7 0-83-15</inkml:trace>
  <inkml:trace contextRef="#ctx0" brushRef="#br0" timeOffset="-48059.29">31013 10779 36 0,'0'4'160'16,"0"-4"-81"-16,0 0-29 15,0 0 1-15,9 0-27 0,17 0-4 16,1 0-14-16,1 0 0 16,0 0 11-16,4-4-3 15,5-12-1-15,4-9 0 16,7-6 3-16,1-4-6 16,1-7 1-16,3-1-3 15,0-2-1-15,0-1-4 16,-5 3-1-16,-7-1 3 15,-4 7-3-15,-5 4 2 16,-4 4-4-16,-7 8 2 16,-10 8-4-16,-3 7 3 15,-4 4-1-15,-4 2 0 16,0 0 1-16,0 0-5 16,0 0 0-16,0 0-10 0,0 0 14 15,-6 10-1-15,-9 9 5 16,2 4-2-16,-6 4 0 15,8 2 0-15,-1 2-3 16,5-4 4-16,7-3-2 16,0-1 1-16,0-6-4 15,0-5 5-15,0-3-9 16,7-5 6-16,12-2-6 16,6-2 14-16,7 0-5 15,9 0-5-15,0-11 6 16,4-3-6-16,-2-3 4 0,6-1-4 15,-6-3 3 1,4-2-3-16,-4-2 2 16,-1-2-2-16,-3 1-2 15,-12 1 2-15,-3 4-10 0,-11 2 3 16,-2 7-2-16,-6 2 10 16,-5 8-3-16,0 2-8 15,0 0 7-15,0 0-4 16,0 0 9-16,-3 4 0 15,-12 12 5-15,-2 3-4 16,-1 4 2-16,0 0-4 16,9 1 2-16,-2 1-1 0,11 2-1 15,0-2 4-15,6 4-3 16,20-4 9-16,4 0-10 16,-1-7 3-16,6-1-43 15,-3 0-40-15,0-5-83 16</inkml:trace>
  <inkml:trace contextRef="#ctx0" brushRef="#br0" timeOffset="-45863.73">29748 11846 77 0,'-5'0'146'16,"3"-5"-99"-16,2-7-35 0,0 8 30 16,0-2-12-1,0 2-13-15,0 4-9 0,0 0 4 16,0 0 4-16,0 0-5 16,0 0 0-16,0 0-2 15,0 0 2-15,0 0-6 16,11 0 3-16,22 0-2 15,13 13 0-15,14 3 1 16,4 2-5-16,10 7 2 16,13-2-4-16,12 4 2 15,12 0-3-15,8-2-1 16,-4-7 0-16,-11-1-2 16,-14-5 3-16,-19-1-1 15,-16-5 2-15,-20 0-1 16,-18-4 3-16,-7-2-3 0,-10 3 2 15,0-3-3-15,0 0-9 16,0 0-15-16,0 0-21 16,0 0 0-16,0 1-22 15,0 2-30-15</inkml:trace>
  <inkml:trace contextRef="#ctx0" brushRef="#br0" timeOffset="-45100.57">31347 12314 24 0,'0'0'240'0,"0"0"-210"16,0 0-22-16,18 0 2 15,1-9 8-15,4-1-11 0,0-2-7 16,9-9 2-16,0 0-2 15,5-1 2-15,0-3 1 16,-5 0 8-16,-9-2 6 16,-3-2-3-16,-3 0 1 15,-1 2-7-15,0 0 0 16,-7 2-13-16,1 5 5 16,-4 1 5-16,-6 8-3 15,3 6 5-15,-3 2-2 16,0 3 1-16,0 0-9 15,0 0-2-15,0 0-2 16,0 0 10-16,-9 13-6 0,-10 7 10 16,6 1-6-1,0 4-2-15,7 2 3 0,6 4-1 16,0 0 3-16,0-2-9 16,0-4 3-16,11-7-15 15,10-3-1-15,7-9 8 16,4-6 5-16,7 0-11 15,0 0 3-15,3-4 11 16,-6-14-7-16,1-5-6 16,-3-2-12-16,-6-2 8 15,-5 0 10-15,-2 2 10 16,-3 5 3-16,-1 1-3 16,-6 4 6-16,-5 7 8 15,-2 4-1-15,-4 4-2 16,0 0 6-16,0 0 10 0,0 6-17 15,0 13 0-15,0 3-6 16,0 3-4-16,0 8 1 16,0 3-2-16,0 5-13 15,11 5-29-15,16 1-17 16,8-1-58-16</inkml:trace>
  <inkml:trace contextRef="#ctx0" brushRef="#br0" timeOffset="-44358.18">29720 12906 22 0,'0'0'117'0,"0"0"-73"16,0 0 1-16,0 0 11 15,0 0-1-15,0 2-15 16,0 0-16-16,28 4 10 16,9 1-7-16,14 1-15 15,11 2-4-15,9 0-4 16,14 1-1-16,14 2-2 16,9-1 0-16,9-2-3 15,5-2 1-15,0-1-8 16,-11-5 3-16,-15 0-5 0,-17 2 6 15,-23 0 4 1,-16 0-1-16,-17 0 3 0,-11-2-10 16,-8 1-8-16,-2-3-20 15,-2 2-29-15,0 0-63 16</inkml:trace>
  <inkml:trace contextRef="#ctx0" brushRef="#br0" timeOffset="-43747.55">31450 13339 62 0,'30'0'109'16,"2"0"-89"-16,5-6-13 15,3-15 7-15,-4-4 1 16,1 0-14-16,-5 0-2 16,5-4 11-16,-7 0 6 15,-3-2-11-15,-3 2 22 0,-11 8-14 16,-5 7 9-1,-4 8 5-15,-4 6-2 0,0 0-8 16,0 0-10-16,0 0 1 16,0 11-4-16,0 9 1 15,0 5-1-15,0-2-1 16,0-1-2-16,0-1 1 16,5-2 0-16,6-1-4 15,-5-1 2-15,4-3-13 16,1-1 7-16,6-5 2 15,1-4-4-15,7-4 5 16,3 0-3-16,6 0-2 16,3-4-3-16,1-12-8 15,-2-3-16-15,-4-2 8 0,-8 4 6 16,-9 3 13-16,-6 6 2 16,-7 6 13-16,-2 2 6 15,0 0 7-15,0 0 10 16,0 4 4-16,-2 11-6 15,0 7-12-15,2 1-7 16,0 2-9-16,0 0-26 16,2-5-61-16,4 1-98 15</inkml:trace>
  <inkml:trace contextRef="#ctx0" brushRef="#br0" timeOffset="-40082.58">29279 9142 3 0,'-47'-11'59'0,"-3"7"-32"15,-5 0 7-15,-1 2 5 0,6 2-13 16,0 0-9-16,3 0-5 16,-3 4 9-16,-3 11 3 15,-3 1-4-15,1 1-4 16,-5 3-1-16,0 3-3 15,0 4-2-15,-4 2 2 16,0 6-5-16,-3 5 0 16,-4 12 1-16,-5 7 7 15,-2 20 0-15,-5 16-4 16,2 11 4-16,5 12-6 16,1 8-2-16,3 5-1 15,5 1 7-15,-1 5-4 16,1 0 0-16,5-1-3 15,2-1-2-15,7-7 3 16,4-2-6-16,-1 1 4 0,4 5-4 16,7 7 4-16,2 12-10 15,10 13 6-15,1 1-1 16,7 5-1-16,13-2-1 16,6-5 1-16,0-5 2 15,9-3-1-15,7-4 3 16,-3-6-2-16,11-4 5 15,-1-4-5-15,-2-13 1 16,3-8-1-16,0-8 0 16,8-2 2-16,5 1 0 0,13-3 0 15,6-5-2-15,4-12 0 16,0-7-1-16,0-11 0 16,2-11 0-16,0-8 0 15,9-11 2-15,12-6-4 16,9-2 1-16,13-6-3 15,15-2-3-15,13-5 3 16,12 1 4-16,7-9-2 16,2-3-2-16,-2-7 3 15,-9 0-2-15,-12-17 2 16,-18-20 1-16,-9-15 2 16,-6-18 0-16,-3-22 6 15,1-22-3-15,1-24 2 0,2-30-5 16,7-22 2-16,2-19 2 15,0-17-5-15,-2-8 3 16,-7-19 5-16,-14-4 3 16,-16-5-9-16,-23-6 3 15,-23 5-5-15,-23 1 1 16,-7 2-5-16,-42 10 0 16,-19 6-2-16,-13 14-1 15,-16 21 5-15,-10 27-8 16,-22 32 9-16,-28 35-5 15,-22 26 3-15,-28 24-4 16,-28 30 2-16,-18 27 0 16,-17 12 4-16,-10 58 1 15,8 41-1-15,28 55 2 0,36 55-6 16,37 54-21-16,29 42-99 16,29 12-169-16</inkml:trace>
  <inkml:trace contextRef="#ctx0" brushRef="#br0" timeOffset="-36964">30724 15399 163 0,'-12'0'77'16,"0"-4"-53"-16,6 0 2 15,-2-3 22-15,-1 6 17 16,0-2-25-16,-1 3-17 16,4 0-2-16,4 0 1 0,2 0-15 15,0 0-1-15,2 0-17 16,38 11 14-16,22 7 3 16,22 7-8-16,18-2 1 15,1-4-2-15,-4-1 2 16,-7 1-5-16,-9-5-2 15,-12 1-5-15,-11-11 3 16,-16 0-2-16,-14-2-8 16,-16-2-3-16,-8 0 6 15,-4 0-6-15,-2 2-12 16,0-2-17-16,0 3-13 16,-11 1-159-16</inkml:trace>
  <inkml:trace contextRef="#ctx0" brushRef="#br0" timeOffset="-36501.68">31372 15480 139 0,'0'0'21'0,"0"0"-4"0,0 0 47 15,0 6 0-15,3 6-25 16,22 7-23-16,10-4-1 16,8 3-10-16,6-3 0 15,-6 3-3-15,-6-3-4 16,-5 3 6-16,-7-3-2 15,-6-5 0-15,-6 1-2 16,-4-3 1-16,-3-8 1 16,-6 4 2-16,0-4 6 15,0 0 5-15,-10 8-1 16,-25 7-6-16,-17 10 9 16,-18-3-12-16,-7-3 1 15,0 0-5-15,15-5 2 16,17-3-3-16,19-5-1 15,17-2-14-15,7 0-19 0,2-4-24 16,0 0-22-16,7 0 23 16,8 0-90-16</inkml:trace>
  <inkml:trace contextRef="#ctx0" brushRef="#br0" timeOffset="-35633.53">32053 15790 162 0,'0'0'151'0,"0"0"-107"16,0 0 9-16,0 0 24 0,0 0-43 15,0 0-22-15,0 0-11 16,0-8 3-16,9-4-5 16,10-9-1-16,3-6 2 15,6-2 1-15,-2 0 1 16,-1-4 1-16,3-4 1 16,-7-7-1-16,1-1 2 15,1-3-5-15,-4 4 3 16,-6 3-4-16,-4 12 3 15,-1 11-3-15,-8 11 1 16,0 3 1-16,0 4 0 16,0 0 2-16,0 0-5 0,0 0 4 15,0 11-2-15,-21 18 1 16,-2 8-2-16,-7 4 2 16,2 3-1-16,6-3 0 15,5-1 0-15,4-3-1 16,7-12-2-16,6 1-3 15,0-3-7-15,0-4-11 16,0-5-7-16,13-10 6 16,2-1 13-16,11-3 6 15,-1 0 0-15,7-21-3 16,0-2 3-16,1-6-5 16,-1-6-5-16,2 0 2 15,-2-3 11-15,-2 1-4 16,-2 4-1-16,0 0 12 15,-7 4-4-15,-3 2-2 0,-4 6 2 16,-3 5-2-16,-4 10 9 16,-7 6 0-16,0 0 1 15,0 0-6-15,0 6 1 16,0 21 5-16,0 2 4 16,0 8-1-16,0 4-5 15,-11 3-2-15,-1-1-3 16,0-5 0-16,8 3-2 15,4-8-3-15,0-12-5 16,4-1-19-16,17-7-51 0,5-11-93 16</inkml:trace>
  <inkml:trace contextRef="#ctx0" brushRef="#br0" timeOffset="-14482">23283 16596 140 0,'2'-2'46'15,"-2"2"-24"-15,0-4-6 16,0 4 16-16,0 0-1 0,0 0-7 16,0 0-9-16,0 0-2 15,0 0 5-15,4 0 0 16,3 0-13-16,5 6 7 16,2 13-1-16,0 7-7 15,-1 7 5-15,2 5-6 16,0 5 3-16,0-1-2 15,0 1 1-15,0-2-1 16,-2 3 1-16,0-3 0 16,-1 3-5-16,-3-7 4 15,0-4-6-15,-1-4 4 16,-1 0-4-16,2-2 2 16,-3-8 2-16,4-5-4 15,-3-3 1-15,-1-7-1 0,-1 0-5 16,3-4 3-16,-4 0 0 15,5 0 2-15,2 0 6 16,6-12-2-16,0-17 8 16,2-9-4-16,0-1-2 15,-1-13 3-15,1-8-3 16,-2-6 3-16,2-11-7 16,2 7 2-16,-3 8 0 15,-3 20 0-15,-7 17 1 16,-3 7-2-16,-3 6 1 15,3 1-4-15,2-3 2 16,0 3-6-16,0-1 3 16,-5 8-6-16,0 2-10 0,0 2-26 15,-2 0-31-15,0 0-39 16</inkml:trace>
  <inkml:trace contextRef="#ctx0" brushRef="#br0" timeOffset="-14032.18">24189 17006 26 0,'0'0'114'0,"0"-7"-56"15,0-5-14-15,-13 6 13 16,1-2-39-16,2 4 13 15,-3 1-16-15,-6-9-14 16,6 8 0-16,-4 4 1 0,8 0 6 16,3 4-14-16,-11 15 9 15,-1-1-5 1,2 10 4-16,2 0 1 16,2 5-7-16,8-4 3 0,2 0-19 15,2-2-19-15,0-2-25 16,6-10 20-16,15-7-25 15,9-4-3-15,5-4 10 16</inkml:trace>
  <inkml:trace contextRef="#ctx0" brushRef="#br0" timeOffset="-13334.36">24229 17176 7 0,'11'-23'28'16,"-2"2"4"-16,-2-7 5 16,-4-4 0-16,-1-1-6 15,-2 0-11-15,0 0-5 0,0 8 9 16,0 11-8-16,0 9 2 15,0 5-13-15,0 0-7 16,0 0 5-16,0 0 21 16,0 0-14-16,0 0 0 15,0 19-3-15,4-1-4 16,1 7 0-16,4 3-4 16,3-4-6-16,3-1-12 15,9-2-7-15,-3-3 1 16,3-5-7-16,2-3-4 15,-1-6 17-15,1-4 7 16,-3 0 2-16,-1-8 13 16,-1-11-8-16,-4 1 6 0,-6-7 2 15,-4-4-6-15,-3-2 13 16,-2 2 11-16,-2 0 19 16,0 6-7-16,0 4-16 15,0 5-13-15,0 3 3 16,0 7 5-16,0 4 7 15,0 0-6-15,0 0 8 16,0 0-11-16,0 0-3 16,0 0 0-16,0 11-5 15,3 7 2-15,2 5-3 16,2 6 1-16,-3-2 1 16,3 6 0-16,-3 0-3 15,2 0-1-15,-2 0 2 16,1-3-7-16,-1-8 3 0,3-1-11 15,-3-4-1-15,2-7 4 16,-2-1-4-16,-4-8 0 16,0 3-1-16,0-4 6 15,0 0 11-15,0 0-2 16,0 0 8-16,0-10 4 16,0-9-10-16,0-3 12 15,0-7-5-15,0 0-7 16,7-2 4-16,4-2-3 15,1 3 1-15,1 1 1 16,4 7-7-16,1 3 12 0,3 5-17 16,4 8 7-16,-3 1-5 15,2 1 7-15,-8 4-18 16,-7 0-2-16,-2 0-52 16,-7 0-27-16</inkml:trace>
  <inkml:trace contextRef="#ctx0" brushRef="#br0" timeOffset="-12659.22">25326 16538 89 0,'0'0'70'16,"0"0"-22"-16,0 0-12 16,0-4 13-16,0 4-15 15,0 0 0-15,0 0-10 16,0 0-6-16,-14 8-8 0,-7 25-2 15,-4 7 2-15,0 10-8 16,2 3 1-16,4 3-4 16,8 6 4-16,2-2-3 15,-1 2-7-15,8 4 23 16,0 5-17-16,2-5 3 16,0-4-3-16,0-10-9 15,6-4-6-15,13-15-8 16,4 0-18-16,0-10-8 15,2-9-26-15,1-6-48 16</inkml:trace>
  <inkml:trace contextRef="#ctx0" brushRef="#br0" timeOffset="-12245.28">25730 16774 79 0,'0'0'128'0,"0"-4"-86"0,0 4-3 16,0 0 0-16,0 0 4 15,8 0-22-15,8 14-1 16,9 9-2-16,7 6-7 16,7 4-3-16,3 9-2 15,1-5-1-15,4 6-2 16,-2-5 0-16,-6 1-2 16,-1 2 0-16,-6-3-1 15,-4-5 1-15,-8-4-1 16,-1-7-1-16,-8-7-1 15,-5-5-10-15,0-1-24 16,-6-9-14-16,2 0-1 16,-2 0-16-16,0 0 3 0,0-23-96 15</inkml:trace>
  <inkml:trace contextRef="#ctx0" brushRef="#br0" timeOffset="-11890.91">26301 16685 146 0,'5'-4'33'0,"-5"4"-2"16,0-2 17-16,0-3 13 15,0 5-19-15,0 0-12 16,0 0-9-16,-14 7 3 0,-13 16-5 15,-5 6 2-15,-3 8-14 16,-2 0-3-16,2 4-3 16,3-1 1-16,-2 6-1 15,1-3 0-15,-5 4 3 16,-1 1-4-16,-1-7 2 16,1-3-4-16,5-5 3 15,8-8-10-15,7-11-10 16,8-1-4-16,7-11 2 15,2-2-19-15,2 0-29 16,0 0-19-16,0 0-53 0</inkml:trace>
  <inkml:trace contextRef="#ctx0" brushRef="#br0" timeOffset="-11369.15">25668 16581 117 0,'-9'0'66'16,"3"-2"-44"-16,-3-2 4 16,1-4 20-16,4 8 2 15,-1-4-28-15,3 4-8 16,2 0 4-16,0 0-3 15,0 0-11-15,0 0-6 16,2 0 12-16,26 0-4 16,11 0-1-16,9 0 0 0,8 0-4 15,4 0 1-15,9 0 1 16,-1 0-1-16,3 0 3 16,-1 0-1-16,-12 0 4 15,-13 0-1-15,-17 0 3 16,-12 0-5-16,-9 0-5 15,-7 0 1-15,0 0-8 16,0 0-17-16,0 4-5 16,0 4-18-16,-2 3-20 15,-3 7-24-15</inkml:trace>
  <inkml:trace contextRef="#ctx0" brushRef="#br0" timeOffset="-10812.93">26541 16169 25 0,'-7'-8'208'0,"2"2"-138"16,2 2-38-16,1 4-4 16,0 0 21-16,0 0-15 15,0 0-11-15,2 0-19 16,0 0-2-16,0 14 2 15,11 9 5-15,12 10-5 16,9 11-6-16,3 1 13 16,4 13-7-16,-2 8 0 15,-3 9-3-15,-4 2 2 16,-2-3-5-16,-5-4 3 0,-7-1 0 16,-9-5-2-1,-7 2 1-15,0-4 0 0,-16-1 4 16,-12-8-5-16,-2-1 4 15,-2-4-4-15,0-3 4 16,-2-5-5-16,1-3 1 16,4-4 2-16,1-6-2 15,2-6-4-15,7-3-10 16,8-5 1-16,7-7-21 16,4-2-21-16,0-4-27 15,0 0 7-15,0 0-64 16</inkml:trace>
  <inkml:trace contextRef="#ctx0" brushRef="#br0" timeOffset="-3042">27309 16888 43 0,'3'0'85'16,"-3"0"-45"0,4 0-4-16,0 0 1 0,5 0 9 15,1 0-17-15,1 0-6 16,4 0-8-16,-2 0 8 15,8 0-12-15,1 0-3 16,6 0-8-16,4 0 1 16,3 4 2-16,-2 0-3 15,1 1 1-15,-6-4-1 16,-1 3 1-16,-2-4-3 16,-6 5-2-16,-6-5-17 0,-3 4-7 15,-5-4-21-15,-1 6-18 16,-2-2 15-16,-2 5-50 15</inkml:trace>
  <inkml:trace contextRef="#ctx0" brushRef="#br0" timeOffset="-2649.31">27258 17190 177 0,'3'0'47'15,"3"0"-14"-15,4 0 9 16,4 0 6-16,9 0-32 16,2 0-2-16,7 0-4 15,10 0-5-15,-4 0-1 16,7 0-4-16,-4 0 0 16,-7 0-4-16,-6 0 1 15,-7 0-9-15,-8 0 2 16,-3 0-7-16,-5 0-7 15,-3 0-24-15,0 0-19 0,-2 0-59 16</inkml:trace>
  <inkml:trace contextRef="#ctx0" brushRef="#br0" timeOffset="2939.66">28892 16581 22 0,'2'5'22'15,"-2"-5"-2"-15,0 0-4 16,0 0 12-16,0 0 5 15,0 0-12-15,0 0-6 16,0 0 0-16,0 4 8 16,0-4-7-16,0 0 4 0,0 4-3 15,0-4-2-15,0 6-3 16,0-2 4-16,0 0-2 16,0 0-2-16,2 3 3 15,-2 1-2-15,0-2 1 16,0 2-5-16,0 7-1 15,0-5-4-15,0 9-3 16,0-5 6-16,0 5-6 16,0 0 1-16,0-1-2 15,0 5 2-15,0 2-2 16,0 2 6-16,0 2-6 16,0 4 3-16,0-8-4 0,0 6 2 15,0-6-1 1,0-7 1-16,0 1-1 0,0-5-1 15,0 1 5-15,0-2-7 16,0-3 6-16,0 0-4 16,0 3 2-16,0-3-2 15,0 0 2-15,-6 3-1 16,1 1 0-16,-2-3 0 16,-2 3-5-16,0-1 13 15,0-3-16-15,2 0 13 16,-3-6-5-16,4 5-3 15,-3-7 0-15,2 2-4 16,-3 0 1-16,1 0 7 0,-2-4-1 16,-1 0-3-1,-1 0 1-15,0 0-5 0,2 0 0 16,-2 0 2-16,1 0 4 16,3 0-5-16,0 0 5 15,4 0 2-15,-7-4-6 16,3-6-3-16,-5-3 1 15,-8-7 11-15,5 1-34 16,-2 11 40-16,6-7 2 16,6 7-20-16,-2 1-7 15,0-11 16-15,4-1-1 16,1 1-1-16,1-5 1 0,3-2 1 16,-2 2 1-1,2-6-2-15,0 0 4 0,0 2-4 16,0 2 3-16,0 3-1 15,0-3 1-15,2 2-1 16,7 0-3-16,0 2 2 16,1 9-1-16,-3-2 0 15,2 3 1-15,3 3-3 16,-1-6 3-16,2 3 1 16,2 3 1-16,-2-3-2 15,-1 7 1-15,2-1 0 16,0-4 0-16,2 1 0 15,0 1 2-15,2 3-4 0,1 0 2 16,-1-2-1 0,7 2 0-16,-2 4 2 0,3-4-3 15,-1 4 3-15,-5-4 1 16,1 1 4-16,3 3-2 16,-4 0 1-16,1 0-4 15,0 0-1-15,-1 0 1 16,-1 0-2-16,2 0 0 15,-1 0 0-15,3 0-1 16,0 0 1-16,-5 0-2 16,-4 0 2-16,-7 0-1 15,-3 0 1-15,-1 0 2 16,-3 0-2-16,0 0-2 16,0 0-4-16,0 0-15 15,0 0-17-15,0 0-50 0,0 0-34 16</inkml:trace>
  <inkml:trace contextRef="#ctx0" brushRef="#br0" timeOffset="4448.08">29322 16354 42 0,'0'0'102'0,"0"0"-73"16,0 0 2-16,0 0 8 0,0-9-14 16,0 7 2-16,2-2-23 15,5 0 13-15,3 4-10 16,-1 0-3-16,0 0 3 15,-2 0-2-15,2 0 2 16,2 0-7-16,4 0 1 16,0 0-1-16,0 8 0 15,0-1 0-15,-3 1 0 16,0-2 1-16,-4-2-1 16,-3 4 2-16,3-8-4 15,-8 3 3-15,0 1 0 16,0 0 1-16,0 2 7 15,0 6-3-15,0 3-1 16,-13 3-2-16,0 1 1 16,-6-4-4-16,2 3 5 0,0 3-9 15,0-2 8-15,6-1-5 16,0 1 2-16,-1-5-2 16,8-1-1-16,-1 1 2 15,5-7-3-15,0 1 1 16,0-4-4-16,0 0 8 15,0-2-5-15,0 2-3 16,11 0 13-16,6-4-9 16,4 4 6-16,3-4-4 15,2 0 4-15,-1 3-5 16,-4-3 2-16,-3 4-5 16,-1-4-4-16,-6 4-10 15,-1-4-17-15,-6 4-22 16,-2 2-7-16,-2 2-104 0</inkml:trace>
  <inkml:trace contextRef="#ctx0" brushRef="#br0" timeOffset="5228.65">28510 17408 33 0,'0'0'138'0,"0"0"-95"15,0-7-22-15,-2 3 8 16,2 0 13-16,0 4-16 16,0 0-9-16,5 0 10 0,20 0-6 15,7 0-2-15,5 0-10 16,6 0-4-16,4-4 1 16,10 4-5-16,8-2-2 15,6-2 2-15,7-5 2 16,2 8-7-16,1-4 8 15,-5 1-8-15,-4 4 6 16,-10 0-3-16,-2 0 0 16,-10 0-6-16,3 0-3 15,-6 0 2-15,-2 0 2 16,-6 0 8-16,-3 0-6 16,-6 0 3-16,-4 0-5 15,-10 0 6-15,-7 0-3 16,-4 0-14-16,-5 0-9 0,0 0-25 15,0 0-5-15,0 0-31 16,0 0-12-16</inkml:trace>
  <inkml:trace contextRef="#ctx0" brushRef="#br0" timeOffset="6218">29104 17722 1 0,'0'-4'132'0,"0"4"-87"16,0-4-25-16,0-2 23 0,0-3 6 16,0 5-16-1,0 4-12-15,0 0 7 0,0 0-3 16,0 0-4-16,0-1-4 15,0 1-4-15,0 0 4 16,0 0-2-16,0 0-7 16,0 0-5-16,4 0-2 15,1 1 2-15,4 12-2 16,3 1 0-16,1 1 0 16,-1 8 2-16,-1-4-3 15,4 1 1-15,-4 7-1 16,0-6-1-16,-1 5 1 15,-6-1-2-15,-4 3 1 16,2-8-7-16,-2 3-3 16,3-5-3-16,-3-3 4 0,2-2-6 15,0-4 9-15,0 2 2 16,1-7-1-16,1 2-2 16,-2-3-3-16,1-2-10 15,-3-1 5-15,0 0 1 16,0 0 3-16,0 0 4 15,0 0-11-15,5 0 18 16,-1-10 1-16,1-5-9 16,-3-7-8-16,2 3 10 15,-4-4 6-15,5-2-3 16,-3 3 6-16,1-7-4 16,2 0-6-16,-3 2 8 15,0-2-2-15,0 6 4 16,1-2-2-16,1 7 0 0,5 3 0 15,1 7-7-15,1-3 1 16,3 7 15-16,0-1-13 16,-1 0 1-16,-1 5-6 15,-3-4-1-15,6 4 3 16,5 0 0-16,3 0-10 16,0 0-15-16,-1 0 8 15,-1 0 17-15,-2 0 6 16,-3 0 20-16,-6 0 6 15,-1 10-10-15,-5 3 1 16,-2 5 1-16,-2 3-1 0,0 2 1 16,0 4 4-16,0-3-3 15,0 1-8-15,0-2-1 16,5 0-4-16,-1 2-1 16,4-7 0-16,-1-3-2 15,-1-1-7-15,1-5 0 16,-5-5-13-16,0-4-33 15,-2 0-6-15,0 0-92 16</inkml:trace>
  <inkml:trace contextRef="#ctx0" brushRef="#br0" timeOffset="9578.48">13692 13650 19 0,'2'-3'32'0,"0"-1"-14"16,2-2 1-16,1 2 6 15,-3 0 0-15,0 0-7 0,-2 1 3 16,0-1 4-16,0 2-6 15,0 2 0-15,0-2 2 16,0 2 23-16,0-2-14 16,0 2-6-16,0 0 4 15,0-2-4-15,0 2-4 16,0 0-2-16,0 0-7 16,0 0-9-16,0 0-8 15,0 0-1-15,0 0 5 16,3 0 3-16,1 15-4 15,6 6 6-15,-1 5-4 16,0 3 4-16,3 6-3 0,-5 5 2 16,-3 3-4-1,-2 1 4-15,0-1-7 0,-2-3 7 16,0-7-4-16,0-3-1 16,0-5-2-16,0-4 0 15,0-2-2-15,0-3 7 16,0-3 0-16,0-1-15 15,0-8-3-15,0 0 4 16,0-4-6-16,0 0 8 16,0 0 5-16,-4 0 0 15,-7 0-4-15,-1 0 4 16,1-1 4-16,-4-12 6 16,4 1-15-16,-8-9 6 15,2-4 5-15,-7-2 1 0,-1-6 0 16,-3 0 1-16,6-2 2 15,5-5 0-15,2 3 2 16,5-2-8-16,1 0 1 16,0-1-1-16,-1 1 5 15,3 5-3-15,7 8 1 16,0 7 4-16,0 5-2 16,0 5 7-16,0-5 1 15,0 2-4-15,3-3-2 16,15-2 5-16,6 3-6 15,3 1 2-15,8 3-2 16,1 0-3-16,1 4 6 16,-5 1-5-16,-2 5 3 15,0 0-3-15,-7 0 0 16,1 0-2-16,-4 0 1 0,-4 2-2 16,0 2-8-16,-4-1-12 15,-3-1-10-15,-3 0-7 16,-1 2-9-16,-1 0-62 15</inkml:trace>
  <inkml:trace contextRef="#ctx0" brushRef="#br0" timeOffset="10133.88">14043 13322 9 0,'0'-4'84'0,"0"4"52"16,0-4-108-16,0 2-2 16,0 2 3-16,0-6-14 0,2 6-5 15,15-2 2-15,5-2-7 16,6 1-2-16,0 3-1 16,-7 0 2-16,-4 0-7 15,-2 0 4-15,-4 7 1 16,-1 7 2-16,-3 2-11 15,-5 1 7-15,-2 6 0 16,0 6 1-16,-2-2-3 16,-13 6 10-16,-3-2-6 15,2-4 0-15,0 0 2 16,6-6-2-16,6-5-2 0,4-3-1 16,0-7-2-1,0 0 2-15,0-2 0 0,7-2 1 16,7-2 0-16,4 2 2 15,0 1-4-15,4-3 7 16,-2 0-12-16,-2 0-15 16,-1 0-31-16,-6 0-24 15,-2 0-41-15</inkml:trace>
  <inkml:trace contextRef="#ctx0" brushRef="#br0" timeOffset="10949.87">13658 14275 96 0,'-2'0'63'0,"2"0"-26"16,0 0-5-16,-2 0-2 16,0 0 15-16,-1-2-16 15,1 2 0-15,2 0-5 16,-4 0 2-16,2-3-1 15,-3 3-3-15,3 0-2 16,2 0-1-16,0 0-7 16,0 0-6-16,0 0 0 15,0 0-2-15,0 0-4 16,0 0-1-16,0 0-2 16,0 0-13-16,0 0-5 15,28 0 26-15,15 0-7 0,17 0 5 16,13-4-3-16,10-10 5 15,9-1-5-15,0-1 2 16,-2-3-2-16,-9 1 0 16,-14 1 0-16,-18 2 0 15,-16 7-9-15,-17 2-10 16,-11 4 4-16,-5 2 6 16,0 0-9-16,0 0-8 15,0 0-2-15,0 0-15 16,0 0-19-16,0 15-55 15</inkml:trace>
  <inkml:trace contextRef="#ctx0" brushRef="#br0" timeOffset="11756.35">13919 14726 18 0,'-2'-2'135'15,"-1"2"-107"-15,3-4-17 16,0 0 38-16,0 2 2 16,0 0-17-16,0-1-13 15,0 3-8-15,0 0-4 16,0 0-6-16,0-1 3 15,0 1-1-15,0 0 0 16,0 0 4-16,0 0 12 0,0 0-10 16,0 0-3-1,5 12-2-15,8 7-8 0,6 7 5 16,-2 3-2-16,-4 0-3 16,0-4-2-16,-3-2-13 15,-3-2 11-15,0-5-6 16,-7-5 10-16,0-7-1 15,0-4 4-15,0 0-5 16,0 0 0-16,0 0-5 16,0-7-6-16,-3-15 10 15,-3-9 3-15,1-5 4 16,1-5-2-16,4 0 1 16,0-3-1-16,0 1 0 15,0 5 0-15,13 1 0 0,8 11-1 16,1 7-1-16,6 10 4 15,2 3-5-15,2 6 6 16,3 0-3-16,0 0 0 16,-1 0 1-16,-4 0 3 15,-4 13 3-15,-6 5-4 16,-1 1-1-16,-6 3-1 16,-3 6 4-16,-3-1-2 15,-5-1 0-15,2 3-2 16,-1-4 2-16,3 2-3 15,1-4-4-15,1-2-8 16,-2-7-5-16,-1-6-21 16,-3-1-30-16,0-7 0 15,-2 0-72-15</inkml:trace>
  <inkml:trace contextRef="#ctx0" brushRef="#br0" timeOffset="12686.07">14343 13188 207 0,'-5'-9'40'15,"0"1"-37"-15,2 0 36 16,1 0 12-16,-2 3-10 15,4 5-11-15,-3 0-1 16,3 0 4-16,-2 0-11 16,2 0-14-16,0 0 3 15,0 0-1-15,0 0 2 16,0 0-6-16,0 0 0 16,0 0-5-16,0 0 0 15,0 0 0-15,0 0-2 0,0 0 1 16,0 0-1-16,0 0 3 15,5 9-2-15,9 3 1 16,-1 0-1-16,6 3 1 16,-1 6-1-16,3 0 0 15,2 1 0-15,0 5 0 16,2 0 2-16,1 2-3 16,1 0 3-16,5 2-3 15,1 7 2-15,1 3-1 16,5 7 0-16,-2 9 0 15,0 12-2-15,0 7 2 16,-5 13-1-16,-2 7 2 16,-3-1-2-16,1-2 2 15,-2 0-3-15,-2-2 0 0,-1 2 0 16,1 3-2-16,-5 3 2 16,-4 1-3-16,-2-5-1 15,-3-6-2-15,-1-11 3 16,-7-11-11-16,-2-9 3 15,0-13 1-15,0-1 9 16,0-7-1-16,0-8 8 16,-2-2-8-16,-2-6 8 15,-3-7-2-15,5-6-2 16,0-4-3-16,2-4-18 16,0 0-12-16,0 0-7 0,0 0-47 15,-4 0-86-15</inkml:trace>
  <inkml:trace contextRef="#ctx0" brushRef="#br0" timeOffset="14087.98">12163 14610 45 0,'0'0'59'0,"0"0"-31"16,0 0-9-16,0 0-1 16,0 0-3-16,0-2 0 15,0 2 3-15,0 0 6 16,0 0 0-16,0 0 3 15,0 0-3-15,0 0 0 16,0 0-1-16,0-2-9 16,0 2-7-16,0-4 5 15,0 4-7-15,0 0-1 16,0 0-2-16,0 0 3 16,0 0 0-16,0 0 3 15,3 0 1-15,3 4 2 0,1 10 1 16,3 5-3-16,1 0-1 15,6 6-6-15,0 4 1 16,5 6-4-16,-1 4 3 16,1 5-2-16,1 3-1 15,-2 1 2-15,-1 2-1 16,-1 1 1-16,-2-3 1 16,-4-4 0-16,3-3-2 15,0-4 3-15,3-1-4 16,-4-3 2-16,4-3 0 15,1 4-1-15,1-5 1 16,0-3-2-16,3 3 3 16,-4-8-2-16,1 2 1 0,-4-8-2 15,2-1 2 1,-2-2-2-16,-4-5 0 0,-4 1 0 16,-3-8-1-16,-2 4-1 15,-2-4-14-15,-2 0-12 16,0 0-28-16,0 0-21 15,0 0-65-15</inkml:trace>
  <inkml:trace contextRef="#ctx0" brushRef="#br0" timeOffset="26082.09">2753 12923 38 0,'2'0'36'16,"-2"0"-8"-16,0 0 4 15,0 0 0-15,0 0-4 16,0 0-6-16,0 0-9 16,3 0 20-16,2 2-7 15,2 8-11-15,2 11-3 16,3 6-8-16,1 12 1 15,4 9-3-15,0 8 3 16,2 10-5-16,1 8 2 16,1 7-2-16,3 4 2 15,1 4 0-15,5 8-2 16,2 13 0-16,5 2 0 16,-3 14 2-16,1 7-2 0,-3 4 1 15,0 5-3-15,0 3 2 16,-4-4 0-16,4 0-3 15,0-9 5-15,5-7-4 16,-2-10 2-16,-1-7-1 16,1-9 1-16,-5-11-1 15,-7-10 0-15,-5-12-3 16,-4-10 3-16,-7-10-2 16,-3-5-6-16,-1-10 0 0,-3-6-6 15,0-14-20 1,0-3-18-16,0-4-16 0,0-4-28 15</inkml:trace>
  <inkml:trace contextRef="#ctx0" brushRef="#br0" timeOffset="26744.54">2190 15244 106 0,'-14'6'97'0,"-2"2"-78"16,0-1-19-16,2 5 20 16,5-6-2-16,4 2-4 15,5-4-3-15,0-4-1 16,0 0 1-16,-2 0 0 15,2 0-2-15,0 0-5 0,0 0-1 16,0 0 1-16,5 0 3 16,22 0 12-16,6 0-18 15,10 0 8-15,14-14-6 16,12-9 0-16,19-3-1 16,15-4 1-16,12 1-2 15,10-4 3-15,13 4 1 16,4-8-5-16,12 0 2 15,8-3-2-15,-1-1 0 16,4-7 0-16,1 1 0 16,0 1-3-16,1 3 3 0,2-5 0 15,8-4-1 1,2 0-3-16,7-11-8 0,6-2-7 16,-8 5 0-16,-12 2 9 15,-20 13 6-15,-26 11 4 16,-29 12 0-16,-30 7-6 15,-28 9-36-15,-21 4-19 16,-13 2 34-16,-5 0-11 16,0-2-49-16</inkml:trace>
  <inkml:trace contextRef="#ctx0" brushRef="#br0" timeOffset="28362.25">3952 14908 51 0,'-2'0'112'0,"-1"0"-79"15,1 0-11-15,2 0 27 16,-2-4-15-16,2 4-13 16,0-4-11-16,-2 4-1 15,2-2-1-15,0 2 6 16,0-2-2-16,-3 0-2 0,3 0-3 16,-2 0-3-1,-2-2 7-15,-2-5-6 0,0 3 0 16,-5-8-6-16,2 1 2 15,-4-1 2-15,2-5-2 16,-5-2 1-16,-2-8 2 16,-8-4 0-16,-3-4-1 15,-4-7-1-15,-3-1-3 16,1-3 3-16,0 1-4 16,3-1 2-16,5 3 1 15,-3-1-1-15,2-2 2 0,1 3-2 16,-3-3 1-16,2-2-2 15,0 3 0-15,3-7 1 16,2 2-2-16,0 0 1 16,0 1 1-16,-5 1 0 15,1-2-2-15,-3 5 5 16,0-1-2-16,4 7 0 16,6 8-1-16,4 8 2 15,5 10-3-15,2 1 2 16,3 5-3-16,2 3 2 15,4 2 2-15,0 4-3 16,0 0 2-16,0 0-2 16,-2 0 3-16,2 0-2 15,0 0-1-15,0 0-1 0,0 0 1 16,0 0 1-16,0 0-2 16,0 0 3-16,0 0-5 15,0 0 3-15,0 0 0 16,4 0 1-16,13 0-2 15,8-6 0-15,3-3-2 16,4-3 1-16,2-5-2 16,3 1 0-16,2-5-2 15,-3 1-14-15,2-1 5 16,-1-2 7-16,-5 0-5 16,-2 0 5-16,-5 3 4 15,-5 3 0-15,-1 1 0 16,-3 1 1-16,-2 3-5 15,-3 2 8-15,-2 1-1 0,-1 5 2 16,-6 4-3-16,-2 0 0 16,2 0 5-16,-2 0 2 15,2 0-2-15,1 0-1 16,1 0 7-16,3 0-2 16,0 0 2-16,2 0-10 15,-2 0 8-15,2 0 6 16,1 0-5-16,-1 6-1 15,0 5-6-15,3 3 4 16,-1 5-3-16,3-1 2 16,0 7-5-16,7 8 4 0,-1 6-2 15,5 11 0 1,5 8 1-16,2 8-1 0,7 9-1 16,-1 8 3-1,1 2 1-15,-3-2-4 0,1-5 3 16,-1-7-4-16,2-5 3 15,1-2-1-15,-3-4 0 16,3-2 1-16,-3 0-1 16,0-6 3-16,-6-5-3 15,0-5 3-15,-4-7-5 16,-9-8 1-16,-2-8 1 16,-6-5 0-16,-5-6-1 15,-2-1-2-15,-2-5 2 16,0-2-6-16,0 0-3 0,0 0 2 15,0 0-4-15,0 0-44 16,0 0-32-16,-2-6-72 16</inkml:trace>
  <inkml:trace contextRef="#ctx0" brushRef="#br0" timeOffset="29995.55">3641 13266 50 0,'0'-4'30'15,"0"0"-20"-15,0 2 0 16,0-2 26-16,0 4-1 16,0-2-3-16,0 2-15 15,0 0 8-15,-2-2-3 16,-2 0-8-16,1 2-4 0,1-5-2 15,0 5 3-15,2-1-3 16,0-2-2-16,0 1-4 16,-2 0-1-16,-1 0 0 15,-2-4 2-15,-2-3 0 16,-2-3 0-16,-2-4 0 16,-3-3-3-16,-2-2 4 15,0-4-4-15,-2-1 1 16,1 1-1-16,4 0 0 15,1 6 1-15,5 7 0 16,5 4 4-16,0 5-2 16,2 2 3-16,0 1-4 15,0 0 3-15,0 0-1 0,0 0 2 16,0 0-3-16,0 0 0 16,0 0 4-16,0 0-2 15,0 0-1-15,0 0-3 16,0 0 1-16,0 0-3 15,0 0-1-15,0 0-1 16,0 0 0-16,0 0 2 16,0 0-1-16,0 0 3 15,0 0 0-15,11 0 2 16,10-7-5-16,9 1 2 16,7-5 2-16,8-3-5 15,6-5 3-15,4-1-6 16,-1-5 6-16,-7 0-9 15,0 2 4-15,-8 2-1 0,-3 3-1 16,-10 1-4 0,-5 7 6-16,-10 2 1 0,-4 4 1 15,-3 1 1-15,-2 2 0 16,-2 1 6 0,0 0-3-16,0 0 0 0,0 0-1 15,0 0 0-15,0 0-1 16,0 0 0-16,0 0-2 15,0 0 1-15,0 0 2 16,6 0 0-16,-4 0 7 16,7 0-7-16,0 0 1 15,3 0-2-15,1 0 2 16,4 0 1-16,-4 0-5 0,-2 1 5 16,-1-1-3-16,-3 3 2 15,0-1-4-15,-5 0 3 16,0 0-11-16,-2 0 11 15,0 0 1-15,2 0 5 16,2 4-5-16,2 9 1 16,3 5 0-16,4 12-2 15,6 11 1-15,7 9-2 16,2 12 3-16,-1 5-4 16,8 1 3-16,-3 4-1 0,4-1 0 15,1 1 1 1,0 5-2-16,5-1 5 0,1 6-6 15,4-2 4-15,0-1-4 16,0-2 2-16,-4-5 2 16,-4-3-2-16,1-7 0 15,-4-4 0-15,-3-4 0 16,-4-4-2-16,-1-3 6 16,-5-3-5-16,-3-3 1 15,2-3 0-15,-9-7 0 16,-1-8 0-16,-3-7-1 15,-5-7 1-15,-1-5-4 16,-1-6-23-16,-2 0-32 16,2 0 8-16,-2 0-52 15</inkml:trace>
  <inkml:trace contextRef="#ctx0" brushRef="#br0" timeOffset="31223.49">4316 13366 69 0,'-16'-15'134'16,"-3"-3"-153"-16,0-3 0 16,4 0 31-16,-4 3 16 15,3 1-2-15,2 1-6 16,3 3 3-16,0-2-5 16,3 3 8-16,-1 0-16 15,0-3 6-15,-3-3-11 16,-1-5 3-16,-8-8-2 15,-5-11 2-15,0-3-3 16,-8-9-3-16,2-4-1 16,0-2-2-16,-2-4 3 15,1 1-4-15,1 2 3 16,0-2 0-16,0 1-3 0,0 4 5 16,2 0-3-16,2-2 3 15,5 4-3-15,5 2 2 16,2 7-2-16,4 8 0 15,6 7 1-15,1 8-3 16,2 3 3-16,3 6-1 16,0 5-1-16,0 2 0 15,0 4 3-15,0 0-3 16,0 0 1-16,0-1-1 16,0-1 2-16,0 0-1 15,0 0 0-15,0 1 1 16,0 3-2-16,0 2 3 0,0 0-1 15,0 0 0-15,0 0-3 16,0 0 0-16,0 0 0 16,0 0 3-16,0 0 0 15,0 0-2-15,0 0 3 16,0 0-4-16,0 0 2 16,0 0-5-16,0 0-2 15,14 0 8-15,10 0-3 16,3 0 4-16,8-2-3 15,1-2 1-15,8-2-7 16,7 0 3-16,4-2-9 16,7-3 4-16,0-3 11 15,5-1-10-15,-5 1 9 16,-2-3-15-16,-5-2-5 16,-5 1 15-16,-6-3-10 0,-2 3 1 15,-10 1 19-15,-13 5-11 16,-11 3 10-16,-5 7 1 15,-3 0 6-15,0 2 3 16,0 0-4-16,0 0-1 16,0 0-1-16,0 0 2 15,0 0-7-15,0 0-3 16,0 0-2-16,0 0 1 16,0 0 0-16,0 0-5 15,0 0 5-15,0 0-2 0,0 2 7 16,9 21-7-16,5 14 6 15,7 13-3 1,3 8 1-16,9 10-2 16,4 5-2-16,9 13 6 0,11 22-4 15,5 16 1-15,5 17-2 16,2 8 3-16,1-1-2 16,-2-10 2-16,-1-11-2 15,-1-12 1-15,-1-7 2 16,-3-9 0-16,-2-6-1 15,-7-8 2-15,-4-12-2 16,-8-7-3-16,-5-10 3 16,-6-6-3-16,-4-5 2 15,-7-11-1-15,-4-1-1 16,-1-12 1-16,-4-5-1 0,-4-6 3 16,-4-3-4-16,-2-6 3 15,0-1-4-15,0 0-5 16,0 0-4-16,0 0-23 15,0 0-2-15,0-14-74 16</inkml:trace>
  <inkml:trace contextRef="#ctx0" brushRef="#br0" timeOffset="32090.81">4686 12651 64 0,'-9'-1'120'16,"2"-4"-103"-16,2 1-6 15,3 2 24-15,2-2 0 16,0 2-11-16,-3-1-11 16,3 3-4-16,0 0 5 0,0 0-2 15,0 0-2-15,0 0-10 16,0 0 0-16,0 0-3 15,10-4-1-15,20-4-3 16,14-6-3-16,7-7-8 16,6-6-5-16,8 0 21 15,-3-4-5-15,4 2 0 16,3 0 0-16,-3 0 2 16,1 0 4-16,-3 0-1 15,-6 2 2-15,-9 2-14 0,-17 5 10 16,-11 7 1-1,-12 7 7-15,-7 4 7 0,-2 2 15 16,0 0-13 0,0 0-8-16,0 0-3 0,0 0-2 15,0 0 0-15,0 0 0 16,0 0-2-16,0 0 8 16,2 8-1-16,7 11-3 15,1 8-1-15,1 8-1 16,8 10 2-16,3 5-2 15,4 4-2-15,4 4 4 16,0 4-2-16,4 0 2 16,6 9-3-16,-1 6 3 15,0 3-4-15,-1 7 4 16,0 0-2-16,-1-2 1 0,-1-4 1 16,-1-3-2-16,-5-5 5 15,0 1-4-15,-5-5 4 16,-4 3-3-16,-3-6 10 15,-2-6-2-15,0-6-6 16,1-8 0-16,-2-7-3 16,2-6 4-16,-2-10-6 15,0-2 5-15,-2-6-4 16,-4-1 3-16,-1-2-3 16,-2-5-2-16,-3-3 2 15,-3-3-9-15,0 2-6 16,0-3-29-16,0 0-18 0,0 0-18 15,0 0-91-15</inkml:trace>
  <inkml:trace contextRef="#ctx0" brushRef="#br0" timeOffset="32840.56">5469 12560 121 0,'-2'0'48'0,"2"0"-27"15,0 0-3-15,0 0 8 16,0 0 7-16,0 0-5 16,0 0-12-16,0 0-16 15,0-2-1-15,0 0 4 0,2-4 7 16,20-3-9-1,12-3 3-15,8-2-4 0,6-3 3 16,12-3-4-16,4-3 2 16,4 0-2-1,-1 0 2-15,-12 3-5 0,-5 1-1 16,-11 2-4-16,-7 1-1 16,-11 3 2-16,-7 1-4 15,-7 4 11-15,-3 4-1 16,-4-1 4-16,0 5 3 15,0 0-2-15,0 0-3 16,0 0-5-16,0 0 4 16,0 0-5-16,3 0 6 0,1 10 9 15,3 11-6 1,3 10 2-16,3 9-3 0,4 9 0 16,7 16 2-16,6 15 1 15,0 16 3-15,2 11 1 16,1 3-2-16,0-5-2 15,1-7-1-15,0-11-3 16,-2-6-2-16,5-5 5 16,2-1 3-16,-1-7-2 15,-4-6 7-15,-2-8-6 16,-2-10-1-16,-8-9-4 16,-5-8 2-16,-6-11-6 15,-7-8 2-15,0-3-2 16,-2-3-7-16,0 0-17 0,0-2-43 15,-2 0-73-15</inkml:trace>
  <inkml:trace contextRef="#ctx0" brushRef="#br0" timeOffset="34105.81">3499 13993 24 0,'3'0'85'0,"-1"0"-56"15,-2 0-9-15,0 0 20 16,0 0 2-16,0 0-6 0,0 0-13 15,0 0-5-15,0 0 2 16,0 0-13-16,0 0-4 16,0 0-1-16,0 0 1 15,0 0-1-15,0 0 7 16,0 0-5-16,0 0 2 16,-7 0-4-16,-7 0-2 15,-2 0-7-15,-3 4 11 16,-2 4-6-16,1 1 0 15,-1 1 1-15,0-1-5 16,-1 1 2-16,1-2-3 16,0 0-2-16,1 3-1 15,1 1 4-15,-2-1-7 16,5 3 2-16,0 1 12 16,5-1-12-16,2-2 19 0,1-3-6 15,1 1-14-15,1-2 24 16,1 3-10-16,1-3-3 15,1-2 3-15,3-4-4 16,0 3-1-16,0-4 8 16,0 2-6-16,0 1 4 15,0-2-3-15,0 2 3 16,5-2-3-16,2 2 3 16,2 2-3-16,3 1 1 15,1 3 1-15,4 9-2 0,1 1 2 16,0 9-1-1,5 8 3-15,2 7-4 0,5 8 4 16,4 8 1-16,4 8 2 16,5 7-5-16,-2 5-1 15,-1-3 0-15,-1 2 2 16,-7-7 0-16,-2 3 2 16,-2-5-3-16,-8-10 0 15,-1-6 1-15,-6-13-2 16,-1-8 1-16,-7-12-2 15,-1-8-4-15,-2-7-14 16,1-4-39-16,-3-2-52 16</inkml:trace>
  <inkml:trace contextRef="#ctx0" brushRef="#br0" timeOffset="35913.47">15569 14285 229 0,'4'-8'70'0,"-4"4"-53"16,0 4-8-16,0 0 20 0,0 0 20 16,0 0-32-16,0 0-8 15,3 8 2-15,6 15 12 16,4 10-13-16,-1 2-4 15,-1-2 0-15,-1 1-3 16,-3-4 1-16,-1-7-4 16,-1-2 4-16,2-5-4 15,-2-5 1-15,-3-5-1 16,0-2-1-16,-2-4 0 16,3 0 1-16,3 0 9 15,10 0-2-15,14-8-2 16,16-17-5-16,10-15 2 0,13-5-5 15,9-11-5 1,4 2-1-16,6 1-5 0,2 3 4 16,0 0-9-16,-3 7-4 15,-7 14-10-15,-12 6 3 16,-21 17-23-16,-14 6-9 16,-10 0-35-16</inkml:trace>
  <inkml:trace contextRef="#ctx0" brushRef="#br0" timeOffset="44487.28">14020 12956 42 0,'0'0'31'0,"0"0"-14"0,0 0 2 16,0 0-1-16,0 0-8 15,0 0 0-15,0 0 3 16,0-2-1-16,0 2 2 16,0 0-1-16,0 0 5 15,0 0-4-15,0-3-3 16,0 3-4-16,0 0 1 15,0 0-1-15,0 0-2 16,0 0 1-16,0 0 0 16,0 0 7-16,0 0-3 15,0 0-3-15,0 0-5 0,0 0 1 16,0 0-6-16,0 0 5 16,0 0-4-16,0 0 1 15,0 0 1-15,0 0 0 16,0 0 0-16,0 0-2 15,0 0 1-15,0 0-6 16,0 0-7-16,0 0-12 16,0 0-5-16,0 0 5 15,0 0 0-15,0 0-7 16,0 0-12-16,0 0 14 16,2 0 9-16,3 0 9 15,-2 0 3-15,-1 0 9 0,0 0-11 16,-2 0 16-16,0 0-8 15,0 0 4 1,0 0 4-16,0 0-2 0,0 0-3 16</inkml:trace>
  <inkml:trace contextRef="#ctx0" brushRef="#br0" timeOffset="68575.33">9023 16679 42 0,'0'0'44'16,"0"0"-17"-16,0 0 5 0,0 0-7 16,0 0 7-1,0 0-18-15,0 0-1 0,0 0-1 16,0 0 1-16,0 0 1 15,0 0 1-15,0 0 6 16,0 0-7-16,0 0 7 16,0 0-7-16,0 0-2 15,0 0-7-15,0 0 1 16,0 0-3-16,0 0-2 16,0 0 4-16,0 0-3 15,11 0 5-15,-1 0 3 16,1 0-5-16,2 0-6 15,6 2 3-15,2 2-4 16,11-4-9-16,3 0 10 0,1 0-4 16,6 0 3-1,-5 0-1-15,0-6 2 0,-3 1-4 16,-2 1 6-16,3 0-4 16,-5 3 2-16,4-4 0 15,-4 1 1-15,2 0 0 16,-2 4-3-16,-4 0 9 15,-3 0-7-15,-3 0 6 16,-1 0-5-16,-3 0 1 16,-5 0-2-16,-2 0 2 15,-4 0-1-15,0 0-3 16,-5 0 6-16,0 0-2 16,0 0 7-16,0 0 3 0,0 0-3 15,0 0-3-15,0 14-3 16,0 13 1-16,0 6-2 15,-7 4 3-15,-7 3-5 16,-5 1 4-16,2 3-3 16,-4-3 2-16,2-1-4 15,1-3 3-15,-1-4-1 16,6 0-1-16,-2 0 2 16,-2 5-5-16,-2-1 7 15,3 0-6-15,0 2 7 16,2-1-5-16,4-1 2 15,1-4-5-15,3-8 4 0,4-2 1 16,2-9-2 0,0-1 2-16,0-7-3 0,0-2 4 15,0 0-7-15,0 1 9 16,11-4-13-16,12 3 4 16,7 0 1-16,2-4 6 15,7 0 0-15,0 0-2 16,5 0 7-16,2-8-4 15,7 2 7-15,0-2-6 16,-1-3 3-16,-1 3-3 16,-7 2-2-16,-7 2 1 15,-9 0-6-15,-10 0 3 16,-9 4-6-16,-4 0 3 16,-5 0-8-16,0 0-2 15,0 0-23-15,0 0-12 0,0 0-29 16,0 0-110-16</inkml:trace>
  <inkml:trace contextRef="#ctx0" brushRef="#br0" timeOffset="69301.63">9223 17105 4 0,'0'0'78'16,"0"0"-51"-16,3 0-10 16,12 0 17-16,4 0 8 15,7 0-20-15,6 0 9 16,7 0-9-16,4 0-1 16,8-6-4-16,0-2-7 15,1-3-3-15,-1 3-5 16,-5-2 4-16,-2 2-7 15,-10 1 4-15,-6 3-4 16,-10 4 2-16,-6 0-1 16,-5 0-3-16,-5 0 3 15,-2 0-6-15,0 0 5 16,0 0-15-16,0 0-9 0,0 0 9 16,0 0-30-16,7 0-71 15</inkml:trace>
  <inkml:trace contextRef="#ctx0" brushRef="#br0" timeOffset="71108.17">10585 17157 71 0,'-2'0'108'16,"0"0"-71"-16,-1 0 1 16,3 0 0-16,0 0-7 15,0 0-19-15,-2 0-1 16,2 0-3-16,0 0 3 15,0 0 0-15,0 0-3 0,0 0 4 16,0 0 2-16,0 0 11 16,-3 0-10-16,3 0 8 15,-2 0-11-15,2 0 1 16,0 0-8-16,0 0 0 16,0 0-2-16,0 0-4 15,0 0 4-15,0 0-3 16,0 0 4-16,0 0-5 15,0 0 3-15,0 0-3 16,0 0 2-16,-2 0 2 16,2 0-3-16,-2 0 1 15,2 0-3-15,0 0 5 16,0 0-4-16,0 0 4 16,-3 0-6-16,3 0 5 15,0 0-4-15,-2 0 2 0,2 0 0 16,0 0-2-16,-2 0 0 15,2 0 0-15,-2 4 4 16,-1-4-3-16,1 0 1 16,-5 4-2-16,0 1-1 15,0-3-4-15,1 2 3 16,1 0 7-16,3-4-7 16,2 0 2-16,0 0-8 15,0 0 7-15,0 0-9 16,0 0 8-16,0 0 0 0,4 0 6 15,16 0-2 1,8 0-1-16,4 0 1 0,0-4-6 16,3-11 13-16,2 1-7 15,-2 5 3-15,-1-1-4 16,-2 0 5-16,-2 1-4 16,-4 5-3-16,-4-2 6 15,-5 2-7-15,-6 0 3 16,-1 0-26-16,-8 4-18 15,0 0-7-15,0 0-28 16,-2 0-11-16,0 0-38 16</inkml:trace>
  <inkml:trace contextRef="#ctx0" brushRef="#br0" timeOffset="71456.81">10549 17408 168 0,'0'0'33'15,"0"0"-30"-15,0 0 5 0,0 0 22 16,9 0-11-16,11 0 9 16,10-7-13-16,5-5 3 15,2 6-12-15,2-4-1 16,4-3-4-16,-6 2 2 16,0 3-3-16,-5-2-5 15,-6 2-2-15,-8 6-17 16,-9-3-42-16,-4 5-37 15</inkml:trace>
  <inkml:trace contextRef="#ctx0" brushRef="#br0" timeOffset="72683.08">11462 16612 64 0,'2'3'119'0,"4"1"-111"16,7 0-4-16,0 0 21 15,3 6 12-15,0-2 3 16,3 3-13-16,9 7 3 0,4 5-13 16,4 2-2-16,3 4-8 15,3-2 0-15,2 2 3 16,2 4-8-16,0 0 3 16,-2-4-6-16,-5 5 4 15,-3-8 0-15,-1 3 4 16,-3 0-7-16,-4-6 2 15,-3 0-3-15,-4-2 3 16,-5 1-2-16,-5-7 2 16,-1-1-2-16,-4-5-4 15,-6-5 6-15,3-2-5 16,-3-2-5-16,0 0-21 16,0 0-6-16,0 0-19 0,0 0-4 15,0 0-21-15</inkml:trace>
  <inkml:trace contextRef="#ctx0" brushRef="#br0" timeOffset="73090.02">12078 16579 18 0,'5'-8'74'15,"-3"8"-46"-15,-2-4-1 16,0 4 12-16,0-4 15 16,0 4 3-16,0 0-35 15,0 8 8-15,-9 25-20 16,-4 11-1-16,-9 12-2 15,-3-5 6-15,0 1-4 16,2 0-1-16,0-5 0 16,2 5-8-16,3-4 5 15,-1 0-3-15,1-11 4 16,2-4-14-16,5-6 11 16,1-13-8-16,8-7-3 15,-1-3-14-15,3-4-10 0,0 0 0 16,0 0-15-16,0 0-5 15,-2 0-57-15</inkml:trace>
  <inkml:trace contextRef="#ctx0" brushRef="#br0" timeOffset="73547.16">11639 16383 179 0,'-2'-4'36'16,"-1"4"-23"-16,3-3 6 15,0 3 2-15,0-4-15 16,0 4-4-16,9 0 0 16,21 0 19-16,14 0-8 0,7-12 5 15,6-3-3 1,5-3-12-16,-2 1 8 0,-4 5-10 15,-6-3 6-15,-11 5-7 16,-11 6 1-16,-8-4-2 16,-10 5-2-16,-5 3-9 15,-5 0-7-15,0 0-1 16,0 0-11-16,0 0-1 16,2 0-39-16,2 0-61 15</inkml:trace>
  <inkml:trace contextRef="#ctx0" brushRef="#br0" timeOffset="74115.87">12603 16844 67 0,'-3'0'194'0,"-1"0"-140"16,2 0 1-16,0 0 0 15,2 0-6-15,-3 0-30 16,3 0-8-16,0 0-8 16,0 0 4-16,0 0-6 15,0 0 2-15,0 0-5 16,0 0 3-16,0 0-3 0,0 0 0 15,0 0 1 1,7 0 0-16,18 0 13 0,14 0-12 16,10-12 1-16,1-2-5 15,3-5 2 1,-6 4 0-16,-6-3 1 0,-7 7 2 16,-8 1-4-16,-9 6 5 15,-11 0-8-15,-4 4 5 16,-2 0-4-16,0 0-6 15,0 0-14-15,0 0-2 16,0 0-19-16,0 0-38 16,0 0-44-16</inkml:trace>
  <inkml:trace contextRef="#ctx0" brushRef="#br0" timeOffset="74977.41">13307 16999 212 0,'-2'0'35'0,"2"0"-35"15,0 0 38-15,0 0 1 0,0 0-14 16,0 0-22-16,0-4 13 16,0-10-9-16,11-5 1 15,3-7-4-15,-3-4-4 16,-4-7-2-16,-7-10-8 16,0-5 5-16,0-6-4 15,0 2 2-15,-7-4 3 16,1 6 11-16,-1 6-15 15,5 11 5-15,2 10 1 16,0 13 0-16,0 7 2 16,0 7-8-16,0 0 7 15,0 0 6-15,0 0-8 16,0 0 13-16,0 21-2 16,0 10-2-16,0 9-1 15,0 1 1-15,0 3-5 0,0-3 6 16,0 2-6-1,2-1 1-15,5-3 2 0,-1-6 3 16,1 1-6-16,3-12 0 16,-1 1-2-16,2-13-3 15,-1-2 4-15,1-1-4 16,0-7 4-16,3 0-12 16,0 0 10-16,2 0-6 15,2-11 5-15,1-7 0 16,-3-11-2-16,-2-8-3 15,-1-5-9-15,-3-5 5 16,-8-5 2-16,3-10 2 0,-5 2 3 16,0 2 3-16,0 6 0 15,0 15 6-15,0 12 1 16,0 12-7-16,0 11-1 16,0 2 3-16,0 0 16 15,0 0-11-15,2 0 7 16,-2 15-6-16,2 6 1 15,3 9 2-15,-1-1 1 16,6 5-3-16,-1 3-2 16,2 2 4-16,1 3-6 15,2-1 10-15,0-2-8 16,1-1 6-16,2-1-3 16,-1-4-1-16,2-8-5 0,0-2-4 15,1-5 4-15,-2-7-9 16,-6-3 8-16,-5-2-21 15,-1-6-33-15,-5 0-45 16,0 0-130-16</inkml:trace>
  <inkml:trace contextRef="#ctx0" brushRef="#br0" timeOffset="75902.86">11558 17611 16 0,'0'0'97'15,"0"0"-52"-15,0 0-13 16,0 0-15-16,0 0 13 0,0 0-22 16,0 0 2-1,19-7 13-15,9 3 1 0,4-4-4 16,7-3-8 0,-1 1 3-16,11 2-5 0,2-3 3 15,6-1-8-15,8-2 6 16,6 3-8-16,0-3 2 15,3 4 4-15,2-3-1 16,0 2-1-16,4-3-6 16,1 2 3-16,1-9-4 15,1 2 4-15,-2 1-7 16,-1-5 6-16,-3 4-5 16,-2 5 4-16,2-5-2 0,-2 5-2 15,6-1 4-15,-3-3-4 16,-4 3 4-16,-5-4-6 15,-12 1 1-15,-9 3-1 16,-1-3 3-16,-9 3 1 16,-5 1 0-16,-1 4 0 15,-9-3-4-15,-6 7 9 16,-6 1-10-16,-5 5 11 16,1-4-8-16,-5 4 3 15,4 0-2-15,-4 0 0 16,0 0-2-16,-2 0 7 15,0 0 1-15,0 0-4 16,0 0 2-16,0 0-8 0,0 0-3 16,0 0-13-16,0 0-7 15,0 0-19-15,2 0-33 16,-2 0-157-16</inkml:trace>
  <inkml:trace contextRef="#ctx0" brushRef="#br0" timeOffset="77361.51">12819 17766 0 0,'2'-4'0'15,"-2"4"159"-15,0 0-120 16,0 0-22-16,0 0-4 16,0 0 2-16,0 0-2 15,0 0 3-15,0 0 1 16,0 0-2-16,0 0 4 0,0 0-11 15,2 0 5 1,1 12-9-16,2 9 2 0,2 10-3 16,-1 2 3-16,1 0-1 15,5-4-2-15,-3 4 1 16,-2-4-4 0,-1-2 3-16,0-6-5 0,-4-7 5 15,-2-10-7-15,0 1 6 16,0-5-4-16,0 0 2 15,0 0-12-15,0 0-3 16,-19 0-29-16,-4 0 29 16,-2-10 13-16,0-3-18 15,2-3 11-15,-3-5 1 16,3 0 0-16,5-2 9 16,4 4-2-16,5 1 3 0,7 3-6 15,2 1 8-15,0-5-5 16,0 5 5-16,6-1-7 15,9 1 4-15,-2 0-1 16,1 1 3-16,-2 2-1 16,-1 1-1-16,1 2 4 15,-1 2-5-15,2-3 8 16,4 5-10-16,-1-2 4 16,0-2-5-16,3 4-1 15,-3 2 7-15,2-3-2 16,2 5 0-16,4 0-3 15,3-4 4-15,1-4-10 16,0 6-5-16,-1-7-34 0,-1 4-95 16</inkml:trace>
  <inkml:trace contextRef="#ctx0" brushRef="#br0" timeOffset="77918.05">12543 18308 33 0,'0'-4'130'0,"0"4"-109"0,0-4-20 15,0 4 22 1,0 0 0-16,-2 0 17 0,2 0-21 16,0 0-1-16,0-2-11 15,0 2-6-15,6-2 8 16,22-4 10-16,14 1-6 16,6-5-10-16,7-2 6 15,7-4-6-15,5-1 8 16,-1 0-5-16,4 3 1 15,1-3 0-15,-2 2-6 16,-7 5 2-16,-9-2-6 16,-14 1 1-16,-16 10-9 15,-12-2-4-15,-6 2-6 16,-2 1-6-16,-3 0-16 16,0 0-32-16,0 0-67 0</inkml:trace>
  <inkml:trace contextRef="#ctx0" brushRef="#br0" timeOffset="78855.82">12651 18648 48 0,'0'-4'127'0,"0"4"-87"15,0-4-5-15,0 2-10 16,0-1-13-16,0 3-10 15,0 0-6-15,7 0 22 16,6 0 2-16,8 0-6 16,0 9-11-16,0 5 4 15,0-1-4-15,0-1 8 16,2 5-9-16,1 2-1 16,4-1 3-16,0 1-7 15,-5-3 5-15,-2-3-6 0,-5-7 1 16,-4-2-5-1,-8 0 6-15,1-4-2 0,-5 0-1 16,0 0 2-16,0 0 11 16,0-8-1-16,0-11-1 15,0-10 3-15,-5 1-8 16,-7-14 0-16,1 4-3 16,0-5 5-16,3 0-5 15,6 1-2-15,0 9 6 16,2 13-6-16,0 7 8 15,0 9-6-15,0 2 7 16,0 2-7-16,0 0 5 0,0 0-5 16,0 0 2-16,0 0 0 15,0-2 0-15,0 0 2 16,0 2-2-16,0-5 4 16,0 5-6-16,0-4 5 15,0 4-6-15,-3-4 5 16,3-2-2-16,0-2-2 15,0-3 1-15,0 7 0 16,0 0 5-16,0 4-7 16,0 0 9-16,0 0-7 15,0 0 2-15,0 0-4 16,0 0-1-16,0 0 0 16,0 0 0-16,0 0 2 0,0 0-5 15,0 0 10-15,3-2-1 16,20-7 2-16,5-5-6 15,4 4 4-15,-2-5-4 16,4 3 2-16,1 2 0 16,3-3-1-16,2-2 4 15,-3 5-7-15,-5 2 9 16,-7 2-9-16,-4 1 5 16,-9 1-1-16,-3 4 0 15,-5 0-9-15,-2 0-1 16,-2 0-16-16,0 0-8 15,0 0 3-15,2 0-17 16,-2 0-49-16,3 0 10 16</inkml:trace>
  <inkml:trace contextRef="#ctx0" brushRef="#br0" timeOffset="79584.98">13144 18507 140 0,'-2'0'50'0,"-1"0"-35"0,1 0 18 15,2 0-1-15,0 0-1 16,0 0-8-16,0 0-14 16,0 0-3-16,0 0 0 15,0 0 14-15,0 4-9 16,0 2 6-16,7 3-11 16,2 1-1-16,7 7 0 15,0 2-2-15,0 1 1 16,-2 5-7-16,0-2 9 15,-5-1-7-15,2-1 5 0,-4-9-7 16,0-1 5-16,-4-2-3 16,-3-5 1-16,0-4-3 15,0 0-14-15,0 0 8 16,0 0-1-16,0 0-1 16,0 0 5-16,0 0 6 15,0-4-7-15,0-16 10 16,0-2-9-16,0-3-3 15,0-4 10-15,0 2-12 16,0 0 6-16,0 2 1 16,0 7 6-16,0 3-7 15,0 7-2-15,11-3-5 16,5 6 5-16,-2-8-8 16,2 9 9-16,-4-3 1 0,-6 7 6 15,6 0 7-15,-5 0-7 16,4 0-2-16,1 0 9 15,-1 0 5-15,3 0 14 16,2 0-10-16,0 11-1 16,3 6-5-16,-3 3 1 15,-2 9-11-15,-1-2 6 16,-3 2-7-16,-3-2 2 16,-1-6-3-16,-4-3-1 15,-2-3-3-15,0-11-32 16,5-4-24-16,-3 0-18 15,1 0-66-15</inkml:trace>
  <inkml:trace contextRef="#ctx0" brushRef="#br0" timeOffset="80598.47">14494 16070 168 0,'-7'-8'108'16,"5"8"-87"-16,2 0-6 16,0 0 18-16,0 0 2 15,0 0-12-15,0 0-10 16,0 0-7-16,0 0-1 16,0 0-3-16,0 12 9 0,2 21 4 15,8 15 7 1,1 18-11-16,0 11 2 0,3 8-7 15,0 4 1 1,2 6-4-16,5-2 0 0,1 13-1 16,4 1-3-16,-1 7 6 15,-1 4-6-15,-2-1 5 16,-1-8-5-16,-7-10 2 16,-7-3 0-16,0-11 0 15,-3 3 1-15,1-7-2 16,2 0 2-16,2-2-3 15,-2-3 4-15,0-9-5 16,-1-1 6-16,2-2-3 16,-8-6 5-16,0 4 1 0,0-2-4 15,0 1 2-15,0-4-4 16,0 5 4-16,0-6-6 16,0-4 4-16,0-9-4 15,-2-1 1-15,-4-5 1 16,4-2-2-16,0-1 3 15,2-3-4-15,0-3 4 16,0 0-4-16,0-8 4 16,0 3-4-16,0-6 4 15,0-5-4-15,0-6 1 16,0-3 0-16,4-2-1 0,2 8 0 16,-2-9-5-16,-2 0 3 15,-2 0-8-15,0 0 2 16,0 0-33-1,0 0-50-15,0 0-33 0,0 0-141 16</inkml:trace>
  <inkml:trace contextRef="#ctx0" brushRef="#br0" timeOffset="83108.61">14317 16022 5 0,'2'0'51'15,"-2"0"-25"-15,0 0 1 16,0-4-4-16,0 0-30 15,0-4 18-15,0 2-14 16,0 1-2-16,0-1 15 16,0 2 4-16,0 0-11 15,0-2 12-15,0 4-8 16,0 2-6-16,0-3-4 0,0 3 1 16,0 0 1-1,0 0 6-15,0 0-5 0,0 0 7 16,0 0 5-16,0 0 9 15,0-4-7-15,0 4 0 16,0 0 11-16,0-4-6 16,0 4 5-16,0 0-10 15,0 0 1 1,0 0-4-16,0 0 5 0,-2 0-1 16,-2 0 0-16,-3 0 3 15,-7 0-12-15,-8-6 1 16,-7 2-5-16,-8 4 9 0,-6-4-9 15,-11 4 5-15,1-4-5 16,-3 4 1-16,-2 0 4 16,0 0-4-16,1 0-2 15,-3 0-2-15,-2-3 7 16,0 2-10-16,-1-2 9 16,1 3-9-16,-4 0 4 15,-1 0-1-15,-3 0 5 16,-3 0-7-16,-5 0 1 15,-5 0 3-15,-2 0-1 16,-3 7 1-16,-4 1-1 16,0-2 3-16,-9 2-9 15,-7-4 1-15,-4 7 5 16,-6-3-4-16,1 3 6 16,1 3-6-16,4-3 7 0,4 1-4 15,7-2 6-15,0 1-9 16,3-3-7-16,4 2 3 15,2 2 8-15,5 3-1 16,-2 0-4-16,8 3 3 16,2 1 4-16,4-1-4 15,4-3-4-15,-8-5-7 16,1 1-12-16,-1 1 28 16,6-6-1-16,-1 7-6 15,1-7-13-15,-4 2-1 16,4 3 21-16,2-1-1 15,9 6 2-15,0-1-6 16,6-1 2-16,1 5-1 16,4-4 1-16,8-1 1 0,6 1-3 15,1-7 3-15,3 2-2 16,1 1 3-16,-1 1-3 16,1-2 4-16,2-1-5 15,5 1 2-15,0-2 2 16,2-6-2-16,2 3 0 15,3-1 0-15,6-4 5 16,3 0-2-16,4 0 6 16,1 0-8-16,-1 0 3 15,3 0-6-15,0 0 3 16,-1 0 2-16,3 0-1 16,0 0 5-16,0 0-1 15,0 0 2-15,0 0-6 0,0 0 3 16,0 0-6-16,0 0 1 15,0 0 1-15,0 0-1 16,0 0 2-16,0 0 0 16,0 0 7-16,0 0-4 15,0 0 1-15,0 0-4 16,0 0 3-16,0 0-1 16,-2 0-1-16,2 0 0 15,0 0-4-15,0 0 4 16,0 0-4-16,0 0 5 0,0 0-8 15,-3 0 5-15,-6 0-2 16,-2 0 0-16,-5 0-4 16,0 4 6-16,0-2-1 15,0 2-5-15,-3 0 6 16,3 0-3-16,-4 0 4 16,3-1-4-16,-1 1 2 15,-5-4-3-15,0 4-4 16,-3-4-2-16,-4 4 2 15,6-2 10-15,-2 2-6 16,3 0 4-16,2 0-1 16,1 0 2-16,-1-4-5 15,8 7 2-15,-9-7-10 16,6 4 2-16,-2 0 4 16,-5 0 0-16,2 2 8 15,-1-2-4-15,-2 1 4 0,-3 1-3 16,-1-6 0-16,2 4-2 15,3 0 1-15,3 0 1 16,1-4-2-16,4 0 5 16,0 0-3-16,9 0 2 15,3 0-2-15,1 0 3 16,2 0-5-16,0 0 2 16,0 0-1-16,0 0 1 15,0 0 0-15,0 0-2 16,0 0 8-16,0 0-5 15,0 0 1-15,0 0 0 0,0 0 5 16,0 0 0 0,0 0-1-16,0 0-2 0,0 0-4 15,0 2 1-15,0-2-2 16,0 5 1-16,0 9 0 16,0 9 7-16,0 10-8 15,0 19 1-15,7 10 0 16,14 12 1-16,4 7 4 15,8 14-6-15,-3 9 8 16,-1-1-6-16,4 1 4 16,-1 6-8-16,2-3 7 15,3 7-4-15,-1 3 0 16,-1-4-2-16,1 5-1 0,0 1 8 16,-9 3-7-1,2-3 4-15,1-2-3 0,-4-12 1 16,-3-6-3-16,-4-14 1 15,-3-4 0-15,-5-11-3 16,-6-12 7-16,0-22-7 16,-3-17 6-16,-2-18 0 15,0 8-4-15,0-9-7 16,0 0 5-16,2 0 5 16,-2 0 0-16,0 0-1 15,0 0 0-15,0 0 4 16,2 0-4-16,3 0 5 0,1 0-7 15,2 0 6-15,1 0-7 16,2 0 2-16,3 0-10 16,4 0 12-16,5 0 1 15,5 0-5-15,13 0 3 16,8 0-7-16,9 0 1 16,8 0-1-16,5 0 8 15,3 0-2-15,4 0 2 16,5 0 2-16,7 0-3 15,4 0-1-15,1 0-38 16,-8 0-34-16,-5 0-86 16</inkml:trace>
  <inkml:trace contextRef="#ctx0" brushRef="#br0" timeOffset="97826.79">7805 17109 222 0,'-11'0'58'0,"-2"0"-46"15,-1 0 11-15,5 0 8 16,2 0 0-16,5 0-7 15,2 0-13-15,0 0-2 16,0 0-3-16,0 0-1 16,24 0-3-16,12 4 8 15,11 1 0-15,11 1 1 16,6-6-1-16,15 4-2 16,3-4 2-16,10 4-4 15,2-4-1-15,3 0-4 0,-2 0 4 16,-3 0-4-16,-7 0 1 15,-2 5 0-15,2-4-2 16,-9 4 2-16,-2-1-2 16,-10 0 3-16,-23-2-6 15,-13-2 4-15,-15 0-4 16,-10 0 2-16,0 0-2 16,-3 0-9-16,0 4-17 15,0-4-18-15,0 0 2 16,-6 0-23-16,-20 0-112 15</inkml:trace>
  <inkml:trace contextRef="#ctx0" brushRef="#br0" timeOffset="98344.4">8946 16948 211 0,'-2'-4'81'15,"0"4"-48"-15,0-4-5 16,2 4-1-16,0 0-5 16,0 0-7-16,0 0-1 0,0 0-6 15,0 0 1 1,0 0-5-16,0 0-1 15,0 0-2-15,0 0 3 0,12 8-2 16,6 6-2-16,1 1 1 16,2-1-1-16,5 1 0 15,4-1 0-15,0-1 1 16,2-3-2-16,4 9 1 16,-6-5 0-16,-1 1-1 15,1 3-2-15,-7 1-4 16,0 0-2-16,-7-1-8 15,-4-3 0-15,-6-5-1 16,-6-2 19-16,0-1-7 16,0-3 8-16,-11 10-4 15,-23 1-1-15,-13 3 3 0,-10 5 1 16,-8 6 6-16,1 4-2 16,0 9 2-16,6-5-7 15,7 1-7-15,12-10-6 16,18-7-11-16,15-13-48 15,6-4-5-15,0-4-84 16</inkml:trace>
  <inkml:trace contextRef="#ctx0" brushRef="#br0" timeOffset="134428.12">29962 16383 60 0,'-17'-7'59'0,"0"3"-48"15,7-10 2-15,1-1 13 16,4 7 3-16,1-2-6 16,4 5-11-16,0 1-1 15,0-6 9-15,0 2-7 16,-7 1-5-16,-3-1 2 15,-1 0 4-15,-5-2-7 16,-2-5 4-16,-8-4-1 16,-1 1-1-16,-3 3-3 15,0-3 7-15,0-3-2 16,2 5-3-16,6 1 10 0,-2 0-11 16,1 5-3-1,-7-2 3-15,-4-3 2 0,-13 1-7 16,0-1 2-16,-11 5 0 15,-4-5 0-15,4 7 5 16,-4 2-5-16,9 2-1 16,7 0-4-16,8 4 6 15,0-5-6-15,-1 5 4 16,2 0-2-16,-11 0 0 16,-4 0 0-16,-6 0-1 15,-4 5-1-15,0 13 1 16,0 5 7-16,2 2-6 0,2-3 0 15,7-3 1-15,6 0-1 16,4 2-1-16,-4 5 1 16,2 3 0-16,-1 5-1 15,-2-1 3-15,4 8-1 16,3-1 0-16,5 1-2 16,2 2 2-16,-3 5-5 15,-1 8 6-15,1 6-3 16,5 4 1-16,5-2 1 15,6-1-2-15,6-1 2 16,5 0-4-16,8-2 0 16,0 2-2-16,0-2-3 15,10-2 3-15,13 2 1 16,4-6-1-16,8 2-6 16,2-4-11-16,8-1-5 0,11 5 7 15,6-8-6-15,2-1-5 16,1-3-5-16,-3-8 7 15,0-7 6-15,2-5 2 16,6-1 1-16,1 2-27 16,4-3-10-16,0-11 25 15,-4-3 7-15,0-3-17 16,1-5 25-16,-4 0 16 16,1 0 5-16,-2 0 6 15,5 0-27-15</inkml:trace>
  <inkml:trace contextRef="#ctx0" brushRef="#br0" timeOffset="134749.96">29932 17275 105 0,'13'-81'93'0,"-7"0"-64"16,-6 3 8-16,0-3-14 15,0 8 9-15,0 14-36 16,-17 11 24-16,-6 19-20 15,0 14 7-15,7-11-3 16,0 1 0-16,-2-9-4 16,-6 1 0-16,-1 0 5 0,0-4 3 15,0 4-4 1,0 0-4-16,-5 2 1 0,-3 6-2 16,-1-4-3-16,-6 2 0 15,-3 2 0-15,-6 6-5 16,-3 5-3-16,-10 6 6 15,-8 1-7-15,4 7-1 16,-1 0 0-16,5 0-18 16,9 19-2-16,12 6-76 15</inkml:trace>
  <inkml:trace contextRef="#ctx0" brushRef="#br0" timeOffset="136444.75">29902 16265 60 0,'2'0'111'0,"-2"0"-61"16,3 0-7-16,-3 0 26 16,0 0-19-16,0 0-24 15,0 0-8-15,0 0-4 16,0 0-3-16,0 4-5 0,0 6-4 16,0 9 6-16,0 3-3 15,0 12-1-15,0 5-5 16,0 11 3-16,0 1-4 15,0 11 3-15,-12 1-1 16,-2 7-1-16,-2-4 2 16,-2 1 0-16,0-8 0 15,-5 0-1-15,-1-4-1 16,-1-3 0-16,2-8 1 16,-2-3 1-16,4-1-1 15,2-14-2-15,1-2-7 16,0-8 7-16,0 1 1 0,-8-7 0 15,-4 0 3-15,-4-2 2 16,-8 3-3-16,5-7 2 16,1 6-1-16,1-2-3 15,1-1 3-15,2-3-1 16,4 0 2-16,5-4-2 16,0 4 4-16,0 1-6 15,2-4 2-15,-2 3 0 16,5-4-2-16,2 0 1 15,-5 0-1-15,1 0 3 16,-4 0-4-16,3 0 4 16,1 4-3-16,1-4 2 15,3 0-1-15,-2 0 1 16,-1 0 0-16,1 0 0 16,-5 0 0-16,0-4 1 0,-3-1 1 15,-1 0-3-15,0-3 2 16,4 4-3-16,-3-3 0 15,3 3 1-15,5 0 0 16,-1 2 0-16,3-2 0 16,2 0 1-16,-1 0-2 15,0-2 3-15,-3-3-3 16,-2-1 1-16,-6-3-2 16,-2 3 3-16,3-5-1 15,3 7-1-15,-2-2 3 0,6 0-2 16,2-3 1-16,-1 3-1 15,4 2 3-15,-4-7-4 16,6 5 1-16,-3 1 1 16,1-1-2-16,-4-5 2 15,-1 1 0-15,-3-5 4 16,6 1-4-16,-4 3 7 16,8 1-6-16,-1 0 4 15,0-6-1-15,-2-2-3 16,1-1 0-16,-2-6-2 15,4 0 1-15,5-4-1 16,-1 2 3-16,2 2 1 16,0 0-1-16,5 0-3 0,0 6 1 15,0 0-2 1,0 3 3-16,0 1 1 0,0 0-4 16,0 1 1-16,5-1 0 15,7-4-3-15,3 3-2 16,6-7 6-16,0 2-3 15,2 2 3-15,0 0-4 16,-2 9 2-16,0-5 2 16,1 5-3-16,8-5 1 15,4 1-3-15,6-3 5 16,-1 2-3-16,0 0-2 16,1 1 2-16,-6 7 1 15,-2-1-1-15,-6 6 0 16,-2-2 2-16,2-3-1 0,-1 3 0 15,3-2-4-15,4-1 1 16,3 3-1-16,-3 4 0 16,0 4-1-16,-2 0 0 15,0 0-2-15,2 0-3 16,2 0-6-16,-4 8-19 16,0 2-2-16,-2 3-10 15,-5 1-4-15,-7 1-25 16,-6-1-57-16</inkml:trace>
  <inkml:trace contextRef="#ctx0" brushRef="#br0" timeOffset="146412.76">1334 6849 7 0,'-12'-4'9'15,"6"2"5"-15,1 0-5 16,2 0 0-16,1 0-8 16,2 0 7-16,0 0-5 0,0 2-1 15,0-2 7-15,0 0 7 16,0 2-4-16,0-2-7 16,0 2 15-16,0 0-14 15,0 0-4-15,0 0 4 16,0 0-5-16,0 0 16 15,0 0 2-15,0 0-5 16,0 0-9-16,0 0 9 16,0 0-1-16,0 0-5 15,0 0-3-15,0 0-5 16,0 0 3-16,0 0 0 16,0 0 0-16,0 0-3 15,0 0 5-15,0 0-5 16,0 0 2-16,0 0 1 15,0 0-2-15,0 0 2 0,0 0-2 16,0 0 9-16,0-2-9 16,0 2 8-16,10 0 4 15,5 0 4-15,4 0-8 16,7-3 1-16,1 2 1 16,6-6-7-16,1 1 3 15,0 0-2-15,3-4 2 16,-5 1-5-16,-2 1 2 15,-4 1-6-15,-5 2 2 16,-6 1 3-16,-1-1-3 0,-2 1 1 16,-3 2-3-1,-1 0 4-15,2 0-4 0,-1 0 5 16,-2 0-5 0,-3 2-3-16,0 0 2 0,-2 0 2 15,-2 0-1-15,0 0-3 16,0 0 2-16,0 0 3 15,0 0-2-15,0 0-3 16,0 0 3-16,0 0-6 16,0 0 2-16,0 0 0 15,0 0-8-15,0 0 10 16,-15 0 3-16,-6 0-23 16,-8 12-6-16,-8 0 8 15,-4 7 5-15,0 0 1 16,-1-3 5-16,5-1 5 0,5-3-17 15,9-1 5-15,7-3 9 16,9-6-3-16,7-2-13 16,0 0-7-16,0 0 19 15,0 0 20-15,7 0-20 16,4 0 18-16,1 0 9 16,2 0 18-16,-3 0-7 15,-1-4 3-15,1 0-9 16,0 2 3-16,1-2-8 15,4-1-2-15,0 1-9 16,2-2 3-16,1 2 0 16,-3 0-5-16,0 0 2 0,-3 1-3 15,2 3 2-15,-2-1-2 16,-1 1 4-16,-1-3-4 16,-2 3 4-16,3-2 3 15,-3 2-7-15,0-2 1 16,-3 0-2-16,-2 2 5 15,-4 0-7-15,0 0 3 16,0 0-2-16,0 0 1 16,0 0-1-16,0 0 3 15,0 0-1-15,0 0-3 16,0 0-1-16,-8 2-22 16,-7 11-131-16</inkml:trace>
  <inkml:trace contextRef="#ctx0" brushRef="#br0" timeOffset="147822.36">1607 8912 140 0,'-15'-2'55'0,"7"-7"-65"16,6 5 16-16,0 2 32 16,2 2-6-16,-2 0-11 15,2 0-9-15,0 0 0 16,0 0-6-16,0 0-3 0,0 0 0 15,0 0-3-15,0 0 5 16,0 0-3-16,0-2 6 16,0 2-2-16,0 0 1 15,0 0-12-15,0-2 2 16,0 2 3-16,9 0 14 16,11-2-1-16,10-4-7 15,5-2 7-15,-1-1-3 16,2-1 0-16,-2-3-9 15,0 1 4-15,-1-1-5 16,-4 3 1-16,-8 2 0 16,-9 4-4-16,-8 2 4 0,-2 2-4 15,-2 0 5-15,0 0-6 16,0 0 4-16,0 0-3 16,0 0 5-16,0 0-3 15,0 0-13-15,-6 2-40 16,-15 12-109-16</inkml:trace>
  <inkml:trace contextRef="#ctx0" brushRef="#br0" timeOffset="161703.45">23587 5806 43 0,'-3'-19'17'16,"3"4"-8"-16,0 1-4 15,0 4-4-15,3 0 10 16,3 1 2-16,1 1-4 16,3 0-3-16,-3-1 12 0,-1 3-9 15,1-2 7-15,1 2-4 16,1 1-4-16,-1-1 3 16,4-2 6-16,0 0-5 15,-3 1-4-15,-3 3 1 16,0 0-1-16,-6 4 5 15,0 0 2-15,0-2 6 16,0 2-3-16,0 0-10 16,0 0-3-16,-6 0 0 15,-7 2 1-15,-8 13-6 16,-1 3 2-16,-2 3-3 16,-1 2 2-16,-1 1 1 15,-4 4-2-15,1 1 1 0,-1 4-1 16,-3 2 3-1,6 0-2-15,1 3 3 0,6-1-8 16,4 2 4-16,0-2 2 16,-1 2-2-16,4 1-2 15,-4-3 2-15,6-1 2 16,-1-7-2-16,3-7 2 16,5-7-3-16,-1-3 2 15,3-1-1-15,-2-1 0 16,-1 0 0-16,0 0 0 15,-2 1 1-15,3-3-3 16,-1-4 5-16,3 1-4 16,2-4 3-16,0-1-4 15,0 0 3-15,0 0-2 0,0 0-4 16,0 0 3-16,0 0-5 16,0 0 0-16,0 0-9 15,0 0-24-15,0 0-12 16,0 0-7-16,0 0-65 15</inkml:trace>
  <inkml:trace contextRef="#ctx0" brushRef="#br0" timeOffset="162835.7">23207 6147 24 0,'0'-8'51'0,"0"0"-33"16,0 2 19-16,-3-1 8 15,1 1-15-15,0 2-14 16,-1 0 5-16,3 2 2 16,-2 0-5-16,0 2-10 15,2-2 3-15,0 2 0 16,0 0-4-16,0 0-2 15,0 0-6-15,0 0 3 16,0 0 0-16,0 0 3 16,0 0-6-16,0 0 3 0,0 0 3 15,9 0 0-15,10 0 5 16,4 4-5-16,5 6-1 16,4-1-4-16,-2-3 2 15,0 0-2-15,-3-2 2 16,-2-2-2-1,-4 0 0-15,-4 0 0 0,-9-2 0 16,-5 0 0-16,-3 0-4 16,0 0 5-16,0 0-6 15,0 2-1-15,0-2-2 16,0 2 5-16,0-2 1 16,0 0 3-16,-3 0 4 15,-9 0-6-15,-5 0 1 0,-9 0-5 16,-4 0-2-16,0 0 1 15,0-4 5-15,2 2-1 16,8-2 3-16,6 2 0 16,3-2-1-16,4 0 0 15,0 2-1-15,0-1 4 16,0-1-5-16,3 4 6 16,2-1-7-16,-1-2 4 15,3 3-3-15,0-2 3 16,0 2-1-16,0 0 0 15,0 0 3-15,0 0-5 16,0 0 5-16,0 0-4 16,0 0 2-16,0 0-4 15,0 0 0-15,0 0-2 0,0 0 3 16,0 0 4-16,0 5-3 16,0 7 5-16,-3 2-8 15,1 3 7-15,2 4-8 16,0 1 6-16,0 3 4 15,0 4-4-15,0-2 0 16,0-2-2-16,0-6 2 16,0-3-2-16,0-6 2 15,0-3-1-15,0-3 1 16,0-2-4-16,0-2 3 16,0 0 1-16,0 0 0 15,0 0 0-15,0 0 0 16,0 0 3-16,0 0-5 0,0 0 4 15,0 0-1 1,5-2 2-16,9-13-5 0,2 1 5 16,7-5-13-16,4 3 10 15,-1-1-2-15,1-1-2 16,-1-1 1-16,-1 0-1 16,-2-2 2-16,2-1-1 15,-6 1 0-15,-6 4 4 16,-6 5-2-16,-5 10 1 15,-2 2-6-15,0 0 0 0,0 0-3 16,0 0 4 0,0 0-5-16,0 0 11 0,-4 0 2 15,-16 10-3-15,-8 9 1 16,-2 2-6-16,0-2 8 16,0-3-3-16,5 1 0 15,4-3-1-15,3-4 2 16,8-1-6-16,6-3-47 15,4 2-69-15</inkml:trace>
  <inkml:trace contextRef="#ctx0" brushRef="#br0" timeOffset="165755.23">24905 5951 102 0,'-30'-17'63'0,"18"-3"-56"16,3 7-4-16,-4 3 0 15,-8 1 1-15,0 5-1 16,-3 0-3-16,-2 4 0 15,-4 0 3-15,-6 0 3 16,-2 0 7-16,-3 8-3 16,-6 5 2-16,2 1-10 15,-2 1 9-15,1 2-5 16,8-3 2-16,0 2 3 16,8 3-7-16,3 2-1 15,2 4-2-15,-1 2 2 0,1 6-4 16,2 6 4-1,-2 4-7-15,2 7 4 0,4 2 0 16,-1 4 0-16,3 0 4 16,-1 2-4-16,2-2 2 15,5-2-3-15,1-1 1 16,10-3 1-16,0-4 5 16,0-1 4-16,14-3-4 15,6-1-7-15,1-4 4 16,-2 0 2-16,-3 1-1 15,0-1-2-15,0-2-2 16,-4-2 1-16,4-3-2 16,-2-1 4-16,6-3-8 15,10 1 6-15,0-2 6 16,4-2-7-16,3-2 8 16,1-5-11-16,0 3 14 0,6-7-12 15,2 3 2-15,4-3 0 16,1-4-4-16,0-1 6 15,1-5-3-15,-1-2 4 16,0 0-6-16,-1-2 8 16,1-15-5-16,0-6 7 15,4-4-6-15,-4-6 0 16,-3-10 5-16,0-7 3 16,-1-6 3-16,-4-8 0 15,-1-7-4-15,-3-3-3 16,-5-4-2-16,-6-8-6 0,-5-1 2 15,-9-1 2-15,-8 3 5 16,-1 4-2-16,-5 6-6 16,0 0 4-1,0 9-4-15,0 5 3 0,-9 2-9 16,-10 5 10-16,-8 3-8 16,-8 5 7-16,-6 7-4 15,-5 8-1-15,-2 12 2 16,-8 11-5-16,-4 3 5 15,-2 5-4-15,-4 0 1 16,4 3-20-16,-1 13 12 16,4 5-33-16,-1 6-26 15,2 4-42-15</inkml:trace>
  <inkml:trace contextRef="#ctx0" brushRef="#br0" timeOffset="-210303.77">12329 11076 19 0,'96'118'-19'15</inkml:trace>
  <inkml:trace contextRef="#ctx0" brushRef="#br0" timeOffset="-171124.33">7824 9709 11 0,'0'-2'25'16,"0"0"-18"-16,0 2 16 15,0 0 16-15,0-2-5 16,-2 0-14-16,2 2 5 16,0-2-6-16,0 2-5 15,0-2-3-15,0 2-1 16,0-3 2-16,0 3 0 16,0-2-2-16,0 2-1 15,0 0 0-15,0 0-5 16,0 0 3-16,-2 0-2 15,2 0 4-15,0 0 3 0,0 0 1 16,0 0 1-16,0 0-8 16,0 0 9-16,0 9-10 15,0 5 4-15,0 7-4 16,0 4 2-16,0 1-3 16,0 6-1-16,0 1 1 15,0-2 0-15,4 2 0 16,1-4-3-16,-1-2 1 15,-2-2-5-15,-2-4 4 16,0-3-1-16,0-1-1 16,0-3 0-16,0-3-6 15,0-1 13-15,-4-4-7 0,-1-4 4 16,-3 1-4 0,-7-3 0-16,-3 0-9 0,-7 0-6 15,-5 0 8-15,2 0-17 16,0-11 5-16,8-2 5 15,2 1 0-15,3-4 12 16,4-3-20-16,2-6 23 16,3-6-14-16,0 0 13 15,2-4-3-15,4 4 4 16,0-1-4-16,0 1 8 16,0 2-6-16,0-1 7 15,0 1-8-15,0-1 4 16,2 4-6-16,6 1 7 15,0 4-4-15,4 5 0 16,2 5 2-16,2 1-3 0,5 1 10 16,2 1 2-16,-1 2-2 15,4 2-5-15,-1 2 1 16,3 2 6-16,0 0 0 16,4 0-1-16,0 0-5 15,0 0 5-15,-2 0-8 16,0 0 4-16,-7 0-5 15,-5 0 2-15,1 0-2 16,-8 0 0-16,-1 0-8 16,-6 0-23-16,-2 0-92 15</inkml:trace>
  <inkml:trace contextRef="#ctx0" brushRef="#br0" timeOffset="-170352.62">8160 9481 63 0,'0'0'69'16,"0"-2"-57"-16,0 2-4 15,0-2 22-15,0 0-2 0,0 2-4 16,0-2-15 0,0 2 2-16,7 0 2 0,5 0-4 15,1 0 2-15,1 0-8 16,0 0 5-16,-1 0-7 15,2 0 4-15,-4 0-6 16,-2 0 6-16,-2 0-7 16,0 0 6-16,-5 0 3 15,1 0 0-15,-3 2 3 16,0 6 1-16,0 3 7 16,0 5-8-16,-5-1 4 15,-6 1-12-15,-3 3 1 16,0 2-3-16,2-1 0 0,-1-1 1 15,-2 1-2-15,2-5 3 16,2-1-3-16,-1-1 5 16,7-5-5-16,1-4 2 15,4-1-4-15,0-1 3 16,0-2-3-16,0 0-4 16,0 0-1-16,0 0 0 15,0 2 11-15,21 2-4 16,1-4-2-16,8 0 1 15,0 0 2-15,0 0-2 16,-2 0 2-16,-5 0-2 16,-7 0-2-16,-2 0 4 0,-5 0-19 15,-5 0-45 1,-1 0-121-16</inkml:trace>
  <inkml:trace contextRef="#ctx0" brushRef="#br0" timeOffset="-159295.22">7589 9411 57 0,'-22'0'73'15,"3"-2"-69"-15,10 0 0 16,2 2 33-16,0 0 5 16,0 0-16-16,-2 0-7 15,3 0 4-15,-4 0-2 16,1 0-7-16,-2 0-1 16,-4 6 2-16,-3 6-8 15,2 5 6-15,-3-3-9 16,1 5 7-16,-1-2-7 15,-1 4 5-15,-3 3-4 16,0 3-2-16,-3 2 5 0,6-4-1 16,4 0-1-16,2 0-5 15,5-1 2-15,0 1-5 16,0 4 4-16,2 0-1 16,-1 2 5-16,8 2 4 15,0 3-3-15,0-1 4 16,0 0-7-16,0 1 3 15,12-6-5-15,0 1 1 16,1 1-2-16,6-3 2 16,2 0 0-16,7-3-3 0,-1 1 3 15,3-2-3 1,-3 2 6-16,5-2-6 16,0-2 5-16,6-3-7 15,7 1 3-15,2-3 0 0,3-3 0 16,-1-2 1-16,2-3-1 15,-1-4 3-15,7 0-5 16,1-4 6-16,2 1-5 16,2-1 3-16,-5-2-2 15,1 0 0-15,-3 0-1 16,-2 0-1-16,0 0 2 16,2 0-3-16,-2-7 6 15,4-5-8-15,1-5 5 16,0-1-3-16,-3-5 2 15,0-2-1-15,-7-2 0 0,-1 0 0 16,-4-4-1-16,0-2 3 16,-1-2-4-16,-3-7-3 15,-9-3 0-15,-4-3 5 16,-3 3 1-16,-3-1-2 16,-1 2 2-16,-6 1 0 15,-3 0 5-15,-6-3-6 16,-1 3 6-16,-3-1-5 15,0-1 5-15,0 3-7 16,-15 1 4-16,0 0-2 16,-2 1-2-16,-5 1 4 15,3-1-6-15,-2 5 8 0,-9 2-6 16,0 4 4 0,-7 2-6-16,-4 7 4 0,-3-1 0 15,3 4 1-15,-4 3 3 16,-2 4-1-16,1 3 6 15,-2 3-8-15,-1 2 6 16,-1 2-7-16,-3 0 3 16,-5 0-3-16,-8 17 0 15,-5 5-1-15,-6 3-1 16,2 4 3-16,-2 4-5 16,4 1 0-16,4-1-19 15,5 2-1-15,11 0-23 16,8 2-33-16,13 1-38 15</inkml:trace>
  <inkml:trace contextRef="#ctx0" brushRef="#br0" timeOffset="-96271.08">33098 9993 6 0,'0'0'27'15,"-2"0"-2"-15,-4 0-4 16,2 0-1-16,-5 0-6 16,-4 0 6-16,0 0-13 15,5 0-1-15,1 0 7 16,7 0 14-16,0 0-9 0,0 0-6 16,0 0 9-16,0 0-5 15,0 0-2-15,0 0 2 16,0 0 3-16,0 0-4 15,0 0-6-15,0 0-1 16,-2 0-3-16,-1-3 3 16,0 2-5-16,1-2 2 15,-5-2-3-15,3 0 2 16,-3-1-2-16,3 0-1 16,-8 2 3-16,3-3-5 15,0 3 4-15,1 0-4 16,1 0 4-16,1 2-4 15,-1 0 3-15,0 0-3 16,0 2 2-16,-2 0-1 16,0 0-1-16,-3 0 4 0,1 0-5 15,-3 0 6 1,0 0-5-16,-2 0 4 0,2 0-4 16,-2 0 3-16,0 0-1 15,5 0 2-15,-1 0-1 16,3 0-3-16,4 4 3 15,3 0-4-15,0 2 4 16,-6 2-4-16,4 1 3 16,-3-1-2-16,5 3-1 15,-3-2-3-15,1 2 7 16,2-1-1-16,-1-1-4 16,3 1 5-16,0-2-2 0,0 1 6 15,7 1-7-15,2-4 2 16,2 1-1-16,-1-1 0 15,-1 0 0-15,5-2 0 16,0-2 3-16,-1 2-3 16,-1-4 3-16,-1 0-4 15,-2 3 3-15,3-3-4 16,-3 0 3-16,0 0-1 16,-1 0-1-16,1 0 2 15,2 0-2-15,-4 0 3 16,2 0-3-16,5 1 3 15,-4 2-4-15,1 1 3 16,0 2-1-16,1-2 0 0,-3 2 0 16,0 0-2-16,1 1 3 15,-4 1-2-15,-1-2 2 16,4 4-4-16,-7 1 5 16,0 3-6-16,4 3 3 15,-6 2-1-15,0-1-2 16,0 3 3-16,0-3-3 15,0 3 6-15,-8-4-6 16,-1-1 8-16,-2-4-9 16,-3 1 6-16,0-2-2 15,-2-3 0-15,0 2 5 16,2-4-6-16,3 1 4 0,-1-3-2 16,5-2 2-1,-2 0-2-15,0-2 4 0,-5 0-2 16,-2 0 0-16,-3 0 1 15,1-4 0-15,2-3-1 16,2 1-1-16,0 0 4 16,3 0-4-16,1 0 7 15,-1-1-9-15,4 3 4 16,3 0-2-16,4 2-1 16,0 2 1-16,0-2-2 15,0 0 1-15,-2 0-1 16,2 0 3-16,-3-2-7 15,1 1-16-15,2 2-81 16,0 1-122-16</inkml:trace>
  <inkml:trace contextRef="#ctx0" brushRef="#br0" timeOffset="-94171.51">33096 9742 18 0,'0'0'29'0,"4"0"25"16,5 0-22-16,-4-2-20 16,1 0-1-16,2 0 5 0,-4 2 7 15,3-2-7-15,0 2-4 16,3-2-1-16,1 2 10 15,2 0-14 1,4 0 1-16,-2 0 0 0,2 0 1 16,-4 0-1-16,-1 0-1 15,-5 0 1-15,-5 0-8 16,3 0 3-16,-5 2-4 16,0 0-1-16,0 2 1 15,0 2 2-15,0-2 1 16,0 3 2-16,0-3-2 15,0 0-1-15,-11 2 6 16,-6 2 1-16,-5 0 7 0,-4 5-11 16,1-1 2-1,4 1-8-15,7-3 4 0,5-2-2 16,4-1 1-16,-2-3 0 16,5 0-1-16,-2 0 3 15,4-4-3-15,0 2-1 16,0 1-2-16,0-3 6 15,0 1 2-15,2 6 15 16,17-3-7-16,7 2-9 16,8 0 2-16,-2 0-5 15,-2-2 4-15,-6-1-6 16,2-1 3-16,-8 0-3 0,-4-2 0 16,-10 2-2-1,-4-2-6-15,0 0-9 16,0 2-26-16,0 4-91 0</inkml:trace>
  <inkml:trace contextRef="#ctx0" brushRef="#br0" timeOffset="-92889">33197 10434 96 0,'4'-9'41'0,"1"5"14"16,-3 0 13-16,0 2-25 16,6-2-19-16,-8 2 6 15,2 2 0-15,0-2-4 16,0 0-7-16,-2 2-2 16,0 0-6-16,3 0 4 0,-3-2-6 15,0 2-2-15,2 0 2 16,-2 0-4-16,0 0 2 15,0 0-7 1,0 0 1-16,0 0-6 0,0 8 5 16,-7 13-3-16,-7 8 3 15,3-3 0-15,-4 4-1 16,6-4 0-16,3-1-1 16,-1-2 3-16,3-2-2 15,-2-3 2-15,4-3-4 16,2-5 3-16,-2-1-4 15,2-3-3-15,-5-4-15 16,1 0-45-16,-3 0-62 16</inkml:trace>
  <inkml:trace contextRef="#ctx0" brushRef="#br0" timeOffset="-91916.48">33116 11757 189 0,'7'-13'35'0,"-7"7"-18"16,0 0 44-16,0 0-29 16,-3-1-29-16,-15 3 2 0,-5 3 1 15,-2-2-4-15,2 3 1 16,-2 0 4-16,-1 0-4 15,1 3-3-15,-3 9 4 16,3 5-2-16,-7 1 5 16,4 5-7-16,6 0 4 15,3-1-7-15,5 1 3 16,7-4 0-16,2-1-2 16,3-3 7-16,2-5-10 15,0-2 11-15,0 1 5 16,7-3-6-16,9 0-1 15,5 1-2-15,2-2 0 16,0 2 0-16,0-1-1 0,3 2-6 16,1 1 6-16,-4 1-6 15,0 0 6-15,-4 5-5 16,-6 1 4-16,-4 1-13 16,-4 3 5-16,-2 1 2 15,-3 4-3-15,0 4 12 16,0-2-12-16,0 0 7 15,-10-2-9-15,-8-4 2 16,-5-5 2-16,-5-5 7 16,-2-7-1-16,-4-4 2 15,-5 0 1-15,2-3 3 16,0-13 0-16,2-3-7 16,7 5 9-16,8 2-5 15,6 1 0-15,7 7-6 0,5 2-8 16,2 2-53-16,0 0-74 15</inkml:trace>
  <inkml:trace contextRef="#ctx0" brushRef="#br0" timeOffset="-91296.67">33201 12186 42 0,'0'0'59'16,"0"0"-13"-16,0 0 3 0,0 0-14 15,5 0-4-15,7 0-13 16,-8 0-3-16,1 1-4 15,-1 2-4-15,3 1-2 16,-5-2-4-16,0 4 4 16,4 0-6-16,-4 2-3 15,-2-1 3-15,0-1 1 16,0 2 0-16,-10 1 8 16,-10 1 4-16,-3 0-11 15,-3 0 5-15,3-1-5 16,5-1 3-16,2 0-4 15,0-1 2-15,2 1-1 16,0 0-1-16,4 1 1 0,6-1-3 16,4-2 2-1,0 0-4-15,0 1 5 0,0-1 0 16,12 0 9-16,4 0-5 16,5-2-2-16,0 0-6 15,-8-1-16-15,-2-3-57 16,-3 0-37-16</inkml:trace>
  <inkml:trace contextRef="#ctx0" brushRef="#br0" timeOffset="-90609.72">33406 11512 141 0,'0'-4'45'16,"0"4"-17"-16,0 0 33 15,0 0-18-15,0 0-22 16,0 0-1-16,0 0-2 15,0 0-1-15,0 0-11 16,7 0 2-16,4 0 2 16,3 0 1-16,6 0-9 15,-1 3-2-15,0 3 0 16,-6 0 0-16,-4 2 0 16,-1 0-1-16,-1-1 2 0,-3-3 0 15,-2 4-4-15,-2 1-9 16,0-4-3-16,0 2 5 15,-4 1 2-15,-19 1 9 16,-5-1-3-16,-2 6 10 16,-4-2-8-16,6 3 5 15,8 0-5-15,8-3 4 16,3-2-2-16,9-3-1 16,0-1-2-16,0 0 4 15,0 3 5-15,9 0-3 16,12 2-6-16,4 2 11 15,7-1-11-15,1-2 4 16,-1-4-3-16,-9-2 0 16,-7-1-7-16,-4-1-8 15,-12 0-33-15,0 4-93 0</inkml:trace>
  <inkml:trace contextRef="#ctx0" brushRef="#br0" timeOffset="-89483.4">32976 12958 7 0,'-23'-8'69'0,"-3"5"-33"15,5 3 14-15,3 0-11 16,2 0-18-16,5 3-14 0,-6 7 13 16,4 2 3-1,-1 3-3-15,0-1 0 0,3 5-7 16,1 0-4-16,3-3-8 16,3 1 4-16,-1 0-7 15,5-5 5-15,0 0 2 16,0-3-5-16,0-3 15 15,0-2-26-15,0-2 22 16,7 0-9-16,0-2 18 16,7 2-19-16,4 0 1 15,3 2-3-15,7 2 5 16,-3 1-2-16,1-1-1 16,-4 2-4-16,-1 0 7 15,-7 1-1-15,2-1-3 0,-3 0 0 16,4 3 1-1,-4 3-1-15,-1 3-3 0,-5 1 1 16,-5 1 1-16,-2 2-2 16,0 0 2-16,-9-3-6 15,-12-2 14-15,-2-1-9 16,3-3 2-16,-1-3-5 16,-2-5 11-16,-5-4-5 15,-4 0-1-15,0 0 4 16,-3 0-3-16,1-8 3 15,2-1-6-15,2 1 4 16,9 2-4-16,12 4 1 16,7 0-7-16,-1 2-37 0,3 0-20 15,0-2-32-15</inkml:trace>
  <inkml:trace contextRef="#ctx0" brushRef="#br0" timeOffset="-88886.01">33070 13334 118 0,'0'0'51'0,"5"0"-11"16,-5 0 4-16,0 0-15 16,2 0-8-16,0 0 10 15,3 0-4-15,-3 0 8 16,0 0-12-16,0 0-7 16,4 0-2-16,-6 0-6 15,4 0-5-15,3 0 4 16,-3 0-5-16,3 0-7 15,1 0 15-15,1 0-11 16,2 3 2-16,3 5-2 0,4 2-3 16,1 3-2-1,-8-1-3-15,1-1-2 0,-8-3-3 16,-4-2 8-16,0-4-16 16,0 0 8-16,-16 0 12 15,-6-2 1-15,-4 7 3 16,3-3-2-16,2 2 1 15,5 2-3-15,2 0 6 16,3 0-2-16,2 1 3 16,3-1-5-16,6-1 5 15,0-3-5-15,0 2 4 16,0 2 9-16,6 0-5 16,9 1-2-16,6-1-3 15,0-2 6-15,4-2-9 0,-2 0-1 16,3-4-10-16,-11 0-3 15,-3 0-16-15,-5 0-16 16,-7 0-58-16,0-1-87 16</inkml:trace>
  <inkml:trace contextRef="#ctx0" brushRef="#br0" timeOffset="-88164.78">33473 12836 170 0,'0'-3'85'16,"0"3"-58"-16,2 0 19 0,5 0-24 15,-3 0-18-15,8 0 3 16,4 0 3-16,3 0-1 16,2 0-8-16,-6 5 5 15,-4-1-6-15,-5 0 6 16,-4-2-13-16,-2 0 8 16,0 1-3-16,0 1 4 15,0 1-2-15,-2 2 5 16,-10 1-3-16,-4 2 0 15,4-1-2-15,-1-1 0 16,4 0-2-16,-1-1-3 16,5 1 4-16,3-2-3 15,2 0-4-15,0 1-4 0,0 1 5 16,0 4 9-16,17 1-11 16,-2 1 11-16,4 1-4 15,-3-1 2-15,-4 1 0 16,-3-3-2-16,0 0-5 15,-7-1-8-15,0-3-5 16,-2 1 4-16,0-1 2 16,0-2-5-16,-2-2 7 15,-16-4 15-15,-1 0 2 16,-2 0 2-16,-3 0-2 0,-4 0 4 16,3 0-2-1,6 0 0-15,1 0-8 16,8 0-4-16,1 0-13 15,5 0-67-15</inkml:trace>
  <inkml:trace contextRef="#ctx0" brushRef="#br0" timeOffset="-87359.57">33394 14708 211 0,'-2'4'50'15,"2"-4"-51"-15,0 0 21 16,0 2-6-16,0 4 0 16,0-2-12-16,0 11-27 15,8-5-77-15</inkml:trace>
  <inkml:trace contextRef="#ctx0" brushRef="#br0" timeOffset="-87153.14">33289 15163 153 0,'0'0'76'0,"0"0"-71"16,0 0 10-16,0 0-2 15,0 0-42-15,0 0-68 16</inkml:trace>
  <inkml:trace contextRef="#ctx0" brushRef="#br0" timeOffset="-86994.45">33289 15163 60 0,'-9'14'117'15,"11"-14"-91"-15,-2 0-15 16,0 0-3-16,0 0-9 16,0 0-54-16,0 0-32 15</inkml:trace>
  <inkml:trace contextRef="#ctx0" brushRef="#br0" timeOffset="-86238.94">33415 15432 211 0,'-2'-16'30'0,"0"3"-46"15,-3 1 34 1,-5 1 3-16,-3 3-17 0,-6 6-1 16,-3-4 13-16,-1 4-9 15,2 2 0-15,-3 0-5 16,4 0 12-16,-1 4-4 16,0 10-2-16,6-3-6 15,-4 1-1-15,8 1 1 16,2-1-2-16,3-2-7 15,4 3-4-15,2-3 12 0,0-6-8 16,0 3 26 0,10 1-16-16,6-6 3 0,0 0-5 15,2 2-1-15,3-2 2 16,-8 2-2-16,4 3 3 16,-8 1-4-16,3 0 5 15,1 2-3-15,2 1 2 16,0 1-3-16,2 3 0 15,-4-5-2-15,-2 5-4 16,-1 3-1-16,-3 1 0 16,-5-1 9-16,-2 1-13 15,0 0 5-15,0-1-4 16,-4 1-5-16,-17-5 5 16,-5 1 3-16,2-5-16 0,-4-6 11 15,-4 1-42-15,4-3-22 16,-2-2 102-16,5 0-19 15,4 0-4-15,1 0 3 16,1-2 23-16,8-7-27 16,1 3-28-16,8 2-34 15,2 4-9-15</inkml:trace>
  <inkml:trace contextRef="#ctx0" brushRef="#br0" timeOffset="-85564.4">33597 15745 251 0,'7'-4'64'15,"-7"1"-44"-15,0 2 39 16,0 1-17-16,0 0-28 16,0 0-5-16,0 0 6 15,0 1-8-15,0 10-4 0,0-1-1 16,0 9-3-1,0-7 4-15,0 9-6 0,-9-6 4 16,2-1-1-16,2 1-3 16,0-3 0-16,1-8-9 15,4-4 7-15,0 0-2 16,0 0-6-16,0 0 4 16,0 0-12-16,0 0 15 15,0-15-2-15,0 3 5 16,0-2 1-16,0-1 5 15,0 1 2-15,4-5-3 16,11 5-4-16,-4-1 16 16,5 0-3-16,-7 7-9 0,0 0 0 15,-2 2 10-15,-4 6-17 16,6-4-30-16,9 4 42 16,3 0-16-16,0 0-5 15,-6 0-2-15,-5 0 6 16,-5 0 3-16,-3 4 2 15,-2 10 10-15,0 1 1 16,0 3-3-16,0-3-3 16,0 8 6-16,-2-9-8 15,-8 5 4-15,5-1-8 16,1-3-3-16,-3-1-37 16,3-3-8-16,-1-3-23 15,1-8-67-15</inkml:trace>
  <inkml:trace contextRef="#ctx0" brushRef="#br0" timeOffset="-84429.8">33636 15034 23 0,'0'0'25'0,"0"0"20"15,0 0-4-15,0 0-13 16,0 0-8-16,0 0-6 16,0 0-8-16,0 0 2 15,0 0 0-15,0 0 5 16,0 0-9-16,0 0 6 15,0 0 2-15,0 0-5 16,0 0 3-16,0 0 1 16,0 0 6-16,0 0 1 15,0 0 2-15,0 0-6 16,0 0 4-16,0 0-12 16,0 0-1-16,0 0-2 15,0 0-2-15,0 0 5 0,0 0-6 16,0 0 8-16,0 0 7 15,0 0 1-15,2 0-13 16,0 0 1-16,3 0 0 16,5 7 5-16,-1-3-9 15,7 6-2-15,0-2 5 16,-2 3-4-16,-3-1 4 16,3-1-3-16,-2-1 3 15,-10-2-6-15,2-2 5 16,-4 0-7-16,0 3-1 15,0-3 1-15,0-2 2 16,-11 6 11-16,-12 0-9 16,0 3 5-16,-7-1-6 15,9 2 4-15,1-3-2 0,5 1 0 16,9-6 1-16,-3 3-2 16,4-3 2-16,3-2-2 15,2 0 2-15,0-2-5 16,0 4-1-16,0 2 2 15,0-2 3-15,11 7 7 16,8-5-9-16,8 2 0 16,-6 0-2-16,2 3 1 15,0-7-5-15,-9 2 8 16,-8-4-4-16,-1-2 3 16,-5 0-11-16,0 0-17 0,0 0-24 15,0 0-34 1,-11 2-29-16</inkml:trace>
  <inkml:trace contextRef="#ctx0" brushRef="#br0" timeOffset="-82868.25">33238 8754 39 0,'-20'7'53'16,"-6"9"-33"-16,12 5 23 15,-2 6 13-15,2-5-25 0,-2 2-8 16,-2 2-5-16,0 5 3 16,-8 5-2-16,1 3-7 15,-3 4-1-15,0 1-3 16,-2-1 3-16,3 1-7 15,-1-5 3-15,6 1-4 16,-6-1 3-16,5 2 2 16,-3 1-4-16,3 1 2 15,1-3-4-15,3-3 3 16,3-8-6-16,2-9 3 16,7-7-3-16,5-5 3 15,0-2-2-15,2-4 1 0,0 1 2 16,0-3-6-16,0 0 7 15,0 0-10-15,-2 0-2 16,-1 0-12-16,-2 0-50 16,-2 0-42-16,1 0-42 15</inkml:trace>
  <inkml:trace contextRef="#ctx0" brushRef="#br0" timeOffset="-81015.21">32608 9361 112 0,'0'-8'93'16,"4"2"-69"-16,1 3 23 15,-1 2 12-15,1-2-17 16,-5 3-22-16,0-2-9 16,0 2-1-16,0 0-3 15,0 0-1-15,2 0-3 16,3 0-1-16,6 0-4 16,8 11 4-16,6 9-6 15,0 3 7-15,3 2-2 16,0-2 0-16,-3-5 0 0,-2 1-2 15,0-8 3-15,-7-1-3 16,2-4 4-16,1-4-3 16,-3-2 2-16,0 0-1 15,-5 0 0-15,-5-2 0 16,-4-6-12-16,-2 1 17 16,0 1-6-16,0-2-4 15,-8 2 5-15,-12-5-3 16,-10 1-4-16,-6 2 8 15,-2 1 1-15,4 2-3 16,6 2 0-16,6 3-1 16,3-2 3-16,5 2-3 15,-4-2 3-15,2 2-3 0,2-2 1 16,3 0-2-16,6 0 2 16,2 2 0-16,3-2-2 15,0 0 5-15,0 0-3 16,0-3 2-16,0 1-3 15,0 4 3-15,0-1-4 16,0 1 1-16,0 0-5 16,0 0 4-16,0 0 4 15,0 0-4-15,0 0 6 16,0 0-4-16,0 0 3 16,0 0-8-16,0 0 3 0,0 0 4 15,0 5-2-15,0 16 1 16,0 0-2-16,0 4 2 15,0-2-2-15,0 1 4 16,0 4-5-16,0-4 4 16,3 1-8-16,-1-6 5 15,1-7-4-15,-1-6 3 16,-2-2 3-16,0-4-1 16,0 0 4-16,0 0-4 15,0 0 7-15,2-14-10 16,2-5 7-16,1-5-6 15,-1-1 0-15,-1-2 2 16,-1-2-4-16,1 2 4 16,-1 2-1-16,3 2 5 0,-3 9-3 15,2 1 2-15,1 9-4 16,-3 2-1-16,0 2 1 16,-2 0 1-16,0 0 6 15,0 0-8-15,0 0 3 16,0 0-5-16,0 0 8 15,0 19-6-15,0 5 3 16,0 6-1-16,0 1 1 16,0-3-1-16,0 1-1 15,0-1 1-15,0-6-11 16,0-3 9-16,0-4-5 16,0-10 6-16,0 0-5 0,0-5 10 15,0 0-2 1,0 0 1-16,0 0 3 15,0 0-3-15,0 0-1 0,0-9-7 16,5-5-2-16,9-7-3 16,2-1-4-16,5-1 5 15,-5 2 4-15,2 0 4 16,-1 3-6-16,-6 3 3 16,-2 7 2-16,-7 6 8 15,-2 2-8-15,0 0-4 16,0 0-12-16,-2 0 17 15,-16 4-4-15,-1 13 9 16,-4-1-1-16,3 1-4 16,1 1 4-16,6 3-3 15,3-2 3-15,-4-1-3 0,3-3 1 16,1 0-3 0,-1-6 0-16,5 0-1 0,3-3 1 15,3-1-4-15,0-5-13 16,0 1 8-16,5-1 1 15,10 0 24-15,9 0-21 16,3 0 14-16,1 0-9 16,0-10 0-16,-1-2-1 15,-4-1-3-15,-2 3 2 16,-12 0 1-16,-5-1 5 0,-1 3-9 16,-3 4 7-1,0 2-8-15,0 0 3 16,0 2 2-16,0 0 8 0,-12 0 1 15,-6 0-4-15,0 0 8 16,-3 10-7-16,3-2 5 16,3 2-8-16,4-5 3 15,7 1-3-15,4-4-2 16,0-2 5-16,0 0-3 16,0 0 6-16,0 0 1 15,9 0 8-15,2 0-8 16,8 0-3-16,-1-8-6 15,0-7 2-15,1 5-5 16,-6-3 1-16,2 1-2 16,-6 0-2-16,0 1-2 0,-2 1 5 15,-2-1 12-15,-5 7-11 16,0 0 3-16,0 4 0 16,0 0 5-16,-10 0 5 15,-10 0-6-15,-1 7 3 16,-5 5-5-16,3 0 5 15,5 1-5-15,2-3 2 16,0 2-3-16,2 3 0 16,5-3-3-16,2 1-2 15,3-5 0-15,1-4-5 16,3-1 2-16,0-3-8 16,0 1 0-16,0-1-5 0,0 3 5 15,12-2 2 1,4-1 18-16,2 0-13 15,1 0-4-15,-8 0-9 0,0-4-22 16,-6-4-41-16</inkml:trace>
  <inkml:trace contextRef="#ctx0" brushRef="#br0" timeOffset="-32923.85">28448 4255 70 0,'2'0'83'0,"3"0"-73"16,-5 0 6-16,0-2 13 16,0-2-6-16,0 1 2 15,2 2-3-15,-2 1-2 16,2 0-3-16,-2 0-4 15,0 0 8-15,0 0-7 0,0 0 7 16,0-3-8-16,0 2 1 16,0-2-6-16,0 3-4 15,0-2 0-15,0 0 1 16,0 0 1-16,0 2-8 16,0 0 4-16,-6 0-5 15,-11 0 3-15,-11 0-1 16,-15 0 2-16,-8 0-1 15,-3 13-3-15,3 1 7 16,14-2-6-16,7 3 4 16,9 2-8-16,8-1 6 15,3-1-5-15,8-1-4 16,2-2 0-16,0 1-2 16,2-3 11-16,14 0-4 15,8 1 9-15,0-5-14 0,12 2 13 16,2-1 0-16,6-1-6 15,2 4 4-15,0 3-1 16,-2-1-2-16,-3 3-1 16,-4-1 8-16,-3 1-9 15,-8 1 6-15,-5 1-3 16,-6 3-1-16,-7-1-4 16,-6-1 0-16,-2 3 2 15,0 0 1-15,-8 0-1 16,-12 1 11-16,-5 2-3 0,-5-2-7 15,0-5 3-15,2-3-8 16,1-6 10 0,1-5 2-16,2-3-3 15,-4 0-1-15,-4 0-1 0,0-7 6 16,-4-9-8-16,6-1 6 16,8-2-7-16,3 7 0 15,6 0-10-15,3 3-47 16,8 3-59-16</inkml:trace>
  <inkml:trace contextRef="#ctx0" brushRef="#br0" timeOffset="-32154.33">28729 4038 90 0,'0'-15'48'0,"0"2"-33"16,0 8 17-16,0 2 1 15,0 1-1-15,2 0-20 0,5 0 14 16,5 0-19-16,1 2-3 15,3-2-2-15,0 2-4 16,3 0 4-16,-3 0-5 16,3 0 7-16,-2 2-5 15,0 6 3-15,-4 0-4 16,-1 1 3-16,-7-3-4 16,-3-2-2-16,-2 2-2 15,0-2 0-15,-11 7 7 16,-17 3 9-16,-9 5 4 15,-2 2-14-15,2-1 2 0,9-1-1 16,7-5 0-16,8-1 0 16,9-7-3-1,4 0-2-15,0-3-5 0,0-1 10 16,0 0-2-16,13 0 10 16,4 0 3-16,6-2-7 15,1 0-4-15,0 0-2 16,-6 0-18-16,-6 0-18 15,-8 4-55-15,-2 2-33 16</inkml:trace>
  <inkml:trace contextRef="#ctx0" brushRef="#br0" timeOffset="-31754.92">28941 4532 133 0,'0'0'78'16,"0"0"-65"-16,0 0 19 16,0 0-12-16,6 0-19 15,10 0 12-15,7 0-8 16,3 0-8-16,1 0 9 15,-1 0-9-15,-4 0 6 16,-8 0-13-16,-2 0-1 16,-10 7-80-16</inkml:trace>
  <inkml:trace contextRef="#ctx0" brushRef="#br0" timeOffset="-31537.04">28878 4638 155 0,'0'0'30'16,"3"2"-17"-16,6-2-3 16,5 2-2-16,-1 0-4 15,1 0-8-15,0 0 0 16,-1 5-18-16,2-1-40 15,-2 2-47-15</inkml:trace>
  <inkml:trace contextRef="#ctx0" brushRef="#br0" timeOffset="-28762.1">30005 4017 139 0,'8'0'68'0,"3"0"-79"16,0-11 20-16,-1 7 9 15,6 0-18-15,2 2 4 16,8 2 0-16,1 0 2 16,3 0 0-16,0 0 4 15,-5 0-6-15,-4 0 3 16,-8 0-7-16,0 0 1 15,-5 0 1-15,-3 2-2 16,-3 2-3-16,-2-1-3 0,0-2 8 16,0 2-4-16,-25 1 22 15,-14 2-11-15,-12 0-6 16,-8-2-2-16,-4 2-1 16,1-2 3-16,0 0-5 15,5-1 7-15,6-1-5 16,10 0 5-16,13-2-6 15,12 2 4-15,11 0-10 16,5 2-2-16,0 0-1 16,2 2 9-16,19 3 7 15,7 5 1-15,13 5 9 16,12 4-13-16,7 1 0 16,7 1-4-16,-5 0 2 0,-2-2-1 15,-10 0 1-15,-8-5-1 16,-12-1-1-16,-15-7 4 15,-7 1-12-15,-8-7 8 16,0 2-3-16,-10 2 20 16,-20 3-8-16,-9 3-3 15,-7 3-2-15,-4-3-4 16,-1 1 2-16,1-1-1 16,3 1 2-16,-1 1-2 15,4-1 2-15,6 4-6 16,8-5 2-16,6 1 3 15,11-3-5-15,3 2 2 0,6 1-2 16,4-1-1-16,0 3-4 16,9 0 11-16,24-3 13 15,8 1-9-15,4-3-4 16,9-4 0-16,-6 0-2 16,-4-3-1-16,-8-3 2 15,-6-2-1-15,-9 0 2 16,-7 0-4-16,-7 0 4 15,-2 0-9-15,-5 0-11 16,2 0-63-16,5 6-73 16</inkml:trace>
  <inkml:trace contextRef="#ctx0" brushRef="#br0" timeOffset="-28208.61">30870 3984 145 0,'0'-9'8'15,"0"7"-3"-15,0 0 3 16,0 2 5-16,0 0-10 15,0 0-2-15,-9 0 1 16,-18 0 3-16,-8 15 12 16,-4 1 3-16,1 5 3 15,-2 4-13-15,1 4 4 16,-2 6-4-16,1 5 1 16,-1 3-5-16,2 4-3 0,7 1 1 15,6 0-3-15,8-1 1 16,6-3-1-16,8-3-1 15,4 3-7-15,0-1 20 16,0 0-11-16,13-1-6 16,11 0 1-16,6-3 16 15,6-4-19-15,1-4-1 16,-3-6-2-16,-2-7-41 16,-6-5-64-16</inkml:trace>
  <inkml:trace contextRef="#ctx0" brushRef="#br0" timeOffset="-27805.65">31043 4284 214 0,'-2'-4'3'16,"2"4"-26"-16,0 0 30 15,0 0 0-15,0 0 6 0,0 16 14 16,4 9-7-16,11 4-10 15,3 4 4-15,5 5-5 16,7 1-1-16,2 0-4 16,0-2 0-16,-6-3-4 15,-4-5-1-15,-6-9 1 16,-7-5-4-16,-1-5-2 16,-8-4-11-16,0-4-11 15,0-2-16-15,0 0-35 16</inkml:trace>
  <inkml:trace contextRef="#ctx0" brushRef="#br0" timeOffset="-27476.74">31338 4257 64 0,'0'0'5'16,"-5"0"-4"-16,-4 0 23 15,-7 14 5-15,-9 7-3 16,-10 6-9-16,-5 4 5 16,-7 2-1-16,0 2 5 0,6 3-3 15,4-5-10-15,8-2 3 16,8-2-9-16,3-4 2 15,1-7-8-15,1-1 1 16,2-7-4-16,1-1-5 16,-2-3-13-16,2-2-15 15,1-2-34-15,3-2-42 16</inkml:trace>
  <inkml:trace contextRef="#ctx0" brushRef="#br0" timeOffset="-25759.6">31485 4454 179 0,'0'4'74'16,"0"-4"-76"-16,0 0 21 15,0 0 26-15,0 0-6 0,0 0-16 16,0 0-7-1,0 0-5-15,0 0 3 16,2 0-3-16,3 0-2 0,4 0-2 16,7 0-6-16,3 0 1 15,6 0-4-15,5 0 4 16,-2 0-2-16,-4 2 1 16,-3 0-3-16,-4 2 3 15,-4-2-3-15,-4 0 0 16,-7-2-2-16,-2 0-9 15,0 0-13-15,0 0-30 16,-13 0-27-16,-3 0-54 16</inkml:trace>
  <inkml:trace contextRef="#ctx0" brushRef="#br0" timeOffset="-23222.44">32796 4143 165 0,'-2'-15'64'15,"2"10"-56"-15,0 2 15 0,0 3 19 16,0 0-24-16,0 0-7 16,9 0 6-16,5 21-12 15,4 4 1-15,3 6-5 16,-5 4 0-16,3 8-2 16,-6 12 2-16,-3 7-5 15,-3 4 4-15,-7 0 2 0,0-2-6 16,0-4 2-16,-17-6 1 15,-3-6-1-15,1-9-9 16,-2-8 9-16,8-12 0 16,-1-7-1-16,9-6-4 15,5-3-5-15,0-3-37 16,0 0-76-16</inkml:trace>
  <inkml:trace contextRef="#ctx0" brushRef="#br0" timeOffset="-22649.37">33250 3930 144 0,'0'-5'57'0,"0"5"-57"16,0 0 13-16,0 0 6 15,9 0-3-15,2 0 0 16,1 0-11-16,6 5 6 16,3 3-8-16,0 3 3 15,3 1-6-15,2 0 5 16,-5 1-5-16,-8-1 3 16,-5-4-6-16,-6 1-2 15,-2 1 9-15,0 3-6 16,-19 7 12-16,-13 7 5 15,-7 4-12-15,3-2-1 16,-6-2-1-16,14-8 0 16,8-5-1-16,6-1 0 0,7-5 0 15,5 0 1-15,2-1-10 16,0-2-1-16,4 4 7 16,19-1 16-16,5 0-10 15,4 1-2-15,-2-5-2 16,-2 0-1-16,-10 0-2 15,-8 2-38-15,-8 3-89 16</inkml:trace>
  <inkml:trace contextRef="#ctx0" brushRef="#br0" timeOffset="-21481.59">29603 4930 175 0,'6'0'56'16,"2"0"-39"-16,-6 0 12 15,0 0 7-15,1 0-5 16,-1 0-10-16,0 0 1 15,0 0-4-15,3 0-2 16,3 0-8-16,3 0-7 16,12 0-1-16,18 0 6 15,14 0-4-15,16 0-1 16,13 4 0-16,3 7-4 16,12 1 9-16,8 0-9 15,15 3 6-15,7-3-6 16,3 1 1-16,-3-1 0 0,-3-2-2 15,-6 1 2-15,-5-3 1 16,-5 2-1-16,-6 1-5 16,-5-1 8-16,-7 1-3 15,-2-1 1-15,0 0-4 16,2-2 2-16,4 1-7 16,9-1-1-16,2 0 7 15,-8 3-8-15,-10-3 14 16,-13 2-2-16,-12 1 1 15,-8-1 0-15,-10 0-2 16,-3-4 4-16,1 1-3 0,0-1 5 16,4-2-5-1,-6 0 2-15,1 0-1 16,-4-2 3-16,-7 3-6 0,-4-5 5 16,-5 0-4-16,-2 0 1 15,-1 0 0-15,6 0-3 16,6 0 6-16,12 2-5 15,4 2 0-15,-4 0 1 16,-12-2 1-16,-14 0-1 16,-10-2-4-16,-8 0-12 15,0 2-66-15,0 2-111 16</inkml:trace>
  <inkml:trace contextRef="#ctx0" brushRef="#br0" timeOffset="-20521.4">30613 5241 156 0,'11'-9'95'16,"-9"7"-70"-16,1 2 0 16,-3 0 13-16,3 0-9 0,-3 0-8 15,0 0-10 1,0 0-7-16,0 0 0 0,0 0-2 15,0 0 6-15,2 8 3 16,5 9-2-16,-1 6-9 16,3 3 6-16,-1 8-6 15,-1 5 2-15,-3 2-1 16,0 5 1-16,-1-3-2 16,-3-1-1-16,0-5 3 15,0-6-3-15,0-8 5 16,0-4-7-16,0-5 3 15,0-5 0-15,0-3-1 16,0 0 1-16,0-4-1 0,0-2 2 16,0 0-4-1,0 0 6-15,0 0-8 16,0 0-10-16,0-6-84 0,-3-13 116 16,3-7-20-16,0-10-10 15,0-3 0-15,0-3 15 16,9 1-7-16,6 6 5 15,4 8 4-15,1 4-7 16,1 2-1-16,2 5 16 16,1 3-16-16,2 3 7 15,-3 2-8-15,3 2 5 16,-3 1 0-16,-3 3 4 16,-1 2-6-16,-4 0 4 15,2 0-2-15,-4 0 1 16,4 8-2-16,-4 5-2 0,1 1 6 15,-5 5-8-15,-2 6 7 16,-5 6 4-16,-2 11-1 16,0 1-1-16,0 7 7 15,-4 1-12-15,-7-3 9 16,4-3-6-16,2-5-2 16,5-7 7-16,0-6-8 15,0-9 4-15,0-3-5 16,0-6 4-16,0-5-12 15,0-4-17-15,0 0-64 16,0 0-137-16</inkml:trace>
  <inkml:trace contextRef="#ctx0" brushRef="#br0" timeOffset="-20177.44">31280 5679 145 0,'0'-4'66'15,"7"4"-37"-15,0 0 15 16,-3 0 0-16,6 0-27 15,1 0 1-15,10 0-17 16,11 0 3-16,7 0-7 16,2 0 6-16,1 0-4 15,-9 9 3-15,-6-3-3 16,-7-2 1-16,-5-2 1 16,-9 0-2-16,-1-2 2 15,-5 0-11-15,0 0-23 16,0 2-115-16</inkml:trace>
  <inkml:trace contextRef="#ctx0" brushRef="#br0" timeOffset="-19418.68">32011 5547 41 0,'8'-16'268'0,"-1"1"-252"16,-5 1-23-16,2 3 36 0,1 3 15 16,-3 2-17-16,0 2-7 15,-2 1-8-15,0 1-7 16,0 2-4-16,0 0 2 15,0 0-5-15,0 0 7 16,0 0-9-16,0 0 4 16,0 0-3-16,0 9 4 15,2 7-1-15,4 9-2 16,-4 2 4-16,-2 6-3 16,0 2 4-16,0 5-4 15,0 1 3-15,0 0-3 16,0-1 2-16,0-3-2 15,0-4 1-15,0-2 0 16,-4 0-1-16,4-2 4 16,-6-2-5-16,4 0 6 0,0-2-7 15,0 0-2-15,-1-5 5 16,1-7 0-16,2-7 0 16,0-6-1-16,0 2 0 15,0-2 1-15,-2 0-2 16,0 0 1-16,-1 0 1 15,1 0-6-15,-2 0 0 16,-4 0 7-16,-3 0 0 16,0 0-1-16,-6 0-1 15,2 0 4-15,0-4-4 16,0-2 4-16,-2 0-5 16,6 1 4-16,1 4-5 0,6-2 3 15,4 1 1 1,0 2-2-16,0 0 1 0,0 0-3 15,0 0 1-15,0 0-8 16,2 0-2-16,14 0 24 16,10 0-8-16,6 0-4 15,5 9 0-15,2-1-6 16,-5 0 2-16,-6-2 5 16,-1 1-12-16,-3-1 4 15,-9-2-15-15,-5 0-33 16,-5-2-28-16,-5 2-20 15</inkml:trace>
  <inkml:trace contextRef="#ctx0" brushRef="#br0" timeOffset="-17080.87">28130 3331 137 0,'51'8'1'0,"11"-1"0"16,15-1 16-16,0 2-1 15,6 1 10-15,3 1 5 16,-2-2-7-16,6-1-6 15,2 1-2-15,4 2-4 16,9-2-6-16,4 5-2 16,9 3 3-16,6 5-6 15,13 6 5-15,5 4-6 16,-2 3 3-16,5-2-2 16,-7 4 2-16,5-1-3 15,6 0-2-15,13 0 4 16,12 3-5-16,5-4 6 0,1-2-8 15,-10-5 4-15,-16-6-3 16,-22-5 2-16,-20-3 0 16,-18-4 2-16,-8-2-1 15,-8-1-2-15,-9-2 3 16,-7 0-3-16,-9-1 2 16,-5 1-5-16,-4-2 6 15,0 2 1-15,-2 0 0 16,-3 0 0-16,-3-4-1 15,-6 2 3-15,-7-2-2 16,-7 0 3-16,-6 0-4 0,-1 0 3 16,-5 0-3-1,3 0 1-15,0 0-2 0,5-6 0 16,-1 0-6-16,3 2-31 16,-3-3-76-16</inkml:trace>
  <inkml:trace contextRef="#ctx0" brushRef="#br0" timeOffset="-14888.34">31816 3795 35 0,'0'-4'-2'0,"0"2"23"16,7 2 34-16,5-2-36 15,-3 0-1-15,4 2 5 16,2 0-1-16,0 0 1 16,4 0-6-16,4 0 2 15,9 0-7-15,7 0-4 16,8 0-3-16,5 0 2 15,3 8 0-15,5 1-6 16,0 1 11-16,7 0-9 16,4-1 1-16,5 1-5 15,7 0 3-15,2-4-3 0,-2 1-2 16,-5-5 5-16,-9 4-4 16,-2 0 5-16,-3 0-3 15,0 5 1-15,1-1-2 16,-8 1 0-16,1-2 1 15,-7 0 0-15,-3-1 0 16,-6-4-2-16,-6 0 6 16,-6-4-4-16,-10 0 2 15,-5 0-2-15,-4 0 1 16,3 0 1-16,2 0-2 16,5 0 0-16,7 0 0 15,4 0 0-15,-2 0-3 0,2 0 6 16,-2 0-3-16,-12 0 1 15,-2 3-4-15,0-1 3 16,-9 0 2-16,2 0-4 16,-4-2 2-16,1 2-1 15,-1-2 4-15,5 2-5 16,1 0 5-16,1 0-6 16,-3 0 7-16,0-2-3 15,-5 0 4-15,9 0-2 16,-13 0-2-16,0 0-1 15,0 2 5-15,0-2 0 16,0 0-9-16,0 2 2 16,0 5 2-16,0 3 4 0,0 6 8 15,-3 7-9-15,3 8-1 16,-5 9-2-16,-13 5 5 16,-5 9-7-16,-7 8 2 15,-2 7 0-15,-3 5 4 16,-4 3-4-16,2 1 0 15,-2 1 1-15,-4 1-2 16,4 4 2-16,-8-2-2 16,8 1 3-16,5 2-4 15,6-2 2-15,3 2 0 16,6-2 0-16,1-1-2 16,-1-5 2-16,4-3 0 15,-2-5-3-15,4-9 6 16,1-6-5-16,-4-9 6 0,6-7-6 15,4-7 4-15,-1-4-4 16,5-6 2-16,-7-1-3 16,1-3 3-16,4 1 1 15,-3 3-2-15,0 4 4 16,1 4-5-16,-2 0 6 16,1 4-6-16,-2 0 2 15,0-2 0-15,2 2-2 16,-4 3 2-16,2-1-6 15,-1 2 7-15,5 0-1 16,1-6-2-16,4-4-5 0,0-4 8 16,0-2-2-16,-2-5 0 15,2 1 2-15,-5-3-3 16,3 1 2-16,-2-1-6 16,-2 1 6-16,4-3-2 15,-3 0 1-15,5-1-1 16,-2-1 4-16,-2-2-2 15,-1 1-13-15,-4-1 1 16,2 0 23-16,-2 1 0 16,0-1-11-16,1-4 7 15,-1 0-13-15,0 0 15 16,-5-2-11-16,1 3 2 16,-8-3 5-16,-7-2-5 15,-2 0 5-15,-4 0-5 0,-5 0 5 16,-7 0-5-16,-5 0 2 15,-2 0-2-15,-2 0 1 16,0-9-1-16,0-1 0 16,-5-2 1-16,-4-3-1 15,-5 2 5-15,-3 1-4 16,-1-2 2-16,-6 2-3 16,-1-3 0-16,-3 2 0 15,2 3 0-15,8-2 1 16,4 1-1-16,0-1 4 15,-3-3-7-15,-5-1 8 16,-16-5-6-16,-8-2 2 16,-12-6-1-16,-6 0 0 0,-3 0 1 15,4 3-2-15,7-1 1 16,10 2 0-16,7 0 2 16,4 0-3-16,-2 0 3 15,-4 0-4-15,-10-1 2 16,-4-6 0-16,-6 1-1 15,2 0 2-15,1 0-1 16,6 2 2-16,16 2-2 16,8 2 7-16,9 3-6 15,3-1 3-15,-7 0-5 16,-3-2 1-16,-6-1 0 16,-5-2-1-16,-2 2 2 0,-3 1-1 15,5 0 2 1,2 2-1-16,9 4 0 15,8 1-2-15,4 1 1 0,1 1 0 16,-4-1 0-16,-2 3 0 16,-7-3-2-16,-1 1 5 15,-1 1-5-15,2 1 5 16,8 3-5-16,4 3 3 16,-1-3-1-16,6-1-2 15,-2-1 2-15,3 1-3 16,10 4 4-16,14 2-2 15,12-1-6-15,3 1-15 16,7 0-72-16,2 0-64 0</inkml:trace>
  <inkml:trace contextRef="#ctx0" brushRef="#br0" timeOffset="-13968.59">28438 3429 87 0,'0'-10'49'15,"0"7"-65"1,0 1 9-16,0-2 6 0,0-2-36 16,0-2 18-16,-4-3 19 15,-3 5 2-15,-2 0-2 16,-3 0-15-16,5 3 16 15,3-1 6-15,4 0-2 16,0 2-3-16,0-2 0 16,0 0 4-16,0 0-4 15,0 0 0-15,0 0 2 16,0-3 9-16,0 5 27 16,0 0-10-16,2 2-4 15,0 0-11-15,-2 0 3 16,0 0-12-16,0 0 3 0,0 0-7 15,0 7 10-15,-4 15 3 16,-13 9-3-16,0 9 1 16,-9 7-1-16,-4 7 3 15,-6 14-9-15,-9 9 7 16,-5 10-10-16,-7 8 3 16,-5 9 0-16,-3-1-2 15,-1 3 3-15,1-5-3 16,3-3 2-16,2-5-5 15,7-8 4-15,2-7-3 16,6-5 4-16,0-11-4 0,9-8-1 16,4-6 0-16,4-11 0 15,5-4 0-15,5-6-2 16,3-5 6-16,4-3-7 16,5-4 6-16,-1-3-6 15,-1-2 2-15,2-3-2 16,1-3 0-16,3-2 2 15,0 0-4-15,2-2-1 16,0 0-4-16,0 0 0 16,-2 0-13-16,-1 0-7 15,3 0-16-15,-2 2-12 16,2-2-5-16,-2 0-36 16</inkml:trace>
  <inkml:trace contextRef="#ctx0" brushRef="#br0" timeOffset="-3228.56">30307 2683 189 0,'30'-28'44'15,"-3"-1"-69"-15,-1-1 29 0,-1 5 21 16,-11 13-7-16,-5 2 3 16,-2 3 0-16,-4 3-3 15,-3 2-10-15,0 2 3 16,0 0-5-16,0 0-4 15,0 0-2-15,0 0 10 16,-10 0-1-16,-6 10-7 16,-9 15 3-16,-5 9-3 15,-2 3 1-15,-3 2-1 16,-1 5 1-16,-4 5-3 16,-6 7 3-16,-5 5-1 15,-6 5 0-15,-3 4-1 16,-7 2-2-16,3 5 5 15,-1 4-4-15,8-3 5 16,7 1-3-16,10-4 1 0,8-9-1 16,4-6 1-16,10-8 2 15,2-11-5-15,2-6 3 16,4-10-2-16,4-6 5 16,1-7-6-16,5-1 2 15,-2-7-3-15,2-4 1 16,0 0 1-16,-2 0-2 15,2 0-3-15,0 0-5 16,0 2 6-16,0-2-7 16,0 0 1-16,0 0-7 0,0 0-11 15,-2 0-25-15,-1 0-59 16</inkml:trace>
  <inkml:trace contextRef="#ctx0" brushRef="#br0" timeOffset="-2079.54">29366 3680 16 0,'-3'-13'169'16,"1"2"-146"-16,2 3-21 0,0 4 29 15,0 2 9-15,0 0-8 16,0 2-17-16,0 0-4 16,0 0-3-16,0 0 0 15,0 0 1-15,0 0-2 16,0 0-2-16,0 0-5 16,2 0 8-16,8 0-7 15,6 8 10-15,11 7-8 16,8-1 1-16,5-2-6 15,3 3 3-15,-2-2 0 16,-1-1 1-16,-4 0 2 16,-6 1-6-16,-6-1 4 15,-9-5-3-15,-4-3-2 0,-5-3 3 16,-6-1-6-16,0 0-1 16,0 0-4-16,0 0 16 15,0 0-4-15,-12 0 8 16,-8 0-12-16,-6 0 1 15,-6 0 2-15,0 0 0 16,0-1-2-16,-4-3-1 16,6-1 1-16,8 1-4 15,1 0 7-15,12 2-1 16,5-2 2-16,1 4-4 16,3-2 2-16,0 2-1 15,0 0-2-15,0-2 0 16,0 0-1-16,0-1 8 0,0-1-5 15,0 4 8 1,0-2-8-16,0 2 4 0,0 0-4 16,0 0-1-16,0 0-2 15,0 0 1-15,0 4 4 16,0 13-1-16,0 1 2 16,0 6-2-16,0-2 3 15,0 3-4-15,0 0 2 16,0 0-1-16,0-3-6 15,-7 1 6-15,-2 0-2 16,2-2 5-16,1-7-2 16,2-3 2-16,2-5-6 0,2-4 4 15,0-2-1-15,0 0 2 16,0 0-5-16,0 0-2 16,10 0 3-16,12-12 9 15,8-5-4-15,6-4-5 16,-2-1 5-16,-2 1-8 15,-2-2 5-15,-2 2-2 16,-2 1-2-16,2-3 2 16,-7 2 0-16,-4 4 4 15,-11 9-2-15,-1 4 0 16,-5 2-3-16,0 0 2 16,0 2 1-16,0 0 1 15,0 0 4-15,-19 0-1 0,-9 4-2 16,-8 17-2-1,-5 2 4-15,2 1-6 0,3-1 5 16,8-2-6-16,4 0 6 16,5-7-4-16,11-6 1 15,5-4 0-15,3-4-3 16,0 0 7-16,0 0-8 16,0 0 7-16,11 0-2 15,15-14-1-15,4-6 3 16,2-4-5-16,-2 2 1 15,-7-1-2-15,-5 2 6 16,-6 2-4-16,-5 7 1 16,-7 6-5-16,0 4 5 15,0 2-5-15,0 0 5 0,-11 0-1 16,-10 11-6-16,0 13-52 16,7 7-144-16</inkml:trace>
  <inkml:trace contextRef="#ctx0" brushRef="#br0" timeOffset="63331.97">31917 4416 35 0,'-9'0'29'16,"-6"0"3"-16,-6 0 31 16,21 0-18-16,0 0-24 15,0 0-1-15,0 0-4 16,0 0-5-16,0 0 4 0,0 0 1 15,0 0 3-15,0 0-4 16,0 0-10-16,0 0 1 16,0 0-7-16,0 0 3 15,0 0-2-15,0 0 1 16,0 0 1-16,0 0 3 16,0 0 3-16,-3 0-1 15,3 0-2-15,0 0-4 16,0 0 0-16,0 0 0 15,0 0 0-15,0 0-1 16,0 0 2-16,0 0 1 16,0 0 3-16,0 0-2 0,0 0 0 15,0 0-2-15,0 0-2 16,0 0 1-16,0 0-2 16,0 0 3-16,0 0-3 15,0 0-1-15,0 0-27 16,-2 0-72-16</inkml:trace>
  <inkml:trace contextRef="#ctx0" brushRef="#br0" timeOffset="112400.5">31961 4770 50 0,'14'-16'51'15,"0"4"-38"-15,-12 9 25 16,3-1 6-16,-5 2-20 15,2 2-13-15,0-2-1 16,-2 2 7-16,2 0 1 16,-2-2-3-16,0 0 6 15,0 2-6-15,0-2 0 16,0 0-8-16,5 2 3 16,-3-2-6-16,4-2-2 15,0 0 1-15,3-3-1 0,0 1 5 16,8-4 2-16,-2-3 4 15,2-3-3-15,-4-1 0 16,1-3 5-16,0-4-9 16,2 2-3-16,0-3-2 15,-2 4 0-15,0 3-1 16,-2 1 2-16,-3 2-3 16,0 1 4-16,0 2-4 15,-2 1 2-15,0 3-2 16,0 0 1-16,-1-3 1 15,2 1-2-15,-4 2 2 16,3 0-2-16,-5 1 2 0,3 5-2 16,-5 0 2-16,0 2-3 15,0 0 3-15,0 0 0 16,0 0 0-16,0 0-2 16,0 0-1-16,0 0 5 15,0 0-7-15,0 0 8 16,0 2-1-16,-7 13-2 15,-6 3 0-15,-6 5 1 16,0 4-3-16,1 2 1 16,2 0 2-16,2-4-3 15,4-2 2-15,4-4-2 16,4-5 2-16,2-2-2 16,0-1 0-16,0-5 0 15,0 0 0-15,0-2-4 16,0 0-8-16,6-2 2 0,9 0 3 15,6-2 12-15,1 0-5 16,3 0 4-16,3 0-3 16,-2-8-1-16,-1-6-2 15,-3-3-3-15,-1-4 5 16,-2-1-1-16,-1-3 2 16,-4 2-5-16,2 0 5 15,-4 2-1-15,-1 5 0 16,-4 2 2-16,-3 7-2 15,-4 5 1-15,0 0 0 0,0 2 1 16,0 0-1 0,0 0-1-16,0 0-3 0,0 0 1 15,0 0-9 1,0 0 8-16,0 4 13 0,-13 15-5 16,-1 6-3-16,-2 6 1 15,5 2-2-15,-1 2 0 16,5-4 0-16,3 0-2 15,1-6 4-15,3 0-2 16,0-3-2-16,0-2 2 16,0-8-2-16,9-2-13 15,10-4-27-15,-1-2-11 16,-2-1-44-16</inkml:trace>
  <inkml:trace contextRef="#ctx0" brushRef="#br0" timeOffset="148469.57">20002 17813 58 0,'-12'0'19'16,"6"0"-9"-16,6 0 17 16,-3 0 14-16,-1 0-7 15,4 0-18-15,-2 0 6 16,0 0-7-16,2 0-1 15,-4 0-2-15,4 0 1 16,0 0 3-16,0 0 0 16,0 0-2-16,0 4 0 0,0-4 6 15,0 5-5 1,-2 1-2-16,0 2-5 0,0 1 3 16,-3-3-6-16,1 4 2 15,-1 2-1-15,-1-1-5 16,-2 2 2-16,1-4-1 15,1 6 2-15,-1 8-5 16,-3 2 4-16,1 8-3 16,-2 4 3-16,-3 7 2 15,0-3-2-15,-5 2 0 16,4-1 3-16,1 0 2 16,0-3-6-16,4 2 4 15,4-2-5-15,1 9 3 16,3 2-2-16,2-2 1 0,0-1 2 15,0 0-4-15,0-3 2 16,0-3-1-16,0-1-1 16,11-3-1-16,1 0-3 15,-1-4 3-15,4-3 2 16,-2-8-6-16,0 1 1 16,-3-9-2-16,-3-3-3 15,-3-1 1-15,-4-6-12 16,0-1-23-16,0-3-39 15,0 0-31-15,0 0-63 16</inkml:trace>
  <inkml:trace contextRef="#ctx0" brushRef="#br0" timeOffset="149370.31">20177 18110 54 0,'0'-5'42'0,"0"5"-20"16,0-4-2-16,0 4 13 0,0 0 0 15,0 0-9-15,0 0-3 16,0 0 2-16,0 0 6 16,0 0 2-16,0 0 1 15,0 0-12-15,-3 0-5 16,3 0-9-16,0 0-3 16,0 0-1-16,0 0-3 15,0 0 4-15,3 13-4 16,13 2 7-16,2 3-6 15,1 2 4-15,4 10 2 16,-1 3 4-16,-3 2 0 16,2 0-7-16,-7 2 5 15,4 0-4-15,2 1 1 16,1-5-4-16,-4-4 4 16,-6-4-8-16,0-4 3 0,1-5 0 15,-5-3 0-15,-2-7-1 16,-3-6-5-16,-2 0-9 15,0 0-32-15,0 0-20 16,0 0-6-16,0 0-23 16,0-21-31-16</inkml:trace>
  <inkml:trace contextRef="#ctx0" brushRef="#br0" timeOffset="149709.89">20444 18015 179 0,'0'-3'31'16,"0"3"-30"-16,0 0 4 15,0 0 20-15,0 0-2 16,0 4-6-16,0 15-6 15,0 0 2-15,-2 8 7 16,-10 2-8-16,-6 6-3 16,-3 2-3-16,0 0 2 0,3 5 1 15,-3-3-6-15,-2-2 5 16,-2-4-8-16,2-1 1 16,2-12-2-1,7-1-1-15,0-5-11 0,7-3-21 16,3-7-28-16,4-4-56 15</inkml:trace>
  <inkml:trace contextRef="#ctx0" brushRef="#br0" timeOffset="150195.99">20168 17959 185 0,'-9'-5'16'0,"1"5"-31"16,6-4 37-16,2 4-6 16,0 0-3-16,0 0 0 15,0 0-6-15,0-4 4 16,0 4-1-16,0 0 3 16,0 0-7-16,0-2 9 0,0-2-4 15,4 4-6-15,11-5 4 16,-2 5 8-16,-1-4 1 15,4 4-10-15,-2-1 3 16,0 1-10-16,0-3 3 16,4 2-4-16,1 1 1 15,-4-5-2-15,-3 5 1 16,-7 0 0-16,1 0-7 16,3 0 1-16,-1-4-14 15,1 4-41-15,4-4-24 0,4 2-57 16</inkml:trace>
  <inkml:trace contextRef="#ctx0" brushRef="#br0" timeOffset="150945.33">20761 18459 1 0,'2'0'63'0,"1"0"-13"16,-1 0 18-16,-2 0-23 15,2 0-8-15,-2 0 0 16,0 0 6-16,0 0-2 16,0 0-14-16,2 0 1 15,-2 0-8-15,0 0 0 16,3 0-8-16,0 0 3 0,-1 5-4 15,0-3-4-15,0 2-1 16,1-4-6-16,-1 4 6 16,-2-4-5-16,0 0 4 15,0 0-5-15,0 0 2 16,0 0-2-16,0 0 3 16,2 0-3-16,-2 0-2 15,2 0 5-15,-2 0-6 16,0 0 7-16,0 0-5 15,0 0 2-15,0 0-2 16,0 0 2-16,0 0-1 16,0 0 0-16,0 4 1 15,0 2 0-15,0 2 3 16,2-1-3-16,-2 1 1 16,0 1-3-16,3-3 4 0,-3 6-5 15,2-2 2-15,0 11 0 16,-2-2-1-16,0 2 4 15,0-1-3-15,0 3 0 16,0-9 0-16,0 1 1 16,0-7-2-16,0-3 1 15,0-5-3-15,0 0-5 16,0 0-3-16,0 0-12 16,0 0-5-16,0 0-10 15,0 0-9-15,0 0-28 0,0-13-70 16</inkml:trace>
  <inkml:trace contextRef="#ctx0" brushRef="#br0" timeOffset="151367.48">21260 18488 146 0,'0'0'96'0,"0"0"-87"15,0 0-4-15,0 0 10 16,0 0 31-16,0 0-3 16,8 4-30-16,-6 11 0 15,0 8-8-15,-2 0-2 16,0 1-4-16,0 1 0 0,0-2-8 15,0 0-24-15,0-9-18 16,-2 1-19-16,2-7-18 16</inkml:trace>
  <inkml:trace contextRef="#ctx0" brushRef="#br0" timeOffset="151727.27">21649 17954 156 0,'3'-4'61'0,"1"4"-53"15,5 0 12-15,3 4 23 16,6 15 1-16,10 10-13 15,2 8-5-15,2 5 10 16,0-3-20-16,-2 4-1 16,-3-7-8-16,1-1 4 15,-7-4-7-15,-3-2-2 16,-6-6-3-16,-3-7 1 16,-4-1 1-16,-3-7-3 15,-2-4-6-15,0-4-16 0,0 0-36 16,0 0-2-16,0 0-14 15,0-19-45-15,-5-7 8 16</inkml:trace>
  <inkml:trace contextRef="#ctx0" brushRef="#br0" timeOffset="151981.56">21958 17897 123 0,'2'-3'69'15,"-2"3"-46"-15,0 0 13 16,0 0 10-16,0 19-6 16,-9 12-9-16,-8 4-12 0,-3 6-4 15,-1-3-10 1,-2 1 1-16,0-3-2 0,1-3 1 16,0-2-7-16,1-5 1 15,6 3-1-15,-2-10-6 16,4 0-4-16,1-9-12 15,3-6-21-15,2-4-46 16,3 0-35-16</inkml:trace>
  <inkml:trace contextRef="#ctx0" brushRef="#br0" timeOffset="152311.13">21660 17793 123 0,'0'-5'72'15,"0"1"-51"-15,0 4 13 16,0 0-6-16,0 0-18 15,3 0 1-15,22 0 5 16,10 0 1-16,4 0-11 16,0 0 1-16,0-4-2 15,-5 4-6-15,-6-1 5 0,-11 1-8 16,-6 0-6 0,-7 0-19-16,-4 0-11 0,3 0-20 15,1 0-32-15</inkml:trace>
  <inkml:trace contextRef="#ctx0" brushRef="#br0" timeOffset="152827.55">22045 18153 77 0,'2'13'50'0,"1"-3"-30"16,-3-4 28-16,2-2-5 15,2 0-5-15,-1 1-11 16,3-1 1-16,0-2 1 16,-2-2-6-16,3 4 2 15,-3-4-3-15,3 0-6 16,1 0-12-16,1 0 5 15,2 0-5-15,1 0 1 16,1 0-4-16,-4 0 3 16,1 0-2-16,-1 0-1 15,0 0 0-15,-2 0 1 16,0 4 4-16,-2 4-5 0,-3-2 3 16,2 5-4-16,-4 3 2 15,0-1-1-15,0-3 1 16,0 4-1-16,0 1-2 15,-9 0 3-15,3-3-4 16,-4 2 5-16,5 1-6 16,3-2 6-16,2-8-8 15,0 4 4-15,0-7-2 16,0 2-5-16,5-4-9 16,9 0-20-16,6 0-5 15,1 0-19-15,2 0-15 16,-1-4-28-16,-5-7-21 0</inkml:trace>
  <inkml:trace contextRef="#ctx0" brushRef="#br0" timeOffset="153086.86">22538 18284 146 0,'4'0'49'0,"0"0"-21"16,1 0 23-16,2 1-6 15,3 12-10-15,-6 2-14 0,0-1-4 16,-4 5-1 0,0-5-6-16,0 7-8 0,0-9-4 15,0 3-5-15,0-1-12 16,0-1-39-16,0-7-97 15</inkml:trace>
  <inkml:trace contextRef="#ctx0" brushRef="#br0" timeOffset="153714.46">23304 17906 118 0,'9'0'48'16,"2"0"-25"-16,5 5 23 15,2 11-3-15,8 3-8 16,1 0-3-16,10 10-13 0,12 1-3 15,4 10 4-15,5 1-7 16,-4 3 1-16,-3 4-4 16,-10-3-2-16,-9-6-4 15,-8-1-4-15,-10-7 3 16,-7-11-7-16,-3-1-1 16,-4-10-12-16,0-5-6 15,0-4-15-15,0 0-24 16,0 0 2-16,0-9 3 15,0-15-37-15</inkml:trace>
  <inkml:trace contextRef="#ctx0" brushRef="#br0" timeOffset="153990.24">23844 17927 22 0,'0'-1'71'0,"0"1"-27"15,0 0 14-15,0 0 5 16,0 0-13-16,0 0-18 16,-18 9-25-16,-12 19 3 15,-4 7 0-15,-4 6 1 16,2 3-3-16,1 6-3 16,3-7-3-16,4 0 1 15,-2 1-2-15,0-7-11 0,3 0 2 16,-1-9-7-16,8-8-3 15,8-6-23-15,3-9-17 16,5-5-43-16,1 0-27 16</inkml:trace>
  <inkml:trace contextRef="#ctx0" brushRef="#br0" timeOffset="154344.77">23324 17755 104 0,'0'0'98'15,"0"-4"-75"-15,0 4-15 16,0 0 8-16,0 0 0 16,0 0-5-16,21 0 0 15,13 0 5-15,13 0-4 16,3 0-8-16,3 0 4 16,-2 0-5-16,-6 0 1 15,-8 0-6-15,-11 0-2 16,-12 0-9-16,-5 0-18 0,-5 0-24 15,3 0-38-15</inkml:trace>
  <inkml:trace contextRef="#ctx0" brushRef="#br0" timeOffset="154995.24">24035 18167 71 0,'0'5'69'0,"0"-1"-36"15,3 0 16-15,-3-4 5 16,0 0-10-16,2 0-17 15,-2 0-13-15,0 0 0 16,0 0-4-16,2 0-1 16,-2 0-14-16,5 0 1 15,-1 0 2-15,7 0 3 16,4 0-1-16,0 0 0 16,2 2-1-16,1 2-1 15,-2 7 5-15,-2-3-4 0,0 4 3 16,-7-6-3-16,-1 5 2 15,-3-3-1-15,-3-2 0 16,0 2-1-16,0 1 2 16,-3 1 1-16,-10-1-2 15,1-3 2-15,3 2-3 16,5-2 5-16,-1-6-7 16,5 0 3-16,0 4-3 15,0-4-8-15,5 0-4 16,11 5-8-16,2-3 13 15,-1 2 9-15,-4 0 3 16,-2 4-3-16,-1-2 1 16,-3 9 4-16,-1-1-3 15,1 5 5-15,-2 0 0 16,-2-1 2-16,-3-3 1 0,0 2 5 16,0-7-6-16,0-4 3 15,-17 2 0-15,-1-2 6 16,-5-2-10-16,4 0-7 15,6-4-4-15,1 5-20 16,9-5-7-16,3 0-48 16,0 0-87-16</inkml:trace>
  <inkml:trace contextRef="#ctx0" brushRef="#br0" timeOffset="155223.77">24578 18294 123 0,'11'0'114'15,"1"0"-89"-15,-3 0 12 16,0 4 8-16,-1 11-4 16,-2 3-19-16,-1 3-12 15,-3 6-9-15,0-2 0 16,-2 2-10-16,0-4-59 15,0-3-23-15,0-6-118 16</inkml:trace>
  <inkml:trace contextRef="#ctx0" brushRef="#br0" timeOffset="155641.24">25531 18304 190 0,'0'0'70'0,"0"0"-66"15,0 0-13-15,0 4 16 16,2-4-4-16,0 0 2 16,3 7-8-16,-1-3-14 15,6 0-50-15,-1 0-90 0</inkml:trace>
  <inkml:trace contextRef="#ctx0" brushRef="#br0" timeOffset="155813.24">25888 18319 126 0,'0'-2'90'16,"2"0"-63"-16,-2 0-15 16,0 2-3-16,2 0-9 15,5 0-31-15,4 0-127 16</inkml:trace>
  <inkml:trace contextRef="#ctx0" brushRef="#br0" timeOffset="155972.76">26188 18294 68 0,'6'0'-2'16</inkml:trace>
  <inkml:trace contextRef="#ctx0" brushRef="#br0" timeOffset="156770.8">26621 18304 76 0,'0'0'122'15,"0"0"-72"-15,0 0-1 16,0 0-9-16,0 0 2 16,0 4-8-16,0 3-11 15,0 1-7-15,2 10-4 16,1 10-6-16,-3-4-3 15,0 5-1-15,0 3-7 16,0-3 0-16,-3-1-10 16,-6-3-17-16,2 2-42 15,3-6-36-15,2-8-55 0</inkml:trace>
  <inkml:trace contextRef="#ctx0" brushRef="#br0" timeOffset="157104.58">26862 17940 196 0,'10'0'52'0,"2"6"-31"16,9 13 12-16,1 8-3 16,6-3-12-16,1 14-5 15,-1 3 11-15,2 2-10 16,-2 1-7-16,-7 2-5 16,-6-9-1-16,-2-6-3 15,-2-8-2-15,2-7-4 16,-5-5-4-16,-4-7-9 15,-2-4-44-15,-2 0-26 16,0-9-42-16</inkml:trace>
  <inkml:trace contextRef="#ctx0" brushRef="#br0" timeOffset="157358.84">27275 17859 114 0,'-17'21'104'0,"0"5"-82"16,-11 8-7-16,-2 9 18 15,7 5 7-15,-1 4-21 16,1-1-5-16,5 5-3 16,0-8-3-16,-6-2-4 15,2-7-4-15,-1-10-1 16,2-2-9-16,7-13 0 15,5-5-28-15,6-7-9 0,3-2-15 16,0 0-43-16</inkml:trace>
  <inkml:trace contextRef="#ctx0" brushRef="#br0" timeOffset="157721.01">26976 17762 166 0,'0'0'56'16,"-3"-2"-47"-16,3 2 18 15,0-5 27-15,0 1-9 16,0 4-23-16,0 0-16 16,26 0-2-16,8 0 3 15,7 0-7-15,0 0 3 16,-3 0-6-16,-4-4 3 16,3 4 0-16,-3 0-3 15,-4 0-4-15,-4 0-6 0,-5 0-6 16,-12 0-33-16,-3 0-29 15,-3 0-50-15</inkml:trace>
  <inkml:trace contextRef="#ctx0" brushRef="#br0" timeOffset="158320.65">27314 18230 186 0,'2'0'58'16,"-2"0"-46"-16,2 0 15 15,0 4 14-15,1 0-15 16,3 9-13-16,0-1-4 15,3 0 0-15,0 7-2 16,-5-5-2-16,1 1-2 16,0-3 2-16,-3 3-5 15,-2-5 3-15,2 0-5 16,-2 1 3-16,3-7-5 16,-3-4-3-16,0 0-1 15,0 0-9-15,0 0 7 16,0 0 3-16,0 0-1 0,0-2 0 15,0-16 4 1,0-6 2-16,0 0 0 0,0-3 2 16,2 0-3-16,11 2 4 15,4 6 0-15,-2 5 4 16,0 10-1-16,-2 4 6 16,-1 0-6-16,-3 0 7 15,0 4-6-15,-1 6 3 16,-2-2-2-16,1 3-3 15,2 3 1-15,3 1 0 16,1 2 4-16,-4 1-1 16,4 1 6-16,-5-1-3 15,-3-1-2-15,-1-4-6 0,-1-4-1 16,-3-2-2-16,0-3-7 16,0-4-27-16,0 0-24 15,0 0-33-15,0 0-64 16</inkml:trace>
  <inkml:trace contextRef="#ctx0" brushRef="#br0" timeOffset="158798.34">27590 17729 165 0,'0'-2'76'16,"2"2"-35"-16,0 0 10 15,3 0-9-15,4 2-16 16,5 16-8-16,7 15-7 15,6 0-2-15,3 9-1 16,0 1-1-16,-7 5 2 16,-2 4-2-16,-3-5 4 15,3-1-8-15,-2-3-1 16,1 3-2-16,1-7-1 0,0-2 2 16,-6 3-3-16,0-1 4 15,-13-4-3-15,-2 7 1 16,0-5-5-16,-10-3 3 15,-6-6-2-15,0 1 0 16,2-10-3-16,3-1 0 16,4-9 3-16,2-7-1 15,3 2-5-15,2-4-22 16,0 0 3-16,0 0-15 16,0 0-27-16,0 0-49 0</inkml:trace>
  <inkml:trace contextRef="#ctx0" brushRef="#br0" timeOffset="159936">27541 18285 23 0,'0'0'39'0,"0"0"-21"16,0 0 23-16,0 0 1 15,0 0-13-15,0 0-6 16,0 0-4-16,0 0 4 16,0 0-9-16,0 0 2 15,0 0-5-15,0-1 2 16,0 1-1-16,0 0-7 0,0-3 1 16,0 3-2-16,0-1 2 15,0 1-2-15,2 0 2 16,-2 0-1-16,0 0 1 15,0-5 5-15,0 5 0 16,0 0-2-16,0 0-5 16,0 0-1-16,0 0-2 15,0 0 2-15,3 0-3 16,-3 0 3-16,0 0-5 16,0 0 4-16,0 0-1 15,0 0 1-15,0 0 2 16,0 0-2-16,0 0 1 0,0 0-2 15,3 0 2-15,-1 0-4 16,0-4 2 0,3 4-2-16,-1-4 2 0,3 4-1 15,-3-4-1-15,4 2 1 16,-4-3 0-16,1 0 2 16,4 1-4-16,-2-5 3 15,0 5-4-15,2 0 5 16,0-3-4-16,1 1 0 15,-1 2 0-15,-5 4 0 16,1-4 2-16,-3 4-6 16,0 0 11-16,3 0-5 15,0 0 2-15,2 0-7 0,-1 0 5 16,1 0 3-16,-2 0-3 16,0 8 7-16,-3 5-1 15,0 4 11-15,1 3-11 16,-1-2 2-16,0 5-3 15,3 0 0-15,1-2-1 16,1-3-2-16,1 1 0 16,-4-4-1-16,-2-3 3 15,1-6-6-15,-3-2 5 16,0-4-9-16,0 0-3 16,0 0-37-16,0 0-39 15,0 0-65-15</inkml:trace>
  <inkml:trace contextRef="#ctx0" brushRef="#br0" timeOffset="188528.58">8325 16405 104 0,'19'-10'58'0,"-12"6"-22"15,-7 0-3-15,0 4-7 16,0-4 14-16,0 0-24 0,0 1-1 15,0 3-8-15,0 0 8 16,0 0-2-16,0 0 2 16,0 0-4-16,0 0 7 15,0 0-2-15,0 0-1 16,0 0 4-16,0 0-7 16,0 0 3-16,0 0-8 15,0 0 12-15,0 0-15 16,0 0-1-16,0 0-3 15,0 0-1-15,0 7 3 16,0 11-5-16,0 5 6 16,2 2-4-16,3-2 6 15,0-1-9-15,0 3 8 0,1-6-6 16,-1 4 0 0,-1-5 4-16,1-3-5 0,0-1 4 15,-1-7-5-15,-4 1 8 16,3-8-9-16,-1 0 0 15,-2 0-15-15,4 0 2 16,3 0-4-16,5 0 5 16,6-19 21-16,5-14-3 15,5-11 4-15,4-11-1 16,3-12-2-16,1-3-13 16,-1-4 13-16,1 1-6 15,2 3-1-15,-2-1 3 0,3 5-2 16,0 8 4-1,5 6-5-15,-7 11-1 0,-5 12-18 16,-4 6-1 0,-15 13-18-16,-3 5-5 0,-5 5-7 15,-5 0-3-15,2 0 29 16,-2 15-78-16</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2226.01904" units="1/cm"/>
          <inkml:channelProperty channel="Y" name="resolution" value="3561.63037" units="1/cm"/>
          <inkml:channelProperty channel="F" name="resolution" value="2.84167" units="1/deg"/>
          <inkml:channelProperty channel="T" name="resolution" value="1" units="1/dev"/>
        </inkml:channelProperties>
      </inkml:inkSource>
      <inkml:timestamp xml:id="ts0" timeString="2020-08-12T17:19:13.079"/>
    </inkml:context>
    <inkml:brush xml:id="br0">
      <inkml:brushProperty name="width" value="0.05292" units="cm"/>
      <inkml:brushProperty name="height" value="0.05292" units="cm"/>
      <inkml:brushProperty name="color" value="#FF0000"/>
    </inkml:brush>
  </inkml:definitions>
  <inkml:trace contextRef="#ctx0" brushRef="#br0">15976 10462 81 0,'2'0'75'16,"-2"-5"-49"-16,0 1 8 16,0 4 14-16,0 0-11 15,0 0-19-15,0 0-5 0,0 0 0 16,0 0 3 0,0 0-4-16,0-3 1 0,0 3 0 15,0 0-5-15,0 0-4 16,0-2-4-16,0 0 11 15,0 0-12-15,0 0 9 16,5-2 0-16,4-2 7 16,0-1-10-16,3-3 2 15,1-2-3-15,-3-1 3 16,-1-1-3-16,-5-3 0 16,1-2-2-16,-1-3-3 15,-2-5 1-15,-2 0 0 16,0 2 1-16,0 3-1 15,0 3 1-15,0 2 0 0,0 5-2 16,0 1 2-16,0 1-2 16,0 2 2-16,-6 1-1 15,-3 1 2-15,-2 0 1 16,-2 4-3-16,2 0 3 16,2 2-5-16,0 0 9 15,0 0-5-15,-2 0-1 16,-4 0-1-16,0 6 0 15,2 7 0-15,5-3 0 16,1 2 0-16,-1 1 0 16,2 1 0-16,-1 5-1 15,2 2 2-15,3 4-1 0,0 1 0 16,0 3-1-16,-1 1 2 16,1-2-2-16,-1 1 3 15,3-2-3-15,0 2 1 16,0 0 1-16,0-2-1 15,0 2 1-15,8 0-2 16,1-2 2-16,-3 2-2 16,-3-2 2-16,1-2 1 15,-2 2-4-15,-2 0 4 16,0-2-2-16,0 1 1 16,0 2-2-16,0-4 2 15,0 3-2-15,-9-2 2 16,5-3-1-16,2-1-1 15,-1-2 2-15,-1-2-1 16,4-5 0-16,-2-4-1 0,-3-6-2 16,5 0-9-16,-3 1-20 15,1-3-21-15,0 0-37 16,-3 0-61-16</inkml:trace>
  <inkml:trace contextRef="#ctx0" brushRef="#br0" timeOffset="2783">15886 10438 36 0,'0'0'24'0,"0"0"2"16,0 0 29-16,0 0-14 15,0 0-16-15,2 0-1 16,5 0 7-16,0 0-4 15,-3 0-4-15,4 0-3 0,-4 0-2 16,1 2 3-16,-1-2-7 16,1 2 2-16,2 0-5 15,0 0 3-15,0 0-6 16,2-2 1-16,1 2-2 16,-2-2-1-16,1 3 2 15,0-2-5-15,3-1 3 16,-1 3-6-16,2-3 3 15,-4 0-3-15,-1 0 3 16,-3 1-3-16,-1-1 0 16,-4 0 1-16,0 0-1 15,4 0 1-15,-4 0-4 0,0 0 5 16,0 0-6 0,0 3 3-16,0-3-14 0,0 4-72 15,0 0-31-15</inkml:trace>
  <inkml:trace contextRef="#ctx0" brushRef="#br0" timeOffset="10485.62">16043 9765 9 0,'0'0'9'0,"0"0"-1"0,0-2 7 15,0 2-6-15,0 0-3 16,0 0-5-16,0 0 4 16,0 0 3-16,0-2 4 15,0 2-1-15,0 0 4 16,0-3-3-16,0 3-4 15,0 0 1-15,0-1-2 16,0 1-1-16,0 0-4 16,0 0 4-16,0 0-1 15,0 0 0-15,0 0-2 0,0 0-1 16,0 0 4-16,0 0 1 16,0 0-1-16,0 0-3 15,0 0 0 1,0 0 0-16,0 0-1 0,0 0-2 15,0 0 5-15,0 0 2 16,0 0-4-16,0 4 1 16,0 4-3-16,-5 5-1 15,1-3 1-15,-2 0-1 16,-1 0 0-16,3-1 1 16,-3 1-4-16,3-2-2 15,-1-1 4-15,0 1 1 16,3-4-2-16,2-2-2 15,0 0-3-15,0 0-5 16,0 1 0-16,0-3-4 0,0 0-6 16,0 1-11-16,0-1-1 15,0 0-9-15</inkml:trace>
  <inkml:trace contextRef="#ctx0" brushRef="#br0" timeOffset="21733">15847 10007 67 0,'3'0'32'16,"-1"-4"-6"-16,0 2-5 15,-2 0 4-15,2 0-4 16,0-1-12-16,3-1-2 15,-1 0 1-15,1 0 0 16,-3 0-1-16,3-2-1 0,0 0-5 16,2 0 2-16,-1-1-3 15,3-1 0-15,1 0 0 16,1-3 1-16,-4 3 0 16,3-2 0-16,-4-2-1 15,3 1 0-15,-2-2 1 16,1 3-2-16,-2 2 1 15,1-3-1-15,2 3 1 16,-4 2-1-16,-2 0 1 16,-3 4 0-16,0 2 1 15,0 0-4-15,0 0 1 16,0 0-1-16,0 0 1 16,0 0 3-16,0 0-2 15,0 0-1-15,0 0 0 16,0 0 7-16,4 0 1 0,1 6-6 15,-1 0 1-15,3 3 0 16,0 1 0-16,0 0-2 16,0 3 3-16,-1-1-2 15,3 1 3-15,1-1-2 16,-3 2 0-16,2-1 0 16,-1-3-1-16,-4 1 1 15,3-5-2-15,-5 0 1 16,2-4-2-16,-1 0 2 15,-3-2-1-15,0 2 1 16,0-2-4-16,0 3-10 16,0-3-7-16,2 1-31 0,0 2-23 15</inkml:trace>
  <inkml:trace contextRef="#ctx0" brushRef="#br0" timeOffset="49288.86">16206 10424 38 0,'0'0'6'0,"0"0"-8"16,0 0 20-16,0 0-3 15,2-3-1-15,-2 3 6 16,0 0 3-16,0-2-11 15,0 2 1-15,0-2-4 16,0 2 2-16,0 0-6 16,0-2 5-16,0 2 6 0,0 0-7 15,0-2-1 1,0 2 2-16,0 0 3 0,0 0-5 16,0 0 0-16,0-2-5 15,0 0 1-15,0 0 3 16,0 0-1-16,0 2-1 15,0-2-3-15,0 2-1 16,2 0-1-16,-2 0 3 16,0 0-4-16,0 0 5 15,0 0-1-15,0 0-2 16,0 0-2-16,0 0-2 16,0 0 4-16,0 0-3 15,0 2 3-15,0 8 7 0,0 7-4 16,0 1-3-16,2 3 0 15,-2 0-1-15,6-1-2 16,-4 1-2-16,-2-4-4 16,0 0 5-16,0-5-1 15,0-4 7-15,0-4-8 16,0-2 1-16,2-2-10 16,-2 0-13-16,2 0-12 15,1 0-22-15,-3 0-54 16</inkml:trace>
  <inkml:trace contextRef="#ctx0" brushRef="#br0" timeOffset="49780.77">16417 10305 93 0,'-4'0'88'15,"2"0"-71"-15,-1 0 13 16,3 0-8-16,0 0-14 16,0 0-10-16,0 0 3 15,0 0 4-15,0 0-3 16,7 0 5-16,0 0-8 15,5 0 11-15,-1 0-12 16,2 0 13-16,4 0-10 16,-6 0 10-16,1 0-9 0,-5 0-1 15,-3 0-1-15,-4 0-1 16,0 0 0-16,0 0-4 16,0 0-15-16,0 0-59 15,0 0-119-15</inkml:trace>
  <inkml:trace contextRef="#ctx0" brushRef="#br0" timeOffset="50034.79">16417 10305 119 0,'15'124'58'0,"-15"-124"-46"16,0 0 22-16,0 0-6 16,0 0-24-16,0 0-6 15,0 0 2-15,9 0-4 16,12 0 9-16,-1 0-16 16,1 0-14-16,-3 0-20 15,-2 0-8-15,-3 0-26 16</inkml:trace>
  <inkml:trace contextRef="#ctx0" brushRef="#br0" timeOffset="52217.34">17029 10132 62 0,'-4'-3'62'16,"0"1"-30"-16,1 0 4 16,1 0-3-16,2 0-7 15,0 0-13-15,0-2-5 16,0 0 17-16,0 0-9 16,0 1-9-16,0 2 0 0,0 1 0 15,0-3-4 1,0 3 2-16,9-4 0 15,7 0-5-15,2 2 2 16,-2 0-2-16,5 2 1 0,-4 0 2 16,-4 0-3-16,-4 0 0 15,-1 0 0-15,-2 0 1 16,-4 0-3-16,1 0 4 16,-1 2-7-16,-2 4 13 15,0 1-13-15,2 1 0 16,-2 0 2-16,0 0-4 15,0 2-4-15,0 1 22 16,0 1-10-16,-11-1-8 16,-1 3-1-16,-1 1 3 0,1-1 2 15,2 3 4-15,-1-3-13 16,0-1 5-16,-1-1 1 16,1 1 4-16,1-3 1 15,3 0 4-15,1-2-6 16,3 1 6-16,1-5-3 15,2-2-1-15,0 0-2 16,0-2-2-16,0 0 4 16,0 2-4-16,0 0 10 15,7 1-14-15,10-2 17 16,-2 2 1-16,2-2-9 16,0-1 3-16,2 0-3 15,-1 0 2-15,1 0-2 0,-5 0 3 16,0 0-5-16,-5 0 2 15,-3 0-8-15,0 0-17 16,-2 0-28-16,-4 0-3 16,0 0-49-16</inkml:trace>
  <inkml:trace contextRef="#ctx0" brushRef="#br0" timeOffset="52642.75">16886 10396 81 0,'-2'0'122'16,"0"0"-100"-16,2 0 14 16,0 0 6-16,0-2-20 15,0 0-14-15,4 2-2 16,24 0 2-16,11 0-3 16,8 0 3-16,4 0 2 0,1 0-5 15,-1 0-1 1,-3 0-3-16,0 0 2 0,-7 2-1 15,-3 3-1 1,-4-1-1-16,-8-2 1 0,-11 0 0 16,-6-2-2-16,-7 0 1 15,-2 2-11-15,0-2-26 16,0 2-34-16,0 0-9 16,-13 2-33-16</inkml:trace>
  <inkml:trace contextRef="#ctx0" brushRef="#br0" timeOffset="53024.73">17034 10525 36 0,'0'0'117'0,"0"0"-101"16,0 0 1-16,0 0 13 16,0 4-21-16,-2 4 8 15,-3 7-12-15,3 4-4 0,2 1 0 16,0 3 0-16,0 0 2 15,0 0-1-15,0 2 3 16,0-3-3-16,0-3 3 16,0-3-3-16,0-1-2 15,0-5 1-15,0-2-7 16,0-4 6-16,0-1-20 16,0-2-35-16,0-1-54 15</inkml:trace>
  <inkml:trace contextRef="#ctx0" brushRef="#br0" timeOffset="53440.29">17188 10568 128 0,'0'0'21'15,"0"7"-5"-15,0 1 7 16,0 6 4-16,0 7-13 16,0 2-1-16,0 4-4 15,0-2 0-15,0-1-4 16,5-5 5-16,1-2-5 16,6-3-1-16,-1-3-5 0,4-3 2 15,0-4 7 1,2 0 5-16,3-4-9 0,-1 0-1 15,2 0-2 1,-3-4 1-16,-4-11-1 0,-3-1-6 16,-4-7 14-16,-5-2 11 15,-2-4-18-15,0 0 3 16,0-2-4-16,-9 4-2 16,-10 3-4-16,-1 3-6 15,-3 6-17-15,2 7 6 16,1 4-8-16,6 4-1 15,0 0-33-15,2 16-92 16</inkml:trace>
  <inkml:trace contextRef="#ctx0" brushRef="#br0" timeOffset="54836.57">15918 11335 45 0,'5'-5'130'16,"-5"5"-102"-1,0 0 3-15,0 0 12 0,0 0-18 16,0 0-15-16,0 0 3 16,0 0-7-16,0 0 0 15,0 0 4-15,0 13 14 16,2 12-20-16,5 8-3 15,-3 8 0-15,-4 3 5 16,3-1-4-16,0 5-3 16,-3-5 3-16,0 3 0 15,2 2 2-15,-2-3-5 16,0-4-1-16,0-5 4 16,2-7-4-16,-2-9-2 15,0-5-2-15,2-5-5 16,-2-6-12-16,2-2-11 15,1-2-16-15,-3 0 1 16,0 0 5-16,0-6-34 0,0-13-3 16</inkml:trace>
  <inkml:trace contextRef="#ctx0" brushRef="#br0" timeOffset="55240.01">15921 11260 165 0,'0'-14'17'0,"0"7"2"0,0-1 28 15,0 4-11-15,0 0-12 16,6-1-15-16,13 4-1 16,1-2 2-16,3 1-4 15,1 2 1-15,-1 0-2 16,1 0 1-16,0 0-2 15,1 11-4-15,1-3 0 16,-9 3-2-16,2-2-2 16,-8 2 7-16,-1 2-6 15,-5-3-2-15,-1 0 2 16,-4 5 9-16,0-1-14 16,0 5 5-16,-2-1 19 15,-17 3-16-15,-5 0-6 0,-6 2-3 16,-8-3-4-16,-1 1 8 15,0-5 0-15,5 1 0 16,6-6-4-16,3-5-7 16,8-2-1-16,6-4-35 15,2 0-20-15,5 0-32 16</inkml:trace>
  <inkml:trace contextRef="#ctx0" brushRef="#br0" timeOffset="55935.61">16066 11030 75 0,'2'-2'14'0,"-2"2"25"16,0 0 5-16,0 0-7 15,0 0-8-15,0 0-7 16,0 0-11-16,0 0-4 0,0 0-5 15,0 0 3-15,0 0-2 16,0 4 12-16,-2 7-10 16,-10 5-4-16,-4 1 0 15,2 1-3-15,0-1 6 16,2-3-4-16,3-6 0 16,5-1-15-16,2-5 20 15,2-2-4-15,0 0-3 16,0 0-5-16,0 0-5 15,0 0 1-15,0 0 9 16,0-4 10-16,0-9-8 16,4-1 1-16,5-3-3 0,-1 1 3 15,1 1 0-15,-1 3-1 16,2 0 2-16,-1-1-2 16,-2 5 2-16,2 0-1 15,1 1 3-15,-1 1-4 16,0 2 1-16,-3 0-1 15,-2 2 0-15,-2 2 2 16,0 0 0-16,0 0 5 16,5 0-7-16,-3 0 10 15,3 8-6-15,1 2-1 16,1 0-3-16,-1 1 1 16,1 2-1-16,-1-3-1 15,-1 2-3-15,-1-4 0 0,1 1-12 16,5-3-26-1,-1-2-94-15</inkml:trace>
  <inkml:trace contextRef="#ctx0" brushRef="#br0" timeOffset="57803.65">16248 11482 57 0,'0'-3'29'0,"0"3"-4"16,0 0 3-16,0 0-8 16,0 0-7-16,0-1 4 15,0 1 2-15,0 0-9 16,0-3-1-16,0 3-2 15,0 0 3-15,0 0 0 0,0 0 1 16,0 0-4-16,4 0 1 16,3 0 2-16,-1 0-2 15,3 0-4-15,6 0-3 16,-4 0 1-16,5 0-3 16,0 0 3-16,-4 0-3 15,-1 0 2-15,-6 0-2 16,-3 0 0-16,0 0 1 15,-2 4-6-15,0 0-2 16,0 3 15-16,0-1-7 0,-7 2 1 16,-6 3-1-1,-1-3-1-15,0 0 1 0,-2 3 0 16,2-7-2-16,-2 2-2 16,3 2 2-16,0 0 3 15,5 1-1-15,3-3 1 16,5-2-2-16,0 1-2 15,0-4-2-15,0 3 3 16,2 0 2-16,9 0 4 16,6-1 3-16,0-3-8 15,0 0 5-15,7 0-4 16,-3 0 3-16,-4 0-5 16,-2 0 1-16,-6 0-3 15,-3 0-11-15,-6 0-18 16,3 0-31-16,-3 2-70 15</inkml:trace>
  <inkml:trace contextRef="#ctx0" brushRef="#br0" timeOffset="59088.94">16518 11428 94 0,'0'0'81'16,"0"0"-58"-16,0 0 13 16,6 0 5-16,0 0-26 15,3 0-1-15,8 0-5 16,-1 0 2-16,5 0-10 16,-1 0 2-16,1 4-4 15,-5 2 2-15,-2-4-1 16,-8 0 0-16,-1 0-1 15,-2-2-6-15,-1 2-11 16,-2-2-29-16,0 2-27 0,0 3-81 16</inkml:trace>
  <inkml:trace contextRef="#ctx0" brushRef="#br0" timeOffset="59371.34">16518 11428 62 0,'49'118'96'15,"-51"-118"-83"-15,0 0 12 16,2 0 3-16,0 0-17 0,0 0-8 15,2 4 2-15,16-2-6 16,3 0 1-16,2 0 1 16,-5-2-2-16,-4 0-8 15,-5 2-23-15,-2 0-17 16,-4 0-40-16</inkml:trace>
  <inkml:trace contextRef="#ctx0" brushRef="#br0" timeOffset="66845">17135 11401 1 0,'0'0'144'16,"0"0"-94"0,0 0-43-16,0 0 11 0,0 0 17 15,0 0-6-15,0 0-22 16,0 0-6-16,0 0 8 16,0 0 1-16,0 0-8 15,0 0 3-15,0 0 4 16,8-7-2-16,0-3-4 15,1 0-2-15,4 0-1 16,-7-3 0-16,3 5 0 0,-2-3-1 16,0 3-1-16,0-2-1 15,0-3-2-15,-1 3-2 16,1-1 7-16,-1 3 0 16,-4 4 0-16,-2 4 2 15,0 0-2-15,0 0 2 16,0 0-6-16,0 0 8 15,0 0-3-15,0 0 12 16,0 4-10-16,0 4 0 16,0 1 0-16,0 3-4 15,0 3 4-15,0 1-4 16,0 1 3-16,0 3-2 16,0-1 2-16,-2-2-2 15,-1-3 0-15,0-3 1 16,3-1-1-16,0-4 0 0,-2-2-4 15,2 0-1-15,0-1-26 16,0-1-12-16,0-2-35 16,0 4-84-16</inkml:trace>
  <inkml:trace contextRef="#ctx0" brushRef="#br0" timeOffset="67218.71">17013 11525 147 0,'-2'0'22'0,"2"0"-13"16,0 0 20-16,0 0-5 16,0 0-24-16,0 4 12 15,23 0 7-15,9 0-7 16,9 3-9-16,10-3 7 16,2-4-8-16,1 0 6 15,-2 0-4-15,-8 0-1 0,-10 0-2 16,-8 0-2-16,-13 0 0 15,-6 0-8-15,-5 0-7 16,0 0-40-16,-2 0-14 16,0 0-54-16</inkml:trace>
  <inkml:trace contextRef="#ctx0" brushRef="#br0" timeOffset="67596.42">17113 11676 33 0,'0'0'124'0,"-3"0"-106"16,3 0-1-16,0 0 8 16,0 0 5-16,0 0-9 15,0 2-11-15,0 10-7 16,0 5 6-16,0-1-5 16,0 5 1-16,0 4-2 15,7 2-1-15,-2 0-2 16,-1-2 0-16,0-4-1 0,-1-5-1 15,-1-3-1-15,-2-5-11 16,2-4-23-16,1-2-26 16,2-2-99-16</inkml:trace>
  <inkml:trace contextRef="#ctx0" brushRef="#br0" timeOffset="67981.11">17308 11726 44 0,'-2'4'45'0,"-1"4"-33"16,3 2 17-16,0 3 12 15,0 4-24-15,0-3-2 16,0 1 11-16,3-1-20 15,10 1 13-15,-1-5-11 16,-1 0-1-16,0-4 1 16,1-3-3-16,0-2-3 15,2-1-2-15,-3 0 7 16,0-1-10-16,-1-14 2 16,-3-2-3-16,2 1 6 15,-5-3-4-15,-2-1-10 0,-2-3-3 16,0-2 4-16,0 2 13 15,-13 2-15-15,-8 5-4 16,1 8 7-16,-3 6 12 16,-1 2-2-16,4 0-23 15,2 12-38-15</inkml:trace>
  <inkml:trace contextRef="#ctx0" brushRef="#br0" timeOffset="68878.91">16116 12264 6 0,'0'8'74'16,"-5"-4"-98"-16</inkml:trace>
  <inkml:trace contextRef="#ctx0" brushRef="#br0" timeOffset="69099.12">16206 12625 7 0,'-9'0'165'0,"6"0"-149"16,1 0-59-16,2 0-3 16,0 0 23-16,0 0-43 15</inkml:trace>
  <inkml:trace contextRef="#ctx0" brushRef="#br0" timeOffset="69332.22">16056 13208 0 0,'0'0'83'0,"0"0"2"16,0 0-70-16,0 0 1 15,0 0 8-15,0 0-26 16,0 0-34-16,0 11-132 16</inkml:trace>
  <inkml:trace contextRef="#ctx0" brushRef="#br0" timeOffset="69518.89">16105 13529 146 0,'-11'7'172'16,"-2"-6"-199"-16,7 4-50 16,-1 3 23-16,5 4-12 15</inkml:trace>
  <inkml:trace contextRef="#ctx0" brushRef="#br0" timeOffset="70547.88">15950 15147 126 0,'0'0'49'16,"0"0"-29"-16,0 0 10 15,0 0 21-15,0 8-11 16,0 14-8-16,0 14-12 16,0 9-9-16,5 11 2 15,9-4-3-15,2 2 0 16,0 6-5-16,0-6 1 15,3 6-8-15,-4 6 10 16,0 4-8-16,0 1 2 16,-6-5-3-16,-1-10-2 15,-4-9 1-15,1-11-11 16,-3-5 4-16,3-17-5 16,-3-7-12-16,-2-3-18 15,4-4-11-15,2 0 2 16,0 0-18-16,3-21 12 15</inkml:trace>
  <inkml:trace contextRef="#ctx0" brushRef="#br0" timeOffset="70950.21">16036 15103 26 0,'-8'-33'76'0,"4"6"-46"16,1 6-12-16,3 7 9 16,0 1 0-16,0 7-6 0,5-4 16 15,5 1-11-15,5 3 4 16,2 2-15-16,5-4-7 16,4 4-1-16,6 4 0 15,2 0-1-15,6 0-2 16,-3 0 1-16,2 4-5 15,-7 10 2-15,-2 3-3 16,-7 4 0-16,-4 1 0 16,-6 11 3-16,-4 3-3 15,-7 3-8-15,-2 4 11 16,0-5-4-16,-6-1 0 16,-20-4 6-16,-4-4-7 15,-6-4-10-15,-3-2-4 0,-2-15-3 16,-1 2 0-16,1-10-5 15,2 3-15-15,9-2-20 16,4 2-48-16</inkml:trace>
  <inkml:trace contextRef="#ctx0" brushRef="#br0" timeOffset="71649.08">16360 14616 153 0,'0'0'38'0,"0"0"-24"16,-9 0-2-16,-6 4 18 15,2 15-7-15,4 6-5 16,-5 4-15-16,3-2 9 0,0 0-5 16,-4-2 6-16,2-3-5 15,1-5 3-15,-2-5-6 16,8-5-5-16,2-3 3 16,2 0-1-16,2-4-5 15,0 0-2-15,-2 0-1 16,0 0-1-16,2-6 4 15,0-13 5-15,0-4-5 16,0-3 0-16,0 3 5 16,0 2-2-16,0 9-1 0,4 1-1 15,2 3-2-15,3 6 7 16,-3-5 1-16,1 6 2 16,1-2-4-16,-2 3 8 15,3 0-4-15,2 0 1 16,4 0 3-16,0 0-6 15,4 13 5-15,0 3-8 16,-1 3 3-16,1 2-5 16,-2-2 4-16,0-1-3 15,-1-2-1-15,0-5 0 16,1-1-9-16,-2-3-20 16,4-6-37-16,-6 2-36 15,-1-3-72-15</inkml:trace>
  <inkml:trace contextRef="#ctx0" brushRef="#br0" timeOffset="72781.2">16574 15281 77 0,'0'0'78'0,"0"0"-42"15,-2 0 2-15,-1-4 11 16,3 4-10-16,0 0-21 15,0 0-7-15,0 0-4 16,0 0-6-16,0 0 4 16,3 8 1-16,5 5 7 0,0-1 2 15,1 7-8-15,0-1 1 16,1 3-5-16,3 2 2 16,-4-1-4-16,-2-3-1 15,0-8-1-15,-2-1-4 16,-3-6-2-16,-2 0-6 15,0-4 6-15,0 0 0 16,0 0-3-16,0 0 0 16,0 0 5-16,0 0-14 15,0 0 12-15,0-4 8 16,0-10-2-16,0-5-1 16,0-2-3-16,2 5 4 15,5-1-6-15,3 5-5 0,1-3-3 16,-2 9 11-16,-2 2 9 15,0 4 11-15,-2 0 1 16,-1 0-11-16,5 0 7 16,1 0-3-16,1 14 8 15,5 1-10-15,0-1 2 16,3 1-7-16,-3-1-1 16,-2-1-2-16,-1-3 0 15,-4-2 0-15,-4-1-1 16,0-3 3-16,-3-4-6 15,-2 0-1-15,0 0-7 16,0 0-14-16,5 0 7 16,2 0 13-16,-1-15-2 15,4-4-11-15,-3-3 14 0,0 3 3 16,-1 1 0-16,-1 7-1 16,-3 3 6-16,1 6-6 15,-1 2 1-15,-2 0 1 16,3-2 10-16,-3 2 4 15,2 0 1-15,0 0-2 16,5 0-4-16,2 6 3 16,5 8-4-16,-1 7-1 15,4-2-4-15,1 3-2 16,-2-3 2-16,0-4-4 16,-2-5 4-16,-3-2-15 0,-1-5-32 15,-5-3-46 1</inkml:trace>
  <inkml:trace contextRef="#ctx0" brushRef="#br0" timeOffset="78612.35">17319 15405 42 0,'10'0'118'15,"1"0"-96"-15,2 0-19 16,2 0 7-16,0 0-1 0,-3 0 1 16,2 0-9-16,0 0-14 15,-7 0-112-15</inkml:trace>
  <inkml:trace contextRef="#ctx0" brushRef="#br0" timeOffset="81146.03">15499 9829 36 0,'-11'23'53'0,"-8"1"-50"16,1 1-1-16,2 5 18 15,3 1 10-15,3 4-9 16,1 4-5-16,2 9-6 16,3 4-2-16,-3 5-2 15,-3 8 0-15,1 5-3 16,-4 1 5-16,-2 3-3 16,-3 3-3-16,-2 1-2 15,-4 5 11-15,-1 4-6 16,2 8-3-16,0 5 1 15,4-1-4-15,8 3 5 0,5 3-4 16,6 1 2-16,0 8-2 16,0 2-1-16,0 4-3 15,0 4 3-15,4 0 6 16,1 3-5-16,-1-3-4 16,0-4 5-16,-4 0-2 15,0-2-7-15,0 2-9 16,0-2 15-16,-8-4-5 15,3-8 6-15,5-9 3 16,0-2 2-16,0-4-5 0,0-4 2 16,0-2 9-16,9 0-3 15,4 6-1-15,6 6-5 16,4 5 5-16,5 6-8 16,2-1 8-16,4-3-6 15,5 2 0-15,2-3 6 16,6-2-3-16,1-3-2 15,-2-1 1-15,-5-2 0 16,-4-6 0-16,-2-4 2 16,-3-4-2-16,-2-4 4 15,-3-3 2-15,-4-4 3 16,3 1-7-16,-1-5 1 16,7 0 0-16,5-10-4 0,2-8 2 15,3-5-1 1,-1 1 4-16,-2-7-1 0,1 0 6 15,-4-7-1-15,3-1 4 16,2-3-6-16,4 3 1 16,2-6 6-16,4-2-8 15,5-2 2-15,-3 3-7 16,-5-3 7-16,0-5-1 16,-4-3 0-16,-3 1-2 15,1-8 3-15,1-1-1 16,4-3 0-16,8 0 3 15,9 0 0-15,5-3-2 16,4-11-7-16,2-3 4 16,0-1-5-16,-2-3 2 0,4-6 0 15,-2-2-1-15,-3-12 2 16,-1-3-4-16,-2-4 3 16,-7-3-4-16,-4 3 4 15,-5-4-4-15,2-3 4 16,-7-4-7-16,1-11 5 15,-6-7-1-15,-6-1 1 16,-2-13 3-16,-3-3-2 16,-7-9 5-16,-2-7-5 15,0-8 6-15,-2-12-8 16,-1-1 2-16,1 1-2 16,-5 1 2-16,-2 7-1 15,-5-2 1-15,-6 2 2 16,-1-4-3-16,-2-1 4 15,0-5-6-15,0-7 2 0,0 1-4 16,0-8 3 0,0-3 0-16,-9-6-1 0,-4-5 1 15,-2-1-2-15,2-4 4 16,-4-3-13-16,2-2 20 16,-4 0-8-16,-4-1 0 15,-2 5-1-15,2 10-2 16,-7 11 2-16,2 9-3 15,-2 7 3-15,-9 11-1 16,-3 11 1-16,-1 14-2 0,-3 12 2 16,2 12-3-16,3 9 2 15,1 9-1-15,4 3-2 16,-1 0-2-16,-2 3-2 16,-5 1 2-16,-4-1-7 15,-1-1 9-15,2 5-4 16,-7-1 9-16,-1 3-3 15,-3-2 1-15,-1-1-2 16,-4 0-1-16,1-1 1 16,2 0-2-16,-2 3 4 15,0 5 0-15,-4 8 0 16,-1 8-5-16,-2 7 1 16,-5 6 7-16,5 4-2 15,-2 2-1-15,-1 0-4 16,-1 0-5-16,-6 0-10 0,0 6 19 15,-7 3-7-15,-1 1 7 16,1 2 1-16,0 1-3 16,0 7 2-16,5-1 2 15,8 1 0-15,2 1-29 16,4 4-22-16,-2 6-17 16,0 15-12-16,5 16-68 15</inkml:trace>
  <inkml:trace contextRef="#ctx0" brushRef="#br0" timeOffset="82279.08">17575 9158 9 0,'5'-14'202'0,"-1"3"-172"16,0-1-46-16,5-2 16 0,3 1 9 15,-3 2 6-15,0 6-8 16,1 1 1-16,-5 1 3 16,-3 1-4-16,-2 2 2 15,0 0 1-15,0 0 8 16,0 0-10-16,-2 0 2 15,-17 2 0-15,-7 17-8 16,-8 6 1-16,-5 6-2 16,-2 2 5-16,-1 2-4 15,-4 7 0-15,-2-1 0 16,-5 6 0-16,-4 9-1 16,-1 2 1-16,5-2 1 15,7 0-1-15,9-4 2 16,10-10-3-16,8-9 3 15,3-2-7-15,7-9 7 0,2-1-5 16,3-10 1 0,1-6 1-16,3-2-2 0,-2-3 1 15,2 0-13-15,0 0-3 16,0 0-14-16,0 0-18 16,0 0-15-16,0 0-6 15,-7 0-31-15</inkml:trace>
  <inkml:trace contextRef="#ctx0" brushRef="#br0" timeOffset="82787.74">16815 9668 146 0,'0'-7'48'0,"0"-1"-44"15,0 6 14-15,0 0 24 16,0 2-11-16,0 0-15 16,0 0-12-16,0 0 0 15,0 4 3-15,0 15 5 16,-6 10-7-16,-1 6 2 16,-1 2-1-16,2 7-2 15,4-3 2-15,-3 2-5 16,1-1 2-16,1-3-2 0,1-7 1 15,0-10-2-15,2-7-2 16,0-9 0-16,0-4 2 16,0-2 0-16,0 0 1 15,0 0 0-15,0-4 4 16,20-17-22-16,5-10 28 16,10-6-5-16,-3 0-7 15,0-1 3-15,0 3-3 16,-4 2 2-16,2 2 0 15,-2 2-3-15,-3 4 3 16,-7 6-4-16,-4 11 3 16,-11 6-8-16,-3 2-5 0,0 0 7 15,0 0 5 1,-5 0 15-16,-14 10-14 0,-4 9 3 16,3 0-3-16,1 3 2 15,4 5-41-15,3 4-63 16</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2226.01904" units="1/cm"/>
          <inkml:channelProperty channel="Y" name="resolution" value="3561.63037" units="1/cm"/>
          <inkml:channelProperty channel="F" name="resolution" value="2.84167" units="1/deg"/>
          <inkml:channelProperty channel="T" name="resolution" value="1" units="1/dev"/>
        </inkml:channelProperties>
      </inkml:inkSource>
      <inkml:timestamp xml:id="ts0" timeString="2020-08-11T15:23:09.922"/>
    </inkml:context>
    <inkml:brush xml:id="br0">
      <inkml:brushProperty name="width" value="0.05292" units="cm"/>
      <inkml:brushProperty name="height" value="0.05292" units="cm"/>
      <inkml:brushProperty name="color" value="#FF0000"/>
    </inkml:brush>
  </inkml:definitions>
  <inkml:trace contextRef="#ctx0" brushRef="#br0">22623 13229 5 0,'2'0'28'0,"0"0"-4"15,-2 0-8-15,0 0-4 16,3 0-3-16,-1 0 3 16,0 0-1-16,0 0-3 0,5 0 1 15,3 0-2-15,-3 0 14 16,1 0-5-16,-3 0-9 16,-3 0 2-16,0-6 1 15,-2-1-5-15,0 2-2 16,0-6-3-16,0 3 2 15,0-5-2-15,0 1 0 16,0 0 0-16,0 1-3 16,0 1-1-16,0 4-8 15,0 0-2-15,0-1-23 16,0 1 0-16,10 0 15 16,-5-3 13-16,-1 4 6 0,-2 0 4 15,1 1 1-15,1 2 1 16,-4 0 3-16,0 2-2 15,0-2 2-15,0 2 1 16,0 0 21-16,0-2 12 16,0 2-2-16,0-2-12 15,0 2 0-15,0 0-3 16,0 0-2-16,0 0 0 16,0 0-4-16,0 0 1 15,0 0 2-15,0 0-4 16,0 0-2-16,0 0-2 15,0 0-2-15,0 0-1 16,0-2 2-16,0 2-3 16,0 0 2-16,0 0 1 15,0-4-4-15,0-3-4 0,0 1-1 16,0 2 0-16,0-2-2 16,0-1 2-16,0 3-2 15,0 0 2-15,0 0-2 16,0 4 1-16,0-2 1 15,0 0 0-15,0 2 2 16,0 0-1-16,0 0 2 16,0 0 0-16,0 0-2 15,0 0-2-15,0 0 3 16,0 0 0-16,-2 0 0 16,0 0 2-16,2 0 0 15,-3 0 0-15,3 0 1 0,-2 0 2 16,2 0-1-16,0 0 1 15,0 0-3-15,0 0-1 16,0 0 1-16,0 0 0 16,0 0 0-16,0 0-2 15,0 2 2-15,0 10-1 16,0 3 0-16,0 2-3 16,-2-1 0-16,2 1 1 15,0 1-1-15,0 3 0 16,0 0 1-16,0 0 0 15,-2-1-1-15,-1 1 0 16,-1 0 1-16,4-3-1 16,-2 1-1-16,-1 1 1 0,0 3-1 15,1 0 2-15,-2-2-1 16,-1 1-1-16,3 1 2 16,-2 0-2-16,-1 0 2 15,0 2-1-15,-2 2 0 16,0-2 1-16,3 1-1 15,-1-1 0-15,1 2 0 16,4-2-2-16,0 0 0 16,-2-1 0-16,2-3 0 15,-4 2 0-15,4-8 0 16,0 3 0-16,0 1 0 16,0-2 0-16,0-1 0 15,0 1 0-15,0-7 0 16,6 4 0-16,3-1-2 0,2-1 2 15,3 5 0-15,4-1-1 16,3 3 1-16,2-9 0 16,0 1 0-16,2-5-1 15,1 0-1-15,-3-2 2 16,0-4-1-16,-3 3 1 16,-1-2 0-16,-3-1-2 15,-4 0 1-15,1 0-1 16,-1 0 0-16,-1 0-8 15,3 0-8-15,-4-8-14 16,-6-2-14-16,1 2-35 0,-1-7-64 16,0 3-103-1</inkml:trace>
  <inkml:trace contextRef="#ctx0" brushRef="#br0" timeOffset="683.86">22437 13521 132 0,'0'-4'40'16,"0"4"2"-16,0-2 15 15,0 2-6-15,0 0-2 16,11-2 0-16,4 0-16 16,2 2-2-16,6 0-5 15,5 0-11-15,-4 0 2 16,16-2-7-16,-3 2 0 16,-1 0-1-16,11 0-3 15,-4 0 1-15,6 0-2 16,-3 0-2-16,-8 0 0 0,-3 0 1 15,-14 0 1-15,-7 0-1 16,-9 2-1-16,-5 0-1 16,0-2 0-16,0 0-1 15,0 0-2-15,0 0-2 16,0 0-15-16,0 0-15 16,0 0-33-16,0 0-38 15,0 8-59-15</inkml:trace>
  <inkml:trace contextRef="#ctx0" brushRef="#br0" timeOffset="1709.58">23448 13840 5 0,'2'0'72'0,"4"0"-23"15,-2-2-7-15,1-2-15 16,1 0-6-16,-1 1 4 16,-1-1 6-16,2 2-5 0,-6 2 7 15,0 0 7-15,0-2-7 16,0 2 0-16,0 0-8 16,0 0-2-16,0 0 0 15,0 0-3-15,0 0-5 16,-4 0-5-16,-7 15-4 15,-6 1 1-15,0 5 0 16,-2-5-5-16,4 1-1 16,-6 2-1-16,0-1 1 15,-2-1 0-15,-2-4-1 16,-1-3 0-16,3-2 0 16,-1 3-1-16,2-6 1 0,1 2-1 15,1 1 2 1,-3-4-1-16,2 2 0 0,3-3 0 15,2-3 0-15,5 0-1 16,1 0-1-16,5 0 0 16,3 0-1-16,2 0-5 15,-2 0-1-15,2 0 2 16,0-3 3-16,0-11 0 16,0-1 3-16,0-1-1 15,0-5 2-15,2 3-1 16,10-1-1-16,2 0-1 15,-1 5 0-15,-1 2 2 16,-1-1 0-16,1 7 1 16,-5-3 0-16,0 5 1 15,-3 2-2-15,-2 2 2 0,-2 0-2 16,3 0 2-16,1 0 0 16,1 0 0-16,2 9 3 15,0 3-1-15,-1 1 0 16,4 3-3-16,-1 2 2 15,0 3-1-15,3 2 2 16,-1 4 0-16,3 0 2 16,-2-2-3-16,-1 0-2 15,0-11 0-15,1 1 1 16,-3-3-1-16,-2-2 0 0,1-7-1 16,-4-2-1-1,0 2-3-15,-4-3-9 0,0 1-54 16,0-1-73-16,0 0-113 15</inkml:trace>
  <inkml:trace contextRef="#ctx0" brushRef="#br0" timeOffset="2160.54">23625 14084 92 0,'5'-2'153'16,"-3"2"-97"-16,0-4-13 16,2 4 16-16,-4-2 0 15,2 2-28-15,0 0-8 16,-2 0-3-16,2 0 0 16,-2 0-2-16,3 0 0 0,-3 0-4 15,0 0-5 1,0 2 0-16,0 6-6 0,0 5 1 15,0-1-2-15,0 9-1 16,0 2 1-16,0 4-1 16,0-7-2-16,-13 1-2 15,0-8-11-15,0-1-19 16,1-6-39-16,3-2-103 16</inkml:trace>
  <inkml:trace contextRef="#ctx0" brushRef="#br0" timeOffset="3422.28">23895 13858 28 0,'0'-1'78'0,"0"-2"-28"16,0 1 12-16,0 0 11 15,0 2-22-15,0 0-9 16,0 0 1-16,0 0 0 15,0 0-4-15,0 0-13 16,0 0-10-16,2 0-8 16,0 0-1-16,1 0-1 15,-1 7-1-15,2-1-2 16,-1 2 4-16,2 3 0 16,-3 1 0-16,5 6 0 0,-3-3-3 15,1 4-2 1,-1-5 1-16,1 1-1 0,-2-3 1 15,-1 1-1-15,0-4 1 16,1 2-3-16,1 2 2 16,-2-1-2-16,0 0 1 15,3 1-1-15,-1-1 0 16,-1-4 1-16,2-1-2 16,0-1 1-16,-1-2 0 15,-2-2 0-15,0 0-3 16,-2-2 3-16,3 0 2 15,-3 0-4-15,0 0 4 16,0 0-1-16,0 0 0 0,2 0-1 16,0-6 1-16,3-9-1 15,-3 1 0-15,1-3-1 16,-3-1-3-16,0-3 1 16,0 1 1-16,0 3 1 15,0 2 0-15,0 3 0 16,0 2-1-16,0-1 2 15,0 3-1-15,0 2 0 16,0 0-1-16,0-1 0 16,0-1-1-16,0 2 1 15,0-1 1-15,0-1 1 16,0 4 0-16,0 0-1 0,0 0 1 16,0 2 0-16,0-2 0 15,2 0 0-15,7-5 0 16,0 7 0-16,1-6-2 15,-1 4 2-15,-2 4 2 16,-1-4-2-16,-1 1 0 16,0 3 0-16,-3-4 0 15,1 4 0-15,1 0 0 16,3 0 0-16,-1 0 0 16,2 0 0-16,1 0 0 15,2 0 1-15,-4 0-1 16,3 0 0-16,-4 0-1 15,1 0 2-15,0 0-2 16,-2 0 2-16,0 4-1 16,-1-4 0-16,-2 3 0 0,1-3-3 15,-3 0-8-15,0 0-15 16,0 0-29-16,0 4-63 16,-9 0-60-16</inkml:trace>
  <inkml:trace contextRef="#ctx0" brushRef="#br0" timeOffset="5459.62">23837 13908 33 0,'0'0'35'15,"0"-2"5"-15,0 2 11 16,0 0-8-16,0 0-7 16,0 0-10-16,0-2 1 15,0 2-3-15,0 0-7 16,0-2-4-16,0 2-6 16,0-2-4-16,0 2-1 0,0 0 2 15,0-2 0-15,0 2 0 16,0-2-4-1,-4 0 3-15,-1 2 2 0,1 0-2 16,1 0-2-16,0 0 1 16,1-3 0-16,2 3 1 15,-2-1 0-15,0 1-2 16,2 0 1-16,0 0-2 16,0 0 2-16,0 0-2 15,0 0-2-15,0 0 2 16,0 0 0-16,0 0 2 15,0 0 1-15,0 0 2 16,0 0 0-16,0 0 2 0,0-3-3 16,0 3 2-1,0 0-3-15,0 0-1 0,0 0 1 16,0 0 0-16,0 0 0 16,0 0 1-16,0 0 2 15,4 0 0-15,4 0-3 16,1 0 2-16,2 0-2 15,-1 0 0-15,-1 0 1 16,-3 0 0-16,-3 0-1 16,-1 0 3-16,0 3-3 15,0-2 2-15,1 2 0 16,0-1-3-16,-1-2 1 0,2 4-3 16,-1-2 2-1,-1 0-1-15,0 2 1 0,0 0-1 16,1 3 2-16,-1-1 0 15,0 4 1-15,0 1-3 16,3-1 0-16,-2 2 0 16,-1-1 0-16,-2-1 0 15,2 1 1-15,1-3-1 16,-1 2-1-16,-2-2 1 16,2 3 0-16,0-3-1 15,-2-2 2-15,3 2-1 16,-3 1 0-16,2-1-1 15,-2 0 3-15,0 1-3 16,0-3 2-16,2 0-2 16,0 0 0-16,-2-2 1 15,2-4-2-15,-2 3 0 16,3-3 0-16,-3 0 0 0,3 0 2 16,-3 0-2-16,0 0 1 15,2 0 0-15,-2 0 0 16,0 0-2-16,0 0-2 15,0 0 1-15,0 0 5 16,2 0-2-16,1-3 4 16,1-9-4-16,0-1 0 15,1 1 1-15,-1 0-1 16,1 1 0-16,0 1-1 16,-2-1 0-16,1 3 1 0,0-2 1 15,1 2-2-15,2 0 2 16,-2-3-1-16,-3 3 1 15,-2 2-1-15,2-1-1 16,1 3 1-16,-3-2-3 16,2 0 3-16,0 0-1 15,0-1 0-15,1-1-2 16,1 2 5-16,-2 0-2 16,0-1-2-16,1 1 2 15,-3 0-1-15,3 2 2 16,-3-1-2-16,0 1 2 15,0 3-1-15,0-2 0 16,2 2 0-16,-2-2 0 16,0 3 0-16,0 0 0 15,0 0-1-15,2 0 0 0,5 0 1 16,2 0 0-16,0-4 0 16,3 4 1-16,-3 0-1 15,0 0 0-15,1 0 1 16,-1 0-1-16,0 0 0 15,-2 0 0-15,0 0 0 16,-3 0 0-16,1 0-1 16,-1 0 2-16,-2 0-1 15,1 0 2-15,-3 0-4 16,0 0 2-16,0 0 0 16,0 0-3-16,0 0-3 15,0 0-3-15,0 0-18 0,0 0-33 16,0 0-27-16,0 0-58 15</inkml:trace>
  <inkml:trace contextRef="#ctx0" brushRef="#br0" timeOffset="9849.74">27909 11446 71 0,'0'0'46'15,"0"-2"-16"-15,0 2 26 16,3 0-16-16,-1-2-14 16,-2 2-12-16,2-2-5 0,-2 2 9 15,0 0-9 1,0 0 11-16,0 0-10 0,0 0 9 15,0 0-9-15,0 0 4 16,-2 0-6-16,-18 0 2 16,-8 6 1-16,-4 9-6 15,0 2 9-15,-3 3-10 16,-7 1 7-16,-5 4-9 16,-11 3 8-16,0 0-9 15,1-2 5-15,3 1-2 16,7 2-5-16,-4-1 7 15,3-2-9-15,-1 3 14 16,4-2-13-16,5 0 6 0,8-5-8 16,8-2 5-1,13-8-2-15,2-6 1 0,9-4 0 16,0-2-6-16,0 0 8 16,0 0-9-16,0 0 6 15,0 0-17-15,0 0-20 16,0 0-24-16,0 0-23 15,5-8-27-15,14-4-24 16</inkml:trace>
  <inkml:trace contextRef="#ctx0" brushRef="#br0" timeOffset="10366.76">28048 11763 9 0,'4'0'39'16,"-1"0"-23"-16,-3 0 16 16,0 0 31-16,0 0-17 0,0 0-17 15,0 0 2 1,0 0-16-16,0 0 10 0,0 0-6 16,-7 0 2-16,-14 0-20 15,-14 6 7-15,-11 5-8 16,-8 1 9-16,-9 7-7 15,1-2 0-15,0 1 7 16,2 1-7-16,3-1 9 16,6-1-12-16,7-1 9 15,5-3-12-15,2-1 8 16,5-2-7-16,2 1 3 16,0-3 1-16,4-2-6 15,9-2 7-15,8-4-6 0,3 0 1 16,6 0-18-16,0 0-4 15,0 0-29-15,8 0 1 16,20 0-13-16,11-8-17 16</inkml:trace>
  <inkml:trace contextRef="#ctx0" brushRef="#br0" timeOffset="10905.22">28384 11877 5 0,'0'2'42'0,"0"0"-40"15,0-2 7-15,0 0 4 16,0 0 17-16,0 0-14 16,0 2-6-16,0-2 7 0,0 0-2 15,0 0 14 1,0 0-13-16,0 0 9 0,0 0-12 15,0 0 9-15,-8 2-11 16,-10 2-5-16,-12 1 0 16,-4 3 2-16,-8-2 7 15,-4 4-10-15,0-2 11 16,-4 3-9-16,-1 2 7 16,3-3-12-16,6 0 5 15,10-1-5-15,9-1-2 16,12-6 4-16,4-2-8 15,7 2 9-15,0-2-16 16,0 0 8-16,0 0-19 16,0 0-7-16,0 0-21 0,11 0 2 15,15 0 20-15,6-2-47 16,9-8-27-16</inkml:trace>
  <inkml:trace contextRef="#ctx0" brushRef="#br0" timeOffset="11268.86">28708 11906 51 0,'-7'0'9'16,"-2"2"23"-16,-3 0 9 16,-4 2 1-16,-5 0-19 15,-2 0 3-15,-5 3-7 16,-6 1 5-16,-3 1-21 16,-4 5 2-16,-3-2-4 15,3 3-2-15,-2-3 2 16,3 1-5-16,3-3 9 15,3 0-10-15,4 1 9 16,7-3-15-16,9 0 3 0,10-2-21 16,4-2-34-16,0 0 12 15,7-1-9-15</inkml:trace>
  <inkml:trace contextRef="#ctx0" brushRef="#br0" timeOffset="11588.66">29000 11964 43 0,'-2'0'9'15,"-8"0"31"-15,-1 0 17 16,0 0-22-16,-3 0-12 16,-7 0-9-16,-4 2 13 15,-10 0-11-15,-6 4-4 16,-10 0-12-16,-4 3 2 16,0-1-2-16,-1 0-3 15,11-1-4-15,10-1-17 16,8-2-6-16,13-2-47 15,11-2-60-15</inkml:trace>
  <inkml:trace contextRef="#ctx0" brushRef="#br0" timeOffset="12615.49">29155 10794 192 0,'0'-8'63'16,"0"4"-65"-16,0 1 5 15,0 2 31-15,-8-2-16 16,-12 3-7-16,-12 0-8 15,-15 0 10-15,-10 13-6 16,-10 10 3-16,-6 3-5 16,-4 8-1-16,-3 3 0 0,2 0-4 15,4 5 6-15,2-1-6 16,6 0 9-16,4 1-8 16,0-3 7-16,2-2-9 15,2-1 5-15,8-5 0 16,6 2-6-16,5-4 7 15,9-2-10-15,2-1 13 16,8-2-14-16,4-4 14 16,0-3-12-16,6-5 6 15,6-1-3-15,-1-3 1 16,3-4 0-16,2 0-5 16,0-4 5-16,0 0-9 0,0 0 7 15,0 0-16-15,0 0 0 16,0 0-4-16,0 0-6 15,0 0-20-15,0 0-12 16,0 0-4-16,0-8-35 16</inkml:trace>
  <inkml:trace contextRef="#ctx0" brushRef="#br0" timeOffset="14401.56">27903 11225 29 0,'0'0'72'0,"-3"0"-56"15,1 0 1-15,0 0 32 16,0 0-7-16,0 0-22 16,-6 6 5-16,-1 9-1 15,-2 1 2-15,-6 7-7 16,-1 4-9-16,-3 2 4 16,0 4-12-16,1 2 11 15,2-4-11-15,-1 2 10 0,5 0-10 16,5-6 5-16,2-2-4 15,0-4-3-15,5-8 3 16,0-4-5-16,-1-2 8 16,3-3-8-16,-2-4 10 15,2 0-14-15,0 0 12 16,0 0-7-16,0 0 1 16,0 0 1-16,0 0-2 15,0 0 4-15,0 0-11 16,0 0 15-16,0 0-13 15,0 0 5-15,0 0-7 16,0 0 4-16,19 0 22 16,5 0-16-16,14-2 0 0,3-4-11 15,2-2 18-15,2 1-17 16,-2 1 17-16,4 0-14 16,-4 0 5-16,-7 2-4 15,-10 1 8-15,-9 3-2 16,-11-2-4-16,-6 2 7 15,0 0-7-15,0 0 11 16,0 0-11-16,0 0 11 16,0 0-9-16,0 0 5 15,0 0 2-15,-2 0-1 16,-5 0 0-16,-11 0-7 16,-10 0 10-16,-13 0-13 0,-4 0 13 15,2 0-16-15,7 2 10 16,6 5-6-16,2 1 3 15,7-2 0-15,5-2-4 16,6 0 7-16,10-4-13 16,0 0 5-16,0 0-9 15,0 0 5-15,0 0-13 16,19 0 18-16,4 0 3 16,5 0 5-16,-1-4-7 15,1-2 4-15,-5 0 6 16,-2 0-9-16,-8 3 11 15,-4 2-15-15,-3-2 8 16,-4-1-6-16,-2 4 3 16,0 0-2-16,0 0-5 15,0 0 13-15,0 0-5 0,0 0 3 16,0 0-8-16,0 0 7 16,0 0-6-16,0 0 6 15,0 0-8-15,0 0 1 16,0 0 9-16,0 0-8 15,0 0 10-15,-5-6-13 16,-2 0 12-16,0-3-9 16,0-1-8-16,3 0 8 15,-3-5 4-15,0-2-1 16,4 3-2-16,-3-6 10 16,3 1-7-16,-1 4 8 15,-1 1-8-15,3 3 8 0,-1 5-11 16,1 2 6-16,0 0 2 15,-1 2-7-15,1 0 8 16,2 0-7-16,0 2 10 16,0-2-12-16,0 2 8 15,0 0-11-15,0 0 4 16,0 0 0-16,0 0 5 16,2 0-2-16,8 8-3 15,1 5 8-15,3 3-9 16,-2 1 11-16,1 5-11 15,2 1 6-15,-2 2-6 16,-2 0 3-16,-1-2 0 16,-3-3-2-16,-1-5 5 0,-1-7-7 15,-1 1 10-15,-1-5-8 16,-3-4 8-16,3 0-10 16,-3 0 11-16,0 0-1 15,0 0-9-15,0-19-3 16,-10-12-7-16,-10 0 10 15,-4-2-15-15,-1 1 14 16,-3 4-4-16,1 3 4 16,4 6-10-16,7 6 7 15,5 5 6-15,6 7 0 16,2-2 5-16,3 3-8 16,0 0 9-16,0 0-12 0,0 0 11 15,0 0-5-15,0 3 0 16,5 6 6-16,4 2-2 15,2 3 2-15,4 1-12 16,0 4 20-16,4-1-23 16,-1 1 24-16,1-6-21 15,0 1 8-15,-6-6-1 16,-4-2-1-16,-1-1 9 16,-6-5-19-16,0 0 17 15,-2 0-1-15,0 0 6 16,0 0-15-16,0-13 1 15,0-3-6-15,-2-3 11 16,-10 0-10-16,0 5 3 16,1-3 3-16,-1 5 4 15,1 4 3-15,4 1-10 0,0 3 10 16,2 2-5-16,3 2 3 16,2 0-6-16,0 0 1 15,0 0 1-15,0 0-4 16,0 4 8-16,0 10-9 15,0 1 13-15,0-2-10 16,7 1 8-16,0-4-8 16,-2-1 3-16,-1-3-2 15,-1-4 1-15,-1 0-11 16,-2-2-83-16</inkml:trace>
  <inkml:trace contextRef="#ctx0" brushRef="#br0" timeOffset="21367.58">23750 13761 45 0,'-9'7'40'0,"7"-3"-31"16,2 2-2-16,0 2 24 16,0 0-5-16,0 5 1 0,0-1-13 15,0 1 8-15,0 1 6 16,0-3-10-16,0 5 4 16,-3-2-3-16,1 3 3 15,2 0-18-15,0-1 11 16,0 1-10-16,0 0 2 15,0 1 2-15,0 1 0 16,0-3 1-16,0 5-10 16,0-2 13-16,0 1-11 15,0 3 13-15,0 0-15 16,2-5 6-16,5 3-4 16,2 0 0-16,3-3 3 15,-1 1-9-15,3 2 10 16,0-3-8-16,1 1 8 15,2-4-9-15,4 3 7 0,1-3-5 16,4-3 0-16,2 2 2 16,4-1-3-16,2-1 5 15,6-3-7-15,1 1 11 16,2-6-11-16,2 0 7 16,-4-4-8-16,0 0 12 15,-1 0-8-15,-2-2 3 16,1-8 0-16,-2-5-3 15,-5-1 4-15,3-1-5 16,-2-8 8-16,-7 1-6 0,4-3 5 16,0 0-10-1,-2-6 8-15,2-5-4 0,-7 1 2 16,0-2 0-16,-3-3-4 16,-7 1 7-16,0-5-3 15,-3 1 15-15,-6-3-17 16,-2-4 6-16,-2 7-2 15,0-1 0-15,0 5 1 16,0 1-7-16,-4 3 9 16,-8-2-9-16,-1 2 10 15,-4 2-12-15,-3 1 11 16,1 5-11-16,-4 4 5 16,1 3 2-16,-4 3-6 15,3 0 6-15,-3 5-8 16,1 2 12-16,0 1-12 0,0 5 11 15,-3 6-13-15,-2 0 8 16,-4 0-6-16,2 0-2 16,-6 6 7-16,1 5-2 15,1 3 5-15,-7 3-5 16,-2 8 6-16,-5 4-8 16,-3 8 5-16,0 4-10 15,3 5 1-15,1 1-6 16,6 7-18-16,1 2 5 15,5 6-2-15,9-10-7 16,7-7-4-16,13-7 4 16,5-9-54-16</inkml:trace>
  <inkml:trace contextRef="#ctx0" brushRef="#br0" timeOffset="22531.18">24541 13734 51 0,'-2'0'102'0,"0"0"-86"15,2 0 9-15,0 0 16 16,0 0 4-16,0 0-16 16,0 0-11-16,0 0 2 15,0 0-12-15,0 0 10 16,0 0-14-16,9 0 13 15,12 0-12-15,11 0 7 0,9-2-11 16,2-8 5-16,6 0-3 16,0-1-5-16,1 1 8 15,3-2-10-15,5-1 12 16,4-2-11-16,-9 3 8 16,-5 0-9-16,-12 3 6 15,-8 3-4-15,-9 4 1 16,-8 2 4-16,-6 0-11 15,-3 0 14-15,-2-4-13 16,0 4 12-16,0 0-23 0,0 0 8 16,0 0-16-1,0 0-33-15,-5 0 1 0,-12 12-23 16,-13 5-61-16</inkml:trace>
  <inkml:trace contextRef="#ctx0" brushRef="#br0" timeOffset="25538.96">24700 13683 63 0,'2'-3'32'0,"3"3"-15"15,-5-1 16-15,0-2 3 16,0 3-12-16,0 0-6 16,0 0-10-16,0-4 12 15,0 4-7-15,0 0 1 16,0 0-5-16,0 0 5 15,0 0 4-15,0 0-4 16,0 0 1-16,0 0-6 16,0 0 13-16,0 0-15 15,0 0 7-15,0 0-15 16,0 0 3-16,-3 0-2 16,-5 0 0-16,-1 0 2 15,-1 0-6-15,1 0 10 0,0 4-10 16,-3-4 12-1,3 3-15-15,0-3 10 0,-3 0-7 16,5 0 4-16,1 0 0 16,3 1-4-16,-1-1 9 15,-2 3-11-15,0 1 15 16,-5 0-12-16,-4 4 9 16,2 0-11-16,-6 3 9 15,4-1-3-15,-2-2-2 16,1 1 3-16,0 1-7 15,5 3 11-15,0-5-9 16,1-4 12-16,5 0-16 0,1-4 11 16,4 0-8-1,-3 0 3-15,3 0-2 0,0 2-6 16,0-2 5-16,0 0-8 16,0 0 13-16,0 0-10 15,0 0 13-15,0 0-4 16,9 0 1-16,6-2 1 15,5-9-5-15,1 3 4 16,0-2-5-16,3 0 10 16,0 1-9-16,-1 1 10 15,-2-2-12-15,-1 1 10 16,-4 1-9-16,2 2 4 16,-6 0 1-16,-5 0-3 0,-2 2 5 15,-5 4-6 1,0 0 14-16,0 0-11 0,0 0 8 15,0-3-5-15,0 3 6 16,0 0-1-16,-5 0-6 16,-10 0 0-16,-7 7-10 15,-3 5 18-15,2 0-12 16,-5 3 10-16,6-3-14 16,-4 1 10-16,3 1-9 15,2-2 5-15,3-3 0 16,2 3-6-16,7-8 9 15,0 0-11-15,7-1 16 16,-1-1-11-16,0-2 4 16,3 0-10-16,0 0 6 0,0 0-8 15,0 0-4-15,0 0 12 16,0 0-1-16,17 0 12 16,4-9-12-16,-3-5 12 15,-2 3-15-15,0-1 13 16,0 2-11-16,2-1 6 15,-1 1-1-15,-2 2-3 16,-3 2 6-16,-3 2-9 16,-4-1 13-16,-3 5-10 15,-2 0 6-15,0 0-10 16,0 0 4-16,0 0 4 16,0 0 1-16,0 0 4 15,-7 0-7-15,-6 0 8 0,-6 9-11 16,4 3 14-16,-2-1-16 15,4-3 9-15,-2 2-6 16,2 1 4-16,1-3-2 16,-2-2-1-16,6 0 4 15,0 0-7-15,6-6 13 16,-1 3-12-16,3-3 9 16,0 0-13-16,0 0 6 15,0 0-2-15,0 0-2 16,0 0 4-16,13 0-2 15,7 0 10-15,1 0-10 16,2 0 12-16,-1-3-12 0,4-1 8 16,-3 0-7-1,2 2 3-15,-5 0 0 0,-1 0-3 16,-4 0 6-16,-7 2-8 16,-5 0 13-16,-1 0-10 15,-2 0 9-15,0 0-5 16,0 0 4-16,0 0 0 15,0 0-1-15,0 0 0 16,0 0-7-16,-13 0 6 16,-6 0-8-16,-5 0 12 15,1 0-15-15,1 0 11 16,-4 0-8-16,5 2 4 16,8 2-1-16,3-2-3 0,3 0 4 15,7 0-10 1,0-2 13-16,0 0-11 0,0 0 6 15,0 0-10-15,0 0 2 16,0 0 13-16,10-2-4 16,4-10 5-16,1 0-10 15,2-1 12-15,-4 2-9 16,2 3 11-16,-2-4-16 16,1-3 11-16,0 1-13 15,-4-1 3-15,-4 3 5 16,-1 2-7-16,-3-1 1 15,0 1 7-15,-2 2 10 16,0 1-9-16,0 5 9 16,0 0-12-16,0 2 3 0,0 0 0 15,0 0-3 1,0 0 6-16,0 0-9 0,0 0 10 16,0 0-1-16,0 0 7 15,0 13-14-15,0-1 10 16,0 3-8-16,0-1 4 15,0 1 3-15,0 1-7 16,0-1 8-16,0-1-10 16,0-2 12-16,0-3-12 15,0-1 10-15,0-4-12 16,0-4 8-16,0 0-3 16,0 0 0-16,0 0 1 15,0 0-6-15,0 0 12 16,0 0-4-16,0 0 3 15,0-12-12-15,0-3 11 0,0 3-10 16,-2-1 4-16,-5-1-4 16,3 2 1-16,4 1 9 15,-6 5-10-15,6 0 14 16,-2 1-12-16,0 4 11 16,0-2-11-16,2 3 3 15,0 0-4-15,0 0 7 16,0 0 1-16,0 0-9 15,0 0 20-15,0 4-15 16,0 7 9-16,4-1-12 0,6 3 10 16,-1 1-8-16,0-1 4 15,-5 3 0-15,4-1-4 16,-4-1 6-16,1-3-8 16,-1-1 13-16,-1-2-12 15,-1-1 9-15,-2-3-10 16,0-3 6-16,2 2-3 15,-2-3 0-15,2 0 2 16,0 0-4-16,-2 0 8 16,0 0-12-16,0 0 13 15,0-4-5-15,0-13-2 16,0-3-11-16,-2-4 6 16,-4 2 0-16,-3 1-1 15,2 3 9-15,3 1-6 16,-2 6 13-16,2 3-12 0,-1 2 8 15,5 4-10-15,-2 2 6 16,2 0-5-16,0 0-1 16,0 0-1-16,0 0-6 15,-5 0 17-15,5 0-10 16,0 0 13-16,0 0-7 16,0 0 10-16,0 2-11 15,0 8 3-15,0-2 1 16,0 3-5-16,0-1 6 15,0 5-10-15,0-3 16 16,0 1-13-16,3-1 9 16,-3-1-10-16,2-3 7 0,0 0-4 15,-2-2 0-15,0-3 2 16,0-3-6-16,0 0 9 16,0 0-8-16,2 0 11 15,-2 0-12-15,0 0 9 16,0 0-10-16,0 0 5 15,0-7 6-15,0-5-14 16,0-1 4-16,0 1-11 16,0-1 16-16,0 3-8 15,0 0 10-15,0-1-11 16,-2-1 9-16,2 2-4 16,0 2 2-16,0 1 2 15,0 3-5-15,-2 2 13 0,2 2-11 16,0 0 13-1,0 0-16-15,0 0 10 0,0 0-8 16,0 0 3 0,0 0 2-16,0-2-7 0,0 2 8 15,-2 0-5-15,-1 0 14 16,3 0-12-16,0 0 8 16,0 0-13-16,0 0 7 15,-2 0 0-15,2 0 0 16,0 0 1-16,0 6-7 15,0 4 9-15,0 1-8 16,0-3 12-16,0 2-15 0,0 1 11 16,0-3-8-1,0 0 1-15,0-4-1 0,0 5-35 16,-2-3-51-16,-8-4-106 16</inkml:trace>
  <inkml:trace contextRef="#ctx0" brushRef="#br0" timeOffset="39760.89">21108 11280 3 0,'58'40'22'0,"0"-3"15"16,-1 0-33-1,-6 1-23-15</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2226.01904" units="1/cm"/>
          <inkml:channelProperty channel="Y" name="resolution" value="3561.63037" units="1/cm"/>
          <inkml:channelProperty channel="F" name="resolution" value="2.84167" units="1/deg"/>
          <inkml:channelProperty channel="T" name="resolution" value="1" units="1/dev"/>
        </inkml:channelProperties>
      </inkml:inkSource>
      <inkml:timestamp xml:id="ts0" timeString="2020-08-12T17:21:23.230"/>
    </inkml:context>
    <inkml:brush xml:id="br0">
      <inkml:brushProperty name="width" value="0.05292" units="cm"/>
      <inkml:brushProperty name="height" value="0.05292" units="cm"/>
      <inkml:brushProperty name="color" value="#FF0000"/>
    </inkml:brush>
  </inkml:definitions>
  <inkml:trace contextRef="#ctx0" brushRef="#br0">2705 9293 44 0,'-12'0'1'16,"8"0"-4"-16,4 0 34 15,0 0-18-15,0 0-6 16,0 0-1-16,0 0 3 16,-5 0 16-16,-1 2 11 15,1 2-4-15,3 0-8 16,0-2 1-16,2 0 2 15,0-2-2-15,-3 0-12 16,3 0 9-16,0 0-6 16,0 0-2-16,-3 0-5 0,3 0-1 15,0 0 1-15,0 0-8 16,0 0 7-16,0 0-8 16,0 0 3-16,0 0-4 15,0 0 1-15,0 0-1 16,0 0 0-16,3 0 3 15,6 0-2-15,5 3 5 16,2-2-4-16,2-1 6 16,5 3-11-16,-2-3 8 15,3 0-8-15,-2 0 4 16,1 0 0-16,0 0-1 16,1 0 5-16,-2 0-7 0,-1 0 10 15,0 0-7 1,-5 0 5-16,-2 0-9 0,-5 0 6 15,-2 0-2-15,-1 0 0 16,0 0 0-16,-2 0-3 16,3 0 6-16,-3 0-4 15,-2 0 8-15,1 0-10 16,1 0 8-16,-4 0-6 16,2 0 5-16,2 0 0 15,-4 8-1-15,0 8 3 16,0 7-7-16,0 2 7 15,0 2-5-15,-10 2 3 16,1-2-6-16,-2 0 5 16,-1-1-3-16,-2 2-1 15,-2-2 2-15,0 5-2 0,-3-2 4 16,0 3-5-16,-1 1 8 16,-1-2-10-16,4 0 9 15,-4 0-8-15,2-4 3 16,1-2 0-16,-1 0-2 15,3-3 4-15,4-1-6 16,6-6 10-16,3-5-8 16,3-4 5-16,0-2-6 15,0-2 1-15,0 3-2 16,5-4 1-16,11 2 2 0,5-1-3 16,2 0 6-1,7-2-3-15,0 0 5 0,4 0-8 16,0 0 11-16,5-4-4 15,1-7 2-15,-3-1-3 16,-3 1-2-16,-8 3 2 16,-9 2-5-16,-4 4 8 15,-11 0-6-15,-2 2 5 16,0 0-13-16,0 0-25 16,0 0-33-16,0 0-32 15,0 0-70-15</inkml:trace>
  <inkml:trace contextRef="#ctx0" brushRef="#br0" timeOffset="631.84">2725 9616 41 0,'-17'0'131'0,"5"0"-107"0,5 0-9 16,7 0 25-16,0 0-22 15,0 0-16-15,0 0 2 16,0 0 5-16,0 0 11 16,12 0-6-16,1 0 0 15,8 0-8-15,2 0 5 16,7 0-1-16,-3 0-4 15,5 0 0-15,-6 0-7 16,-3 0 7-16,-2 0-7 16,-5 0 5-16,-4-2-5 15,-1 2 3-15,-4 0-3 16,-1 0 1-16,-2 0-1 16,-4 0-2-16,0 0-4 15,0 0-39-15,0 0-61 0</inkml:trace>
  <inkml:trace contextRef="#ctx0" brushRef="#br0" timeOffset="4707.6">3380 9645 43 0,'-35'0'306'16,"12"0"-298"-16,11 0-27 16,5 0 53-16,5 0 2 15,2 0-32-15,0 0 2 16,0 0-7-16,0 0 4 16,0 0-5-16,0 0 3 15,0 0 0-15,0 0 0 16,0 0 7-16,0 0-2 15,0 0 6-15,0 0-9 0,0 0 4 16,0 0-9 0,0 0 4-16,9 0-2 0,10 0 1 15,6 0 3-15,3-9-4 16,-1 1 6-16,-1 0-6 16,-2 2 5-16,-3 2-9 15,-4 1 10-15,-4 2-8 16,-8-2 2-16,-1 3 0 15,-4 0-3-15,0-2 6 16,0 2-10-16,0 0 1 16,0 0-37-16,0 0-48 15,0 0-82-15</inkml:trace>
  <inkml:trace contextRef="#ctx0" brushRef="#br0" timeOffset="5198.39">3361 9852 137 0,'0'0'34'0,"-3"0"-14"0,3 0 39 15,-2 0-19-15,2-2-10 16,0 2-11-16,0 0-1 15,0 0-6-15,0 0-9 16,0 0 3-16,0 0-5 16,0-4 7-16,11 0 1 15,10-5 3-15,3-1-9 16,-1-1 5-16,1 3-6 16,-3 0-2-16,-2 4 4 15,-3-1-8-15,-7 1 9 0,1 4-6 16,-8-1 5-16,0 1-7 15,-2 0 6-15,0 0-10 16,0 0-11-16,0 0-23 16,0 0-72-16,0 0-89 15</inkml:trace>
  <inkml:trace contextRef="#ctx0" brushRef="#br0" timeOffset="6469.66">4074 9281 69 0,'-11'-3'49'15,"6"3"-33"-15,1 0 21 16,2 0 13-16,2 0-28 15,-6 0-8-15,6 0-10 16,0 0 5-16,0 0-7 16,0 0 4-16,0 0-2 0,0 0 2 15,0 0 4-15,0 0-4 16,0 0 7-16,0 0 1 16,0 0-1-16,0 3-8 15,0 7 6-15,0 4-8 16,0 7 1-16,0 4-2 15,0 2-1-15,6-1 1 16,0 2-2-16,1-2 7 16,-3-1-7-16,1 0 7 15,-1 0-7-15,-2 2 3 16,2-4-3-16,-2-3 2 16,0 1-1-16,0-2-2 0,-2-2 3 15,3-1-3 1,-3-4 5-16,2-1-7 0,-2-3 6 15,2-2-5-15,-2-2 4 16,0-2-4-16,0 0 1 16,2-2 2-16,-2 0-4 15,0 0 6-15,0 0-8 16,0 0 5-16,0 0-9 16,0 0-3-16,0 0-2 15,0-2-7-15,0-6 4 16,-11-4-21-16,-1-3 15 15,1-4-3-15,0-3-7 16,-4-3-13-16,2 0 9 0,1 0 0 16,1 4 27-1,4 3 1-15,0-1 2 0,4 1-25 16</inkml:trace>
  <inkml:trace contextRef="#ctx0" brushRef="#br0" timeOffset="7081.38">3938 9247 10 0,'0'-2'10'0,"0"-2"15"16,0 2 15-16,0-2-24 15,0 0 1-15,0-1-5 16,5 1-4-16,2 0 1 16,5 0-4-16,-3 0 5 15,0 0 1-15,0-1 5 16,3 4-10-16,-1-2 4 16,3 2-8-16,2-2 0 15,0 2 0-15,0-2-2 16,-4 3 4-16,1 0-3 15,-2 0 5-15,-1 0-3 16,-1 0 9-16,0 0-6 16,-1 3 2-16,-2 2-6 0,-1 4 0 15,2-3 0-15,-1 4 1 16,0 1 2-16,-2-1-5 16,1 3 5-16,-3 1-5 15,0-2 5-15,0 5-6 16,1-2 2-16,-1-3 1 15,-2 5 1-15,0-3-1 16,0 0-3-16,-2 3 5 16,-7-5-4-16,-4 3 6 15,5-5-7-15,-1-2 3 16,-2-1-2-16,-4-1 0 16,0-2-1-16,-2-2-2 15,0 2 5-15,0-2-3 16,-2 3 2-16,3-3-4 0,2 0 5 15,3-2-8-15,2 0 4 16,1 0-8-16,4 0-16 16,2 0-11-16,2 0-28 15,0 0-64-15</inkml:trace>
  <inkml:trace contextRef="#ctx0" brushRef="#br0" timeOffset="18546.31">4159 8908 0 0,'0'8'44'16,"0"-6"-18"-16,0-2-23 15,0 0 3-15,0 0 14 16,0 0-2-16,0 0-3 15,0 0-6-15,0 0 5 0,0 0-1 16,0 0 4 0,0 0-7-16,0 0-2 15,0 0 0-15,0 0 2 16,0 0-6-16,0 0-4 0,0 0 2 16,0 0-2-16,0 0 13 15,0 2-10-15,0 0-1 16,0 0 1-16,0 6-2 15,0 3 1-15,0 3-2 16,-7 3 2-16,-1 2-4 16,-2-3 4-16,1-1-2 15,0-1 1-15,1 1-1 16,1-3 0-16,3-3 1 16,-3-1-2-16,3-2 2 15,-2 0-2-15,0 0 2 0,1 1-2 16,1-3 2-1,-1-2-1-15,5 0 1 0,0-2-1 16,0 0-1-16,0 0 1 16,0 0-5-16,0 0 8 15,0 0-5-15,0 0 0 16,0 0-6-16,0-4-2 16,0-3 19-16,0-1-8 15,0-2-1-15,3-1 0 16,3 1 1-16,-1 2-3 15,1-3 0-15,0 1 2 16,1 0 2-16,-3-1-4 0,0 5 2 16,1 0 2-1,-3 2-2-15,-2 2 2 0,0 2-3 16,0 0 2-16,2-3-2 16,4-1 2-16,-2 0-1 15,1-2 1-15,-1 2-1 16,-2 0 0-16,1 1 0 15,-3 3-1-15,2 0 2 16,-2 0-3-16,0 0 2 16,0 0-6-16,4 0 4 15,2 0 0-15,-2 0 5 16,1 0-4-16,-1 7 2 16,1-1-4-16,-3 2 7 15,2 1 5-15,4 1-6 16,-6 0-2-16,3-1-1 0,-1-1 1 15,3 0 0-15,-3-2-1 16,2-1 1-16,-2 1-1 16,-2 0 3-16,1 1-3 15,1-3 2-15,-4-3-3 16,0-1 3-16,0 0-3 16,0 0 3-16,0 0-2 15,0 0-1-15,0 0 1 16,0 0-7-16,0 0-12 15,2 0-21-15,0 3-19 16,1-3-32-16</inkml:trace>
  <inkml:trace contextRef="#ctx0" brushRef="#br0" timeOffset="19911.37">4576 9357 44 0,'-2'0'49'0,"-1"0"-31"0,3 0 3 16,0 0-1-16,0 0-7 16,0 0-5-16,0 0 15 15,0 0 3-15,0 0 2 16,0 0-7-16,-3 0-2 16,3 0-4-16,0 0-5 15,0 0-5-15,0 0-2 16,0 0-1-16,0 0-3 15,0 0 2-15,0 0-1 16,0 0 3-16,0 0 0 16,0 0 4-16,3 0 1 0,9 0-4 15,1-2 0-15,6 0 5 16,-1 0-7-16,5-5 6 16,2 1 2-16,1-2-5 15,-1 2-4-15,0-3 3 16,-6 5-1-16,-3 0-3 15,-2 0 0-15,-8 4 3 16,-1 0-6-16,0 0 4 16,-5 0-1-16,0 0 3 15,0 0-3-15,0 0 1 16,0 0-1-16,0 0 1 16,0 0 0-16,0 0-2 15,0 0-1-15,0 0-9 16,0 0-10-16,0 0-23 0,5 0-39 15,-3 0-147-15</inkml:trace>
  <inkml:trace contextRef="#ctx0" brushRef="#br0" timeOffset="44564.94">5206 9069 26 0,'0'0'21'0,"0"0"-12"16,0 0 8-16,0 0 4 16,0 0 3-16,0 0-6 15,0 0-9-15,0 0 11 16,0 0-8-16,0 0-5 16,0 0 5-16,0 0 3 15,0 0-1-15,0 0-1 0,0 0 0 16,0 0-4-1,0 0 2-15,0 0-4 0,0 0-2 16,0 0 1-16,0 0-4 16,0 0 1-16,0 0-5 15,0 0 4-15,0 2-2 16,0 1 3-16,0-2 1 16,0 6 1-16,2 1 6 15,3 2-6-15,-1 5-3 16,2-1-2-16,-2 3 8 15,5 4-6-15,0 1-1 16,3 3-1-16,-3-2 3 16,4 4-3-16,-3 0 1 15,1 1-2-15,0 6 2 16,-3 1-1-16,1 0 0 0,-2 0 1 16,3-4 0-16,-4-3 0 15,1-6-1-15,2 1 0 16,-3-4-1-16,0-3 0 15,-2-6 0-15,1 1 1 16,-3-5-2-16,0-4-1 16,-2 0 1-16,3-2-2 15,-3 0 2-15,0 0 2 16,0 0-3-16,0 0-5 16,0 0-5-16,0 0 8 0,0-2 7 15,0-10-2 1,0-5 2-16,0-4-1 15,-5 3-1-15,-4-7 1 16,-1-4-1-16,4 2 1 0,-1-4 0 16,-2 2 0-16,1-2 4 15,-1 4-3-15,1 2 1 16,-1 1-3-16,-1 3 1 16,1 0-2-16,2 0 4 15,-1 5-2-15,2-1 1 16,1 3-1-16,1-1 0 15,2 5 0-15,-3 2 0 16,3-1 0-16,0 3 0 16,-4-2 1-16,6 4-1 15,-2-3-1-15,2 1 1 0,0 4 0 16,-2-2 0 0,2 0-1-16,0 2 4 0,0-5-4 15,0 6 3-15,0-4-4 16,0 3 2-16,0-2-2 15,0 0 1-15,0-2 0 16,0 2-1-16,0 0 2 16,0 0-2-16,0-1 1 15,0 3-1-15,4-2 2 16,2-2-2-16,0 2 1 16,1 0-1-16,-2-1 1 15,1 1 0-15,2 2-3 0,-1-2 3 16,1 2 3-1,-1 0-5-15,3 0 1 0,-3 0 1 16,2 2-2-16,-3 0 1 16,2 0 0-16,1 0 3 15,0 0-2-15,1 0-1 16,1 0 4-16,-2 6-3 16,3 0-2-16,-1 2 0 15,-4 1-2-15,3 1-2 16,-4 3 12-16,1 1-5 15,-3 1-4-15,-1-3 1 16,-1-2-3-16,-2-4-4 16,0 3 2-16,0-1 11 15,-2 7-4-15,-16-1-13 16,-3-2 3-16,-5 3 5 0,3-5 9 16,5 1-4-16,-1-5 2 15,4-2-2-15,0-2 4 16,7-2-1-16,1 0 4 15,5 0-6-15,2 0-12 16,0 0-8-16,0 0-46 16,0 0-138-16</inkml:trace>
  <inkml:trace contextRef="#ctx0" brushRef="#br0" timeOffset="52792.58">3915 9815 0 0,'0'0'5'0,"0"0"-5"16,0 0 5-16,0 0 11 16,0 0-4-16,0 0-1 15,0 0 2-15,0 0 10 0,0 0-2 16,0 0-3-16,0 0-6 16,0 0-3-16,0 0-1 15,0 0-1-15,0 0-2 16,0 0 0-16,0 0 0 15,0 0 5-15,0 0 6 16,0 0-15-16,0 0 7 16,0 0 4-16,0 0-5 15,-2 0-2-15,2 0 2 16,0 0-3-16,0 0-1 16,0 0-1-16,0 0-2 15,0 0 1-15,0 0-2 16,0 0 6-16,0 0-3 15,0 0 1-15,0 0 4 0,0 0-3 16,4 0 1-16,1 0-1 16,-1-3 1-16,6 3 2 15,-3 0 4-15,4-1-10 16,-1-2 7-16,-1 1-3 16,2 0 1-16,-1-2-3 15,-1 2-1-15,0 0 2 16,1 0-2-16,1 0-1 15,2 0 2-15,1-1-2 16,-2-1-1-16,4-1 0 16,-3-2 0-16,4 1 1 0,-1 2 1 15,-2 0-2 1,-3-3 3-16,0 6-3 16,1-4 1-16,0-1-1 15,0 4 1-15,-1-2 0 0,2 0 0 16,2 1-1-16,-2 2 0 15,1-4 0-15,0 1 1 16,2 2 2-16,0-2-3 16,0-2 4-16,0 2 2 15,0-1-2-15,0-1-3 16,1 2 0-16,-2 0 1 16,2-2-2-16,-4 0 2 15,-1 3-2-15,-3-1 2 16,-4 3-5-16,1 1 6 0,4 0-1 15,1-3-3-15,0 1 0 16,4-2 3-16,0 0-2 16,2 2 0-16,2-3 2 15,-1 4-3-15,0-3 3 16,0 1-3-16,1 2 2 16,4-6-1-16,-5 5 0 15,1 0 0-15,-1 0-1 16,1 0 2-16,4 0 0 15,0 0-1-15,2-3-1 16,0 1 2-16,1 2-1 16,1 0 0-16,-1 0 0 15,-1 0-1-15,-3 0 1 0,2 0 1 16,-3-2 1-16,-1 0-2 16,1 2 0-16,0-3-2 15,-3 1 4-15,3 2-4 16,-2-2 2-16,-2 2 0 15,2-2 0-15,-3 2 3 16,-2-2-3-16,-1 0 1 16,2 4-2-16,0-3 2 15,2 2-1-15,1-2 0 16,3-1 0-16,0 2 1 16,1-2-1-16,1 2 0 15,1-4 2-15,-1 3-4 16,1-1 4-16,4-1-3 15,0 0 2-15,2-1-1 0,0 0 1 16,0-1 1-16,0 3-1 16,-1-2 3-16,-1 0-4 15,0 0 3-15,-3 0-5 16,-5 1 5-16,-3 1-3 16,-4 2 1-16,-1-2-2 15,-5 2 1-15,0 2 2 16,0-2-3-16,-2 0 4 15,2 2-5-15,-3-2 3 16,3 2-1-16,-1 0 0 16,2-2 0-16,-1 2 0 0,-3-3 0 15,3 2-1 1,0 1 2-16,-2 0-1 0,2 0 0 16,-5 0 0-16,0 0-3 15,-2 0-4-15,0 0 5 16,0 0-20-16,2 0-23 15,-2 0-30-15,0 0-97 16</inkml:trace>
  <inkml:trace contextRef="#ctx0" brushRef="#br0" timeOffset="105491.77">9586 8591 50 0,'0'0'25'0,"0"-2"1"0,0-6-1 15,0-7 6 1,0 5 2-16,8-3 4 0,-4 1 1 16,1 6-9-16,-5 2-1 15,0 1-4-15,0 3 5 16,0 0-11-16,0 0-8 16,0 0 4-16,0 0-4 15,0 0 0-15,0 0-1 16,0 0 2-16,0 0 1 15,0 0 0-15,0 4-5 16,0 13 6-16,0 10-7 16,0 6-5-16,-2 4 3 15,-1 3-3-15,-1 4 1 0,-1 1-3 16,0 0 2-16,3-1-1 16,2-5 1-16,0-6-3 15,0-3 0-15,4-4 2 16,8-7-3-16,2-3-1 15,5-5 0-15,1-7-1 16,5-4 0-16,7 0 7 16,3 0 0-16,-1-2-6 15,1-11-1-15,-10 3-12 16,-6 4-15-16,-10 2-13 16,-7 0-22-16,-2-3-107 15</inkml:trace>
  <inkml:trace contextRef="#ctx0" brushRef="#br0" timeOffset="105887.97">9437 8508 50 0,'-5'-2'165'0,"5"-2"-149"0,0 4-2 16,0-2 18-16,0 2-8 15,0-3-16-15,2 3 6 16,22-1 2-16,3-2-3 15,8-2-4-15,4-4-2 16,0 1-3-16,0-3-1 16,-4 1 0-16,-3 2-3 15,-7 4-1-15,-6-1 2 16,-6 3-3-16,-8 2-3 16,-3 0-3-16,0 0-33 0,-2 0-31 15,0 0-91 1</inkml:trace>
  <inkml:trace contextRef="#ctx0" brushRef="#br0" timeOffset="106168.6">9601 8717 9 0,'-24'8'154'0,"6"0"-119"15,4-1-24-15,5-1 21 16,4-2 2-16,3 0-8 16,2-1-4-16,0 1 2 15,0-2-12-15,0 2 13 0,5 0-13 16,17-2-8-16,11-2-4 16,6 0-3-16,2 0 13 15,1 0-10-15,-5 0-2 16,-5 0-17-16,-5-2-20 15,-4 2-43-15,-2-2-24 16</inkml:trace>
  <inkml:trace contextRef="#ctx0" brushRef="#br0" timeOffset="106821.49">10371 8400 58 0,'0'-6'226'0,"-6"2"-213"16,-11-2-11-16,-8 6 22 15,-5 0-12-15,-2 0-8 16,2 10-1-16,4 3 1 16,-2-3-2-16,-2 0-3 15,-4 1-1-15,0-1-4 16,-5 0-1-16,7-4-10 0,2-1 8 16,6-5 2-16,9 0 9 15,5 0-8-15,6 0-4 16,1 0 8-16,3 0 0 15,0 0 3-15,0 0-2 16,0 6 8-16,0 0 4 16,3 6 1-16,3 5-3 15,0 2-5-15,-2 6-2 16,1-1 5-16,1 4 5 16,1 2-10-16,3 1 1 15,1 5-1-15,-2-1-1 16,-1 0 0-16,-4 2-1 0,-4-1 1 15,0-3-1-15,0-2 2 16,0-2-4-16,0-3 7 16,0-1-5-16,0-2 1 15,0-2-2-15,2-5 2 16,7-1-2-16,0-2 0 16,5-3-4-16,10-4 5 15,2-2-1-15,8-4 3 16,0 0 0-16,0 0 2 15,-2 0-2-15,-4-6-8 16,-8 2-16-16,-5 4-26 16,-4 0-29-16,-9 0-88 15</inkml:trace>
  <inkml:trace contextRef="#ctx0" brushRef="#br0" timeOffset="107569.72">10445 8875 204 0,'0'-4'81'0,"0"-1"-75"0,0 5 12 15,0 0 8-15,0 0-6 16,0 0-10-16,4 6 5 16,4 15-9-16,-2 4 2 15,1 6 3-15,0 2 3 16,-1 4-4-16,2 7-3 16,-1 0 0-16,-3 1-1 15,1-1-3-15,-1-3 0 16,-2-6-2-16,-2-8 0 15,3-4-1-15,-3-7 1 16,0-5-2-16,0-5 0 16,0-4-6-16,0-2-13 15,0 0-4-15,0 0-5 16,0 0 0-16,0-10 14 0,0-11-6 16,0-10-1-16,0-6 15 15,0-9 3-15,0-6 4 16,-16-1 10-16,-3-1-6 15,-1 6 7-15,-1 4-10 16,2 5 8-16,4 8 0 16,4 6 10-16,1 9-6 15,3 5 2-15,5 3-6 16,2 4-8-16,0-2 4 16,0-1-8-16,13-1 5 0,10 0 0 15,3 2-2 1,-3 2-4-16,-1 1 12 0,2 1-1 15,1 2-1-15,1 0 0 16,-1 0-2-16,-5 0 2 16,-1 7-8-16,-8 5-1 15,-3 4 8-15,-6 5 7 16,-2 4-7-16,0 4-3 16,-19 2-5-16,-6 2-8 15,-3-1 9-15,0-4 1 16,4-3-2-16,1-6-9 15,-1-2 6-15,6-3-16 16,2-4 12-16,2-4-24 16,2-3-45-16,1-3-85 15</inkml:trace>
  <inkml:trace contextRef="#ctx0" brushRef="#br0" timeOffset="108177.8">10466 8566 16 0,'2'-4'53'15,"-2"4"35"-15,0 0-59 0,0 0-6 16,0 0 15-16,0 0-5 16,0 0-9-16,0 0-6 15,0 10-7-15,0 9-4 16,-7 4-2-16,-5-3 2 16,-1-3-4-16,4-5 1 15,-1-3-3-15,1-1 2 16,0-4-5-16,1 0 5 15,4-2-4-15,4-2-2 16,0 0-4-16,0 0-4 16,0 0 3-16,0 0-1 15,0 0 0-15,0-6 13 16,0-6-4-16,0-5-7 0,8 2 2 16,1-1 0-16,-3 2 6 15,1 3-1-15,0 3-1 16,-4 2 2-16,1 3-1 15,1 2 1-15,-1 1-2 16,3-3 5-16,-3 1 1 16,2 2-10-16,-4 0 5 15,-2 0 2-15,4 0 3 16,1 0 10-16,2 0 1 16,5 9-8-16,-1 3 1 15,2 1-3-15,2 1 0 16,-2-4-8-16,-3 1 2 0,-1-3-3 15,-5-4-7-15,1 2-26 16,-1-4-90-16</inkml:trace>
  <inkml:trace contextRef="#ctx0" brushRef="#br0" timeOffset="108852.92">10641 8260 151 0,'0'0'92'0,"0"0"-81"16,0 0 4-16,0 0 8 15,7 0-4-15,4 0-15 16,10 0 1-16,2 8 1 16,6-2 0-16,1-2-5 15,0 0 3-15,2-4-3 16,-7 0 2-16,1 0 1 15,-5 0-3-15,-8 0-1 0,-6 0 0 16,-2 3 0-16,-2-2-2 16,-3 3 8-16,2 5-2 15,-2 7 6-15,0 9-10 16,0 9 6-16,0 5-5 16,0 8-1-16,0 1 1 15,0 4-2-15,0-5 3 16,0 1-2-16,4 0 3 15,5 2-4-15,3-3 2 16,-1 3 1-16,5-3-1 16,3 1 3-16,-3-4-1 15,2-1 0-15,-6 0-3 16,-3-7 4-16,-2-7-6 16,-5-6 4-16,0-7-3 0,-2-2 2 15,0-6-1-15,0 1 0 16,0-5 0-16,-20 0-8 15,-3 3 8-15,-2-3-2 16,1 0 0-16,-1 0 0 16,7-4-8-16,2 2-4 15,4-2-7-15,6 0-26 16,3 0-36-16,3 0-74 16</inkml:trace>
  <inkml:trace contextRef="#ctx0" brushRef="#br0" timeOffset="109187.25">11254 8692 71 0,'-11'-4'154'16,"4"0"-117"-16,7 0-45 16,0 0 29-16,0 4 5 15,0 0-3-15,0 0-8 0,7 0-4 16,12 0 2-16,3 0-8 16,-1 0-2-16,5 0-1 15,-1 0 1-15,-3 0-2 16,-3 0-3-16,-4 0-3 15,-9 0-4-15,1 0-17 16,-5 0-65-16,-2 0-80 16</inkml:trace>
  <inkml:trace contextRef="#ctx0" brushRef="#br0" timeOffset="109385.32">11254 8692 87 0,'-20'150'125'0,"20"-150"-117"16,2 0 13-16,12 0 9 15,2 0-4-15,4 0-15 16,4 0-1-16,1 0-5 16,1 0-5-16,-1 0-12 15,3 0-65-15,-2-4-77 16</inkml:trace>
  <inkml:trace contextRef="#ctx0" brushRef="#br0" timeOffset="112528.77">12030 8615 16 0,'0'0'38'0,"0"0"-29"15,0 0-12-15,0 0 5 16,0 0-1-16,0 0-20 15</inkml:trace>
  <inkml:trace contextRef="#ctx0" brushRef="#br0" timeOffset="113207.31">12030 8615 38 0,'-2'0'42'0,"2"0"-11"16,0 0-9-16,0 0-3 15,0 0-9-15,0 0-6 16,0 0 2-16,0 0 10 15,0 0 0-15,0 0-3 16,0 0 1-16,0 0-4 16,0 0 2-16,0 0 0 15,0 0-1-15,0 0 0 0,0 0-4 16,0 0 3-16,0 0-1 16,0 0 2-16,0 0-5 15,0 0 1-15,0 0-3 16,0 0 0-16,0 0-1 15,0 0-1-15,0 0 1 16,0-1-1-16,0 1 4 16,0 0-3-16,0 0 5 15,0 0 0-15,0 0 1 16,0 0-5-16,0 0 3 16,0 0-3-16,0 0-3 15,0 0 2-15,0 0-2 16,0 0 0-16,0 0 0 15,0 0 10-15,0 12-6 0,2 7 2 16,3 6-1-16,-1 5-1 16,-2 3-2-16,3 9-2 15,-3-3 3-15,0 5-4 16,3 2 2-16,3-3-4 16,-4-1 3-16,0-7-1 15,1-9 1-15,2-5-2 16,-5-6-1-16,0-5 0 15,1-4-3-15,-3-4-6 16,0-2-24-16,0 0-1 16,0 3-4-16,0-3-15 0,0 0-27 15,0 0-57 1</inkml:trace>
  <inkml:trace contextRef="#ctx0" brushRef="#br0" timeOffset="113734.92">11991 8611 51 0,'0'-1'51'0,"0"-2"-23"16,0-3-2-16,2 0 2 16,12 0-14-16,-1-1-7 15,2 1 4-15,0 2 6 16,2 0-8-16,-1 2-1 16,2 0-1-16,6-2 1 15,-4 4 2-15,3 0-3 16,0 0 1-16,-5 0 1 15,-1 0 4-15,-2 0-2 16,0 0-2-16,-4 0-9 16,1 4 8-16,-6 4-2 15,3 5 7-15,-2 3-2 0,1 3-6 16,-6 4-1-16,0-3-3 16,-2 1-1-16,0-5-3 15,0 1-2-15,-9-5 2 16,-16 1 1-16,-5 2-2 15,-7-3-2-15,-3 0-1 16,-3 1 3-16,-1-1 2 16,3-4-2-16,6-1 6 15,10-3-3-15,9-2 1 16,6 0-37-16,10 2-39 16,0-2-41-16</inkml:trace>
  <inkml:trace contextRef="#ctx0" brushRef="#br0" timeOffset="116134.29">9363 9794 80 0,'-2'0'46'0,"0"0"-28"16,2 0-2-16,0 0-1 16,0-2-5-16,0 2 9 15,0 0-5-15,0 0-1 16,4 0-2-16,1 0 2 15,-1 0-4-15,4 0 4 16,-1 10 1-16,2 0-4 16,-1 3 0-16,5 1-4 15,2 5 1-15,2 6 1 16,3 4 2-16,-1 4-4 16,-1 4-5-16,0 0 2 0,-1 1-3 15,-2-5 2-15,-2-2-4 16,0-2 2-16,-4-6-4 15,1-4 1-15,-6-5-1 16,1-3-2-16,-3-6-2 16,0-5-3-16,-2 0 1 15,2 0 1-15,-2 0-3 16,0-4-2-16,5-10 33 16,0-9-19-16,4-8 2 15,-2-4 3-15,-1-6-4 0,2-5 3 16,-3 0 2-16,-1 1-1 15,0 4-1-15,1 1-3 16,2 7 0 0,0 2 2-16,-2 8-5 0,-3 4 5 15,0 7-2-15,-2 6-2 16,0-1-3-16,0 3-6 16,0 4-8-16,0 0-26 15,2 0-41-15,-2 0-68 16</inkml:trace>
  <inkml:trace contextRef="#ctx0" brushRef="#br0" timeOffset="116862.23">9973 9993 50 0,'0'0'58'15,"0"0"-33"-15,0 0-1 16,0 0-3-16,0 0-20 16,0 0-15-16,0 0 21 15,0 0-8-15,-6-3 2 16,-4 2-1-16,-4-2-1 0,-2 3 1 15,-2 0 8-15,-1 0-6 16,4 0 2-16,0 3 19 16,4 5-19-16,1 2-1 15,4 2-2-15,3 3 3 16,3 2-4-16,0 3 2 16,0 1 0-16,0 2 2 15,3 2 2-15,6-3 0 16,0 1-4-16,5-2 0 15,-2-5-2-15,1-3 0 16,4-5-1-16,-4-4-9 16,4-4 1-16,-2 0 5 15,4 0 1-15,-3-10-5 16,0-9 4-16,-2 1-3 16,-8-3 4-16,0-2 2 0,-4 0-18 15,-2-3 22-15,0 1 5 16,0-2-3-16,0 6-2 15,0 5-1-15,0 5 4 16,-5 3-3-16,2 3 2 16,1 5 0-16,2 0-6 15,0 0-3-15,0 0 2 16,0 0 8-16,0 9-3 16,0 10-2-16,0-3-1 15,0 5 2-15,0 2-2 0,0 2 1 16,2-3 5-16,8 1-2 15,1-4-4-15,4-3 0 16,-2-1 0-16,0-7-4 16,4-1-3-16,-6-3-14 15,1-4 6-15,-1 0-6 16,-2 0-5-16,3-13-45 16,-5-2 5-16</inkml:trace>
  <inkml:trace contextRef="#ctx0" brushRef="#br0" timeOffset="117333.8">10151 9964 51 0,'0'0'56'15,"-4"0"-12"-15,4 2-23 16,0 8-8-16,0 3-2 15,0-1 1-15,0 5 0 16,4 3-1-16,7-1 0 16,0 2-2-16,1-3 0 15,-3-1-2-15,-2-3-4 16,-3-4 2-16,-4-1-6 16,2-3 1-16,-2-4-6 15,0 0 0-15,0-2-5 16,0 0-6-16,0 0 1 0,0 0-17 15,0 0 19-15,-2-12 5 16,-7-7-1-16,3-3 13 16,-1 1 0-16,5-4 1 15,-2 2 2-15,4 4-3 16,0 1-1-16,0 2 7 16,4 3-12-16,5 2 9 15,2 3-9-15,-1 2 7 16,1 0-7-16,0 4 4 15,1-2-7-15,-1 2 12 16,0-1-12-16,-1 3-3 16,-3 0 10-16,-3 0-6 15,1 0-3-15,-3 0-43 0</inkml:trace>
  <inkml:trace contextRef="#ctx0" brushRef="#br0" timeOffset="117877.73">10551 9750 54 0,'0'0'98'0,"0"0"-71"15,0 0-8-15,0 0 6 16,0 0-1-16,0 4-7 16,0 13-10-16,0-1-2 15,-8 3 2-15,4 4 2 16,-1 2 1-16,1 4-7 0,2 2 7 16,0-2 1-16,2 2 2 15,0-4-5-15,0-2 0 16,0 0-2-16,0-5 0 15,0 3-6-15,0-2 2 16,0-3 0-16,6-1 0 16,3-2 0-16,-1-1-4 15,-2-1-3-15,1-3-4 16,-2-2-4-16,-1-1-28 16,-2-2-13-16,-2-1-34 15,0-1-66-15</inkml:trace>
  <inkml:trace contextRef="#ctx0" brushRef="#br0" timeOffset="118353.26">10765 9906 155 0,'0'0'30'16,"0"0"-14"-16,0 0 8 0,0 0 15 15,0 0-4-15,0 0-14 16,0 0-3-16,7 14 7 15,-1 9-7-15,3 8-3 16,3 6 1-16,-3 5-5 16,0 1-2-16,1 3-1 15,-1-3-3-15,0 1-2 16,-2-3-2-16,0-4 2 16,0-4-5-16,-3-8 4 15,1-4-2-15,-5-6-2 0,0-5-3 16,0-4-5-16,0-4-3 15,0-2-7-15,0 0 1 16,0 0-5-16,0 0-20 16,0 0-7-16,0 0 7 15,0-20 6-15,0-7-10 16,-7-9-26-16,-2-3 14 16</inkml:trace>
  <inkml:trace contextRef="#ctx0" brushRef="#br0" timeOffset="118685.93">10785 9966 3 0,'0'-23'44'0,"0"2"-5"0,0 3-26 15,0-1 1 1,2 5 3-16,6 1-1 0,-4 5 9 16,3 1-7-16,9 3 1 15,3-2 0-15,6 2-1 16,0 0-6-16,0 2 5 15,0 0-1-15,3 2-1 16,-5 0 0-16,1 2-2 16,-9 10-6-16,-3 1-3 15,-3 1 6-15,-9-1 0 16,0 3-7-16,0 1-5 16,-14 4 0-16,-11 3 0 15,2-1-5-15,0-2 5 16,0-3 2-16,3-3-2 0,3-5-3 15,6-1-14-15,-1-3-10 16,3-2-24-16,-4-2-38 16</inkml:trace>
  <inkml:trace contextRef="#ctx0" brushRef="#br0" timeOffset="119397.38">10824 9603 150 0,'0'0'57'16,"0"0"-35"-16,0 0 17 15,0 0 4-15,0 0-16 0,0 0-17 16,0 0-10-16,0 0 7 15,0 0-3-15,0 3-3 16,0 7 2-16,0-2-3 16,0 3 0-16,0-1 0 15,-5 0 0-15,1 0 0 16,-3 1 0-16,3-3-2 16,2-2-2-16,-3-4-1 15,5 0 3-15,0-2-8 16,0 0-6-16,0 0-3 15,0 0 4-15,0 0-6 16,0 0 8-16,0 0 21 16,0-6-5-16,7-8 0 0,2 0-3 15,0-3 0 1,1 2 0-16,-1 3 2 0,-3 2 0 16,-1-1-4-16,0 5 4 15,0 2 0-15,-3 4 2 16,-2-2-4-16,0 2 8 15,0 0 1-15,2 0 5 16,0 0 2-16,3 0-3 16,4 0-6-16,0 0-4 15,5 4 6-15,0 2-8 16,-3 4 4-16,0-1-2 16,2-1-2-16,-7 0-2 15,3-1-4-15,-2-3-18 16,1 2-46-16,0 0-84 0</inkml:trace>
  <inkml:trace contextRef="#ctx0" brushRef="#br0" timeOffset="119995.92">11174 9566 85 0,'0'0'93'0,"-2"0"-64"0,2 0-5 16,0 0 2-16,0 0-1 15,0 0-9-15,0 0 1 16,5 10-4-16,8 7 8 16,6 0-11-16,-1 4 1 15,0-1 0-15,3 5 0 16,-1 2-2-16,-1 4-2 16,-2 0 5-16,-2 4-6 15,-4 2 0-15,-3 7-3 16,-6-1 0-16,-2 5-3 15,0-1 0-15,0-3 0 16,-12-3-2-16,-1-3 1 16,4-9-3-16,1-7 3 15,4-3-2-15,-1-9-16 0,5-1-11 16,0-7 2-16,0-2-24 16,0 0-30-16,0 0-35 15</inkml:trace>
  <inkml:trace contextRef="#ctx0" brushRef="#br0" timeOffset="120743.7">11528 9682 5 0,'-2'2'153'16,"-3"-2"-113"-16,5 0-9 16,0 0 14-16,0 0-14 15,0 2-9-15,0 0-10 16,9 0-2-16,15 0 1 15,3-2-8-15,1 0 4 16,-3 0-5-16,-1 0 1 16,-4 0-2-16,-4 0 1 0,-7 0-3 15,-7 0-3 1,1 0-6-16,-3 0-38 0,0 0-45 16,0 2-48-16</inkml:trace>
  <inkml:trace contextRef="#ctx0" brushRef="#br0" timeOffset="120995.37">11510 9922 118 0,'0'2'25'0,"0"-2"-6"0,0 0 4 16,9 0-10-16,8 0-9 15,3 0-1-15,3 0-9 16,3 0-4-16,-9 0-4 16,-2 0-36-16,-6 0-64 15</inkml:trace>
  <inkml:trace contextRef="#ctx0" brushRef="#br0" timeOffset="128207.99">12318 9597 9 0,'0'-2'70'0,"2"-2"-43"0,-2 2 4 15,0 0 2-15,2 0-7 16,-2 0 5-16,0 0-5 15,0 2-1-15,0-2 0 16,0 2-2-16,0 0-10 16,0 0-5-16,0 0 2 15,0 0-4-15,0 0 1 16,0 0-1-16,2 0 2 16,1 4-4-16,-1 6 1 15,-2 0-2-15,2 7 2 0,-2 2-4 16,0 2 7-16,0 3 1 15,0 5-1-15,0 0 0 16,0 0-4-16,0 0 3 16,0-2-8-16,0 0 3 15,0 0-3-15,2 0 3 16,1-2-3-16,2-2 0 16,-3-5-4-16,3-2 5 15,-1-7-1-15,-2-1-3 16,-2-4-3-16,2-4-10 15,-2 3 4-15,0-3-8 16,0 0-2-16,0 0-19 16,0 0-4-16,0 0 2 15,0 0-14-15,0 0-64 16</inkml:trace>
  <inkml:trace contextRef="#ctx0" brushRef="#br0" timeOffset="128696.14">12237 9601 48 0,'0'-4'51'0,"0"0"-24"16,0 2-15-16,0-2 8 16,14-2 4-16,-3 1-12 15,6 3 1-15,-2-2-8 16,4 2 0-16,-1 0-2 16,3 2-2-16,-4 0 0 15,-4 0-1-15,-4 0 12 16,1 0-3-16,-4 0 1 15,-1 4-6-15,2 2 8 16,-3 3-7-16,1 1 1 16,0 1 11-16,-3 3 2 15,-2 2-10-15,0 3-7 0,0 0 3 16,0 1-4-16,-14-1 1 16,-4 0-10-16,-1-2 3 15,-4-5-5-15,1-2-7 16,1-2 4-16,0-4 6 15,5 0-1-15,4-1-21 16,5-3 11-16,5 0-23 16,2 0-6-16,0 0-42 15</inkml:trace>
  <inkml:trace contextRef="#ctx0" brushRef="#br0" timeOffset="129686.32">12681 9517 33 0,'0'-3'145'16,"0"3"-95"-16,0-4-16 15,0 0-14-15,0-2 7 16,-2 2-12-16,-2 2-5 16,-2 2-5-16,4 0 1 15,-2 0-5-15,-3 0 1 16,0 0 4-16,-5 0-7 16,1 0 5-16,-6 0-1 15,4 8 0-15,-4 3-2 16,4-6-1-16,2 6 0 0,1 1 1 15,3 1-1-15,1 1 0 16,3-1 0-16,3 1 0 16,-2 1 0-16,2-1 0 15,0-2 3-15,0 3-8 16,0-2-3-16,5-5-3 16,6 0 4-16,1-4 1 15,1-2-6-15,2 2-13 16,0-4 5-16,2 0 8 15,-2 0 0-15,0 0 0 16,-2-6-3-16,-4-6 10 16,-1 1-5-16,-4-1 10 15,-2-2-1-15,-2-1 9 0,0-2-3 16,0 1-9-16,0 1 13 16,0 1-10-16,0 2 6 15,0 5-3-15,0 3 0 16,0 4 0-16,0 0 4 15,0 0-3-15,0 0-2 16,0 0 2-16,0 0 2 16,0 0-1-16,0 0 3 15,0 0 0-15,0 0 3 16,0 4-2-16,0 8 0 16,0 5-1-16,3 2 4 15,1 6-2-15,0 2 0 0,3 6 0 16,1 2 2-1,-4 2-5-15,1 2-2 0,-1-1 2 16,1-3-5-16,-1-6 1 16,1 0-1-16,2-4 2 15,-5-2-3-15,5-3 4 16,-5-1-3-16,3-5 1 16,-3-1-2-16,0-5 1 15,-2-4-1-15,0-2-1 16,0-2-1-16,0 0-9 15,0 0-2-15,0 0-19 16,2 0-25-16,2 0-13 16,-4 0-40-16</inkml:trace>
  <inkml:trace contextRef="#ctx0" brushRef="#br0" timeOffset="130219.69">12594 9852 19 0,'0'-2'56'0,"0"2"-18"16,0 0-13-16,0 0-1 15,0 0 2-15,0 0-4 16,0 0-10-16,0 0-6 16,0 0-1-16,0-2-1 15,0 2 4-15,0 0-5 0,11 0-1 16,8 0-10-16,4-2 8 16,1-2-8-16,4 1 9 15,0-1-3-15,-3 0 0 16,-6 0 0-16,-3 2 0 15,-6-2-1-15,-4 2 0 16,-1 0 3-16,-5 2-3 16,0 0-3-16,0 0-22 15,0 0-19-15,0 0-22 16,0 0 1-16</inkml:trace>
  <inkml:trace contextRef="#ctx0" brushRef="#br0" timeOffset="132216.22">12155 9999 41 0,'0'0'22'15,"0"0"-6"-15,0 0 11 16,-3 0-1-16,1 0-6 16,2 0-3-16,0 0-4 15,0 0 7-15,0 0-2 16,-3 0 4-16,3 0-7 16,-2 0 6-16,2 0 6 15,0 0-4-15,-3 0-1 16,3 0 8-16,-2 0-1 15,2 0-8-15,-2 0-5 16,2 0-9-16,0 0-2 16,0 0 0-16,0 0-4 15,0 0 1-15,0 0-2 0,0 0 2 16,0 0-2-16,0 0 5 16,0 0-3-16,0 0 2 15,0 0-3-15,0 0 2 16,0 0 1-16,0 0-2 15,0 0 0-15,0 0-1 16,0 0 3-16,0 0-4 16,0 0 3-16,0 0-2 15,0 0 1-15,0 0 0 16,0 0 2-16,0 0 0 16,0 0 0-16,0 0 6 15,0 0-2-15,0 0 1 16,0 0-4-16,0 0-1 15,0 0-3-15,0 0-1 0,0 0 2 16,0 0-3-16,0 0 2 16,0 0-1-16,0 0 3 15,0 0-4-15,0 0 5 16,0 0-4-16,0 0 1 16,0 0 1-16,0 0-2 15,0 0 0-15,0 0 0 16,0 0 0-16,0 0-3 15,0 0 6-15,0 0-9 16,19 4 1-16,11 2 1 16,9-4-3-16,6-2 6 0,4 0 0 15,4 0 1 1,-1-4-5-16,-1-6 3 0,2-1-5 16,-5 1 1-1,-4-2-4-15,-2 1 3 0,-10 3 3 16,-2 2 2-16,-7 0 1 15,-2 2 1-15,-6 1 1 16,-2 1-1-16,-2 2 3 16,0-2-3-16,-1 2 2 15,-1 0-2-15,-3-2 1 16,-1 2 0-16,1 0-1 16,0 0 1-16,-2 0-2 15,-1 0 4-15,-3 0-3 16,0 0 2-16,0 0-3 15,0 0 1-15,0 0-3 0,2 0 0 16,5 0 2-16,-3 0-4 16,0 0-22-16,-1 0-19 15,-3 0-18-15,0 0-100 16</inkml:trace>
  <inkml:trace contextRef="#ctx0" brushRef="#br0" timeOffset="133084.82">12366 10335 54 0,'0'-3'65'15,"0"-1"-33"-15,0 0 9 16,0-2-2-16,0-1-6 15,0 3-17-15,0 2 5 0,0 0-4 16,0 0-4-16,0 2-2 16,0-2 2-16,0 2 3 15,0 0-4-15,0 0-4 16,0 0-5-16,0 0 0 16,0 0 5-16,0 0-5 15,0 0-2-15,5 0 12 16,1 2-8-16,3 8-3 15,0 3 4-15,3 2-4 16,0 3 4-16,2 1-4 16,-1 1-1-16,-4 1 0 15,1-4-1-15,-5-1 0 16,-3-5 0-16,0-5 1 0,-2-2-2 16,0-4 1-16,0 0-8 15,0 0 0-15,0 0-2 16,0 0-2-16,0 0-12 15,0 0 12-15,0-6 4 16,0-11-2-16,0-2 5 16,0-1 1-16,0-5-3 15,0 2 2-15,0 1 3 16,0-1 0-16,0 4-2 16,7 0 5-16,3 3-2 15,3 4 2-15,3-1-2 16,0 7 0-16,1 0 2 0,-4 2-3 15,0 4 4-15,2-3-6 16,-4 3 1-16,1 0 0 16,-3 0 2-16,-2 0-1 15,-1 0 12-15,4 8-2 16,-1 9 13-16,0 4-4 16,1 4 5-16,-3 0-10 15,-3 0-4-15,3-3-1 16,-3-3-4-16,2 0 3 15,-2-3-4-15,-2-6-1 16,-2-1-2-16,2-5-11 16,-2-4-27-16,0 0-7 15,0 0-31-15,0 0-45 0</inkml:trace>
  <inkml:trace contextRef="#ctx0" brushRef="#br0" timeOffset="134264.54">13054 9436 4 0,'0'-3'207'16,"0"2"-158"-16,0 1-15 15,0-4 4-15,0 4 2 16,0-3-11-16,0 3-11 16,0-2-11-16,0 2 4 15,0 0-1-15,0 0 0 16,0 0 0-16,0 0 0 16,0 0-4-16,0 5 1 15,0 11-2-15,0 7-5 16,0 2 2-16,7 4-3 0,2 4 3 15,3 4-3-15,-1 4 1 16,-2 5 0-16,-2 1-1 16,0 6 1-16,-5-4 0 15,3 3 2-15,-3-5-3 16,0 1 2-16,-2-3-2 16,0-1 2-16,0 0-2 15,0-3 1-15,0-2 2 16,0 0-3-16,0-1 3 15,0-5-3-15,0-2 3 16,0-4-4-16,0 0 4 16,0-6-3-16,0 0 2 15,0-5-1-15,0-2-1 0,0-1 1 16,0-3 0 0,0 0 1-16,0-1-1 0,0-1 0 15,0-4-1-15,0-2 0 16,0 2 1-16,0-1-1 15,0-1 2-15,0 2-2 16,0 0 3-16,0 0-3 16,0-2 2-16,0-2-3 15,0 0 1-15,-2 0 0 16,-7 2-2-16,-5 0 0 16,-4 0-2-16,-5 1 1 15,-5-2-4-15,-4 2 4 0,-7-2 3 16,-5 4 2-1,-2 1-4-15,0 0 0 0,0-2 4 16,-3 0-2-16,4 3-12 16,-4-1 3-16,-1 0 4 15,1 0-7-15,2 1 1 16,-2 1-6-16,0-2 8 16,1-2 1-16,2 0 0 15,-2-2-4-15,-1 0-2 16,-3-2-2-16,-3 0 11 15,-3 0 7-15,3 0 2 16,1 2 6-16,9 3 10 16,4-1-10-16,5-2-5 15,9-2-4-15,7 0-2 16,5 0 0-16,9 0 1 0,1 2-7 16,1-2-10-16,2 2-18 15,-1-2-10-15,-1 0-29 16</inkml:trace>
  <inkml:trace contextRef="#ctx0" brushRef="#br0" timeOffset="134988.56">11724 9429 22 0,'5'0'35'0,"-5"0"-26"15,0 0-6-15,0 0-3 0,0 0 0 16,0 0-3-16,0 0 0 16,0 0-2-16,2 0 4 15,-2 0 0-15,0 0 2 16,0 0-1-16,2 0 1 15,-2 0 1-15,0 0 1 16,0 0 3-16,0 0 4 16,0 0 5-16,0 0 16 15,0 0 4-15,0 0-4 16,0 0-6-16,0 0-1 16,0 0 0-16,0 0 0 15,2 0 0-15,1 3 9 0,3 1-10 16,0 6 0-1,0 7-13-15,6 8-4 0,-4 9-4 16,2 10-2-16,-3 4 0 16,2 7-1-16,1 6 2 15,3 1-2-15,1 4 3 16,0 7-5-16,-1 3 3 16,-1 5-5-16,0-2 4 15,-4-5-4-15,2-8-2 16,2-4-1-16,1-7-3 15,-1-8 4-15,-3-6-4 16,-2-10 3-16,-2-6-1 16,-3-8 2-16,0-7 3 15,1-4-7-15,-1-3-5 16,-2-3-26-16,2 0-15 0,-2 0 2 16,2-5 1-16</inkml:trace>
  <inkml:trace contextRef="#ctx0" brushRef="#br0" timeOffset="135847.63">11928 9371 158 0,'-4'0'51'0,"2"-2"-13"15,2 0 3-15,0 2-3 16,0 0-18-16,0 0-6 16,0 0-11-16,0 0-3 15,0 0-2-15,4 0 4 0,24 0-2 16,14-4 2 0,6 0 0-16,7-2-4 0,7 0 5 15,5-3-4-15,9-1 2 16,4-4-2-16,6-1-3 15,-7-2 4-15,-2 1-3 16,-8-1 4-16,-9 5-3 16,-7 0 3-16,-10 1-4 15,-3 3 3-15,-8 2-2 16,-4 2 4-16,-6 4-2 16,-1 0-2-16,-5 0 4 15,-2 0-2-15,-5 0 3 0,-2 0-2 16,-2 0 1-1,-5 0-4-15,2 0 1 0,-2 0 4 16,0 0-2-16,0 0 0 16,0 0-1-16,0 0 4 15,0 0-5-15,2 0 3 16,-2 0-3-16,0 0 2 16,0 0-2-16,0 0 1 15,0 0 0-15,0 0 0 16,0 0 0-16,0 0-1 15,3 0 0-15,-3 0-1 16,2-3 1-16,2 3-8 16,-4-1 6-16,3-2 3 0,-3 1-3 15,2 2-2-15,-2-2 1 16,2 0 6-16,0 2-2 16,-2 0 3-16,0 0-3 15,0 0 2-15,0 0-5 16,0 0-3-16,0 0 7 15,0 0-6-15,0 0 3 16,0 0 3-16,3 13 0 16,-1 7-1-16,5 9-6 15,-2 15-9-15,2 7-27 16,1 5-59-16</inkml:trace>
  <inkml:trace contextRef="#ctx0" brushRef="#br0" timeOffset="161262.26">4486 10171 30 0,'0'0'52'0,"-2"0"-26"15,2 0-7 1,0 0-6-16,0 0 0 0,0 0-1 16,-2 0 5-16,2 0-1 15,-3 0 3-15,3 0-2 16,0 0-1-16,-3 0 9 16,3 0-12-16,0 0 3 15,0 0-7-15,-2-2 2 16,2 2-3-16,0 0 1 15,0 0-2-15,0 0-1 16,0 0 1-16,0 0-3 16,0 0 0-16,0 0-2 0,0 0 2 15,0 0-4 1,0 0 3-16,0 0-2 0,0 0 3 16,0 0 0-16,0 0 2 15,0 0-2-15,0 0-1 16,0 6 2-16,8 4-5 15,-2 5 3-15,3-1-3 16,2 3 0-16,2 2 0 16,-2-1 1-16,3 5-1 15,-3 2 0-15,0 2 1 16,2-2 0-16,-2 1 1 16,0-1-2-16,-1 2 4 15,1-4-5-15,1 2 1 16,-1-5 0-16,-2 3-3 15,3-4 3-15,-3 0-1 0,-2-3 2 16,-1 1-2-16,-1-5 2 16,-2-2-2-16,4-1 1 15,-5-3-1-15,0 0-2 16,0-2-1-16,-2-2-1 16,0 1 2-16,3-3 0 15,-3 0 2-15,2 0-3 16,-2 0 2-16,0 0-5 15,0 0-1-15,0 0 0 16,0 0 4-16,0 0 2 16,0-7 0-16,0-3 19 15,0-5-24-15,0-5 18 0,0-1-14 16,0-4 7 0,0-4-2-16,0 0-1 0,-7-4 2 15,0-4-3 1,0 2 2-16,2-3-2 0,1 1 4 15,2 2-6-15,-3 2 6 16,3-1-4-16,0 5 1 16,-3 3-4-16,3-1 6 15,-3 2-3-15,2-4-3 16,1 0 6-16,-2 4-3 16,2 0 1-16,-1 4-2 15,1 7 2-15,2 2-3 16,0-1 3-16,0 5-2 0,0 0-3 15,0-1 6 1,0 5-3-16,0-2 2 0,0 2-2 16,0 0 2-16,0 0-1 15,0 0 0-15,0-1 2 16,0 3-2-16,0 0 1 16,0 2-1-16,0 0 4 15,0 0-1-15,0 0-1 16,0 0-2-16,0 0 1 15,0 0 1-15,0 0-1 16,0 0-1-16,0 0-1 16,0 0 5-16,0 0-4 15,0 0 3-15,0 0-6 16,0 0-1-16,0 0-6 0,0 0-17 16,0 0-22-16,0 0-4 15,0 0-9-15,0 0-66 16</inkml:trace>
  <inkml:trace contextRef="#ctx0" brushRef="#br0" timeOffset="162011.9">4660 9896 26 0,'-6'-5'94'0,"1"3"-74"0,-1 0-4 15,1 0 18-15,3 2-4 16,-1 0-19-16,3 0 0 15,0 0-4-15,0 0 8 16,0 0-1-16,0 0-1 16,0 0 0-16,0-2-5 15,0 2-4-15,0 0-3 16,0 0 1-16,0 0-2 16,0 0 0-16,0 0-2 15,7 0 4-15,11 0-2 16,8 0 1-16,8 0 4 0,5-7-5 15,3-1 5 1,3-2-4-16,2 0 2 16,-1 1-3-16,0 1 1 0,-5-2 1 15,-2 1-1-15,-4 3 0 16,-2 0-1-16,-4 2 3 16,1 0-3-16,-3-1 3 15,1 0-2-15,-5-2 0 16,0 1-2-16,-3 0 2 15,-1 1-1-15,-2 1 1 16,-4 3-1-16,0-2-1 16,2 2 3-16,-2 1-3 0,-1 0 3 15,2 0-3 1,-4 0 0-16,-4 0 1 0,-4 0-1 16,-2 0-1-16,0 0-5 15,0 0-46-15,0 0-50 16</inkml:trace>
  <inkml:trace contextRef="#ctx0" brushRef="#br0" timeOffset="163309.84">4874 10063 125 0,'0'0'63'0,"0"0"-47"16,0 0 5-16,-2 0 8 16,2 0-15-1,0 0-8-15,0 0 7 0,0 0 10 16,5 2-13-16,5 11 0 15,-2 3-5-15,4 7 8 16,0 4-7-16,-1 6 1 16,0 7-4-16,1 3-2 15,-3-2 1-15,2-2-2 16,-1-3 1-16,-3-7-2 16,-3-5 2-16,-2-5-5 15,1-9 3-15,-1-1-10 16,-2-5 0-16,0-4-4 0,2 0-8 15,-2 0-5-15,0 0-16 16,0 0-16-16,0 0-19 16</inkml:trace>
  <inkml:trace contextRef="#ctx0" brushRef="#br0" timeOffset="163715.85">4879 10065 49 0,'0'-6'26'0,"0"-2"-9"0,0-1 3 16,0 3-2-16,8 0-7 15,-4 6 6-15,5-2 6 16,2 2-8-16,3 0-12 15,2 0 3-15,1 0-2 16,-4 0 1-16,1 0-1 16,0 0-1-16,-4 0-6 15,-4 0 10-15,-4 6-1 16,3 2-3-16,-5 3-2 16,0 1 4-16,0 3-1 15,0-1-3-15,0 0-3 16,-11 3 0-16,-4-5-6 15,0 3 8-15,-2-5-2 0,4 1 2 16,-4-3-11-16,2-4 0 16,0 0-3-16,2-1-26 15,1-3-29-15,7 0-11 16</inkml:trace>
  <inkml:trace contextRef="#ctx0" brushRef="#br0" timeOffset="164383.01">5277 9986 12 0,'-13'0'96'0,"2"0"-79"16,-2 0-2-16,4 0 4 15,1 0-8-15,-5 4-3 16,2 5 4-16,-1 1-4 16,-1 3-2-16,4-1-2 15,-1 1 0-15,6-1 0 16,4 0-2-16,0 1 0 0,0-1-2 15,0 0 1 1,0 5-2-16,0-5 1 0,14 1-13 16,-1-5 0-16,4-4 1 15,1 1-8-15,-2-5-6 16,0 0 7-16,-2 0-8 16,-7-2 6-16,-3-15 2 15,-1-2 2-15,-3-3 3 16,0-3 12-16,0 0 7 15,0 2 3-15,0 0 7 16,-5 6 4-16,1 8 5 16,1 2-1-16,1 5 5 15,2 2-5-15,0 0-15 16,0 0-6-16,0 0 3 0,0 5 17 16,0 4-7-16,0 6-5 15,11 4-1-15,4 4-2 16,-2 4 1-16,4-1-1 15,-4 3 3-15,-2 0-3 16,3 2 3-16,-5 1-5 16,2 1-4-16,-3-4 1 15,-1-7-2-15,-5-1 0 16,3-7-5-16,-5-5-3 16,2-3 0-16,0-2-6 15,-2-4-31-15,2 0-83 16</inkml:trace>
  <inkml:trace contextRef="#ctx0" brushRef="#br0" timeOffset="164714.23">5193 10276 9 0,'0'0'43'0,"0"0"-12"16,0-4-27 0,0 0-3-16,4-2 15 0,14 0-6 15,5-3 0 1,5 1-2-16,-3 2 3 0,3-1 1 15,-2 3-9-15,-2-1-2 16,2 0 0-16,-3-1-2 16,-4 2-6-16,-8 2-2 15,-5 2-14-15,-3 0-52 16</inkml:trace>
  <inkml:trace contextRef="#ctx0" brushRef="#br0" timeOffset="165259.88">4831 10417 57 0,'-2'-2'71'0,"0"2"-40"16,2-2 11-16,-3 2-9 16,3 0-12-16,0 0-7 15,0 0-7-15,0-2 7 16,23 0 6-16,12-2-10 16,6-5-4-16,9-1-5 15,8 0 5-15,4-3-5 16,2 1 2-16,-2 0-5 15,0 1 6-15,-4 1-5 16,-7 2 3-16,-8-3-3 16,-5 3 3-16,-10 2-3 0,-11-1 2 15,-8 3-4-15,-3 2 4 16,-6 2-1-16,0 0-5 16,0 0-4-16,0 0-34 15,2 0-45-15,-2 0-12 16</inkml:trace>
  <inkml:trace contextRef="#ctx0" brushRef="#br0" timeOffset="166046.85">5309 10496 108 0,'-2'-2'44'0,"0"0"-31"0,2 0 11 15,0 2-3 1,0 0 0-16,0 0-3 0,0 0-3 16,0 0 1-16,-3 0 2 15,3-3-3-15,0 3-2 16,0 0-2-16,0 0-1 16,0 0-4-16,0 0 2 15,0 0-4-15,0 0 2 16,0 0 7-16,5 13-9 15,7 4 0-15,-3 5 0 16,2 3-1-16,1 2-2 16,-3 0 2-16,-2-2-5 0,-1-7 3 15,0-3-2 1,-4-6 1-16,-2-8 0 0,0 2-5 16,0-3-4-16,0 0-7 15,0 0 2-15,0 0-10 16,0-11 15-16,0-7 7 15,0-5 0-15,0-4-1 16,0 0-2-16,0 0 4 16,0 0 1-16,0 2 2 15,0 7-3-15,0 1 2 16,0 6-2-16,2 3-6 16,7 2 7-16,0 4-2 15,1 0 1-15,1 0 0 16,0 2 6-16,1-2-1 15,2 2-4-15,0 0-5 16,-3 0 6-16,0 0-1 16,2 0 2-16,-5 2 0 0,5 8 1 15,-2 4 1-15,-2 5-4 16,3 0 16-16,-6 2-14 16,3 0 4-16,-4-3-5 15,-3-6 1-15,-2-1-7 16,0-5-9-16,2-2-10 15,-2-4-34-15,3 0-14 16,-3 0-32-16</inkml:trace>
  <inkml:trace contextRef="#ctx0" brushRef="#br0" timeOffset="168053.73">4679 10490 47 0,'0'-3'36'0,"0"3"-7"16,0 0 5-16,0 0 12 15,0-1-13-15,0 1-1 16,0 0-8-16,0 0-1 16,0 0-3-16,0 0-10 15,0 0-3-15,2 0-3 0,5 6 1 16,3 6 0-1,-1 5 3-15,0-1-2 16,3 5 0-16,-1 1-2 16,0 6 3-16,4-1 0 0,-4-1 1 15,0 2-1-15,1-2-2 16,1 1 4-16,-1-2-2 16,2 2 0-16,-3 0-2 15,1-2 1-15,-5-3-4 16,-1-3 2-16,2-5-2 15,-3-5-1-15,-1-3 1 16,-2 0-3-16,-2-3 3 16,0-2-4-16,2 2 3 15,-2-3-2-15,3 1-1 0,-1-1 0 16,-2 0-1 0,0 0 1-16,0 0-2 0,0 0-1 15,0 0-3-15,0 0 2 16,0 0-9-16,0 0 6 15,0 0 2-15,0 0 1 16,0 0 4-16,0 0 2 16,0 0 1-16,0 0-2 15,0 0 4-15,0 0-7 16,0 0 5-16,0 0-2 16,0 0 5-16,0 0 0 15,0 0-1-15,0 0-2 16,0 0 2-16,0 0 2 0,0 0 1 15,0 0 3 1,0 0-3-16,0 0 0 0,0 0 0 16,0 0-1-16,0 0 0 15,0 0-1-15,0 0-2 16,0 0-2-16,0 0 3 16,0 0-6-16,0 0 3 15,0 0-5-15,0 0-1 16,0 0 2-16,0 0 4 15,-9 0 0-15,2-5-2 16,2-4-3-16,-2-3 2 16,3-3 4-16,-3-6-13 15,0-1 15-15,0-3-5 16,2-2 2-16,-1-2 0 0,1-4-1 16,1-2 5-16,-1-2-3 15,0-3-3-15,3 0 6 16,-1 2-2-16,1-2-4 15,0 3 6-15,2 4-3 16,-5 4-1-16,3 4 4 16,-2 4-4-16,-1 3 2 15,3-1-7-15,-1 4 9 16,1-1-4-16,-1-1 0 16,1 1-1-16,2-1-2 15,-2 0 2-15,2-1 1 16,0 1 1-16,-2 5-2 15,-1-1 3-15,-1 1-4 16,2-1 4-16,0-1-3 16,-3 2 2-16,0-3-1 0,0 3 2 15,1-3-2-15,2 3 0 16,-3-1 2-16,3-1-3 16,0 3 1-16,-1-1-1 15,1 4-1-15,0-1 2 16,-3 1 0-16,2 0 0 15,1 0-2-15,0-1 4 16,0 3-4-16,2 2 6 16,-3-2-6-16,1 2 2 15,0 0 3-15,0 4-3 0,2 0 1 16,-3 0-1-16,3 0 0 16,0 0 0-16,0 0 2 15,0 0-3-15,0 0 1 16,0 0-3-16,0 0 4 15,0 0 0-15,0 0 0 16,0 0 1-16,0 0-1 16,0 0 4-16,0 0-6 15,0 0 3-15,0 0-2 16,0 0 2-16,0 8 2 16,0 15-3-16,0 6-1 15,0 6 0-15,0-2 1 16,3 5-2-16,-1-5 3 0,2 2-3 15,3 0 2 1,3 0-3-16,-1 2 3 0,2 3-2 16,1 1 1-16,-1 3-1 15,0-1-1-15,-1 1 5 16,1-1-6-16,3 3 5 16,-2-5-4-16,-1-2 0 15,-2-1-3-15,1-3 1 16,-1-6 2-16,-3 0-1 15,4 0 0-15,-1-2 2 16,0-2 0-16,-2-3-3 16,3-5 4-16,-4-2-7 15,-1-3 5-15,-1-2-4 16,-1-4-3-16,-3-1-1 0,0-1 4 16,0-4 2-16,0 0 3 15,0 0-1-15,0 0-11 16,0 0-14-16,2 0-10 15,-2 0-26-15,0 0-17 16,0-4 11-16</inkml:trace>
  <inkml:trace contextRef="#ctx0" brushRef="#br0" timeOffset="169345.95">4716 9914 19 0,'-2'0'20'0,"2"-2"7"16,-3 2 7-16,3 0-2 15,0 0-15-15,0 0-3 16,0 0-4-16,0 0 2 0,0 0-5 15,0 0 0 1,-2 0 4-16,0 0 8 0,-3 0 1 16,1 0-8-16,-1 0 4 15,0 0 13-15,3 0-5 16,0 0-14-16,-1 0 4 16,3 0-8-16,0-2-3 15,0 2-3-15,0 0 0 16,0 0-2-16,0 0-4 15,0 0 5-15,0 0 1 16,17-2 1-16,3-2-4 16,8 0 11-16,2-3-7 15,4 3 1-15,0 0 0 16,6 2 0-16,-1-2 0 16,0-3-1-16,0 2 2 15,1-2-4-15,-6 1 4 0,-4 2-5 16,-2 2 4-16,-4-3-1 15,2 4 0-15,1-6 1 16,-1 1-1-16,4-2 4 16,-2 2-5-16,-3-3 3 15,1 3-4-15,-2 2 5 16,-1-2-6-16,1 2 4 16,-3 0-1-16,-1 0-1 15,3 1 1-15,2-1 0 16,1 0 1-16,-4 0-2 15,4-1 1-15,-5 1-1 0,2-1-1 16,-1 0 1 0,4-3 0-16,-3 0 0 0,0 1 0 15,-5 1 0-15,1 4 0 16,-6-2 0-16,1 2-2 16,2-2 4-16,1 0-5 15,-6-1 4-15,1 3-2 16,-5 0-1-16,-3-2 3 15,0 4-1-15,-1-2 1 16,-3 2-1-16,2 0 1 16,-2 0-2-16,0 0 2 15,0 0-1-15,0 0-1 0,0 0 0 16,0 0 1-16,0 0 4 16,0 0 0-16,0 0 3 15,0 0-1-15,0 0 4 16,0 0 1-16,0 0 0 15,0 0-4-15,0 0-3 16,0 0 0-16,0 0-2 16,0 0 9-16,2 0-8 15,0 13 1-15,3 3-3 16,0 5 2-16,-2-1-1 16,1-1-1-16,-2 2 1 15,3-3-3-15,-3-1 4 16,0 0-4-16,3-5 2 0,-5-3-2 15,2-5 1-15,-2-3 0 16,0-1 0-16,0 0-1 16,0 0-2-16,0 0-7 15,0 0-44-15,0 0-37 16,0 0-136-16</inkml:trace>
  <inkml:trace contextRef="#ctx0" brushRef="#br0" timeOffset="171792.38">2397 8978 147 0,'4'-6'54'16,"-4"6"-44"-16,3 0 13 0,-3 0 20 15,0-3-8 1,0 3-17-16,0 0-11 0,0 0-5 16,0 0-2-1,0 0 1-15,0 0 0 0,0 0-2 16,0 5 6-16,0 10 14 15,0 5-7-15,4 7 4 16,-2 8-5-16,1 2-3 16,1 7-6-16,-1 5 2 15,-1 6-3-15,1 11-1 16,-3 8 1-16,0 13-4 16,0 6-1-16,-8 5 1 15,-1 7-3-15,2 3-5 16,-1 8-16-16,0 8-13 15,-1 0-9-15,0-1 31 0,0-7 21 16,4-15 3-16,2-10-4 16,3-6 3-16,0-15-3 15,10-6 4-15,13-10-6 16,2-8 3-16,1-4 3 16,1-12-6-16,-1-3-1 15,-4-8-2-15,4-2 3 16,-5-3-2-16,0-3 0 15,-6-5 2-15,0 0-3 16,-2 0 0-16,1-2 1 16,2 0-5-16,-5 3 6 15,6 1 2-15,1-2-1 0,2 4 3 16,4-1 1-16,1 1-2 16,1-1-1-16,-2 1 1 15,4-2-2-15,0 0 0 16,4 0-3-16,8-1 2 15,5-3 3-15,8 0 2 16,7 0 1-16,7 2-4 16,6 1 1-16,6-1-3 15,6 2 3-15,4-2 2 16,6-2 2-16,2-1-1 16,1-1 1-16,5 0 1 15,2-2 0-15,2 2 1 16,2-2-3-16,-1 0 0 15,-2 0-2-15,2 0-1 16,2 0 6-16,10 0-2 0,7 0 0 16,-1 0-4-16,7 0 3 15,-2 0-5-15,-1 0 2 16,-12-9-3-16,-5-1 0 16,-9 2 2-16,-7-2-5 15,-7 1 6-15,-10 1-4 16,-1-3 5-16,-6 1-4 15,-4 2 2-15,-5 0-4 16,-9 1 5-16,-4 2-4 16,-7 0 2-16,-8 1 0 15,4 0-1-15,-6 0 4 0,-4 2-5 16,3 0 4 0,-4-2-4-16,1 1 5 15,-10-1-4-15,-5 2-1 0,-11 2 1 16,-4 0-1-16,0 0-13 15,0 0-73-15,0 0-65 16</inkml:trace>
  <inkml:trace contextRef="#ctx0" brushRef="#br0" timeOffset="172594.21">6338 8949 173 0,'-4'-13'52'16,"-4"5"-37"-16,4-2-1 16,4-2 27-16,0 3-1 15,0 3-20-15,0 4-8 16,0-2-4-16,0 0 5 16,0 2 0-16,0-1-2 15,0 2-3-15,0 1 3 16,0 0-4-16,0 0 4 15,0 0-5-15,0 0 2 16,0 18 2-16,14 24-7 0,8 16 1 16,1 16-1-1,-1 11 0-15,1 4-3 0,-3 0 1 16,1 0-1-16,4 5 0 16,-7 7 0-16,1 0-2 15,0 9 0-15,-4 2-4 16,4-2 6-16,-1-5-3 15,3-3 3-15,-2-12-4 16,-4-2 3-16,2-10-1 16,-8-1-1-16,0-3 3 0,-5-3-4 15,-2 0 8 1,-2-7-6-16,0-9 4 16,0-5-10-16,0-11 5 15,0-6 2-15,0-10-4 0,0-8-1 16,0-7 1-16,0-4 0 15,0-2-5-15,0-2-3 16,0 0-4-16,4 0 4 16,-4 0-1-16,0 0-30 15,0-6 9-15,0-15-28 16,0-12-99-16</inkml:trace>
  <inkml:trace contextRef="#ctx0" brushRef="#br0" timeOffset="173524.06">6319 8639 190 0,'0'-5'44'0,"0"3"-36"15,0 2 20-15,0-2 14 16,0 2 3-16,0-2-11 16,0 2-14-16,0-2-1 15,0 2-3-15,0-2 7 16,0 0-8-16,-17-5-12 0,-11-1-4 16,-12 0 1-1,-6 2 1-15,-11-2-1 0,-10 4 0 16,-14-3-1-1,-11-1 2-15,-11 2-2 0,-14-3 3 16,-8 1-2-16,-5 4 0 16,-11 0 1-16,-3 2 0 15,-8 0-2-15,2 2 1 16,2-2 2-16,1-1-2 16,0 2 1-16,2-3-2 15,-4 1 3-15,3 3-5 16,1 0 0-16,8 0 2 15,3 0-1-15,5 0-2 0,12 0-8 16,6 0 1-16,8 0 3 16,13 0 6-16,14 3-2 15,12 2-1-15,11 4-12 16,9-1-8-16,8 3-1 16,3-1 16-16,10 0 5 15,5-2-15-15,8-1-11 16,8-1-56-16,2-2-61 15</inkml:trace>
  <inkml:trace contextRef="#ctx0" brushRef="#br0" timeOffset="175250.81">2678 11798 18 0,'0'-4'173'15,"0"2"-122"-15,0 0-29 16,0 0 3-16,0 0 11 15,0 2-16-15,0 0-8 0,0 0-10 16,0 0 2-16,0 0 3 16,0 0 2-16,0 0-8 15,0 0 4-15,0 0 3 16,6 6-2-16,1 6 6 16,1 3-6-16,3 3 2 15,0 7-6-15,1 4 0 16,-1 9-1-16,-2 1-1 15,1 3 0-15,-1 5 1 16,0-1-2-16,1 1 1 16,1 3 0-16,-2-4-1 15,1 1 2-15,-8 1-2 0,0 0 1 16,0-1-6-16,1 1 4 16,-1-5 2-16,2-1-2 15,3-5 2-15,3-4-2 16,1-2 2-16,2-4-1 15,6-6-2-15,2 0-6 16,7-7 1-16,4-4-3 16,2-4 2-16,5-3 4 15,0-3-3-15,-5 0 2 16,-6 0-5-16,-7 0-16 16,-4 0-24-16,-6 0-16 15,-4-4-39-15</inkml:trace>
  <inkml:trace contextRef="#ctx0" brushRef="#br0" timeOffset="175634.04">2699 12351 171 0,'-3'-2'89'0,"0"0"-85"15,3-2-24-15,0 4 40 16,0-2-10-16,0 0-3 15,0 2-7-15,21-4 4 16,11-1 0-16,3 1-1 16,-3 0 0-16,0 2-1 15,-4-2-1-15,-3 2-2 16,-4 2 2-16,-5 0-7 16,-4 0 2-16,-5 0-26 15,-3 0-49-15,3 0-52 16</inkml:trace>
  <inkml:trace contextRef="#ctx0" brushRef="#br0" timeOffset="176106.62">3499 12316 160 0,'0'0'107'15,"0"0"-92"-15,0 0 6 16,0 0-5-16,0 0-2 16,5 0-7-16,10 0 2 15,13 0 1-15,2 0-4 16,4 0-2-16,1-6-3 15,-3 1 0-15,0 1-1 16,-6 3 4-16,-3-2-8 16,-7-1 5-16,-4 4-8 0,-4 0 1 15,-5 0-19-15,-1 0-35 16,0 0-18-16,-2 0-56 16</inkml:trace>
  <inkml:trace contextRef="#ctx0" brushRef="#br0" timeOffset="176450.25">3611 12544 221 0,'-2'0'28'16,"2"0"-21"-16,0 0 20 15,0 0 2-15,0 0-8 16,2 0-4-16,19 0-4 16,5 0-4-16,4-3-3 15,0-5-3-15,0 2-4 16,-8 2 0-16,-1 0-1 15,-7 2-3-15,-3 0 2 0,-4 2-3 16,-2 0-10-16,-3 0-22 16,-2 0-44-16,0 0-25 15</inkml:trace>
  <inkml:trace contextRef="#ctx0" brushRef="#br0" timeOffset="182562.34">4663 12080 52 0,'0'0'19'15,"0"0"-9"-15,0 0 15 16,0 0 1-16,0 0-7 15,-3 0 1-15,3 0-1 16,0 0-7-16,0 0 1 16,0-2-1-16,0 2 1 0,-2 0 0 15,2 0-4 1,0 0 0-16,0 0 2 0,0 0 4 16,0-2-6-16,0 2-2 15,0 0-4-15,0 0-4 16,0 0 2-16,0 0 3 15,0 0 0-15,0 0-2 16,0 0 3-16,0 0 2 16,0 4 2-16,0 10-4 15,0 5 3-15,0 6-5 16,5 2-1-16,2-1 0 16,0 4-2-16,0-1 2 15,-1 2-2-15,2 0 1 16,-1-2-1-16,-3-2 0 15,1-2-1-15,-1 0 1 0,-4-5 0 16,5 1-1 0,-5-1 2-16,2 1-2 0,5 0 3 15,-2-2-3-15,4-1 2 16,-5-1-4-16,1-3 3 16,0 1 0-16,-3-5-4 15,1-2 1-15,1-1-9 16,-4-3 2-16,0-2-13 15,0 0-7-15,0-2-8 16,0 0-11-16,0 0-31 16,0 0-13-16</inkml:trace>
  <inkml:trace contextRef="#ctx0" brushRef="#br0" timeOffset="183402.16">4652 12103 6 0,'-3'-2'24'15,"1"2"-4"-15,2 0 18 16,0 0 6-16,0 0-16 16,0 0-10-16,0 0-7 0,0 0-2 15,0 0-6 1,0-3 0-16,0 3 0 0,0-4-1 16,0 2-1-16,0 0 1 15,0-2 3-15,0-2 0 16,0 2 4-16,2 0-2 15,3 0 2-15,-3 1-5 16,2 2 5-16,-1-4-8 16,2 1-2-16,4 2 5 15,-2-2 0-15,4 2-4 16,1 0 1-16,1-3 5 16,2 4 6-16,-2 1-9 15,1 0-8-15,-3 0 4 16,3 0 1-16,-2 0 3 15,1 0-8-15,-1 0 10 0,-3 0-5 16,0 1 5-16,-2 8 1 16,1-1-5-16,-4 4 3 15,3 3-3-15,-1-1 0 16,-3 3-1-16,2 0 0 16,-5-1 0-16,0-1 0 15,0 1 0-15,0-4 0 16,0-1-1-16,-10-1-4 15,-3-3 7-15,-6 3-6 16,1-2 1-16,2 3 0 16,-3-3 2-16,5-2 0 15,1 0-3-15,-1-3 1 0,3 1-15 16,-4-3 1-16,4 2-1 16,0-1-12-16,3 0-9 15,-1 0 9-15,5 2 7 16,4-2-4-16,-2 0-11 15</inkml:trace>
  <inkml:trace contextRef="#ctx0" brushRef="#br0" timeOffset="184415.24">4780 11829 69 0,'-2'0'14'0,"0"-1"-4"16,2-2 15-16,0 1-9 16,0 2-7-16,0 0-5 15,0 0-1-15,0 0 0 16,0 0 1-16,0 0 8 16,0 0 2-16,0 0 2 15,0 0-3-15,0 0 6 16,0 0-6-16,-3 0-4 15,3 0-5-15,0 0-3 16,-4 2 1-16,2 10-2 16,-5 1 0-16,4-1-2 0,1-3 2 15,-1-1-1-15,-1 4 0 16,2-5-1-16,-3 1-3 16,3 2 1-16,0-5-1 15,-3-1 6-15,5 0-11 16,0-4 12-16,0 0-8 15,0 0-1-15,0 0 3 16,0 0-9-16,0 0-6 16,0 0 1-16,0 0 24 15,0-11-16-15,0-1 13 0,5-3-6 16,4 1 3-16,-3 2-3 16,4-3-1-16,-3 1-2 15,0-1-5 1,-1 2 5-16,2 1-1 0,-3 4 6 15,-1 4 2-15,-2 2 2 16,-2 0 1-16,2 2 0 16,-2 0-1-16,0 0 4 15,0 0 0-15,0 0 5 16,0 0 9-16,0 0-2 16,3 0-6-16,1 2-7 15,1 4 1-15,-1 0-4 16,6 0 3-16,-1 2 1 15,-3-1-3-15,2 3 0 16,-1-2-1-16,2 0 6 0,-3 1-1 16,4-3 1-16,-1 0-3 15,-4-2 2-15,-1 1-7 16,-2-3-1-16,1 0 2 16,-1 0-5-16,0 0 3 15,-2-2-4-15,3 0-1 16,-3 2-16-16,0 2-20 15,0 0-59-15,0 5-27 16</inkml:trace>
  <inkml:trace contextRef="#ctx0" brushRef="#br0" timeOffset="185024.28">5195 12111 100 0,'0'0'92'0,"0"0"-76"16,0 0 0 0,0 0 10-16,-2 0-11 0,2 0-6 15,0 0-5-15,0 0 6 16,2 0 0-16,13 0 2 15,2 0-7-15,1 0 2 16,3 0-4-16,0-4-1 16,-3 4 1-16,1-2-1 15,-8 2-2-15,-5 0 0 16,0 0 2-16,-6 0-3 16,2 0 2-16,-2 0-2 15,0 0-2-15,0 0-30 16,0 0-33-16,0 0-29 0</inkml:trace>
  <inkml:trace contextRef="#ctx0" brushRef="#br0" timeOffset="185572.95">5677 11889 20 0,'0'-2'62'0,"0"2"-26"16,0 0 11-16,0 0 12 15,0 0-15-15,0 0-20 16,0 0 4-16,0 0-10 16,0 0-6-16,0 0-1 15,0 7-3-15,6 7-4 16,3 7 3-16,0 1-1 15,-1 6 1-15,7 0-4 16,-2 8 3-16,2 3-3 16,0 2 1-16,-3 1-2 0,2-1 0 15,-3-4 1-15,1-1-2 16,-1-5 0-16,-1-6-1 16,-3-5 0-16,-1-3-2 15,-1-4 3-15,-1-5-7 16,-2-7 0-16,-2 2-6 15,0-3-8-15,0 0-4 16,0 0-2-16,0 0-30 16,0 0-28-16,0-4-6 15</inkml:trace>
  <inkml:trace contextRef="#ctx0" brushRef="#br0" timeOffset="186063.78">5731 11910 36 0,'0'-8'21'16,"0"2"1"-16,0-1 23 0,0 5-22 15,0 0-5 1,0 0-4-16,0 2-10 0,4-2 1 16,10 0 9-16,4 2-8 15,1 0 4-15,2 0 3 16,1 0-4-16,-1 0-1 16,0 0 0-16,2 0 4 15,0 6-2-15,-2 0 2 16,-3 5 2-16,-4-3 2 15,-3 3-2-15,-4-1 0 16,-4 0-2-16,-3 3-5 16,0 3-1-16,-3-1-6 15,-17 3 6-15,-6 3-12 16,1 0 4-16,-3-1-8 0,3-3 3 16,0-1 6-16,0-3-5 15,-1-3 6-15,3-1-2 16,5-3-18-16,6-2-2 15,8 0-17-15,1-4 6 16,3 0-3-16,0 0-33 16,0 0-21-16</inkml:trace>
  <inkml:trace contextRef="#ctx0" brushRef="#br0" timeOffset="189560.24">4500 12643 22 0,'0'0'34'0,"0"0"-1"0,0 0-2 16,0 0 6-16,0 0-3 16,-3 0 0-16,3 0-4 15,0 0-7-15,0 0-6 16,0 0-7-16,0 0 1 16,0 0-3-16,0 0 1 15,0 0-4-15,0 0 2 16,0 0 0-16,0 0 2 15,0 0-3-15,-2 0-5 16,2 0 3-16,0 0-3 16,0 0 6-16,0 0-4 15,0 0 1-15,0 0-2 16,0 0 5-16,0 0-1 0,0 0 0 16,0 0-3-1,0 0-1-15,0 0 8 0,5 2-6 16,13 0-2-16,0-2 0 15,3 0 2-15,3 0-2 16,3 0 1-16,-2 0 1 16,2 0-2-16,1-2 1 15,0-4-2-15,0 0 3 16,-1 2-5-16,1-3 2 16,0 1-2-16,2 0 2 15,0 2-1-15,2-2 0 16,-2 2 0-16,0-1-1 15,-3 3 3-15,3-2-2 0,-3 2 1 16,1-2-1-16,-3 0-1 16,3 0 1-16,0-1-1 15,2-1 2-15,-1 0-3 16,6 0 3-16,-3-1-3 16,2 3 4-16,3-2-4 15,3 2 3-15,-4 2-2 16,1-2 1-16,0 0 0 15,-3 2 0-15,1-2 0 16,0-3 0-16,-3 3 1 16,2-2-1-16,1-2 1 15,-3 0-5-15,-2-1 2 0,0 1 1 16,0 2 2-16,0-1-2 16,2 3 1-16,0-2 1 15,-2 2-4-15,-2-2 2 16,-1 0 0-16,1 2 1 15,-3-1 0-15,-2 3 0 16,-2 0 0-16,-3-2-2 16,1 2 4-16,-1 0-4 15,-4 0 5-15,-3 0-4 16,1-1 2-16,-5 3-2 16,-5 0 2-16,0 0-1 15,-2 0-1-15,0 0 1 16,0 0-2-16,0 0 1 15,0 0-10-15,0 0-34 16,2 0-17-16,-2 0-38 0,0 0-66 16</inkml:trace>
  <inkml:trace contextRef="#ctx0" brushRef="#br0" timeOffset="204291.21">4953 13182 71 0,'0'4'84'16,"0"0"-67"-16,0-4-3 15,0 0 12-15,0 0 5 16,0 0-10-16,0 0-9 15,0 0-3-15,0 0 5 16,0 0 0-16,0 0 4 16,0 0-4-16,0 0 1 0,0 0-5 15,0 0 4-15,0 0-2 16,0 0 0-16,0 0-2 16,0 0-3-16,0 6-2 15,0-2 1-15,0 0-2 16,0 0-3-16,0 0 2 15,0 5-2-15,7-3 1 16,-1 2-2-16,7 5 0 16,-4-3 1-16,2 0-2 15,1 1 8-15,3-1-7 0,-3 1 2 16,4 1-3-16,-5 2 2 16,4 1 0-16,-4-1-1 15,1 1 0 1,-1 1-1-16,-2-1 3 15,1-1-2-15,-1 3 2 0,0-5-3 16,0 5 2-16,-2-5-1 16,2 1 0-16,2-1 0 15,-3-3-1-15,-1 1 2 16,-1-2-2-16,1-1 4 16,-5-3-5-16,0-3 4 15,2 2-5-15,-4-3 3 16,0 0-4-16,0 0-2 0,0 0 4 15,0 0-1-15,0 0 5 16,0 0-8-16,0 0 1 16,0 0-12-16,0-3 19 15,0-9 1-15,0-6-3 16,2 3-1-16,2-8 0 16,-2 6 2-16,-2-1-2 15,0-2 5-15,0-1-7 16,0-2 6-16,0 2-6 15,0-2 3-15,0 1 0 16,0-3 1-16,-2 2-1 16,-2-2 0-16,-2 2 3 15,2 3-3-15,2-1 3 16,-1 0-5-16,1 1 4 0,0 1-4 16,0-2 4-16,0-1-2 15,-1-3-3-15,3-2 6 16,0-5-3-16,0 6 0 15,0-1 0-15,0 0 1 16,0 8-2-16,0 3 2 16,0 5-1-16,0 5 1 15,0 0 2-15,0 2-5 16,0-1 5-16,0 1-3 16,0 0 0-16,0 0-1 15,0 0 1-15,0 4 0 16,0-2 0-16,0 2 0 15,0 0 0-15,0 0 1 16,0 0-2-16,0 0 3 0,0 0-3 16,0 0 1-16,0 0-1 15,0 0 1-15,0 0-2 16,0 0 1-16,0 0 2 16,0 0-2-16,0 0 1 15,0 0-8-15,0 0-6 16,0 0-27-16,0 0-24 15,0 0-7-15,0 0-51 16</inkml:trace>
  <inkml:trace contextRef="#ctx0" brushRef="#br0" timeOffset="205444.37">5249 12773 23 0,'-2'0'31'0,"0"0"-11"15,0 0 12-15,-3 0-11 0,3 0-2 16,-3 0-2-16,5 0 5 15,-2 0-6-15,2 0 4 16,0 0-4-16,0 0 1 16,0 0 1-16,0 0-1 15,0 0 3-15,0 0-5 16,0 0-5-16,0 0-3 16,0 0 0-16,0 0-6 15,0 0 2-15,0 0-2 16,0 0 0-16,0 0 0 15,0 0-2-15,0 0 6 16,0 0-4-16,11 0 3 16,2 0-3-16,4 0 3 0,4 0-3 15,-1 0 0-15,6 0-2 16,-1-1 1-16,1-6 1 16,-1 1 1-16,1 0 1 15,-2 0-3-15,-3-1 1 16,-2 6-1-16,-3-4 1 15,-4 3 0-15,1 0 0 16,-4 0-1-16,5 0 0 16,-2 2 3-16,0-2-5 15,-1 0 5-15,2 0-3 16,2 0 1-16,-2-1-1 16,1 3 0-16,0-1 0 0,2-2 0 15,0-1 1 1,0 2-1-16,0 0 1 0,1 0-1 15,-4 0 1-15,1 0-2 16,-3 2 2-16,1-2-1 16,2 0-1-16,-3 0 1 15,1 0-1-15,-1 0 3 16,0-1-3-16,4 1 3 16,-4 0-4-16,3 0 3 15,-3 2-2-15,-2 0 2 16,1-2-1-16,-1 2-1 15,2-2 2-15,1 0-3 16,-1 0 3-16,6-2-1 0,-4 0 1 16,1 1-3-16,-4 2 2 15,-1-2 0-15,-1 3 0 16,0-1 0-16,-1 1-1 16,-3 0 2-16,-1 0-1 15,-1 0 1-15,0 0-2 16,-2 0 0-16,0 0-1 15,2 0-1-15,0 0-2 16,1 0-7-16,-3 0-32 16,2 0-31-16,-2 0-35 15</inkml:trace>
  <inkml:trace contextRef="#ctx0" brushRef="#br0" timeOffset="206442.02">5484 13024 39 0,'0'-2'47'0,"0"0"-16"15,0 2-3-15,0-2 4 16,0 2-2-16,0 0-13 15,0 0-4-15,0 0 6 16,0 0 19-16,0 0-7 16,0 0-16-16,0 4 0 15,0 8-5-15,0 1 1 16,5-1-3-16,1 1 1 0,2 1-2 16,-1 3-4-16,-1-3 1 15,-1 3-1-15,5 2 4 16,-6-3-5-16,3 1 1 15,0-1-3-15,-3-2 1 16,4 1-1-16,-4 0 2 16,-2-1-2-16,3 1-3 15,-3-3 6-15,0-2-5 16,-2-1 6-16,0-5-6 16,0-2 3-16,0 0-9 15,0-2-2-15,0 2 1 16,0-2-5-16,0 0 1 15,0 0-6-15,0 0-8 16,3 0-18-16,-3 0 2 16,0 0-23-16,0 0-43 0</inkml:trace>
  <inkml:trace contextRef="#ctx0" brushRef="#br0" timeOffset="207105.67">5422 12939 50 0,'0'0'26'15,"0"0"-16"-15,0 0 3 16,5 0 7-16,-3-2 0 16,6-2-3-16,-4 2-1 15,3 0 0-15,2 0-5 16,1 0-2-16,-2 0-1 0,1 0 7 15,2 2-6-15,-1 0-2 16,1 0-6-16,2 0 1 16,-2 0 1-16,2 0 4 15,-3 0 1-15,-1 0 0 16,-2 0 1-16,-3 0-4 16,1 6 3-16,-2 0-8 15,1 0 4-15,-2 2-4 16,3 1 2-16,-1 1-2 15,1 3 1-15,-5-1 0 16,0-6-2-16,0 1 4 16,0-3-2-16,0 4-1 15,0 0-4-15,-7 5 4 16,-6-1-1-16,-2-4 1 16,4 3-2-16,-3-3 1 0,5-4 1 15,0 2-3-15,-1-3 2 16,3 1-4-16,3-3 1 15,0-1-2-15,-1 3-2 16,1-3 5-16,0 1-1 16,2 2-9-16,0-3-12 15,-2 2-6-15,-1 2-18 16,1-2-5-16,1 0-10 16</inkml:trace>
  <inkml:trace contextRef="#ctx0" brushRef="#br0" timeOffset="210892.52">5452 12828 3 0,'0'0'23'16,"0"0"-11"-16,0 0 6 15,0 0 7-15,0 0 11 16,0 0-6-16,0 0-6 15,0 0-9-15,0 0-6 16,0 0-3-16,0 4-6 16,0 0 3-16,0-2 0 15,0 4 1-15,0-2 3 16,0 1 2-16,0 0 1 16,0 2-7-16,0-1 0 0,0 4-3 15,0-4 1-15,0 3-2 16,0-1 0-16,0-2-10 15,0-2 7-15,0 1-6 16,0-1 1-16,-2 0-1 16,0 2 0-16,-1-2 4 15,1 0-7-15,0-2 2 16,2 1-7-16,0-2 10 16,0-1-7-16,0 0-3 15,0 0-1-15,0 0-16 16,0 0-3-16</inkml:trace>
  <inkml:trace contextRef="#ctx0" brushRef="#br0" timeOffset="211362.83">5452 12828 10 0,'-4'4'6'16,"4"-4"-4"-16,2-3 2 15,0 3-4-15,3 0-3 16,-1-1 6-16,2 1-5 0,-2 0-1 16,0 0 3-16,-1 0 7 15,-1 0 10-15,2 0-7 16,-1 0 2-16,1 0-5 15,-2 0 2-15,4 0 0 16,-2 1 10-16,1 3 6 16,-1 1-6-16,0-1-5 15,1 0 0-15,3 0-7 16,-4 3 5-16,3-3-7 16,-1 0 2-16,1 2-3 15,3-2 2-15,-3 2 1 16,2 0-1-16,-5-2 3 15,-2 1-1-15,1-3 2 16,-3 0-3-16,3-2-5 0,-3 2 0 16,0 0-2-16,0-2-2 15,0 0-7-15,0 0-6 16,2 0-18-16,-2 0-29 16,2 2-32-16</inkml:trace>
  <inkml:trace contextRef="#ctx0" brushRef="#br0" timeOffset="213432.91">5936 12951 33 0,'0'0'75'15,"0"0"-42"-15,0 3-15 16,0-3 1-16,0 0-1 16,0 0-5-16,0 0-1 15,0 0 7-15,0 0-2 16,0 0 1-16,0 0-8 16,0 0 4-16,0 0-5 15,0 0-6-15,0 0 1 16,0 0-6-16,-10 0 2 15,-1 0-11-15,-3 0-6 16,0 0 4-16,1 0 1 0,3 0 8 16,1 2-3-16,0-2 3 15,2 4 0-15,-1-2 6 16,4 2-3-16,-3 2-1 16,5 1 2-16,-2 1-5 15,1 0-5-15,3 1-1 16,0-1 6-16,0 0-2 15,0 0 4-15,0 1 2 16,0 1 5-16,0-2-1 16,0 1 6-16,0-1-2 15,0 0 5-15,0-2-14 16,5 1-8-16,2-3-1 16,1-3-1-16,2 2 4 15,1-3 6-15,1 0 3 16,0 0-4-16,-1 0-1 0,-2 0-1 15,5 0-1-15,-5-8 0 16,3-1 1-16,-5 1-2 16,-3-3 3-16,1 1 0 15,-5 0 5-15,2 2 4 16,-2-3-4-16,0 5 2 16,0-2 7-16,0 1-2 15,0 3 0-15,0-2-6 16,0 0 0-16,0 1-3 15,0 5 3-15,0 0 1 0,0 0 2 16,0 0 6-16,0 0 2 16,0 0-3-16,0 0 4 15,0 0-11-15,0 0 1 16,0 3-2-16,0 5-2 16,0 1 2-16,4-1 2 15,1 2 6-15,3 2 0 16,-4 3 0-16,3 0 1 15,-1 1 3-15,2 1-2 16,-3-3-4-16,1 1-2 16,1-1-4-16,0 3 2 15,0-1-2-15,0 3-1 16,2 0 2-16,-3-1-1 16,2-3 0-16,-6-3-3 15,1-4 3-15,-1-1-5 0,-2-5 0 16,0 0-7-16,0-2-16 15,0 0-6-15,2 0-18 16,-2 0 3-16,0 0-38 16</inkml:trace>
  <inkml:trace contextRef="#ctx0" brushRef="#br0" timeOffset="213783.13">5896 13223 70 0,'-2'-2'55'16,"2"2"-25"-16,0-2-14 15,0-1 7-15,0 3-2 16,0 0-8-16,0-1-10 16,0-2 3-16,9-1 0 15,9 0-2-15,1-2 0 16,-3 0-1-16,2 2 1 0,-1-2-4 16,-1-1 2-16,-3 1-5 15,-1 2-7 1,-5 0-14-16,-3-2-48 0,-4 1-74 15</inkml:trace>
  <inkml:trace contextRef="#ctx0" brushRef="#br0" timeOffset="-214691.51">5802 12776 44 0,'0'0'81'0,"0"0"-66"15,0 0 7-15,0 0 5 16,0 0 2-16,0 0-12 16,0 0-8-16,0 0-5 15,0 4 2-15,0 6 4 16,0 0-3-16,0 3 2 15,0-3-6-15,-3 0-1 16,1 1 0-16,2-1-1 0,-2-3 0 16,0-2-1-16,-1 0 1 15,3 1-2-15,0 0-3 16,0-2 2-16,0-1 1 16,0-3-11-16,0 1 7 15,0-1 0-15,0 0-1 16,0 0-3-16,0 0 2 15,0 0 0-15,0 0-8 16,0 0 4-16,0 0 4 16,0 0 3-16,0-5 15 15,0-4-11-15,0-2-4 16,0 2 2-16,0 0 4 16,0 1-2-16,0 0 0 0,0 1-2 15,0-1 2-15,0 2 2 16,0 0-1-16,0 1-1 15,0 3-1-15,0 0 1 16,0 0 0-16,3 0 0 16,-1 2-3-16,0-2 4 15,-2 0-4-15,0 2 3 16,2 0-4-16,-2 0 7 16,0 0-2-16,3 0 1 15,-3 0 3-15,5 0 0 16,-1 0-2-16,3 0-2 15,-2 0 3-15,-1 4-3 0,3 2 5 16,0 1-4-16,0-3 2 16,0 2 1-16,-1-2-1 15,2 2 2-15,1-2-2 16,-2 3 3-16,2-3-5 16,-2 2 5-16,2-2-7 15,-4 0 1-15,-1 0 1 16,-2-1-4-16,0-3 4 15,1 0-11-15,-3 1-4 16,0-1-20-16,0 3-74 16</inkml:trace>
  <inkml:trace contextRef="#ctx0" brushRef="#br0" timeOffset="-213738.59">5418 13368 7 0,'-2'0'26'15,"2"0"-2"-15,0 0-6 0,0 0 6 16,0 0 5 0,0 0 3-16,0 0 2 0,0 0-12 15,0 0 2-15,0 0-14 16,0 0 2-16,0 0 0 16,0 0-3-16,2 0-2 15,13 0 1-15,9 0-4 16,6 0-1-16,4-6-2 15,8-5-4-15,4-1 5 16,5-1-3-16,-2-1 3 16,2-1-2-16,0 3 2 15,-3-2-1-15,-4 1-1 16,-2 3 1-16,-4-1-2 0,2 1 2 16,-5-1-1-16,-1-1 1 15,-2 0-2-15,-2-1 2 16,-2 5 0-16,-6 2 0 15,-1 2 2-15,-7 2 1 16,-2 2 0-16,-6-2 0 16,1 2 3-16,-5 0-3 15,-2 0 1-15,0-2-3 16,0 2-1-16,0 0-2 16,0 0-17-16,0 0-45 15,0 0-10-15,0 0-24 16</inkml:trace>
  <inkml:trace contextRef="#ctx0" brushRef="#br0" timeOffset="-212515.69">5846 13473 26 0,'0'-2'31'0,"-2"2"5"15,2 0 20-15,-3-2-7 16,3 2-16-16,0 0-3 16,0 0-8-16,0 0-2 15,0 0-6-15,0 0-6 16,0 0-1-16,0 0-1 16,0 0 2-16,0 0 1 15,0 0-4-15,5 8-1 16,4 7-3-16,0-3 6 0,3 3-1 15,-3 2 1 1,0-1 2-16,-2-2-6 0,2-1 1 16,-2-5-5-16,-1-1 4 15,-3-1-7-15,0-4 1 16,-1-2-5-16,-2 0 1 16,0 0-1-16,0 0-2 15,0 0-7-15,0 0 5 16,0 0-2-16,0 0 0 15,0 0 17-15,0-4-4 16,0-13 2-16,0 1-7 16,0-5 1-16,0-2 5 15,0 2-3-15,0 5 6 16,0 5-6-16,0 3 5 16,0 2-2-16,0-2 1 0,0 0-7 15,9-1 6-15,0 1-4 16,0 0 1-16,1 1-2 15,-1 1 5-15,-3 4-2 16,4 0 6-16,-3 0-1 16,0 2-1-16,2 0 1 15,0 0-3-15,0 0 2 16,0 0 0-16,1 0 6 16,-1 0 0-16,0 6 7 15,0 3 1-15,1 3-5 16,-4 2 4-16,-1 3-4 15,-1 2-1-15,3-3-5 0,-2-4-1 16,0-1-2-16,-1-5-5 16,-1-2 3-16,-1-2-10 15,0 0-1-15,-2-2-30 16,2 0-28-16,-2 0-73 16</inkml:trace>
  <inkml:trace contextRef="#ctx0" brushRef="#br0" timeOffset="-211931.7">5266 13480 5 0</inkml:trace>
  <inkml:trace contextRef="#ctx0" brushRef="#br0" timeOffset="-210731.34">6120 12676 68 0,'-3'0'59'0,"3"0"-27"15,0 0 0-15,0 0-2 0,0 0-3 16,0 0-5 0,0 0-3-16,0 0 4 0,0 0-8 15,0 0-2-15,0 0-4 16,0 0 3-16,0 0-4 16,0 0 1-16,0 0-2 15,0-2-1-15,0 2-1 16,-2 0-5-16,2-2 3 15,0 2-3-15,0 0 3 16,0 0-2-16,0 0 0 16,0 0-1-16,0 0-1 15,0 0 3-15,0 0-2 16,0 0 2-16,0 0-4 16,0 0 5-16,0 0-1 15,0 0 1-15,0 0 1 0,0 0-3 16,0 0 0-16,0 0 0 15,0 0 0-15,5 10-3 16,6 1 3-16,0-1-3 16,3 2 2-16,0-1-1 15,-2-1 2-15,-1-2-2 16,-4 1 0-16,-3-3 2 16,-1-4-9-16,-3 0-5 15,0 0-12-15,3-2-13 16,1 0-88-16</inkml:trace>
</inkml:ink>
</file>

<file path=ppt/ink/ink8.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0-08-12T17:07:39.350"/>
    </inkml:context>
    <inkml:brush xml:id="br0">
      <inkml:brushProperty name="width" value="0.05292" units="cm"/>
      <inkml:brushProperty name="height" value="0.05292" units="cm"/>
      <inkml:brushProperty name="color" value="#FF0000"/>
    </inkml:brush>
  </inkml:definitions>
  <inkml:trace contextRef="#ctx0" brushRef="#br0">9437 10389 0,'-18'0'32,"-17"18"-1,17-18 0,1 18-15,-1-18 15,0 0-31,1 17 16,-1 1-1,0 0-15,18-1 16,-35 36-16,-35 35 15,17 0 1,17 1-16,19-19 31,-1 18-31,-17-17 0,17 17 16,1 0 0,-1-35-16,0 35 15,18-17 1,-17 17-16,17-17 15,-18 17-15,18-17 16,0 17 0,0-18-1,0 18-15,0-17 16,0-18-16,0 17 16,0-17-1,18 36-15,-18-19 16,17 18-1,1-17-15,-18 17 16,18-35 0,-1 0-16,1-18 15,-1 0-15,1 1 16,0-19 0,-1 1-16,1 0 15,17-1 1,1 1-16,-1 0 15,0-1 1,0-17-16,1 18 16,-1-18-1,0 18-15,1-18 16,-1 0 0,-18 17-16,1-17 31,0 0-31,-1 0 15,1 0-15,0 0 16,-1 0 0,1 0-1,17 0 1,0 0-16,1-17 31,-1-1-31,0 0 0,1 1 16,-1-1-1,0 0-15,0 1 16,18-19-16,-17-34 16,-1-1-1,18-17 1,-18 0-16,18-36 16,0 1-16,-18-1 15,18-17 1,0-17-16,0-19 15,0-17 1,0 35-16,-36 18 16,19 18-1,-19 52-15,1-17 16,-18 53 0,0-18-16,0-18 15,0 1-15,0-1 16,0-17-1,0 18-15,0-19 16,-18 19 0,-17-18-16,17-1 15,1 19 1,-1-18-16,1-1 16,-1 19-1,-35-18-15,18 35 16,-1-18-1,19 36-15,-1 17 16,0 1-16,1 17 16,-1 0-1,1 0-15,-1 0 32,0 0-32,1 17 15,-1 1 1,0 17-1,1 0-15,-1 1 16,-17-1-16,0-17 16,-1 17-1,19-17-15,-19 17 16,1 18 0,17 17-16,1 1 15,-36 17-15,35 0 16,1-17-1,-1 17-15,0 0 16,-17-17 0,17-1-16,1-17 15,-1 0 1,0-18-16,1 1 16,-1-1-1</inkml:trace>
</inkml:ink>
</file>

<file path=ppt/ink/ink9.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0-08-11T15:28:50.415"/>
    </inkml:context>
    <inkml:brush xml:id="br0">
      <inkml:brushProperty name="width" value="0.05292" units="cm"/>
      <inkml:brushProperty name="height" value="0.05292" units="cm"/>
      <inkml:brushProperty name="color" value="#FF0000"/>
    </inkml:brush>
  </inkml:definitions>
  <inkml:trace contextRef="#ctx0" brushRef="#br0">24201 13723 0,'0'18'63,"-18"-18"-1,18 17-31,-18-17-15,18 18-16,-17-18 16,-1 18-1,0-1-15,18 1 16,-17 0 0,-1-18-16,0 17 15,1-17 1,-1 18-16,1-18 15,17 17 1,0 1 0,-18-18-1,18 18 1,-18-18 15</inkml:trace>
  <inkml:trace contextRef="#ctx0" brushRef="#br0" timeOffset="1338.83">24500 13758 0,'0'18'140,"-17"-18"-124,-1 18-1,1-18 1,17 17 0,-18-17-16,0 18 15,1 0 1,-1-18 0,0 0-1,1 0-15,-1 17 16,0-17-1,18 18-15,-17-1 32,-1 1-17,0-18 1,18 18-16,-17-18 16,17 17-1,-18-17-15,1 0 47</inkml:trace>
  <inkml:trace contextRef="#ctx0" brushRef="#br0" timeOffset="2740.75">24730 13864 0,'0'-17'47,"-18"17"141,0 0-173,18 17 1,-17-17-1,17 18 1,-18-18 0,18 17-1,-17-17 1,17 18 0,-18-18 30,18 18 1,-18-18-31,18 17 15,-17-17-15,17 18 15,-18-18-31,0 18 47,1-18-16,17 17-15,-18 1 15,0-18 0</inkml:trace>
  <inkml:trace contextRef="#ctx0" brushRef="#br0" timeOffset="3844.31">25135 13917 0,'-17'0'110,"-1"0"-95,1 0 16,-1 18-15,0-18 0,18 17-1,-17-17 1,-1 0 0,0 0 15,18 18-31,-17-18 15,-1 0 1,18 18 0,0-1 31,-18-17-32,18 18 16,-17-18-15,17 18 31,-18-18-16</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2226.01904" units="1/cm"/>
          <inkml:channelProperty channel="Y" name="resolution" value="3561.63037" units="1/cm"/>
          <inkml:channelProperty channel="F" name="resolution" value="2.84167" units="1/deg"/>
          <inkml:channelProperty channel="T" name="resolution" value="1" units="1/dev"/>
        </inkml:channelProperties>
      </inkml:inkSource>
      <inkml:timestamp xml:id="ts0" timeString="2020-08-12T17:07:23.786"/>
    </inkml:context>
    <inkml:brush xml:id="br0">
      <inkml:brushProperty name="width" value="0.05292" units="cm"/>
      <inkml:brushProperty name="height" value="0.05292" units="cm"/>
      <inkml:brushProperty name="color" value="#FF0000"/>
    </inkml:brush>
  </inkml:definitions>
  <inkml:trace contextRef="#ctx0" brushRef="#br0">10021 10009 14 0,'5'-6'42'15,"0"4"-37"-15,2 0 26 16,2 0 9-16,-3-1-20 15,6-1-4-15,-3 3-1 16,2-2 3-16,1 2-11 16,-3 1 6-16,-4 0-3 0,-1 0 12 15,0 0-11-15,-2 0 2 16,-2 0-1-16,0 0 2 16,0 0 1-16,0 0-6 15,0 0 9-15,0 0-10 16,0-3 12-16,0 3-9 15,0 0 15-15,0 0-6 16,0 0 0-16,0 0-6 16,0 0-11-16,-17 0 4 15,-6 0-7-15,-5 0 6 16,-4 0-8-16,-5 7 9 16,-4 1-12-16,-10 0 8 15,-8 5-5-15,-4-3 2 16,-3 2 2-16,-1-3-5 15,1 1 10-15,-6-2-11 0,-4 3 11 16,-2-1-11-16,2 2 7 16,5 1-6-16,5-1 3 15,12 0 0-15,10-1-3 16,20-5 6-16,11-2-6 16,7-4 9-16,4 0-9 15,2 0 4-15,0 0-10 16,0 0-3-16,0 2-13 15,0 0-17-15,0 1-24 16,2-1-49-16,21-2-103 16</inkml:trace>
  <inkml:trace contextRef="#ctx0" brushRef="#br0" timeOffset="487.37">9410 9908 204 0,'0'-11'53'16,"0"7"-46"-16,-6 4-3 15,4-2 33-15,0 2-16 16,2 0-10-16,-4 0 2 15,-10 0-4-15,-5 13-1 16,-13 14-7-16,-7 8 10 0,-9 4-10 16,0 0 5-16,-1-3-3 15,4-3 2-15,7-4-2 16,4-2-3-16,1-3 10 16,8 1-13-16,-3-4 15 15,6 0-18-15,3 0 9 16,4-5-6-16,7-6 3 15,6 1-1-15,2-5-6 16,0 2 7-16,0 0-6 16,23 1 7-16,11-1-10 0,13-6 12 15,11-2-8 1,8 0 5-16,5 0 5 0,-7-2-5 16,-6-2-6-16,-12 2-3 15,-11 0 3-15,-11 2-20 16,-9 0-14-16,-2 0-23 15,-3 0-10-15,1 0-51 16</inkml:trace>
  <inkml:trace contextRef="#ctx0" brushRef="#br0" timeOffset="1064.17">10106 9547 69 0,'0'-8'172'15,"-2"6"-160"-15,-2 0-10 16,4 0 8-16,0 0 8 0,0 2-17 16,2-2 12-16,15 0-1 15,5 0-11-15,6 2 13 16,-3 0-11-16,-2 0 14 15,3 0-13-15,-2 0 13 16,4 0-7-16,2 8-2 16,0 10 5-16,0 10-5 15,-3 5 10-15,-1 8-11 16,-3 11 10-16,-5 8-10 16,-4 2 3-16,-2 0-11 15,-1-4 5-15,1-8-3 16,1-3-1-16,1-9 2 15,2-7-6-15,3-7 12 16,-1-5-14-16,-2-8 8 0,3-7-13 16,-3-4 5-16,2 0 3 15,0-2-9-15,-1-23 0 16,1-12-50-16,0-9-18 16,-4-6-41-16,-4-4-2 15</inkml:trace>
  <inkml:trace contextRef="#ctx0" brushRef="#br0" timeOffset="1364.73">10868 9382 77 0,'2'-4'96'0,"-2"4"-51"16,0 0-13-16,0 0 1 15,-2 0 0-15,-19 4-22 16,-9 25 4-1,-4 8-5-15,-7 13 5 16,-1 10-12-16,1 4 3 0,0 4-1 16,1 9 0-16,1-2 2 15,2-3-6-15,1-1 10 16,-1-7-9-16,7-9 7 16,5-9-16-16,6-9 9 15,8-10-8-15,4-10-3 16,3-7-1-16,4-4-21 15,0-6-46-15,0 0-33 0,11-10-10 16</inkml:trace>
  <inkml:trace contextRef="#ctx0" brushRef="#br0" timeOffset="1958.47">10900 8935 69 0,'0'-4'67'0,"0"-1"-52"16,0 3 19-16,0-2 16 16,0 4-14-16,0-2-19 15,0 0-1-15,0 2-5 16,0-2-2-16,0 0-14 16,3 2 13-16,10 0 2 15,1 0-5-15,5 0-3 16,1 0-1-16,-3 0 2 15,-4 0-6-15,-4 0 10 16,-4 0-11-16,-2 2 10 16,-1 4-6-16,-2 5 11 0,0 1-9 15,0 5 1-15,0 7-1 16,-2 5 3-16,-15 7-1 16,-1-2-5-16,-1-2 8 15,8-3-6-15,-1-6 4 16,1-3-9-16,7-3 6 15,1-3-2-15,3-1-2 16,0-7-2-16,0-2-1 16,18-4 10-16,17 0 2 15,9 0 3-15,6-21-16 16,1-6 11-16,-8 2-14 0,-11 5-8 16,-15 10-6-16,-8 5-38 15,-9 5-45-15,0 0-79 16</inkml:trace>
  <inkml:trace contextRef="#ctx0" brushRef="#br0" timeOffset="4073.38">10984 10026 39 0,'-13'-4'42'16,"13"1"-30"-16,0 2 23 16,-2-2 9-16,2 2-11 15,0-2-7-15,0 3-6 16,0-2 6-16,0 0-12 16,0 2 11-16,0-2-11 15,0 2 4-15,0 0-5 16,0 0-5-16,0 0-2 0,0 0-9 15,0 0 6 1,0 0-5-16,0 0 8 0,0 0-7 16,0 6 10-16,-7 17-11 15,-1 10 3-15,0 0-3 16,-1-4-3-16,2-4-4 16,5 0-15-16,2-4-23 15,0-3-66-15</inkml:trace>
  <inkml:trace contextRef="#ctx0" brushRef="#br0" timeOffset="6270.8">9729 11314 4 0,'0'-9'102'0,"0"7"-81"15,0 2-1-15,0-4 11 16,0 4-8-16,0-2-7 16,0 0-9-16,0 0 4 15,3-2-8-15,15-2 20 0,12-1-17 16,5 1 3 0,-1 0-9-16,3 0 6 15,-1 2 4-15,-1 1 2 0,-3 3 3 16,-4 0-11-16,-1 0 11 15,-6 0-14-15,-1 13 10 16,1 10-11-16,-2 10 11 16,-1 11 9-16,1 11-12 15,2 8-1-15,-1 5-3 16,-1-2 6-16,0-6-9 16,1-10 9-16,-2-5-14 15,0-5 8-15,1-14-8 16,-6-7-1-16,-3-9-3 15,-1-5 0-15,-2-5-1 16,3 0-5-16,1 0 17 0,4-17-8 16,4-12-39-16,0-12-71 15</inkml:trace>
  <inkml:trace contextRef="#ctx0" brushRef="#br0" timeOffset="6563.45">10389 11138 4 0,'0'0'149'0,"0"0"-133"0,-4 0-15 16,-14 6 17-16,-5 19 4 15,-7 10-5-15,-5 11-6 16,-3 9 8-16,-2 5 1 15,-1 9 2-15,0-3-16 16,3 1 2-16,1-8-9 16,3-7 4-16,6-4-5 15,3-9-1-15,5-12-2 16,8-6-18-16,5-6-4 16,7-7-59-16,0-7-67 15</inkml:trace>
  <inkml:trace contextRef="#ctx0" brushRef="#br0" timeOffset="7041.07">9745 11629 119 0,'0'0'36'0,"0"0"-19"16,0 0-1-16,0 0 11 16,-7 0-20-16,-8 12-6 15,-11 9 1-15,-4 2-2 16,-2 3 8-16,-5 3-7 16,-2 0 8-16,-2-2-11 15,2-2 10-15,0 0-4 16,3-6 5-16,7-5-2 0,6-4-4 15,7-3 2-15,7-3-8 16,2-2 3-16,5-2-10 16,2 0 0-16,0 0-24 15,0 0-9-15,0 0-16 16,0-11-59-16</inkml:trace>
  <inkml:trace contextRef="#ctx0" brushRef="#br0" timeOffset="7419.16">9497 11676 146 0,'0'-2'42'0,"0"2"-45"15,-14 0 13-15,0 0 4 16,-6 19 0-16,-6 6-9 15,1 5 14-15,-3 0-13 16,6-1 5-16,-1 0-8 16,-1 0 4-16,5-5-4 15,-3 3 2-15,3-2 5 16,4 0-7-16,-2-4 10 16,8-7-10-16,-1-3 5 15,10-5-11-15,0-4 4 16,0 0-9-16,0 0 1 15,19-2 8-15,16 0 0 0,9 0 5 16,10-21-3-16,6-2-3 16,0-2-4-16,0 3 1 15,-9 5-16-15,-3 1-41 16,-4 5-88-16</inkml:trace>
  <inkml:trace contextRef="#ctx0" brushRef="#br0" timeOffset="7986.58">10631 10879 109 0,'0'-12'152'16,"0"1"-153"-16,0 5-15 0,2-2 30 16,10-1-2-16,2 3-12 15,0 2 4-15,-1 2-6 16,1 2 2-16,0 0 2 16,-5 0-2-16,-5 0 10 15,-4 0 1-15,0 12 0 16,0 7-5-16,-6 10 0 15,-22 6-8-15,-6 4 3 16,-1 1 1-16,1-3 2 16,6-4 3-16,3-6-5 15,9-6 7-15,4-6-9 16,10-7 6-16,2-4-15 16,2-2 8-16,26-2-2 0,8 0 4 15,4 0 3-15,3-9-10 16,-4-3-2-16,-4 4-29 15,-8 4-22-15,-8 4-78 16</inkml:trace>
  <inkml:trace contextRef="#ctx0" brushRef="#br0" timeOffset="9276.31">6218 11026 87 0,'0'0'73'0,"0"0"-76"16,-11 13 2-16,-5 13 5 0,-8 12 9 15,4 9 5-15,2 9-4 16,4 6 9-16,7 2-9 15,7 5 0-15,0 1-12 16,0 7 8-16,14 1-6 16,9 6 6-16,4 6-2 15,8-1-1-15,6 2 0 16,5-2-3-16,5-1 10 16,9-6-11-16,6-3 11 15,11-7-14-15,7-5 6 16,10-9-6-16,15-9 0 15,13-11 1-15,13-14 6 16,8-7-1-16,5-13-2 16,-2-4 4-16,-1 0-12 0,1-17 9 15,-11-13-14-15,-3-12 13 16,-10-9-7-16,-10-8 9 16,-11-4-5-16,-9-4-5 15,-4-3 7-15,-10-5-6 16,-9-10 14-16,-2-4-16 15,-10-8 13-15,-6-7-3 16,-10-8-7-16,-4-2 9 16,-16-4-9-16,-12-1 5 15,-7 5-1-15,-2 0 6 0,-7 6-9 16,-27 2 8-16,-21 3-13 16,-14 2 16-16,-17 3-1 15,-3 5-7 1,-1 8 13-16,0 7-17 15,3 11 5-15,0 13-6 0,-3 15 8 16,-6 10-9-16,-9 15 6 16,-2 7-4-16,-11 7 2 15,-8 0-1-15,-7 25-5 16,-13 12 6-16,-3 11-3 16,-8 12 6-16,1 13-7 15,-3 13 7-15,5 14-9 16,9 11 9-16,19 3-3 15,17-4-4-15,22-2-19 0,18-5 0 16,16-1 14-16,16-3-33 16,19 1-7-16,11 3-17 15,7 1-74-15</inkml:trace>
  <inkml:trace contextRef="#ctx0" brushRef="#br0" timeOffset="115462.54">1898 12173 104 0,'34'0'139'0,"-20"0"-135"16,-14 0 0-16,0 0 13 0,0 0 2 16,0 0-11-16,2 0-5 15,2 14 10-15,-1 15-6 16,2 7 8-16,0 7-6 15,1 11-1-15,1 10 3 16,0 13 0-16,-2 12 1 16,-5 10-3-16,0 9 6 15,0 10-7-15,0 6 2 16,0 5-6-16,0 1 7 16,0 2-3-16,0 3-4 15,0 0 1-15,0 3-7 16,0-5 9-16,0-9-7 0,4-6 6 15,3-12-8-15,-2-11 9 16,1-10-7-16,0-15 2 16,0-8-2-16,6-18 0 15,-8-7 0-15,0-12-3 16,2-8 5-16,-6-7-9 16,2-6 7-16,-2-2-11 15,0-2-16-15,0 0-62 16,0 0-44-16</inkml:trace>
  <inkml:trace contextRef="#ctx0" brushRef="#br0" timeOffset="116309.73">1065 14097 121 0,'-14'4'22'16,"7"0"-29"-16,5-2 39 15,0 0 3-15,2-2-10 16,0 0-9-16,0 0 2 15,0 0 3-15,0 0 2 16,0 0 6-16,0 0-9 0,0 2 5 16,0 2-9-1,11 0 1-15,17 0-3 0,8 3-1 16,13-7 1-16,13 0-6 16,7 0 3-16,12 0-3 15,3 0 1-15,10 0-7 16,8 0 5-16,4-8-9 15,7 5 4-15,6-1 0 16,3 0-2-16,7 0 1 16,6 0-3-16,2 0 7 15,5-2-7-15,3 3 8 16,-2-1-10-16,1 2 6 16,-1 0-2-16,-2 2 1 0,-6-4 0 15,-1 2-1 1,-3-4 2-16,0 0-5 0,0-3 7 15,0 3-5-15,-1-6 5 16,1 5-6-16,-5-1 3 16,-6 4-1-16,0 0 1 15,-4-1-2-15,-5 1-1 16,0-1 6-16,-6-2-6 16,-4 1 6-16,-3 0-7 15,-10 0 4-15,-2 2-2 16,-10-3 2-16,-7 3-2 15,-14 2 0-15,-9-2 2 16,-18 2-3-16,-10 0 5 16,-9 2-5-16,-4 0 4 0,-5-2-20 15,0 2-5-15,0 0-9 16,0 0-40-16,0-2-8 16,-18-5-125-16</inkml:trace>
  <inkml:trace contextRef="#ctx0" brushRef="#br0" timeOffset="117296.98">2050 13714 217 0,'0'-11'33'0,"0"11"-46"15,0-2 43-15,0 0-10 16,0 2-3-16,0 0-13 16,4 0-2-16,3 0 11 15,4 0-6-15,1 0-2 16,4 0 0-16,3 0 9 15,1 0-13-15,-1 0 5 0,2 0-10 16,-8 0 4-16,-4 0-5 16,3 0 1-16,-3 0 2 15,-2 0-19-15,2 0-66 16,-4 0-71-16</inkml:trace>
  <inkml:trace contextRef="#ctx0" brushRef="#br0" timeOffset="117582.74">2519 13697 77 0,'0'-6'88'16,"0"4"-81"-16,0-3-2 16,0 4 13-16,0 1-8 15,0 0-10-15,0 0 2 16,2 0-2-16,12 0 3 16,2 0-6-16,2 0 0 15,5 0-6-15,5 0-14 16,0-3-50-16</inkml:trace>
  <inkml:trace contextRef="#ctx0" brushRef="#br0" timeOffset="117814.15">3161 13614 82 0,'7'-4'75'0,"-5"4"-67"16,0 0-2-16,0-4 8 0,1 4-13 15,1 0-5-15,10-2-13 16,6 2-15-16,10 0-31 16,3-2-7-16</inkml:trace>
  <inkml:trace contextRef="#ctx0" brushRef="#br0" timeOffset="117995.68">3938 13550 26 0,'18'-2'5'15,"-3"0"-1"-15,-9 2-1 0,-1 0-4 16,2 0 3-16,7 0-3 15,11 0-4-15,5 0-9 16</inkml:trace>
  <inkml:trace contextRef="#ctx0" brushRef="#br0" timeOffset="118164.21">4808 13548 204 0,'9'0'88'16,"-7"0"-91"-16,6 0 18 0,-4 0 1 16,3 0-19-16,7 0 1 15,6-4-25-15,3-3-93 16</inkml:trace>
  <inkml:trace contextRef="#ctx0" brushRef="#br0" timeOffset="119012.52">2089 12699 14 0,'6'-4'2'16,"-1"2"7"-16,-1 2 3 16,-1-2-4-16,-1 0 11 15,-2 2 31-15,0 0-5 0,0 0-6 16,0 0-6-16,0 0-11 16,0 0 0-16,0 0-9 15,0 0 2-15,0 0-14 16,0 0 4-16,0 0-10 15,0 0-1-15,19 0-2 16,11 0-17-16,11 0-36 16,12 0-64-16</inkml:trace>
  <inkml:trace contextRef="#ctx0" brushRef="#br0" timeOffset="119295.21">2733 12714 128 0,'0'0'25'0,"0"0"-28"15,2 0 12-15,7 0-6 16,10 0 0-16,6-3-8 16,4 1 0-16,7 0 12 0,-2 0-17 15,1 2 4-15,-1 0-21 16,0 0-29-16</inkml:trace>
  <inkml:trace contextRef="#ctx0" brushRef="#br0" timeOffset="119497.67">3393 12682 45 0,'2'0'72'0,"-2"0"-70"15,2 0-4-15,1 0 8 16,-3 0-4-16,2 0-2 0,5 0-1 15,2 0-4-15,10 0-33 16,3 0-43-16</inkml:trace>
  <inkml:trace contextRef="#ctx0" brushRef="#br0" timeOffset="119670.72">4088 12726 76 0,'5'0'51'16,"-1"0"-42"-1,5 0-13-15,8 0-28 0,0 0-5 16,7 0-26-16</inkml:trace>
  <inkml:trace contextRef="#ctx0" brushRef="#br0" timeOffset="119846.2">4872 12734 109 0,'19'0'51'16,"-3"0"-48"-16,-4 0 2 0,1 0-16 15,-4 0-2 1,1 0 6-16,-3 0-59 0</inkml:trace>
  <inkml:trace contextRef="#ctx0" brushRef="#br0" timeOffset="125674.62">2206 13554 125 0,'0'0'73'0,"0"0"-67"15,0 0 24-15,0 0 17 16,0 0-18-16,0 0-12 16,0 0-7-16,0-2 6 15,0 0-5-15,0 2-2 16,0-2-2-16,0 2-2 16,0-2 6-16,0 0-3 15,0 0 8-15,0 0-9 16,0-1 4-16,0 2-9 15,0-3-2-15,0 4 3 16,0-3-5-16,0-1 4 16,0-6 4-16,2-3 4 0,3-3-10 15,4-3 4-15,-2 0-7 16,0 1 6-16,-2 2-6 16,-1 1-8-16,1 2 14 15,-1 1-1-15,-2 0 1 16,3 1-4-16,2 1 5 15,-4 2-6-15,1 0 7 16,-2 1-8-16,-2 1 5 16,2 2-1-16,1 0-1 15,-3 0 0-15,2 1-3 16,-2 3 8-16,0-1-6 16,2 1 5-16,-2-3-7 15,0 3 5-15,0-2-2 16,0 2 1-16,2 0-1 15,-2 0-1-15,0 0 3 0,0 0-2 16,0 0 7 0,0 0-8-16,0 0 5 0,0 0-5 15,0 0 4-15,0 0-3 16,0 0-1-16,0 0 2 16,0 0-2-16,0 0 7 15,0 0-9-15,0 0 6 16,3 0-4-16,2 0 6 15,0 0-4-15,3 6 1 16,-1 1 0-16,7 1-4 0,-5-2 5 16,5 2-3-16,2 0 3 15,-2 1-4-15,0-1 4 16,2 0-6-16,-7-1 4 16,5 1-1-16,-5-4-1 15,-2 0 2-15,2 3-2 16,-4-3 5-16,1 2-5 15,2-2 4-15,-1 0-5 16,-3-2 4-16,1 0-4 16,-3 1 3-16,2-2-1 15,-1 2 0-15,-3-3 1 16,0 1-1-16,0-1 4 16,0 0-5-16,0 0 4 15,0 0-5-15,2 0 3 16,-2 0-2-16,0 0 3 0,0 0-2 15,0 0 0-15,0 0 5 16,0 0-6-16,0 0 5 16,0 0-7-16,0 0 2 15,0 0-2-15,0 0 5 16,5 0-2-16,-2-1 1 16,3-12 7-16,8-8-8 15,-2-4 3-15,3-5-5 16,2-3 5-16,-2-3-6 15,2 3 4-15,-1 0-2 16,0 2 2-16,-2 0-2 16,0 6 0-16,-5 4 4 0,-3 5-5 15,1 1 7-15,1 5-10 16,-4 2 7-16,1 1-4 16,-1 3 2-16,-2 4-1 15,-2-2 0-15,0 2 1 16,0 0 1-16,0 0 2 15,0 0-4-15,0 0 6 16,0 0-6-16,0 0 1 16,0 0 0-16,0 0 0 15,0 0-2-15,0 0 0 16,0 0 6-16,0 0-8 16,0 0 6-16,0 0-3 15,0 0 5-15,0 0-5 16,7 8 7-16,3 3-5 15,1-1 0-15,0 2 1 0,1 3-4 16,4-1 6-16,-2 3-5 16,2 0 5-16,-2-1-6 15,0 3 4-15,-2-3-3 16,-1 1 2-16,0-2 0 16,1-3-2-16,-1-2 6 15,0 1-8-15,2-1 9 16,-5-2-8-16,1 1 5 15,-1-3-5-15,-4 0 3 16,1-2-1-16,-3-2-1 0,0 0 2 16,1 0-3-16,-3 1 6 15,0-3-4-15,0 0 3 16,0 0-5-16,0 1 3 16,0-1-1-16,0 3 0 15,2-2 0-15,-2 2-2 16,2-1 6-16,0-2-6 15,2 2 8-15,-4-2-10 16,0 0 8-16,0 0-7 16,0 0 4-16,0 0 1 15,0 0-2-15,0 2 0 16,0-2 0-16,0 0 4 16,0 0-4-16,0 0 4 0,0 0-5 15,0 0 2 1,0 0 1-16,0 0-1 0,0 0 1 15,0 0-3-15,0 0 5 16,0 0-6-16,0 0 6 16,0 0-7-16,0 0 4 15,0 0-3-15,0 0 5 16,0 0 2-16,2 0-4 16,0-4-1-16,0-5 0 15,5-3 4-15,2-2-6 16,1-1 5-16,-1-1-6 15,-1 3 5-15,1-2-3 16,4-5 1-16,-5 1-1 16,5-6-1-16,0 0 5 0,-2 0-5 15,1-5 6-15,2-4-6 16,0 1 4 0,-1-2-5-16,1 4 4 0,-2 2-2 15,-3 6 1-15,-3 2 0 16,4 3-3-16,-3 3 8 15,0-1-7-15,-1-1 5 16,2-1-5-16,1-3 2 16,0-2-1-16,3 0 2 15,-1 3-2-15,-2 1-1 16,1 2 4-16,-1 5-3 16,-5 2 5-16,3-1-7 15,-5 5 5-15,0 2-4 0,1 0 3 16,-1 0-2-1,1-3 0-15,-1 3 2 0,0 2-3 16,1 0 6-16,-1 0-6 16,-2 0 6-16,2-2-7 15,-2 2 5-15,0 2-4 16,2-2 2-16,-2 2 0 16,0-2-2-16,0 0 4 15,3 2-3-15,-3-2 4 16,0 2-5-16,2-2 6 15,-2 2-8-15,0-3 5 16,0 1-2-16,0 0 1 0,0 2 1 16,2 0-3-16,-2 0 5 15,0 0-4-15,0-2 5 16,0 2-6-16,0 0 3 16,0 0-2-16,0 0 2 15,0 0-2-15,0 0 0 16,0 0 4-16,0 0-4 15,0 0 6-15,0 0-6 16,0 0 4-16,0 0-5 16,0 0 4-16,0 0-3 15,0 0 2-15,0 0 0 16,0 0-2-16,0 0 7 16,0 0-8-16,0 0 7 15,0 0-6-15,0 0 2 16,0 0-2-16,0 0 2 0,0 0-1 15,0 0-2-15,2 0 5 16,0 0-3-16,4 9 3 16,5 5-2-16,2 5 2 15,6 1-5-15,0 1 2 16,-1 2 0-16,1-2 0 16,1 1-1-16,-2-3 0 15,1 0 5-15,-3-3-7 16,-2-1 8-16,-3-3-9 15,-2-2 7-15,3 1-6 16,-3-1 6-16,0-2-4 16,-2 1 0-16,-2-3 3 15,0 0-2-15,-1-2 3 0,-2-1-5 16,1-2 5-16,-3 2-6 16,2-2 4-16,-2 2-2 15,0-3 2-15,2 1-1 16,-2-1-1-16,0 3 4 15,0-3-5-15,0 2 7 16,2-2-8-16,-2 0 5 16,0 0-3-16,0 0 3 15,0 0-2-15,0 0 0 16,0 0 4-16,0 0-4 16,0 0 4-16,0 0-4 15,0 0 5-15,0 0-7 0,0 0 5 16,0 0-3-16,0 0 2 15,0 0 0-15,0 0-2 16,0 0 4-16,0 0-5 16,3 0 6-16,-1-14-8 15,5-7 5-15,7-10-5 16,5-9 4-16,1-3-2 16,1-5 0-16,0 4 1 15,-3 1-1-15,3 4 4 16,0-1-5-16,-4 1 5 15,2 6-7-15,-8 6 5 16,-1 8-1-16,-3 5 0 16,0 4 0-16,-1-3-2 0,1 3 5 15,-2 0-5-15,0 3 6 16,-5 3-7-16,0 2 5 16,0 2-4-16,0 0 3 15,0 0-2-15,0 0 1 16,0 0 0-16,0 0-1 15,0 0 5-15,0 0-7 16,0 0 6-16,0 0-7 16,0 0 4-16,0 0-1 15,0 0 0-15,2 6 1 16,5 9-1-16,-1 8 5 16,4 10-6-16,4 4 6 0,-3 7-5 15,3-1 4 1,0 0-7-16,0 3 5 0,-1-1-1 15,2 1 0-15,-2-3 0 16,0 1-2-16,4 0 7 16,0-1-6-16,0-2 3 15,2 3-4-15,-1-5 3 16,-1-4-2-16,-2 1 2 16,2-8-2-16,-4 0 0 15,4-4 5-15,-4-1-6 16,1 0 6-16,0-4-6 15,-4-1 5-15,1-1-6 16,-2-5 4-16,-3 1-1 16,2-5-1-16,-4 0 1 0,1 1-1 15,-3-1 5 1,3-2-5-16,-3-2 3 0,0 0-3 16,-2-1 2-16,0-2-2 15,0 2 1-15,2-2 0 16,-2 2-2-16,0-3 5 15,0 0-4-15,0 0 6 16,0 0-8-16,0 0 8 16,0 0-9-16,0 0 6 15,0 1-3-15,0-1 0 16,0 0 1-16,0 0-2 16,0 0 6-16,0 0-5 15,0 0 5-15,0 0-8 0,0 0 7 16,0 0-5-16,2 0 5 15,-2 0-3-15,0 0 0 16,0 0 3 0,0 0-3-16,0 0 5 0,0 0-6 15,0 0 4-15,0 0-6 16,4 0 6-16,-4 0-3 16,0 0 0-16,0 0 1 15,0 0-3-15,2 0 6 16,-2 0-7-16,2 0 7 15,5-5-7-15,2-6 5 16,10-7-4-16,1-5 2 16,1 2-1-16,-3 0 0 0,0 2 2 15,-1 3-2-15,-2-2 3 16,-2 3-3-16,-5 1 4 16,-3 3-6-16,-1 1 3 15,4 1-1-15,-4-1 1 16,5 2 0-16,-4 1-2 15,-3 2 6-15,2 1-6 16,-4 1 5-16,3 1-5 16,-3 2 3-16,0-2-2 15,0 2 1-15,0 0 0 16,0 0-1-16,0 0 2 16,0 0-2-16,0 0 4 15,0 0-4-15,0 0 4 16,0 0-6-16,0 0 5 0,0 0-3 15,0 0 2-15,0 0-1 16,0 0-1-16,0 0 6 16,0 0-6-16,0 0 5 15,0 0-6-15,0 0 4 16,0 0-4-16,0 0 3 16,0 0-2-16,0 0 0 15,0 0 2-15,0 0-1 16,0 0 2-16,0 0-4 15,0 0 5-15,0 0-5 0,0 0 2 16,0 0-1 0,0 0 0-16,0 0 0 0,3 0-3 15,6 0 8-15,2 2-6 16,8 7 7 0,2 1-8-16,3-2 5 0,4 0-3 15,0 3 2-15,-1-3-2 16,1 0 0-16,0 3 2 15,-3-3-2-15,-2 0 4 16,-7 1-4-16,-5-3 4 16,4-2-6-16,-6 0 3 15,-3 0-1-15,-1-2 1 16,-3 0 1-16,-2-2-3 16,0 3 5-16,0-3-5 15,0 0 7-15,0 0-8 0,0 0 6 16,0 0-5-16,0 0 2 15,0 0 0-15,0 0-1 16,0 0 1 0,0 0-1-16,0 0 5 0,0 1-6 15,0-1 5-15,0 0-6 16,0 0 4-16,0 0-2 16,0 0 3-16,0 0-3 15,0 0 0-15,0 0 4 16,0 0-4-16,0 0 5 15,3-4-8-15,4-10 7 16,6-7-5-16,4-8 1 0,3-2-1 16,3-2 1-16,-2-2 1 15,2 2-1-15,0-3 3 16,0 1-4-16,0 2 5 16,0-5-6-16,0 4 4 15,2-2-3-15,1-1 2 16,1 2-1-16,1 0-1 15,-6 1 6-15,2 8-7 16,-6 3 7-16,-2 2-7 16,-2 5 5-16,0 1-5 15,0-2 4-15,-3 3-2 16,0-1 1-16,1 1 0 16,-3 2-1-16,-2 3 4 15,-3 3-4-15,-4 2 5 16,0 2-7-16,0 2 4 0,0 0-2 15,0 0 2-15,0 0-1 16,0 0-2-16,0 0 5 16,0 0-5-16,4 0 7 15,-4 0-8-15,0 0 6 16,0 0-5-16,0 0 4 16,0 0-2-16,0 0 0 15,0 0 1-15,0 0-2 16,0 0 4-16,0 0-5 15,0 0 5-15,0 0-7 16,0 0 4-16,0 0-3 16,0 0 2-16,0 0-1 15,0 0-1-15,0 0 5 0,2 0-5 16,-2 0 7-16,0 0-7 16,2 0 6-16,-2-2-5 15,0 0 4-15,0 0-2 16,2 0 0-16,3-3 1 15,2 1-2-15,1-2 5 16,0-2-5-16,-1 4 4 16,-1-3-5-16,1 3 3 15,-1 0-3-15,-2 0 2 16,-2 2 0-16,0 0-1 16,1 2 4-16,-1-2-6 15,-2 0 8-15,2 2-7 0,-2-2 5 16,2 2-6-16,-2-3 4 15,0 3-2-15,0 0 1 16,0 0 0 0,0 0-1-16,0 0 5 0,0 0-5 15,0 0 6-15,0 0-7 16,0 0 4-16,0 0-4 16,0 0 4-16,0 0-4 15,0 0 0-15,0 0 3 16,0 0-4-16,0 0 5 15,0 0-8-15,0 0 2 16,0 0-10-16,0 0-2 0,0 0-4 16,0 0-8-1,3 0-1-15,-1 0-16 0,2 0-39 16,2 0-53-16,-6 0-146 16</inkml:trace>
  <inkml:trace contextRef="#ctx0" brushRef="#br0" timeOffset="126443.39">5369 12374 51 0,'0'-6'104'15,"0"2"-65"-15,0 1 1 16,0 3 7-16,0 0-8 0,0-1-27 16,0 1-7-1,0 0-5-15,0 0-11 0,0 0 10 16,0 0-6-16,0 0-2 16,0 0-57-16,0 0-134 15</inkml:trace>
  <inkml:trace contextRef="#ctx0" brushRef="#br0" timeOffset="146249.29">5125 13517 10 0,'10'-8'-9'16,"-3"-13"179"-16,-3 19-153 15,1 2-7-15,-5 0 16 16,2 0 12-16,2 0-16 16,2 0-3-16,-6-4-3 15,0-5-8-15,0 5-1 16,0 4-4-16,4 0 0 16,5 0-2-16,2 4 0 15,1 0-2-15,-3-4 2 16,2 0-3-16,-1 5-8 15,-1 5-48-15,-2-2-9 0,1 5-24 16,0-7 14 0</inkml:trace>
  <inkml:trace contextRef="#ctx0" brushRef="#br0" timeOffset="146872.26">5535 13484 179 0,'0'-4'35'0,"0"0"-31"0,0-3 15 15,0 5 5-15,0 2-13 16,0 0-6-16,0 0 0 15,0 0-2-15,9 4 1 16,-4-4-3-16,-1 0 0 16,1 0-2-16,2 0-9 15,2 0-16-15,5 2 3 16,7 2 15-16,2 1-6 16,5-5-10-16,-1 0 21 15,3 0-22-15,-2 0-24 16,-4-5 24-16,2 1 21 15,-5 0 2-15,-3-2 5 16,-4 4-2-16,-7-2 0 0,-3 2-2 16,-2 2 8-1,-2 0 11-15,0 0 8 0,3 0-7 16,-3 0 7-16,2 0-5 16,3 0-10-16,-5 0 1 15,3-3-5-15,-3 2-2 16,0 1-7-16,4 0 0 15,0 0-12-15,5 0-3 16,10-4-3-16,4-5 11 16,5 1 8-16,-1 0 2 15,3 4 1-15,-3 4-2 16,3 0 2-16,5 0 4 16,-5-4 4-16,-3-3-1 15,-3 1 0-15,-13 2-1 0,-6 0-2 16,-5 4-2-16,0 0-5 15,0-2 6-15,0 0-27 16,-3 2-85-16</inkml:trace>
  <inkml:trace contextRef="#ctx0" brushRef="#br0" timeOffset="150154.7">5397 12430 25 0,'0'-4'-22'0,"0"4"28"16,0 0-1-16,0 0 14 16,0 0 0-16,0 0 3 15,0 0 5-15,0 0-1 16,0 0-6-16,0 0-2 16,0 0-1-16,0 0 3 15,0 0 1-15,0 0 0 16,0 0-3-16,0 0-3 15,2 0-7-15,0-4-3 16,0 1-3-16,2-1 4 16,0-2 0-16,1 0 1 0,1-3 10 15,-1 1 3-15,-1-2 1 16,-4 2-10-16,0 0 0 16,0 1-3-16,0 1 3 15,0 2-1-15,0 4 1 16,0 0 6-16,0 0-1 15,0 0 10-15,0 8-13 16,-4-2-4-16,-3-2-5 16,5-4 5-16,2 0-3 15,0 0-1-15,0 0-1 0,0 5 1 16,0 5 4 0,0 4-4-16,0 7 2 0,0 6-4 15,11 2 2-15,10 2-4 16,2-6 0-16,-5-2 0 15,-1-5 0-15,-6-1 4 16,1 2-8-16,6 3 7 16,5 6-3-16,0 0 2 15,-9 1-3-15,-8-2 3 16,-6-2 0-16,0-2-3 16,0-2 2-16,6-1-1 15,9 3 1-15,2-3-3 16,-2 4 3-16,-6-4-1 15,-6 5 2-15,-3 4-3 16,3 4 2-16,6 7-1 0,4 1 1 16,6-2-1-1,-4-3 0-15,0-6 0 0,-4-6-1 16,-7-6 1-16,2-3-2 16,-2 1 3-16,5 7-3 15,5 10 2-15,2 8 0 16,-3 1 0-16,-3-7 1 15,-5-10-2-15,-1-9 2 16,-2-3-3-16,7-1 4 16,4 9-5-16,2 6 2 15,-1 0 1-15,-5 2 0 16,0-2 0-16,-4-11-2 16,2-8 2-16,0 1-1 15,2 1 2-15,-2 9-4 0,3 8 6 16,-6 2-7-16,3-2 2 15,-3-9 2-15,1-7 0 16,-3-11 1-16,1 0-4 16,-1 0 4-16,-2 0-4 15,0 0 4-15,0 8-4 16,0-2 4-16,0-4-4 16,0-2 4-16,0 0-2 15,0 0 0-15,0 0 0 16,0 0 0-16,0 0 2 15,0 0-4-15,0 0 4 16,0 0-4-16,0 0 2 16,0 0 0-16,0 0 2 0,0 0 0 15,0 0-3-15,0 0 1 16,0 0 0-16,0 0 2 16,0 0-4-1,0 0 2-15,0 0 0 0,0 0 1 16,0 0 0-16,0 0-2 15,0 0 1-15,0 0-6 16,0 0-2-16,0 0-13 16,-5 0-18-16,3-4-32 15,2-8-28-15,0 5-128 16</inkml:trace>
  <inkml:trace contextRef="#ctx0" brushRef="#br0" timeOffset="151797.57">3832 12115 66 0,'-2'-4'75'0,"-9"-2"-70"16,8 6 24-16,1 0 8 15,2 0-20-15,0 0-12 16,0 0 5-16,0 0 4 15,-2 0-1-15,-2 6 4 0,-6 6 0 16,-1 7 0-16,-1 0-6 16,-2 2-3-16,1-1 0 15,-2 1 6-15,4 2-9 16,-1-5-2-16,5 3-1 16,5-2 0-16,2-1 1 15,0 3-2-15,0 0 1 16,0 0 0-16,0-1 1 15,0 3-3-15,0 0 1 16,0-1-1-16,9 1 0 16,5-2 4-16,2-1-2 0,1-3 1 15,1-2-3-15,5-3-2 16,0 0 2-16,5-1 2 16,4-5-5-16,2-2 6 15,5-4-2-15,-1 0 3 16,-2-2-3-16,-1-10-1 15,1-7 2-15,1-4-2 16,3-6 1-16,1-8-2 16,-9-2 2-16,-7 1-4 15,-16 1 5-15,-9 6 7 16,0 4-2-16,0-2 0 16,-11-4-3-16,-3-10 5 0,-4-5-6 15,-3 0 0-15,-7 7-2 16,-2 12 0-16,-2 16 1 15,-2 13 1-15,-1 0-1 16,1 7-8-16,0 7 2 16,-2-2-5-16,0 3 3 15,-1 6-11-15,3 2-19 16,-3 10-47-16,5 8-43 16</inkml:trace>
  <inkml:trace contextRef="#ctx0" brushRef="#br0" timeOffset="153004.29">3198 12508 19 0,'0'-1'32'0,"0"1"5"15,0 0 2-15,0 0-3 16,0 0-8-16,-3 0-3 16,-1 0-3-16,-4 0 0 15,2 0-1-15,1 0-13 16,1 0-5-16,-3 0 3 15,-1 1 7-15,2 6-6 16,-1 3 1-16,0-2-2 16,-3 0 3-16,4 3-3 15,1-5-1-15,1 5 4 0,-1-5-5 16,3 0 4-16,0 0-4 16,2-2-1-16,0 1-4 15,0 1 1-15,0 2 0 16,0 3 0-16,0-2 2 15,7 4-4-15,6-1 6 16,1 1-6-16,2-1 1 16,5-1-2-16,2-3 3 15,-1-4 1-15,6-2-1 16,2-2 1-16,-2 0-1 0,0 0 0 16,-3-6-4-1,1-9 14-15,-1-3-12 16,2-5-2-16,-4-4 0 15,-2-2 16-15,-5-4-13 0,-6 0 4 16,-6-6 0-16,-4-1 1 16,0-1 0-16,0 0-3 15,-19 3 0-15,-6 3 0 16,-5 10 8-16,0 4-5 16,5 11 3-16,4 8-1 15,5 2-5-15,0 0-9 16,-5 4-11-16,-1 19 4 15,-8 8-5-15,0 4-36 0,2 4 0 16,5 1-44 0,12-7-33-16</inkml:trace>
  <inkml:trace contextRef="#ctx0" brushRef="#br0" timeOffset="154333.9">5991 13554 44 0,'-28'-8'139'15,"5"2"-97"-15,9 3-25 16,9 2 22-16,3-2 14 15,0-1-26-15,0 0-13 16,2 4-4-16,-3 0 5 16,3 0-2-16,-6 0-3 15,-4 0-2-15,-1 0-5 16,-5 0 3-16,-1 0 2 16,-1 2-1-16,0 4-3 0,-1 3-3 15,-1 3 1-15,1 0-1 16,0-1 2-16,8-1-5 15,2 5 4-15,2-3-3 16,4-1 0-16,1 1 2 16,2 2 0-16,0 1-1 15,0 2 0-15,0 1 2 16,0 1-3-16,10 1 2 16,1 4-2-16,3-6 1 15,2 1 0-15,3-3 1 16,-1-1-1-16,3-1-2 15,4-2 0-15,3-1-6 16,2-5 8-16,7-6-4 16,4 0 5-16,-2 0-2 15,3-6-1-15,-6-15 2 0,-4 0-6 16,-2-1-1-16,-4-1 5 16,-4 2 3-16,-8 3-3 15,-2-3 5-15,-8 2-4 16,-1 0 0-16,-3-1 1 15,0-5-3-15,0-4 6 16,-14-6-4-16,-5-3 1 16,-3-1 0-16,-6 10-4 15,-2 8-8-15,-6 9 6 16,-4 10-4-16,-1 2 9 16,-5 0-7-16,0 23-22 15,2 6-22-15,10 6-35 0,1 2-127 16</inkml:trace>
  <inkml:trace contextRef="#ctx0" brushRef="#br0" timeOffset="161336.31">1352 10628 159 0,'3'4'85'0,"-3"-4"-87"16,0 0 20-16,0 0 16 15,0 0-15-15,2-4-15 0,7-12 2 16,7-5 10 0,8-3-2-16,0-6 0 0,-1 3-5 15,-6-4 6 1,-4-4-12-16,2 0 6 0,0-9-8 15,4-3 4-15,-3-3 4 16,2-1-7-16,-2-6 3 16,1 4-7-16,-2-3 8 15,2-1-6-15,-2 2 3 16,-3 3-5-16,-5 8 4 16,-2 12 1-16,-5 15-1 15,0 15 7-15,0 2-6 16,0 4 5-16,-5 6-2 15,3-1 8-15,0-5-12 16,2 0 6-16,-3 4-9 16,-3 11 2-16,-2 6 0 15,-3 8-2-15,-2 4 3 0,0 4-4 16,2 1 6-16,2 1-6 16,2-1 5-16,2-3-6 15,5-10 4-15,0-6-2 16,0-6 0-16,0-5 0 15,0-2-2-15,5-6 5 16,9-1-7-16,4-3 8 16,5 0-8-16,7 0 4 15,5-11 0-15,3-11 1 16,7-10-1-16,-6-3-7 0,-10 0 8 16,-10-6-4-1,-8-1 7-15,-2-4-4 0,3-5 4 16,2-5-5-16,2 2 3 15,-7 0-1-15,-4 11 0 16,-5 5 0-16,0 12-2 16,0 13 4-16,0 9-3 15,0 4 7-15,0 0-11 16,0 0 7-16,0 4-4 16,0 0 1-16,0 1 0 15,0 9 0-15,0 9 3 16,0 5-4-16,0 14 7 15,2 2-7-15,8 5 7 16,-1 3-9-16,2-4 8 16,3-1-7-16,-3-7 3 0,4-9 0 15,-2-10-2-15,0-5 4 16,2-6-4-16,-2-6 4 16,1-1-9-16,4-3-11 15,3 0-27-15,5-9-28 16,-3-6-69-16</inkml:trace>
  <inkml:trace contextRef="#ctx0" brushRef="#br0" timeOffset="163243.54">2542 9485 125 0,'-3'-8'60'16,"-1"4"-40"-16,-1 2 32 0,1 0 7 15,-1 2-16-15,1 0-24 16,2 0 3-16,2 0-15 15,0 0-4-15,0 0-2 16,0 0 1-16,0 0 5 16,0 0-8-16,0 6 9 15,0 11-6-15,2 1 5 16,4 5-8-16,1-2 4 16,2-5-2-16,-1-5-1 15,-2-3 2-15,-1 0-2 16,-1-4 4-16,-4 1-2 15,0-5 10-15,0 0-4 16,0 0 5-16,0 0-8 16,0 0 1-16,0 0-4 0,0 0-2 15,0 0 3-15,0 0-7 16,0 0 10-16,0 0-8 16,0 0 4-16,0 0-9 15,0 0-4-15,-4 0-14 16,2 0 1-16,-5 0-11 15,2-3-37-15,3 3-21 16,-8 0-48-16</inkml:trace>
  <inkml:trace contextRef="#ctx0" brushRef="#br0" timeOffset="163959.72">2258 9843 201 0,'0'0'52'16,"0"0"-18"-16,0 0 42 15,-6 0-32-15,-1-1-25 16,3-2-4-16,4 1-7 15,0 2 0-15,0 0-11 16,0-4 5-16,6-2-4 0,18 0 3 16,6-3-1-1,-1 3 0-15,-1 0 1 0,-12 2-3 16,-5-2 5-16,-6 3-33 16,-2 3-16-16,1 0-34 15,-4 0-4-15,0 0-46 16</inkml:trace>
  <inkml:trace contextRef="#ctx0" brushRef="#br0" timeOffset="164175.35">2258 9843 109 0,'35'139'98'0,"-35"-139"-93"16,0 0 7-16,0 0 14 16,0 0-20-16,0-4-12 15,8-4-9-15,14-2-11 16,10-3-31-16,1 1-25 16</inkml:trace>
  <inkml:trace contextRef="#ctx0" brushRef="#br0" timeOffset="164682.19">2457 9543 69 0,'0'0'44'15,"0"0"-29"-15,0 0 46 16,0 0-7-16,0 0-35 15,0 0 1-15,0 0 11 16,0 0-3-16,0 0 7 16,0 0-9-16,0 0 3 15,0 0-19-15,0 0-1 16,0 0-6-16,0 4 4 16,13 7 1-16,11-1-3 15,3 1 2-15,8 1-4 16,3-2 4-16,9 3-6 15,1-1 7-15,7 1-9 16,-2-1 4-16,-7-3-4 0,-10-1 1 16,-8-2 0-1,-11-4-9-15,-11 0-7 0,-3-2-22 16,-3 0-20-16,0 0-47 16,0 0-151-16</inkml:trace>
  <inkml:trace contextRef="#ctx0" brushRef="#br0" timeOffset="164970.51">2779 9409 54 0,'-14'2'206'0,"2"0"-192"16,1 2-16-16,2 7 20 15,7 9-4-15,0 7 0 16,-4 11-5-16,2 5-2 16,-1 2 4-16,-4 5-10 15,-3-4 5-15,-3-1-9 16,-6-5 7-16,1-3-9 16,-4-6-1-16,5-6-14 15,8-9-10-15,2-6-7 16,6-5-61-16,3-5-10 15</inkml:trace>
  <inkml:trace contextRef="#ctx0" brushRef="#br0" timeOffset="165308.98">2425 9334 203 0,'-10'-6'37'16,"5"6"-34"-16,-1-2 60 0,6 2-22 15,0 0-31-15,0 0-4 16,0-4-6-16,0 1 2 15,18-2 5-15,12-6 1 16,7 1-4-16,4-2 3 16,3 1-9-16,-3-1 7 15,-4 1-15-15,-3 1-56 16,-6 2-35-16,-2 4-46 16</inkml:trace>
  <inkml:trace contextRef="#ctx0" brushRef="#br0" timeOffset="165695.38">3269 9164 243 0,'-7'-4'24'0,"0"4"-14"16,0 0 66-16,7 0-41 16,0 0-22-16,0 0-7 15,0 0 5-15,0 3-4 0,0 9 8 16,0 6 0-16,7 7-2 15,2 0-3-15,0 6-7 16,3 2 1-16,-1 4-4 16,1-1 5-16,-3-1-6 15,-2-6 5-15,-2-8-7 16,-1-5-10-16,-4-12-30 16,2-1-20-16,-2-3-39 15,0 0-58-15</inkml:trace>
  <inkml:trace contextRef="#ctx0" brushRef="#br0" timeOffset="165912">3052 9363 210 0,'-6'-2'43'0,"1"0"-41"0,1 0 53 16,4 2-31-16,0-4-30 15,13 0 18-15,22-2-8 16,3-5 2-16,9-2-7 16,4 1 6-16,-3 2-9 15,-4 2-23-15,-10 1-51 16,-8 3-81-16</inkml:trace>
  <inkml:trace contextRef="#ctx0" brushRef="#br0" timeOffset="166223.41">3234 9690 228 0,'0'0'59'0,"0"-6"-56"16,0-6 29-16,5-3-1 15,22-3-21-15,10-1-9 16,7-4 7-16,2 7-8 16,-4 1 5-16,-3 5-7 15,-11 1-1-15,-3 3-67 16,-5 4-31-16,-1 0-62 15</inkml:trace>
  <inkml:trace contextRef="#ctx0" brushRef="#br0" timeOffset="167524.24">3658 8965 10 0,'-5'-4'66'15,"5"4"-76"-15,0 0 27 16,0 0 17-16,0 0-10 15,0 0 8-15,0 0 15 16,5 0-7-16,-1 0-12 16,-4 0 11-16,0 0-7 15,3 0-11-15,-3 0 1 16,0 0-3-16,0 0-2 16,0 0-3-16,0 0 9 0,0 0-12 15,0 0 5-15,0 0-7 16,0 0 4-16,-7 0-3 15,5-1-4-15,-1 1-2 16,3 0-5-16,0 0 3 16,0 0-3-16,0 0 5 15,0 0-6-15,0 0 5 16,0 0-6-16,0-3 3 16,0 3 0-16,0 0-1 15,0 0 1-15,0 0-2 16,0 0 5-16,0 0-4 15,0 0 5-15,0 0-7 16,0 0 5-16,0 0-4 16,0 0 2-16,0-1 0 0,0 1-2 15,0 0 4-15,0 0-2 16,0 0 4-16,0 0-6 16,0 0 5-16,0 0-5 15,0 0 4-15,0 0 1 16,0 0-3-16,0 0 2 15,0 0-2-15,0 0 8 16,0 0-4-16,0 0 5 16,0 0-7-16,0 0 5 15,0 0-5-15,0 0 2 16,0 0 0-16,0 0-2 16,0 0 5-16,-2 0-5 15,2 0 7-15,-3 0-7 0,3 0 3 16,0 0-7-16,0 0 3 15,0 0 0-15,0 0-3 16,0 0 4-16,0 0-5 16,0 0 6-16,3 0-5 15,15 0 4-15,5 1-6 16,7-1 3-16,7 0-3 16,-1 0 1-16,1-4 0 15,-2-6-1-15,-8-1 6 16,-6 3-4-16,-6 4 5 15,-9 0-5-15,-4 4 5 0,-2-2-6 16,0 2 3 0,0 0 0-16,0 0-3 0,0 0 6 15,0 0-7 1,0 0 8-16,3 0-5 0,-1 10 3 16,0 11-4-16,-2 10 2 15,0 8-6-15,0 9 2 16,-7 2 1-16,-5 0-2 15,1-5 7-15,2-6-4 16,5-4 5-16,2-7-6 16,2-6 5-16,0-3-4 15,0-7 1-15,0-1 0 16,0-7-4-16,9-2 5 16,6-2-4-16,6 0 7 0,5 0-5 15,4-9 3-15,-3-7-7 16,-3 1-6-16,-4 1-1 15,-2-1 2-15,-2 1-10 16,-2 2-6-16,-3-5-8 16,-6 7-29-16,-5-1-50 15,0 3-71-15</inkml:trace>
  <inkml:trace contextRef="#ctx0" brushRef="#br0" timeOffset="167789.35">3795 9231 207 0,'0'0'38'16,"0"0"-18"-16,0 0 48 15,0 0-30-15,0 0-25 16,0-2-6-16,0-5-7 15,17 1 1-15,8-4 3 16,2 0-6-16,3-1-21 16,-2-1-29-16,2 2 20 15,2-1-7-15,2-1-57 16,2-1-23-16</inkml:trace>
  <inkml:trace contextRef="#ctx0" brushRef="#br0" timeOffset="168904.65">4527 8657 14 0,'-4'-4'76'0,"2"4"-43"0,-1 0 27 16,3 0 1-16,0 0-22 16,0 0 8-16,0 0-10 15,0 0-10-15,0 0-9 16,-2 0-5-16,0 0 1 15,-1 0-7-15,3 0 3 16,0 4-6-16,0 13 4 16,0 5-6-16,0 6 2 15,0 5-2-15,10 4-2 16,3-2 3-16,-1-6-4 16,-3-2 4-16,-5-6-5 15,1-5 7-15,-3-2-8 0,0-3 5 16,1-5-4-16,-3-3 0 15,0-3-3-15,0 0-14 16,-5 0 12-16,-13 0-9 16,-3 0-5-16,-6 0 1 15,3 0 15-15,2 0-8 16,-1-3 5-16,2-9 6 16,3-3 4-16,1-1 3 15,6-1-4-15,4-4 4 16,0 0-1-16,2 1 3 15,5 2-11-15,0 1 17 16,0 2-12-16,0 3 2 16,0 0-1-16,5-3-1 0,9 2 5 15,-5-3-6 1,5 2 7-16,4-3-10 0,3 0 9 16,-3 3-5-16,-1-1 8 15,1 3-9-15,0 2 1 16,3 2 0-16,9 1-3 15,0 1 5-15,-2 0-5 16,2 1 2-16,-3 1-19 16,0 0 5-16,-1 2-23 15,-5 0-80-15,-6 2-115 16</inkml:trace>
  <inkml:trace contextRef="#ctx0" brushRef="#br0" timeOffset="169812.47">4440 9131 74 0,'0'0'25'0,"0"0"28"16,0 0 6-16,0 0-27 0,2 0-7 15,2 0-5-15,-4 0 9 16,0 0-13-16,0 0 1 16,0 0-3-16,0 4-1 15,0 3-1-15,0-1-5 16,-4 0-1-16,2 0-6 15,-1 1 5-15,1-3-7 16,2 0 6-16,0-2-5 16,0-2 3-16,0 0 1 15,0 0 1-15,0 0 1 16,0 0-1-16,7 0 5 16,12 0-7-16,11-10 6 15,9-9-7-15,5-4 1 0,4-2-4 16,0 3 3-16,-2-3-1 15,-2 2-1-15,-3 0 2 16,-6 6-3-16,-10 5 4 16,-14 6-14-16,-4 3 4 15,-7 3-12-15,0-1-9 16,0 1-24-16,0 0-7 16,3 0-42-16,2 0-45 15</inkml:trace>
  <inkml:trace contextRef="#ctx0" brushRef="#br0" timeOffset="171290.31">4493 9400 7 0,'-2'-6'114'16,"2"6"-75"-16,0 0 12 0,0 0-4 16,0 0-21-1,0 0-4-15,0 0 10 0,0 0-1 16,0 0-19-16,0 10-5 15,13 9 5-15,10 4-3 16,3 4 1-16,4 2-9 16,-3-2 8-16,-1-6-7 15,-4 5 2-15,-1-5-3 16,-2 0 1-16,-6-4-1 16,1-9-2-16,-7-2 2 15,0-4-2-15,0-2 6 16,-3 0-4-16,6 0 1 15,-1-6 1-15,0-17-2 16,-2-2 2-16,-7-4-3 16,0-2 1-16,0 0-3 0,0-6 7 15,-16-7-5-15,-3 3 11 16,-1 1-6-16,4 3 0 16,-3 8-2-16,5 7 1 15,6 5 1-15,0 7 0 16,6 6-1-16,-1-1-1 15,1 3 6-15,2 0-9 16,0 0 3-16,0 0-4 16,0-2 2-16,0-4-2 15,12-3 1-15,13-1 1 16,5-2-4-16,7-3 7 16,7 0-5-16,4-1 4 0,5 1-6 15,-2 1 5-15,-3-1-4 16,-9 5 3-16,-11 1-1 15,-10 5-2-15,-6 2 4 16,-10 2-3-16,-2 2 3 16,0 0-27-16,0-2-11 15,0 2-38-15,0 0-49 16,0 0-56-16</inkml:trace>
  <inkml:trace contextRef="#ctx0" brushRef="#br0" timeOffset="172040.51">4966 9351 120 0,'0'4'64'0,"0"-2"-17"16,0 0 19-16,0 0-11 15,0-2-23-15,0 0-13 16,0 0 7-16,0 2-1 0,0-2-12 15,0 0-1-15,0 0-10 16,0 2 7-16,5 4-8 16,14 7 6-16,0 3-6 15,-4 5 4-15,-1 2 2 16,0 0-3-16,2-2 4 16,-4 4-6-16,-1-3 6 15,-4 1-10-15,-2-2 8 16,-3-5-8-16,0-5 4 15,-2-5-5-15,0-2 4 0,0-4-1 16,2 0-2 0,-2 0 2-16,0 0-8 0,0 0 8 15,0-6-16-15,-6-11-7 16,-11-6 11-16,-1-4 11 16,6-3-2-16,3-4 2 15,7 1 0-15,2 2-4 16,0 0 6-16,0 4-5 15,7 2 9-15,6 4-11 16,4 7 9-16,-4 2-6 16,1 3 2-16,2 5 2 15,-2 2-4-15,0 2 4 16,-2 0-2-16,3 0 7 16,2 0-3-16,1 0 7 0,5 16-5 15,0 12 3-15,-3 5 2 16,1 4-3-16,-2 4 1 15,-8-3-5-15,2-3 5 16,-5-11-9-16,-3-3 7 16,-1-2-10-16,-1-9-3 15,-3 1-36-15,0-5-57 16,0 2-142-16</inkml:trace>
  <inkml:trace contextRef="#ctx0" brushRef="#br0" timeOffset="173211.03">1042 9469 179 0,'13'-4'85'0,"-8"2"-126"16,-5-3 23-16,0 1 71 0,0 4-20 15,0 0-16-15,0 0-19 16,0 0 0-16,0 17 17 15,0 8-7-15,0 16 9 16,0 5-6-16,0 10 4 16,2 10-7-16,3 11 3 15,2 17-3-15,-5 19 4 16,-2 9-2-16,0 8-8 16,0 5 8-16,0-3-7 15,7-5 8-15,7-7-11 16,2-8 3-16,0-9-4 15,2-6 2-15,-3-12-1 16,0-10-1-16,4-11 2 16,-1-12-3-16,1-11 6 15,-3-16-9-15,0-6 5 0,0-9-6 16,0-8 5-16,7-2-6 16,5 0 6-16,11-12 2 15,12-18-3-15,9-4 5 16,6-10-5-16,14-1 7 15,14-5-9-15,17-4 8 16,16-4-7-16,11-4 2 16,6-4 4-16,13-5-6 15,5 1 9-15,1-3-6 16,-5 3 7-16,-8-1-7 0,-5-1 5 16,-3 4-4-1,6-1 2-15,1 3-1 0,6 0-2 16,-4 3 0-1,1-1-1-15,0 1 5 0,-4 4-6 16,-11 4 8-16,-17 7-9 16,-26 8 6-16,-27 14-5 15,-33 11 1-15,-8 5 2 16,-7 6-4-16,1-5 4 16,5-1-9-16,-4 2-10 15,-10-1-37-15,-6 1-33 16,-5 0-80-16</inkml:trace>
  <inkml:trace contextRef="#ctx0" brushRef="#br0" timeOffset="173782.83">5157 7684 160 0,'-11'-31'153'15,"4"6"-162"-15,1 11 6 16,6 3 61-16,0 7-14 16,0 4-13-16,0 0-21 15,0 0-1-15,0 0-10 16,0 25 11-16,0 18-3 15,2 15-1-15,20 15-3 16,8 8-3-16,14 12 6 16,10 10 0-16,6 13 4 15,4 17-9-15,0 10 7 0,-2 1-5 16,-4-7 0-16,-6-10 0 16,-5-22 2-16,-8-14-2 15,-7-18-3-15,-11-20 5 16,-10-11-5-16,-4-17 5 15,-7-11-7-15,0-7 5 16,0-7-3-16,0 0 0 16,0 0-7-16,0 0-21 15,0-7-42-15,-14-11-102 16</inkml:trace>
  <inkml:trace contextRef="#ctx0" brushRef="#br0" timeOffset="174387.42">5180 7732 100 0,'-13'-28'142'0,"6"8"-137"0,4 16 17 15,3 2 54-15,-2 2-34 16,-2 0-33-16,-3 0-3 16,-2 0 2-16,-10 0-7 15,-15 12 5-15,-17 11-7 16,-14 6 5-16,-10 2-6 15,-4 0 6-15,-3 4-5 16,-1 0 3-16,0 5 1 16,-9 7-3-16,-9 5 1 15,-10 8-2-15,-13 9 5 16,-5-1-5-16,1 2 4 16,1-5-5-16,3-10 2 0,4-7 1 15,9-7-2-15,6-4 2 16,4-1-3-16,-1 1 3 15,-6 0-8-15,-7 3-7 16,-9-1-8-16,-5 3 20 16,-4-1 1-16,-1-1 0 15,5-3 3-15,5 0-3 16,19-4 4-16,7 4-4 16,18-2 4-16,12-2-5 15,5 0 7-15,10-1-8 16,5-1 2-16,6-6 0 15,6-4-7-15,4-7-27 16,6-4 4-16,10-1-7 16,7-5-46-16,7-2-60 15</inkml:trace>
  <inkml:trace contextRef="#ctx0" brushRef="#br0" timeOffset="175534.56">2360 7541 196 0,'0'-6'68'0,"0"4"-68"16,0 2 10-16,0 0 26 15,0 0-16-15,0 0-16 16,0 6 7-16,0 12-3 0,0 10 4 16,0 9-2-1,0 11 1-15,0 14 3 0,0 14-7 16,0 18 12-16,0 11-13 15,0 9 6 1,0 8-10-16,0 0 4 0,0-2-3 16,0-4 1-16,0-6 0 15,0-11-4-15,0-5 4 16,3-8-4-16,1-5 6 16,1-12-6-16,-3-16 6 15,4-15-8-15,-1-18 5 16,0-7-2-16,-2-11-2 15,-3-2 4-15,0 0-7 16,0 0 11-16,0 0-7 16,0 0 5-16,0 0-12 0,0-2-28 15,0-13-44-15,0-1-79 16</inkml:trace>
  <inkml:trace contextRef="#ctx0" brushRef="#br0" timeOffset="176855.23">2241 9044 66 0,'6'-8'135'0,"-1"0"-124"15,-1 4-3-15,3-1 52 16,-4 1-28-16,-1 4-19 16,-2 0-5-16,0 0-1 15,0 0 7-15,0 0-11 16,0 0 1-16,3 0 0 16,1 11 14-16,0 3-13 15,1 3 1-15,-3-3-4 16,5 5-1-16,1-2 2 15,-4-1-4-15,0-4 3 16,-1-5-3-16,-1-1 5 16,0-6-6-16,-2 0 4 15,2 0-4-15,3 0 2 0,5 0 0 16,3 0-2-16,10-4 3 16,1-17 1-16,5-8-2 15,4-4-3-15,-1-2 4 16,2-1-8-16,-4 2 6 15,-2 0 0-15,-3 3 1 16,-7 6 0-16,-1 5-1 16,-8 7 3-16,-9 7-6 15,0 6 8-15,0 0 2 16,0 0 0-16,-9 8-7 16,-21 17 0-16,-10 12 2 0,-3 7-2 15,-1-1 3-15,7-1-4 16,5-7 6-16,7-6-6 15,4-6 5-15,4-5-7 16,9-7 5-16,3-7-2 16,5-4 0-16,0 0-1 15,0 0-8-15,0 0-3 16,0-6 8-16,21-17 10 16,6-11-7-16,1 0 3 15,-3-2-7-15,-6 5 5 16,-8 9 1-16,-4 9-1 15,-7 7 1-15,0 6-6 16,0 0 21-16,0 0-18 16,-28 23 5-16,-9 6-4 0,-4 6 3 15,5-6-1-15,8-7 1 16,11-7 0-16,4-7-3 16,9-2 6-16,-1-3-7 15,5-3 9-15,0 0-13 16,0 0-1-16,0 0-1 15,2-3 9-15,14-13-2 16,5-9 0-16,2-4 7 16,-3 0-10-16,1 2 10 15,-5 6-6-15,-6 9 3 16,-6 6-2-16,-4 6 2 16,0 0 3-16,0 0 4 0,0 0-9 15,-16 10 0-15,-7 13 4 16,-7 2-6-16,5 0 7 15,6-7-8-15,1-3 6 16,11-5-6-16,2-4 3 16,5-3 0-16,0-3-4 15,0 0-24-15,0 0-8 16,10 0 39-16,17-7-3 16,8-15-8-16,4-5 1 15,0-2 7-15,-7 0-3 16,-9 8-1-16,-12 9 5 15,-8 5-2-15,-3 5-6 16,0 2 21-16,-9 0-7 16,-14 0-11-16,-5 6 10 15,-4 9-3-15,2 3 2 0,3 1 3 16,-1 0-3-16,5-3 2 16,0-1-5-16,9-5 6 15,7-4-7-15,5-2 2 16,2-4-6-16,0 0 3 15,0 0-1-15,0 0-15 16,7 0 18-16,23-18-11 16,7-7 10-16,4-6-3 15,-2 2 4-15,-12 8-5 16,-10 9 3-16,-13 8-8 0,-4 4 3 16,0 0 28-16,-6 0-19 15,-22 16 0-15,-11 14-4 16,-10 3 0-16,11 0-44 15,10-11-130-15</inkml:trace>
  <inkml:trace contextRef="#ctx0" brushRef="#br0" timeOffset="-201858.75">26175 888 81 0,'0'-6'14'16,"0"4"-5"-16,11 2-1 15,3-2-2-15,-2 0-6 16,-4 0 57-16,-5-1-49 16,-3 3-5-16,0 0 5 15,0 0 6-15,0-2 6 16,0 2-1-16,0-2 14 16,0 2-7-16,0-2-4 0,3 2 0 15,-3 0-2-15,0-2-7 16,0 2 0-16,0 0-6 15,0 0 0-15,0 0 2 16,0 0-3-16,0 0 3 16,0 0-5-16,0 0 2 15,0 0-5-15,0 0-1 16,0 0-2-16,0 0 2 16,0 0 2-16,0 11-1 15,0 9 7-15,0 9-4 16,-6 7-3-16,0 3-1 15,-3 7 3-15,0 1-3 16,-3 7 1-16,1 6 0 0,4 4-2 16,-1 4 3-16,4 9-2 15,4 4 1-15,0 6-1 16,0 8 1-16,0 4-3 16,-5 3 3-16,-1 1-1 15,-3 3 0-15,-3-5 2 16,-2-1-2-16,2-3 5 15,-1-4-3-15,2-8 0 16,-1-2-1-16,0-9 1 16,6-1 1-16,-2-7-1 15,4-1 0-15,1-5 1 16,1-5 2-16,2-3-7 16,0-8 6-16,0-7-4 15,0-8 2-15,0-9-3 0,0-9 1 16,0-7 0-16,0-2-6 15,2-2 12-15,1 0-37 16,-3 2-45-16,0-2-54 16,0 0-100-16</inkml:trace>
  <inkml:trace contextRef="#ctx0" brushRef="#br0" timeOffset="-201125.26">25436 2768 54 0,'-4'5'144'0,"4"-5"-104"15,0 0-54-15,0 0 21 16,0 4 20-16,0 0-1 16,9 2 7-16,7 2-5 15,11 3-1-15,13 1-11 16,15 2 5-16,21 1-8 16,14 0-3-16,17 1-5 15,6-2 1-15,9 3-5 16,0-2 7-16,3 3-2 15,1 1 11-15,3 1-11 0,5 1-3 16,3 2-1-16,4-2-1 16,1-3 0-16,6 1 0 15,-1-4 2-15,14 1-5 16,5-2 3-16,4 5-1 16,-2-2 1-16,-7 1-2 15,-7 1 2-15,-9 4 3 16,-5-1-5-16,-4-1 4 15,-2 0-4-15,-6-4 3 16,-8-3-2-16,-8 2 5 16,-3 1 3-16,-6 2-7 15,-1-3 0-15,-3-3 0 16,-7-3 0-16,-17 0-2 16,-10 3 4-16,-14-3-5 15,-15 0 2-15,-13-3 0 0,-9-5 1 16,-9-2-6-16,-5 0-2 15,0 0-21-15,0 0-72 16,-10 0-48-16</inkml:trace>
  <inkml:trace contextRef="#ctx0" brushRef="#br0" timeOffset="-197297.89">26149 1580 28 0,'0'4'95'0,"0"-4"-81"15,7 0-15-15,1 2 22 16,1 2 8-16,0 0-1 16,3 0-8-16,3 3 2 15,4-2-6-15,-1 2-5 16,-1-3-12-16,-4-2 1 16,-1 0-24-16,-1 3-48 15,5-1-114-15</inkml:trace>
  <inkml:trace contextRef="#ctx0" brushRef="#br0" timeOffset="-196925.38">26642 1733 102 0,'0'-5'90'0,"2"4"-80"0,-2-2 26 15,2 3 4-15,5 0-10 16,3 0-20-16,5 0 0 16,4 0 0-16,-1 0-7 15,-1 0 0-15,-4 0-7 16,6 4 3-16,2 1-37 16,4 1-28-16,2 0-31 15,5 2-17-15</inkml:trace>
  <inkml:trace contextRef="#ctx0" brushRef="#br0" timeOffset="-196670.82">27353 1799 220 0,'6'0'-2'0,"6"0"0"0,4 0 9 16,3 0 7-16,4 0-8 15,5 2 0-15,6 2-1 16,7 4-4-16,5-1-2 16,3 1-9-16,-1 1-12 15,-2-1-19-15,3 2-61 0</inkml:trace>
  <inkml:trace contextRef="#ctx0" brushRef="#br0" timeOffset="-196479.01">28153 1930 149 0,'5'0'21'0,"-1"0"-13"15,4 0 29-15,-6 0-18 16,3 0-11-16,1 0-9 15,5 2 3-15,8 4-12 16,2 0-25-16,9 2-12 0,5 0-21 16,8 1-15-16</inkml:trace>
  <inkml:trace contextRef="#ctx0" brushRef="#br0" timeOffset="-196289.54">28853 2035 125 0,'23'0'46'0,"-7"0"-42"16,0 2 19-16,-4 0 2 15,-8 0 0-15,0 1-6 16,1-2-18-16,7 6-1 16,9 3-7-16,8 1-42 0,9 1-5 15,5 0-18-15,3-2-14 16</inkml:trace>
  <inkml:trace contextRef="#ctx0" brushRef="#br0" timeOffset="-196177.45">29465 2199 136 0,'30'12'17'16,"0"1"-13"-16,2-3-3 16,-2 0 1-16,-4 1-19 15,-6-3-81-15</inkml:trace>
  <inkml:trace contextRef="#ctx0" brushRef="#br0" timeOffset="-195426.87">26072 2542 6 0,'-6'0'119'16,"6"0"-97"-16,0 0-4 0,0 0 28 15,0 0-1-15,0 0-20 16,0 0-9-16,0 0-12 16,0 0 0-16,0 0 2 15,12 0-7-15,6 4 1 16,3 5 0-16,3-1 3 16,8 0-28-16,2 1-49 15,7-3-52-15</inkml:trace>
  <inkml:trace contextRef="#ctx0" brushRef="#br0" timeOffset="-195200.94">26524 2613 22 0,'5'0'159'15,"-3"0"-152"-15,1 0-13 16,-1 0 34-16,-2 0-7 16,0 0-10-16,3 0-12 15,6 0-6-15,9 0-17 16,7 0-27-16,5 6-88 0</inkml:trace>
  <inkml:trace contextRef="#ctx0" brushRef="#br0" timeOffset="-195020.23">26943 2644 28 0,'3'0'154'0,"1"0"-141"16,3 0-22-16,-3 0 33 15,6 2-6-15,-1 2-15 16,2 1-14-16,8 0-26 0,6 4-70 15</inkml:trace>
  <inkml:trace contextRef="#ctx0" brushRef="#br0" timeOffset="-194820.76">27507 2745 51 0,'0'0'133'15,"2"0"-121"-15,-2 0-14 16,4 0 19-16,-1 0 13 16,2 0-27-16,4 0-7 15,4 3-1-15,6 1-19 16,9 0 3-16,4 2-44 16,7 0 0-16</inkml:trace>
  <inkml:trace contextRef="#ctx0" brushRef="#br0" timeOffset="-194665.46">28029 2834 43 0,'26'4'37'16,"-3"-1"23"-16,-5-1-30 15,-4-2-1-15,-5 2-6 16,-2-2-11-16,-1 2-12 16,11 2-1-16,6-2-10 15,5 4-33-15,2-2-39 16</inkml:trace>
  <inkml:trace contextRef="#ctx0" brushRef="#br0" timeOffset="-194442.04">28984 2957 6 0,'19'2'184'0,"-4"0"-170"16,-3 2 7-16,0-2 4 16,-6 0-19-16,-1-2 2 15,-5 0 3-15,0 0-12 16,2 0-19-16,-2 2-39 0,0 0-132 16</inkml:trace>
  <inkml:trace contextRef="#ctx0" brushRef="#br0" timeOffset="-186589.83">26363 2323 5 0,'0'0'99'16,"0"0"-64"-16,0 0-4 16,0 0 13-16,0 0-2 0,0 0-21 15,0 0 3-15,0 0-5 16,0 0-5-16,0 0-2 15,0 0 5-15,0 0-15 16,0 0 6-16,0-2 0 16,0 0 2-16,0 0 10 15,0-1-14-15,0 2 6 16,0-2-4-16,3-2-5 16,3-6 1-16,4-3-7 15,1-1 6-15,1 1-1 16,-3 3 0-16,0 1-3 15,0 0 3-15,1 1-3 16,-3 1 2-16,2 0-1 0,0 0-1 16,-2-1 2-16,0 3-2 15,-3 2 5-15,-1 2-4 16,-1 2 3-16,-2 0-2 16,0 0 2-16,0 0 0 15,0 0 2-15,0 0 3 16,0 0-2-16,0 0 2 15,0 0-5-15,0 0 4 16,0 0-6-16,0 0 0 16,0 0-3-16,0 0 0 15,0 0 0-15,0 0 5 16,0 0-6-16,0 0 5 16,4 0 3-16,4 4-5 0,-1 4 2 15,2 2-2-15,-3 1 0 16,4 1 0-16,-1 1-1 15,0 1 0-15,-2 1-2 16,3-1 6-16,-4 0-2 16,1-1 1-16,-3-1-3 15,4-4 4-15,-3 1-5 16,1-3 2-16,-4 0 0 16,3 1-1-16,-1-1 2 15,-1-2-1-15,1 0 2 16,-1-2-2-16,-3 0 1 15,2 0-2-15,1-2 2 16,-1 2-1-16,-2-2 0 16,2 0-1-16,-2 0 2 0,0 0 1 15,0 0-2-15,2 0 3 16,-2 0-4-16,0 0 2 16,3 0 6-16,-3 0-4 15,4 0-1-15,5-12 3 16,5-5-2-16,0-1-3 15,0-5 1-15,-3 5 0 16,1-1 0-16,-3 0-2 16,-2 5 2-16,2-1-2 15,-2 2 1-15,0 1 0 16,0 0 0-16,2-1 2 16,1 1-3-16,-2 0 2 15,1-1-1-15,-2 3 0 0,3-3-1 16,-1 1 2-1,2-1-1-15,-3 1 0 0,1 0 1 16,-1 3-3-16,-3 3 5 16,3 0-4-16,1 2 2 15,-3-2-3-15,3-1 2 16,1 1 0-16,-6 0 0 16,3 4-1-16,-5-2 1 15,3-1 2-15,-1 1-3 16,0 3 2-16,0-2-2 0,-2 1 1 15,-2 2 0 1,2 0 0-16,-2 0 0 0,0 0 1 16,0 0 0-16,0 0-2 15,0 0 4-15,0 0-5 16,3 0 2-16,-3 0-3 16,0 0 1-16,2 0 2 15,2 0 3-15,1 2-3 16,2 6-3-16,2 1 7 15,0 1-2-15,-2 1-2 16,5 1-2-16,-3 2 5 16,0 3-3-16,3-1 0 15,-3-3 0-15,-2-1-1 16,2-1 4-16,-2-1-3 16,0 1 2-16,-3-3-3 0,1 0 2 15,-1 0-2 1,2 1 2-16,0-3-1 0,-1 2 0 15,-1 1 1-15,-2-4-2 16,1 4 4-16,-3-3-5 16,0 0 5-16,2-2-4 15,-2 1 1-15,0-3 0 16,0 0 0-16,2-2 0 16,-2 0 0-16,0 0 1 15,0 0-1-15,0 0 3 0,2 0-3 16,2 0 3-1,-4 0-3-15,0 0 2 0,0 0-1 16,0 0 0 0,0 0 4-16,0 0-2 0,0 0 3 15,0 0-2-15,0 0 6 16,0 0-6-16,0 0-1 16,2 0-2-16,2 0 0 15,3-9-1-15,0-5-1 16,3-1 3-16,3-3-2 15,-2-5 2-15,3-2-3 16,0-2 3-16,2-2-4 16,0 0 3-16,5-2-3 15,0 0 3-15,1-2-1 16,4 0-1-16,-1-2 2 0,1 2-1 16,-1-3 2-16,3 3-4 15,-6 0 3-15,4-2-2 16,-1 2 1-16,1 0 0 15,-3 0 0-15,-1 4 2 16,-3 2-3-16,-6 4 3 16,2 2-3-16,-4 7 2 15,-5 2-2-15,0 1 2 16,-2 5-1-16,1-1-1 16,-3 3 2-16,0 2-2 15,-2 0 3-15,0 2-2 16,0 0 4-16,0-2-5 0,0 2 3 15,0 0-1 1,0 0 1-16,0 0 0 0,0 0-2 16,0 0 4-16,0 0-4 15,0 0 3-15,0 0-4 16,0 0 1-16,0 0-2 16,0 0 3-16,0 0-2 15,0 0-2-15,0 0 2 16,0 0-1-16,0 0 2 15,0 2-1-15,0 15 3 16,0 6-4-16,0 2 3 16,2 3 0-16,1 4-2 15,1 1 2-15,1 0-3 16,0 2 4-16,0 0-3 16,1 1 4-16,-1-1-6 15,1 0 4-15,-3 2-2 16,-1-4 2-16,3 0-2 0,-3 1 1 15,1-8 0-15,-1 1 0 16,0-2 1-16,0 0-2 16,1 0 3-16,1-1-4 15,-2-3 3-15,0 0-2 16,-2-2 1-16,3-5 0 16,-3-1-1-16,2-1 3 15,-2-2-3-15,3 3 3 16,-3 1-3-16,0 1 1 15,2-1 0-15,1-1 0 0,-1-3-1 16,0-1 1-16,0-1 0 16,-2 0 0-16,0-2 2 15,3-2-3 1,-3 3 3-16,2-3-5 0,-2 0 4 16,0 0-1-16,2-2-1 15,-2-2 2-15,0 2-2 16,0-2 3-16,0 0-3 15,0 0 4-15,0 0-4 16,0 0 3-16,0 0-3 16,0 0 1-16,0 0 0 15,0 0 0-15,0 0 2 16,0 0-3-16,0 0 3 16,0 0-1-16,0 0 1 15,0 0-3-15,2 0 2 0,-2 0-1 16,0 0-1-16,0 0 1 15,2 0 0-15,-2 0 2 16,3 0-3-16,-3 0 2 16,2 0-1-16,1 0 3 15,-1 0 0-15,3 0 0 16,1-6-2-16,8-3 0 16,5-1 1-16,2-2-3 15,-1 0 4-15,1-1-5 16,-2 1 5-16,-2-1-6 0,0 3 5 15,-4 1-2 1,-1 1-2-16,-5 4 4 0,-5 2-4 16,1 0 5-16,-1 2-3 15,-2 0 2-15,0-2-4 16,2 2 2-16,-2 0-1 16,0 0 2-16,0 0-4 15,0 0 3-15,0 0-1 16,0 0-1-16,0 0 2 15,0 0-4-15,0 0 1 16,0 0 1-16,0 0 0 16,4 2 1-16,3 8 3 15,3 5-3-15,-1-3 1 16,0 5 1-16,3-1-1 16,-1 3 2-16,3-1-4 15,-2-1 4-15,-1 0-4 16,-1-5 4-16,-4-3-3 0,3-1 0 15,-4-2 2-15,-3-2-2 16,3 0 3-16,-2-4-3 16,-3 0 3-16,2 0-3 15,-2 0 2-15,0 0-1 16,0 0 0-16,0 0 3 16,0 0-5-16,0 0 6 15,2 0-6-15,0 0 7 16,0 0-5-16,3 0 4 15,4-12-4-15,3-9 1 0,1 0-4 16,4-3 5-16,-2-4-2 16,4-1 0-16,-1 1 3 15,-1-1-5-15,-2 0 4 16,2 2-4-16,-2 0 4 16,4 0-4-16,2-2 3 15,-3 0-2-15,3 0 1 16,2 0 2-16,1-2-3 15,-2-2 3-15,1 0-4 16,0-2 3-16,1-1 0 16,2 1-1-16,2-2 0 15,0 2-1-15,-3-1 3 16,1 3-3-16,-3 2 4 16,-3 4-5-16,1-2 4 15,0 2-4-15,-3 4 4 0,-1-2-3 16,-4 5 0-16,-1 3 2 15,-3 3-2-15,-2 4 4 16,-3 1-2-16,0 5 1 16,-1 2-3-16,-3 0 3 15,0 2 0-15,0 0 0 16,0 0-1-16,0 0-1 16,0 0 1-16,0 0-2 15,0 0 4-15,0 0-5 16,0 0 5-16,0 0-6 15,0 0 3-15,0 0 0 16,0 0-3-16,0 0 3 0,0 0-1 16,0 0 1-16,0 0-1 15,0 0 2-15,0 0-3 16,0 0 1-16,0 0-2 16,0 4 3-16,0 15 0 15,0 8-2-15,-9 8 4 16,0 4-2-16,0 3 4 15,-3 1-7-15,5 1 5 16,1-1-4-16,1-1 2 16,0-5 1-16,2-2-3 15,1-2 2-15,0 0 0 16,0 3 2-16,-3-2-3 16,-4 4 2-16,2-1-2 15,-2-3 2-15,2-4-2 0,0-1 2 16,3-4-2-16,1-6 0 15,1 0 3-15,-1-7-4 16,3 0 5-16,-2 1-5 16,0-1 4-16,0 1-4 15,-1-1 2-15,1 3 0 16,0-1 0-16,0-2-1 16,-1 3 1-16,1-3 2 15,0 1-3-15,0-1 2 16,-1-1-2-16,0 1 2 15,1-2-2-15,2 1 2 0,-2-3-2 16,0-2 0-16,2-4 3 16,0 3-3-16,0-5 3 15,0 0-4 1,0 0 4-16,0 0-3 0,0 0 3 16,0 0-2-1,0 0 0-15,0 0 2 0,0 0-2 16,0 0 3-16,0 0-2 15,0 0 1-15,0 0-4 16,0 0 2-16,0 0 1 16,0 0-1-16,0 0 1 15,0 0 0-15,0 0 2 16,0 0-3-16,0 0 3 16,0 0-5-16,0 0 6 15,0 0 0-15,0 0 1 0,0 0-1 16,0 0 1-16,0 0 3 15,0 0-2-15,0 0-2 16,0 0-1-16,0 0 4 16,0 0-6-16,0 0 2 15,0 0-1-15,0 0 0 16,0 0 0-16,0 0-1 16,0 0 3-16,0 0-2 15,0 0 2-15,0 0-5 16,0 0 2-16,0 0-2 15,0 0 2-15,0 0-2 16,0 0 1-16,0 0-1 0,0 0 1 16,0 0 1-16,0 0-2 15,0 0 2-15,0 0-4 16,0 0 2-16,0 0 0 16,0 4 1-16,0 1 0 15,0 6-2-15,0-1 5 16,4 3-4-16,1-3 5 15,0 1-6-15,-1-3 3 16,-1-2-2-16,-1-2 1 16,0 0 0-16,-2-1 0 15,0-3 1-15,0 1-1 16,0-1 2-16,0 0-1 16,0 0 1-16,0 0-3 15,0 0 2-15,0 0-1 16,0 0 0-16,0 0 0 15,0 0-1-15,0 0 4 0,0 0-5 16,0 0 6-16,0 0-6 16,0 0 4-16,0 0-4 15,0 0 3-15,0 0-1 16,0 0-1-16,0 0 2 16,0 0-2-16,0 0 2 15,0 0-1-15,0 0 2 16,0 0-4-16,0 0 2 15,0 0-1-15,0 0 3 0,0 0-4 16,0 0 2 0,0 0 2-16,0 0-2 0,0 0 3 15,0 0-5-15,0 0 5 16,0 0-4-16,0 0 3 16,0 0-2-16,0 0-1 15,0 0 1-15,0 0 1 16,0 0 2-16,0 0-3 15,0 0 1-15,0 0-2 16,0 0 3-16,0 0-2 16,0 0 0-16,0 0 0 15,0 0 0-15,0 0 3 16,0 0-3-16,0 0 2 0,0 0-3 16,0 0 2-1,0 0-2-15,0 0 1 0,0 0-1 16,0 0 1-16,0 0 0 15,0 0 0-15,0 0 1 16,0 0-2-16,0 0 1 16,0 0-3-16,0 0 2 15,0 0-1-15,0 0 2 16,0 3-1-16,0 1-1 16,5 2 4-16,-1 6-3 15,3 5 3-15,3 2-3 16,1 3 2-16,1 3-2 15,-1 4 2-15,-2 2-3 16,3 0 3-16,-1 1-1 16,0-3-1-16,1-1 3 0,0 1-2 15,-1-4 1-15,-1-2-2 16,-1-1 1-16,-1-1-1 16,0 0 2-16,-1-2-2 15,-1-3 1-15,1 1 0 16,-5-1 0-16,3-1 2 15,0-1-4-15,-3-1 3 16,3-3-2-16,-3 1 1 16,0-3-1-16,1 0 1 15,1 1 0-15,-4-1 1 16,2 0 0-16,1 0-1 16,-3-2 1-16,2 1-3 15,-2-3 3-15,3-2-2 16,-3-2 1-16,0 0-1 0,0 2 1 15,0-2 2-15,0 0-3 16,0 0 4-16,0 0-5 16,0 0 3-16,0 0-2 15,0 0 2-15,0 0-2 16,0 0 1-16,0 2-1 16,0-2 1-16,0 0 2 15,0 0-3-15,0 0 3 16,0 0-4-16,0 0 3 15,0 0-2-15,0 0 2 0,0 0-2 16,0 0 0-16,0 0 4 16,0 0-5-16,0 0 4 15,0 0-3-15,0 0 2 16,0 0-1-16,0 0 0 16,0 0 0-16,0 0 0 15,0 0 0-15,0 0 0 16,2 0 2-16,0 0-3 15,-2 0 1-15,0 0-3 16,3 0-1-16,-3 0-2 16,4 0 2-16,7-10 3 15,8-11 1-15,11-12 0 16,4-9-2-16,1-1 1 0,-3-1-3 16,0 1 2-16,-4 1 0 15,0 5-1-15,-3 6 0 16,-5 6 2-16,-6 9 0 15,-2 2 0-15,-6 3 2 16,4 1-3-16,-3-1 3 16,-1 3-4-16,4 0 4 15,-5 1-3-15,-1 1 3 16,1 2-4-16,-3 2 3 16,-2 2 3-16,0 0-3 15,0 0 1-15,0 0-2 16,0 0 1-16,0 0 2 15,0 0-1-15,0 0-1 16,0 0 0-16,0 0 0 0,0 0 1 16,0 0 1-16,0 0-2 15,0 0 1-15,0 0-2 16,0 0 1-16,0 0-1 16,0 0 1-16,0 0 1 15,0 0-2-15,0 0 2 16,0 0-1-16,0 0 2 15,0 0-4-15,0 0 4 16,0 0-2-16,0 0 0 16,0 0 0-16,0 0 0 15,0 0 1-15,0 0-2 16,0 0 3-16,0 0-2 16,0 0 2-16,0 0-5 15,0 0 2-15,0 0 0 16,0 0 0-16,0 0 0 0,0 0 1 15,0 0 1-15,0 0-2 16,0 0 3-16,0 0-4 16,0 0 3-16,0 0-3 15,0 0 3-15,0 0-3 16,0 0 1-16,0 0 2 16,0 0-3-16,0-2 5 15,0 2-5-15,0 0 2 16,0 0 0-16,0 0-1 15,0 0 1-15,0-2 0 0,0 2-1 16,0 0 0-16,0 0 3 16,0 0-2-16,2-2 3 15,-2 0-5-15,0 0 2 16,0-1 0-16,0 3 1 16,0 0 0-16,0 0-2 15,0 0 2-15,0 0-2 16,0 0 3-16,0 0-3 15,0 0 1-15,0 0-2 16,0 0 0-16,0 0 1 16,0 0-1-16,0 0 1 15,0 0-1-15,0 0 3 16,2 0-3-16,1 0 2 0,1 0-1 16,6 9 2-1,-1 5-3-15,2 3 2 0,1-2 0 16,-1-1 0-16,-2-2 1 15,1 1-1-15,-3-3 2 16,-1-4-3-16,1 1 2 16,-5-6-3-16,4 2 4 15,-6-3-3-15,0 0 2 16,2 0-1-16,-2 0 0 16,0 0 3-16,0 0-3 15,0 0 3-15,0 0-4 16,0 0 1-16,0 0-4 15,0 0 0-15,4 0 2 16,8-11 0-16,-2-3 1 0,3-9 1 16,3 0-4-16,0-4 1 15,-3 3 2-15,4 1-4 16,-6 4 3-16,-1 3 0 16,-1 3 0-16,-2 3 1 15,-1 2-1-15,2-1 3 16,-1 3-3-16,-1 2 2 15,-1 0-2-15,-3-1 1 16,2 4 0-16,-4-2 1 16,0 2 0-16,0 1 0 15,0 0 2-15,0 0-3 16,0 0 5-16,0 0-6 16,0 0 0-16,0 0-1 15,0 0 1-15,0 0-3 16,0 0 2-16,0 4 2 0,0 10 0 15,0 5 3-15,6-1-2 16,-2 3 3-16,3 2-4 16,-3-3 1-16,3 1 1 15,1-2-1-15,1 0-1 16,-3-5 1-16,1-2 0 16,3-1-1-16,-3-5 2 15,-1 0-2-15,1 0 2 16,-3-2-3-16,4-1 1 15,-6-2 0-15,1 2 0 0,-1-3-2 16,-2 2-3-16,2-2 0 16,0 0-1-16,1 0 2 15,1 0-7-15,8 0 6 16,1-5 0-16,6-7 3 16,-3-5-3-16,0-1 0 15,-2-1 0-15,0-3 0 16,-1-1 6-16,2 2-3 15,-6 2 4-15,-3 3-2 16,-1 6 1-16,2 1 0 16,-2 1 0-16,2 2 0 15,-1 2-2-15,-1-3 3 16,1 3-1-16,-3 2 1 0,2 0-2 16,-5 2 3-1,0 0 1-15,0 0-3 0,0 0 0 16,2 0-2-16,1 0 2 15,3 13 0-15,1 7 1 16,3 3-3-16,-1 4 4 16,2 2-3-16,3 2 3 15,2-2-2-15,0 0-1 16,-2-4 2-16,-2-7-3 16,-1-3 6-16,2-5-5 15,2-1 3-15,0-3-4 16,4-2 3-16,4 0-1 15,0-4 1-15,2 0-1 16,1 0 0-16,-3 0 2 0,-3 0-3 16,-1-2 3-16,-3-2-3 15,-7-2 2-15,-2 4-2 16,-5-1 2-16,0 3-1 16,-2 0 0-16,0 0 0 15,0 0-1-15,0 0 2 16,0 0-2-16,0 0 1 15,0 0-3-15,0 0 1 16,0 0-3-16,0 0 0 16,0 0-1-16,0 0-14 15,0 0-32-15,0 0-124 16</inkml:trace>
  <inkml:trace contextRef="#ctx0" brushRef="#br0" timeOffset="-181898.3">23927 437 173 0,'0'0'103'15,"-2"0"-104"-15,2 0-2 16,0 0 18-16,0 0-12 16,0 0-5-16,0 12 5 15,0 11 10-15,0 10 1 16,0 6-10-16,0 2 12 16,-2 5-9-16,-3 2 3 15,-2 0-5-15,2-5-4 0,1-1 1 16,-1-5-2-16,1-6 4 15,1-10-4-15,1-7 2 16,2-8-3-16,0-4 3 16,0-2-1-16,0 0 1 15,0 0 1-15,0 0-6 16,0 0 11-16,0-18 18 16,0-18-23-16,-4-16-11 15,1-10 10-15,0-10-3 16,3-1 1-16,0 1 0 0,0 8 1 15,0 14 0 1,0 15-1-16,0 16 4 16,0 11-3-16,0 6 1 15,0 2-6-15,0 0-2 0,0 0 4 16,0 10 9-16,0 17-4 16,3 9-3-16,11 5 2 15,4 0-2-15,5-1 6 16,5-5-8-16,4-6 5 15,-2-8-3-15,0-9 2 16,-3-4 0-16,-1-8-3 16,-3 0-4-16,2-10-15 15,-4-19 22-15,-2-4 1 16,-6-4-1-16,-4-1-2 16,-2 9 1-16,-2 8-1 0,-3 9 0 15,-2 8 2-15,0 4-4 16,0 0 2-16,0 0-5 15,0 0 1-15,0 0 0 16,0 4 11-16,0 19-7 16,0 8 5-16,0 8-2 15,0 5-3-15,-2-3 3 16,2-1-3-16,0-6 3 16,0-4-3-16,0-8 0 15,0-3-2-15,0-2 0 16,7-7-7-16,-3-2-59 15,-2 0-66-15</inkml:trace>
  <inkml:trace contextRef="#ctx0" brushRef="#br0" timeOffset="-181387.71">24576 650 13 0,'-28'0'10'0,"0"0"25"16,-2 0-24-16,1 0 20 16,1 0 21-16,3 8-33 15,4 4-8-15,7 3-5 0,1-2-3 16,4-1 5-16,1 2 4 15,4 3-14-15,4 2 14 16,0-3-13-16,0-1 4 16,0-1 9-16,2 1-3 15,12-5-8-15,-1-2-2 16,6-5 5-16,2-3-4 16,-1 0 2-16,6-7-3 15,-1-14 3-15,-1-1-2 16,-4-1 2-16,-6 0 1 15,-5 2 2-15,-2 3 2 16,-5 6 0-16,0 5 7 0,0 5 3 16,-2 2-11-1,0 0-6-15,0 0 5 0,0 0 2 16,0 5-3-16,0 13 1 16,0 2-4-16,3 3 3 15,4-2-4-15,4 0 2 16,4-2-4-16,0-3-9 15,11 1-45-15,10-7-62 16</inkml:trace>
  <inkml:trace contextRef="#ctx0" brushRef="#br0" timeOffset="-180869.79">24935 702 6 0,'-25'-4'138'0,"8"1"-126"16,-1 3-18-16,-3 0 18 15,-2 0 3-15,-7 11-7 16,-4 6-2-16,1 1 5 16,8-1 1-16,5 1-3 15,10-3-10-15,8-3 1 16,2 1 5-16,0-5-4 15,0 0 0-15,0-2 17 0,10 1-12 16,1-1-6-16,8-4 4 16,3-2-4-16,6 0 1 15,4 0-2-15,0-15 2 16,0-2-3-16,-2-1 1 16,4-5-1-16,-4 1-7 15,-4-1 7-15,-3 4 1 16,-12 6 4-16,-6 5-3 15,-5 7 5-15,0 1-1 16,0 0-1-16,0 0-1 16,0 0 5-16,-5 9 8 15,-4 15-12-15,0 2 3 16,5 8-7-16,2 3 7 16,2 0 1-16,0 0-2 15,0 3-7-15,0-5 0 0,0 0 6 16,0-6-7-16,2-6 6 15,5-6-6-15,-1-5-10 16,-6-6-54-16,0-6-131 16</inkml:trace>
  <inkml:trace contextRef="#ctx0" brushRef="#br0" timeOffset="-180582.1">24702 246 237 0,'-9'0'47'0,"5"0"-50"16,-2 0-1-16,-5 4 16 15,0 11-9-15,-3 3-1 16,0 5-2-16,2-2-2 16,8-3 1-16,2 1-3 15,2 0-21-15,0 1-58 16,0-3-96-16</inkml:trace>
  <inkml:trace contextRef="#ctx0" brushRef="#br0" timeOffset="-179891.45">25406 577 220 0,'-4'0'42'16,"4"0"-40"-16,0 0 4 16,0 0 7-16,0 0-9 15,0 0 0-15,0 0 4 16,0-10 5-16,0-2-15 15,0-7 5-15,0-2-1 16,0-2 0-16,0 5-1 16,0 2 6-16,0 5 9 15,0 5-12-15,0 4 4 16,0 0-6-16,0 2-3 16,0 0-3-16,0 0 3 15,0 0 9-15,-2 14-2 0,0 11-6 16,-1 4 6-16,3 4-3 15,0-2 0-15,0 2-1 16,0 0-2-16,0 1 1 16,0-1 0-16,5-2 0 15,-1-4-1-15,1-4-1 16,-3-7 5-16,0-6-7 16,-2-3 7-16,0-6-13 15,0-1-1-15,0 0 2 16,-18 0 14-16,-5 0-6 15,-7 0-4-15,2 0 8 16,3 0-4-16,4 0 2 16,10 0 0-16,4 0 0 0,5 0-3 15,2 0 0-15,0 0 2 16,0 0-6-16,0 0 3 16,0 0 9-16,13 0-2 15,4 0-1-15,-2 0-3 16,9 0-10-16,6 4-66 15,6 1-49-15</inkml:trace>
  <inkml:trace contextRef="#ctx0" brushRef="#br0" timeOffset="-177472.29">26090 3713 4 0,'0'-5'241'0,"0"1"-211"0,0 2-38 16,0 2 23-16,0 0-7 15,0 0 0-15,0 0-2 16,0 11 2-16,0 11 14 16,2 9 1-16,-2 5-5 15,0 9-9-15,0 9 3 16,-2 10 0-16,-14 9-2 15,-3 5-9-15,0 3 1 16,2 4 2-16,2-3 0 16,2-1 4-16,4-4-4 15,-1-4 4-15,3-3-7 16,1-6 4-16,1-2-5 16,1-4 3-16,4-6-2 15,0-11 0-15,0-4 1 0,0-12-4 16,0-8 6-16,0-7-6 15,0-6 4-15,0-4-4 16,0 0 0-16,0 0-21 16,0 0-37-16,0 3-50 15,0-3-95-15</inkml:trace>
  <inkml:trace contextRef="#ctx0" brushRef="#br0" timeOffset="-176340.05">25114 4700 195 0,'0'0'25'0,"0"0"-27"0,0 0 26 15,0 0-5 1,0 0-11-16,3 0 15 0,15 6 8 16,5 1-7-16,7 1-10 15,7 0 1-15,9 2-4 16,6-1 9-16,8-1-6 16,0 0-8-1,2 3 3-15,0-3-2 0,0 0 6 16,3 0-7-16,-1-1 1 15,4-1-2-15,3 5 0 16,2-3 1-16,3 2-4 16,2-2 0-16,-2 3-1 15,0-1 4-15,-2-2-4 16,-1 5 4-16,-2-3-3 16,4 0 0-16,-2 0-2 0,3-1 2 15,-3-1-4-15,1-1 4 16,-2-2 0-16,-3 0-3 15,-10-1 5-15,-1 2-4 16,-4-2 5-16,-5 1-5 16,7 0 3-16,-3 2-1 15,1-3-3-15,4 2 3 16,2-2-3-16,2 3 4 16,2 1-4-16,3-2 3 15,0 0-4-15,2 1 3 16,-2-3-1-16,-1-2 0 15,1 0 0-15,-3-2-1 0,-2 0 3 16,4 0-3 0,-2 0 5-16,2 0-7 0,3 0 6 15,0 0-6-15,1 0 3 16,-1 2 0-16,-1 0-1 16,-1 0 1-16,-1-2-1 15,2 0 5-15,-4 0-6 16,5 0 4-16,0 0-4 15,4 2 2-15,4 2-1 16,-9 1 1-16,-1-4 1 16,3 2-2-16,-4 1 4 15,7-3-6-15,8 4 7 16,2-1-7-16,2 0 6 0,2 2-6 16,1-1 5-16,-3-1-2 15,-7 4-2 1,-4-2 2-16,-9 2-1 15,-13-1 4-15,-10-1-3 0,-17-2 1 16,-9-2-2-16,-9-2-1 16,-7 0-7-16,0 0-40 15,0 0-46-15,0 0-79 16</inkml:trace>
  <inkml:trace contextRef="#ctx0" brushRef="#br0" timeOffset="-175507.01">26196 4487 70 0,'4'0'145'0,"-1"0"-137"15,-3 0-2-15,0 0 42 16,0 0-8-16,0 0-34 16,6 0-3-16,1 0-3 15,5 0 4-15,-1 2-7 16,3 2 3-16,4 0 0 15,1 2-15-15,3 1-74 16,0-3-38-16</inkml:trace>
  <inkml:trace contextRef="#ctx0" brushRef="#br0" timeOffset="-175154.37">26573 4456 4 0,'7'0'130'16,"4"0"-124"-16,3 0 0 16,7 0 11-16,6 0-11 15,3 0-5-15,5 0 0 16,0 0-1-16,-1 0 6 16,0 0-8-16,-1 0 5 15,3 4-8-15,-1 4-3 16,4 2-64-16,0-1-21 15</inkml:trace>
  <inkml:trace contextRef="#ctx0" brushRef="#br0" timeOffset="-174877.35">27427 4543 48 0,'2'0'58'16,"3"0"-28"-16,-3 0 9 0,-2 0 4 16,0 0-12-1,2 0-18-15,0 0-11 0,7 0-2 16,3 0-11-1,-3 2-46-15,5 4-22 0,2-2 6 16</inkml:trace>
  <inkml:trace contextRef="#ctx0" brushRef="#br0" timeOffset="-174642.57">28183 4582 67 0,'17'0'54'16,"1"0"-43"-16,3 0 7 15,2 0-10-15,1 0-4 16,6 0-7-16,4 2-15 15,0 2-48-15</inkml:trace>
  <inkml:trace contextRef="#ctx0" brushRef="#br0" timeOffset="-174425.06">28857 4617 95 0,'12'0'54'0,"2"2"-40"16,2-2-12-16,0 5-1 16,2-4-12-16,-2 4-39 15,1 1-32-15</inkml:trace>
  <inkml:trace contextRef="#ctx0" brushRef="#br0" timeOffset="-174229.18">29472 4690 108 0,'9'0'29'0,"-5"0"-9"15,2 0 18-15,-2 0-19 16,1 0-21-16,1 0-12 16,3 0-18-16,1 0-52 15</inkml:trace>
  <inkml:trace contextRef="#ctx0" brushRef="#br0" timeOffset="-173014.77">26096 3559 123 0,'0'0'42'0,"0"-2"-9"16,0 0-2-16,0 0-3 16,0 0-3-16,0-2 23 15,0 2-15-15,0 2-10 16,0-3 10-16,0 2-5 16,0-2 0-16,0-1-13 15,0 2-5-15,0-4-10 16,0-2 3-16,0-1-2 15,0-3-3-15,0 2 5 0,2-3-3 16,-2 1 5-16,4-2-8 16,-2 1 6-16,-2 5-4 15,0 1 3-15,0 3-1 16,0 2-2-16,0 0 1 16,0 2 2-16,0 0 3 15,0-2-3-15,0 2-1 16,0 0-7-16,0 0 3 15,0 0-7-15,0 0 5 16,0 0-2-16,0 0 2 16,0 10 8-16,0 15-1 15,0 11-3-15,-10 7 3 16,3 7 2-16,-2 6-6 16,0 6 4-16,2 4-5 15,2 2-4-15,3 2-38 0,-2-3-15 16,-3-3-1-16,-3-6-51 15,-1-8-65-15</inkml:trace>
  <inkml:trace contextRef="#ctx0" brushRef="#br0" timeOffset="-172299.53">26283 3675 54 0,'-3'0'103'16,"3"0"-77"-16,-2 0 15 15,2 0 5-15,0 0-21 16,0 0-19-16,0 0-9 16,0 0 3-16,0 0 6 15,17 0 2-15,8 0-11 16,3 2-12-16,-1 2-29 16,3 0-1-16,2 3-37 0,-2-3-41 15</inkml:trace>
  <inkml:trace contextRef="#ctx0" brushRef="#br0" timeOffset="-172063.28">26706 3688 132 0,'0'-4'40'15,"2"1"-35"-15,1 3 4 16,1 0 12-16,6 0-14 0,3 0 8 16,8 0-16-1,3 0 4-15,6 0-7 0,2 0-11 16,2 0-11-16,5 0-23 16,2 3-37-16</inkml:trace>
  <inkml:trace contextRef="#ctx0" brushRef="#br0" timeOffset="-171860.76">27344 3708 1 0,'0'0'151'16,"2"0"-119"-16,0 0-21 0,0 0 5 15,5 0 2-15,1 0-13 16,1 0-4-16,4 0 2 15,4 0-3-15,-2 0 2 16,11 0-17 0,13 2-29-16,9 2-66 0</inkml:trace>
  <inkml:trace contextRef="#ctx0" brushRef="#br0" timeOffset="-171648.96">28073 3810 99 0,'18'0'25'15,"8"0"-23"-15,6 0 5 16,4 0 0-16,1 0-6 16,1 2-2-16,-4 4 5 15,3 0-10-15,-3 2-7 16,-2 1-16-16,3-1-57 15</inkml:trace>
  <inkml:trace contextRef="#ctx0" brushRef="#br0" timeOffset="-171472.19">28828 3946 1 0,'4'0'159'0,"3"0"-127"0,0 0-19 15,4 0 6-15,1 0 0 16,4 0-13-16,10 0-13 16,6 9-14-16,9 1-19 15,5 5-56-15</inkml:trace>
  <inkml:trace contextRef="#ctx0" brushRef="#br0" timeOffset="-171275.61">29449 4015 1 0,'14'-2'164'0,"-7"-1"-131"15,-3 2-9-15,0-2 34 0,1 2-12 16,-1-2-26-16,4 1-17 16,1 2 0-16,4 0-23 15,11 0-8-15,3 0-11 16,10 0-2-16,3 10-42 15</inkml:trace>
  <inkml:trace contextRef="#ctx0" brushRef="#br0" timeOffset="-159725.83">26807 3950 62 0,'0'-1'57'0,"0"1"-44"15,0-3 2-15,0 3 7 16,0-2 1-16,0 2-7 15,0 0 1-15,0 0 2 16,0 0 1-16,0 0-7 0,0-2 5 16,0 2-2-1,0 0-2-15,0-2 0 0,0 2-6 16,0 0-2-16,0 0 2 16,0 0 2-16,0 0-3 15,3 0 1-15,2 0-1 16,-1 0 4-16,3 0 2 15,0 9-5-15,-1-1 1 16,6 0 1-16,-1 4 0 16,4-1-4-16,-2-1 0 15,-1-2-2-15,-3 3 5 16,0-3-4-16,0-2-1 0,1 1-1 16,-3 1-2-1,2-2 2-15,-3 0-1 0,0 0 2 16,0 1-2-16,-1 1 2 15,4-2-4-15,-5-2 2 16,2 0-1-16,-4 1 0 16,0-3 0-16,0 2-1 15,1-2 3-15,-3 0-4 16,2-2 5-16,-2 0-6 16,0 0 4-16,0 0-3 15,0 0 1-15,0 0 1 16,0 0-2-16,0 0 2 15,0 0-1-15,0 0 5 16,0 0-7-16,2 0 4 16,-2 0-2-16,0 0 1 0,0 0-2 15,0 0 1-15,0 0 1 16,0 0-2-16,0 0 3 16,0 0-4-16,0 0 5 15,0 0-5-15,0 0 4 16,0 0-3-16,0 0 2 15,0 0-2-15,0 0 1 16,0 0 3-16,0 0-5 16,0 0 6-16,0 0-8 15,0 0 4-15,4 0-3 0,1 0 6 16,5-8-3 0,3-5 0-16,-2-1 2 0,4 1-5 15,-2 1 7-15,-1-1-8 16,-3 1 9-16,0-1-7 15,-1 3 4-15,-2 2-3 16,1 2 0-16,-3 0 1 16,3-1 0-16,1 3 0 15,-4 0-3-15,1 2 7 16,-3 0-5-16,-2 2 3 16,2 0-4-16,-2 0 3 15,0 0-1-15,2-2 0 16,1 2 0-16,-1-2-3 15,0 2 6-15,-2 0-3 16,0 0 5-16,0 0-8 0,0 0 6 16,0 0-4-1,0 0 3-15,0 0-2 0,0 0-1 16,0 0 1-16,2 0 0 16,-2 0 4-16,2 0-2 15,2 0 3-15,0 0-7 16,1 0 4-16,1 0-2 15,1 6 0-15,1 0 1 16,5 2-1-16,-2 1 5 16,1 1-7-16,2 0 6 15,-2-1-7-15,-1 1 6 16,-2-1-4-16,3-1 1 0,-3 0 1 16,0-2-2-1,1 2 2-15,-4-1-2 0,1-1 5 16,0-2-5-16,-1 0 4 15,0 0-3-15,0 0 3 16,1 1-3-16,-5-3 0 16,3 0 0-16,-1 2 1 15,-4-2 2-15,6 0-4 16,-6 0 4-16,2-2-4 16,-2 0 2-16,0 0-2 15,2 0 2-15,-2 2-1 16,0-2-1-16,0 0 2 15,0 0-2-15,0 0 4 16,0 0-4-16,0 0 2 16,0 0-2-16,0 0 1 0,0 0 0 15,0 0 0-15,0 0 0 16,2 0-1-16,-2 0 4 16,0 0-4-16,0 0 4 15,0 0-5-15,0 0 3 16,0 0-1-16,0 0 0 15,0 0 0-15,0 0 0 16,0 0 1-16,0 0-1 16,0 0 1-16,0 0-2 15,0 0 3-15,5 0-3 16,-5 0 2-16,0 0-1 16,2 0-1-16,3-6 1 0,3-4-1 15,5-1 4 1,-5 1-6-16,1 0 6 15,3 1-4-15,-3-1 2 0,3-3-2 16,0 1 1-16,-1-1 0 16,-2 3-1-16,1 0 1 15,-2 0 0-15,1-1 2 16,1 3-4-16,-1-3 4 16,0 3-4-16,-2 2 1 15,0-2 1-15,-2 4 0 16,2-3-1-16,-3 1 0 15,3 0 4-15,-2 0-5 16,2-1 4-16,0 3-3 0,-3 0 3 16,0 0-4-16,2 2 2 15,-2-2 0-15,3-2-1 16,0 2 1-16,-3-1 0 16,1 1 3-16,-3 2-5 15,1 0 5-15,-1 0-5 16,-2 0 2-16,3 0-1 15,-1 0 2-15,0 0-2 16,2 0 0-16,-1-2 4 16,-1 1-5-16,0 2 5 15,0-2-6-15,-2 3 5 16,0 0-4-16,3 0 3 16,-3-2-2-16,0 2 0 0,0 0 3 15,0 0-4-15,0 0 5 16,0 0-5-16,0 0 5 15,0 0-5-15,0 0 1 16,0 0 2-16,0 0-2 16,0 0 1-16,0 0-1 15,2 0 4-15,-2 0-5 16,0 0 4-16,0 0-3 16,0 0 2-16,0 0-2 15,0 0 0-15,0 0 1 16,0 0 0-16,0 0 0 15,0 0 0-15,0 0 3 16,0 0-4-16,0 0 3 16,0 0-3-16,0 0 1 0,0 0 0 15,0 0 0 1,0 0 1-16,0 0-2 0,0 0 5 16,0 0-3-16,0 0 3 15,0 0-5-15,0 0 2 16,0 0-2-16,0 0 1 15,0 0 0-15,0 0-4 16,0 0 8-16,0 0-7 16,0 0 7-16,0 0-8 15,0 0 8-15,0 0-8 16,0 0 4-16,0 0 0 16,0 0-1-16,0 0 1 0,0 0-1 15,0 0 3-15,0 0-4 16,0 0 4-16,7 5-3 15,0 3 2-15,0 0-3 16,2 2 3-16,1-1-2 16,-4 1 0-16,3 1 2 15,-2-2 0-15,3 2 3 16,-6-2-8-16,3-1 8 16,0 0-8-16,-2-2 4 15,-1 0 0-15,1 0 0 16,-1 1 0-16,3-1-2 15,0 0 5-15,-2 0-4 16,2-4 5-16,-3 5-7 0,1-3 6 16,-3-2-7-1,0 2 5-15,3 0-1 0,-3-2-1 16,1-2 1-16,-3 2 1 16,0-2 2-16,0 0-6 15,0 0 7-15,0 0-8 16,0 0 4-16,0 0 0 15,0 0-1-15,0 0 2 16,0 0-3-16,0 0 7 16,2 0-8-16,-2 0 7 15,0 0-8-15,0 0 7 16,0 0-6-16,0 0 3 16,0 0 0-16,0 0 0 15,0 0 0-15,0 0 0 0,0 0 5 16,0 0-6-16,0 0 2 15,0 0-3-15,0 0 2 16,0 0 0-16,0 0 0 16,0 0 0-16,0 0-3 15,0 0 8-15,0 0-6 16,0 0 3-16,0 0-3 16,0 0 2-16,0 0-3 15,0 0 4-15,0 0-3 16,0 0 0-16,0 0 2 15,0 0-2-15,0 0 4 16,0 0-4-16,0 0 3 16,0 0-4-16,0 0 3 15,0 0-2-15,0 0 0 16,0 0 2-16,0 0-3 0,0 0 5 16,0 0-4-16,0 0 3 15,0 0-4-15,0 0 3 16,0 0-2-16,0 0 1 15,0 0 0-15,0 0-1 16,0 0 2-16,0 0-1 16,0 0 2-16,0 0-3 15,0 0 2-15,0 0-2 16,0 0 2-16,0 0-2 16,0 0 1-16,0 0 0 0,0 0-1 15,0 0 3-15,3 0-3 16,-3 0 4-16,0 0-5 15,0 0 3-15,0 0-2 16,0 0 0-16,0 0 1 16,0 0-1-16,0 0 3 15,0 0-3-15,0 0 4 16,0 0-5-16,0 0 4 16,0 0-4-16,0 0 3 15,0 0-2-15,0 0 2 16,0 0-1-16,0 0-2 15,0 0 5-15,0 0-3 16,0 0 2-16,0 0-4 0,0 0 3 16,0 0-2-16,0 0 1 15,0 0-1-15,0 0 1 16,0 0 1-16,0 0-1 16,0 0 2-16,0 0-3 15,0 0 2-15,0 0-2 16,0 0 2-16,0 0-2 15,0 0 1-15,0 0 1 16,0 0-3-16,0 0 4 16,0 0-3-16,0 0 4 15,2 0-5-15,-2 0 4 16,0 0-4-16,0 0 4 16,0 0-2-16,0 0-2 15,0 0 4-15,2 0 1 0,0 0 1 16,-2 0-3-16,5 0 3 15,-3 0-4-15,5-2 1 16,0-4-2-16,0 0 1 16,2 0 0-16,-2 1-2 15,-3 1 5-15,4 0-4 16,-2 0 4-16,1-2-5 16,0 2 3-16,-2-1-2 15,-3 4 1-15,3-2 0 16,-5-1-1-16,4 2 2 15,1 0-2-15,-1-2 4 16,1 0-5-16,2-2 4 16,0 2-5-16,-3-3 5 15,1 5-3-15,2-2 1 16,0-2-1-16,2 0 0 0,0-1 4 16,2 1-5-16,-1 2 4 15,1-2-3-15,-2 0 1 16,1 2 0-16,-3-1-1 15,-1 1 1-15,1 0-1 16,1 0 3-16,1-2-3 16,0 2 3-16,0 0-4 15,0-3 4-15,-2 1-4 16,2 0 3-16,1 1-1 16,1-3-1-16,0 4 1 0,-1 0-1 15,-1 0 3-15,-5 0-2 16,1-1 1-16,-1 4-2 15,0-2 1-15,-2 2 0 16,2-2-1-16,-2 1 1 16,3 0-1-16,-3 0 3 15,3-2-4-15,-1 2 5 16,-2 0-4-16,1 2 2 16,0-2-3-16,-3 2 3 15,2-2-2-15,0 2 0 16,0-2 2-16,3 0-2 15,-3-1 3-15,2 1-3 16,-1 0 3-16,1 0-4 0,-2 2 4 16,4-2-4-16,-2 2 2 15,1-2 0-15,1 0-1 16,1-4 3-16,1 2-4 16,-2 2 5-16,1-5-4 15,0 3 3-15,3 0-4 16,-4-2 2-16,3 2 0 15,-2 1-1-15,1-2 2 16,1 2-2-16,-5-1 3 16,0 4-3-16,-1-1 3 15,-1 1-4-15,0 0 3 16,-2-3-2-16,0 3 1 16,0 0-1-16,0 0 0 15,2 0 3-15,-2 0-3 0,0 0 4 16,0 0-5-16,0 0 4 15,0 0-4-15,0 0 3 16,0 0-2-16,0 0 0 16,0 0 2-16,0 0-2 15,0 0 4-15,0 0-3 16,0 0 3-16,0 0-4 16,0 0 2-16,0 0-1 15,0 0-1-15,0 0 1 16,0 0 0-16,0 0 2 15,0 0-3-15,0 0 3 0,0 0-4 16,0 0 4 0,0 0-4-16,0 0 2 15,0 0-1-15,0 0 1 16,0 0-1-16,0 0-1 0,0 0 4 16,0 0-3-16,0 0 3 15,6 7-3-15,-2 2 2 16,3 2-1-16,-3-1-1 15,3 3 2-15,1-3-2 16,-4 3 3-16,3-1-3 16,-3 0 4-16,3 3-5 15,-3-2 5-15,4-1-5 16,-3-2 3-16,-1 1-2 16,1-1 1-16,-1 2 0 0,0-1-1 15,4-1 4-15,-3 3-4 16,-1-1 2-16,0-2-3 15,1 2 2-15,-1-1 0 16,4-1 1-16,-1 3-2 16,-1-1 1-16,-1-3 1 15,2 1-2-15,-4-4 4 16,1 3-5-16,-2-4 4 16,3 4-4-16,-3-3 2 15,0 0 0-15,3 1-1 16,-1-3 2-16,2 2-3 15,-2 0 5-15,-2 0-4 16,3 1 2-16,-3-1-2 0,2 2 1 16,1-2 0-1,-3 0 0-15,3 1-1 0,0-1 0 16,0 0 3-16,-3 0-3 16,0-1 4-16,2-1-6 15,-1 0 6-15,-1-2-6 16,0 2 4-16,0-2-1 15,-2 0-1-15,3 0 2 16,0 0-4-16,-3-2 6 16,2 2-4-16,0 3 3 15,-2-5-4-15,0 1 3 16,2-1-2-16,-2 0 1 16,0 3 0-16,0-3-1 15,0 0 3-15,0 0-3 0,0 0 4 16,0 0-5-16,0 0 3 15,0 0-2-15,0 0 2 16,0 0-2-16,3 0 1 16,-1 0-1-16,-2 0 0 15,0 0 4-15,2 0-3 16,-2 0 1-16,0 0-3 16,2 0 1-16,5 0-1 15,3-3 1-15,1-5 1 16,0-2-1-16,-1 2 3 15,-1 1-4-15,4-1 4 16,2 2-3-16,-2-2 1 16,1 1-1-16,-5 1 1 15,-4 4-1-15,-3 2 0 16,2-2 2-16,2 0-2 0,-2 0 3 16,1 0-2-16,-1 2 2 15,-1 0-4-15,1-2 3 16,-2 2-2-16,0 0 1 15,1-2 0-15,-1 2-1 16,-2 0 3-16,3 0-2 16,-3 0 4-16,0 0-6 15,0 0 4-15,0 0-3 0,0 0 1 16,0 0 1 0,0 0-1-16,0 0 2 0,0 0-3 15,0 0 3-15,2 0-2 16,-2 0 1-16,0 0-3 15,3 0 2-15,-1 0 1 16,0 0-1-16,2 0 0 16,1 0 0-16,2 4 2 15,0 4-3-15,0-2 3 16,2 3-3-16,-5 1 4 16,6 0-5-16,-1 0 2 15,0 1 0-15,3 2-1 16,-3-1 2-16,4 0-3 15,0 3 5-15,-2-3-3 16,0 1 2-16,1-1-4 0,-5-4 3 16,2 2-2-16,0-1 1 15,-2-3 0-15,0 0-1 16,-3 1 3-16,-2-6-4 16,-2-1 5-16,0 3-4 15,3-3 2-15,-3 0-2 16,0 0 2-16,0 0-1 15,0 0 0-15,0 0 0 16,0 0-1-16,0 0 3 16,0 0-2-16,0 0 3 15,0 0-5-15,0 0 2 16,0 0 2-16,0 0-2 16,2 0 0-16,-2 0-2 15,0 0 4-15,0 0-5 0,3 0 4 16,-1 0-6-16,3 0 5 15,6-7-2-15,0-3 2 16,6-2-1-16,-4-1 1 16,1 3-1-16,2 0-2 15,-2-1 4-15,0 1-3 16,0 2 2-16,-1-1-2 16,-3 3 1-16,-3 2 0 15,-5 2 1-15,0 0 0 16,1 2-1-16,-1-2 3 15,0 0-4-15,0 2 5 16,3-3-5-16,-1 2 4 16,2 1-3-16,-6-3 1 15,0 3-1-15,0 0 2 16,0 0-1-16,0 0 0 0,0 0 4 16,0 0-3-16,0 0 2 15,0 0-5-15,0 0 2 16,0 0 0-16,0 0 0 15,0 0-1-15,0 0 1 16,0 0 2-16,0 0-3 16,0 0 3-16,0 0-3 15,0 0 2-15,0 0-2 16,0 0 0-16,0 0 0 16,4 0 0-16,1 0 2 0,1 3-1 15,3 3 3 1,1 2-6-16,-1 2 5 0,5 3-2 15,2 3 0-15,0 1 0 16,0-1 0-16,-5-1 0 16,-1-1-1-16,-3-1 3 15,-1-5-3-15,1 0 3 16,-1 1-3-16,-2-5 2 16,-2-2-1-16,0 0-1 15,-2 0 2-15,0-2-2 16,0 0 2-16,3 0-2 15,-3 0 3-15,0 0-3 16,0 0 3-16,0 0-4 0,0 0 3 16,0 2-2-1,0-2 2-15,0 0-2 0,0 0 0 16,0 0 3-16,0 0-3 16,0 0 3-16,2 0-3 15,-2 0 2-15,0 0-2 16,0 0 2-16,0 0-1 15,0 0-1-15,0 0 2 16,0 0-2-16,0 0 4 16,0 0-4-16,0 0 4 15,0 0-5-15,0 0 2 16,0 0 0-16,2 0 0 16,-2 0 0-16,0 0-1 15,0 0 3-15,0 0-5 0,2 0 5 16,5 0-4-16,5-2 4 15,2-8-3-15,-2-3 1 16,1 3-1-16,0-2 1 16,2-1-1-16,4-2 0 15,-2 3 3-15,0 0-4 16,-8 3 3-16,0 3-4 16,-7 4 0-16,2-2 0 15,2 2 1-15,3-2-1 16,0 2 2-16,1-2 1 15,-2 0-4-15,6-1-6 16,0 1-21-16,4 0-14 16,3 2-51-16,-8 0-58 0,-7 0-48 15</inkml:trace>
  <inkml:trace contextRef="#ctx0" brushRef="#br0" timeOffset="-158792.58">29686 4193 52 0,'0'0'49'15,"0"0"-23"-15,0 0 2 16,0 0 12-16,0 0-13 16,0 0-8-16,0 0-9 15,0 0 3-15,0 0 1 16,0 0 10-16,0 0-9 15,0 0-6-15,0 0 17 16,0 0-9-16,0 0-7 16,0 0 2-16,11 4 7 0,6 10-3 15,3 3-8 1,-2-3-2-16,1 3 0 0,-3 2 1 16,-2-1-5-16,-1-1 3 15,-1 0-3-15,-2-5 1 16,-2 2 0-16,1-3 2 15,-3-1-5-15,-4-4 0 16,0-1 3-16,0-1-4 16,1-3 3-16,-3 2-3 15,2-3 1-15,0 2-1 16,-2-2 1-16,2 0-1 16,-2 0-3-16,5 2-16 0,-1 0-71 15,4 0-103 1</inkml:trace>
  <inkml:trace contextRef="#ctx0" brushRef="#br0" timeOffset="-152789.06">28303 3541 3 0,'-17'0'-3'0,"11"0"10"15,6 0 2-15,0 1 8 16,0-1 19-16,0 0-5 16,0 0-4-16,0 0-7 0,0 0-2 15,0 0 3-15,-3 0-2 16,-1 0 1-16,0 0-5 15,-3 3-4-15,-3-1-4 16,3 0-1-16,1 2-6 16,-3 2 0-16,-3 2 3 15,0-1-1-15,0 1 1 16,3 0 0-16,3 1 3 16,-1 1-9-16,0 0 13 15,2 1-10-15,3 1-8 16,2 2 17-16,0 3-14 15,0 2 11-15,0-1-7 16,0 1 10-16,0 0-25 16,0-5 21-16,4 1 0 0,4-3 8 15,3-2-13-15,2-2 1 16,6 3 4-16,2-3-4 16,2 1 4-16,4-3-4 15,1 0 1-15,4-4 0 16,-2 0-1-16,0-2 0 15,0 0-1-15,-2 0 0 16,-3 0 0-16,1-10 0 16,-6 0-1-16,-2-1 3 15,-3 1-4-15,-2-1 10 16,-4-3-8-16,1 2 6 0,-3-5-2 16,-1 0-1-16,1 1-2 15,-3-1 0-15,2 3 1 16,-4-3-2-16,-2 1-6 15,0-3 8-15,0-2-11 16,0 1-1-16,-8 1 13 16,-3 2-6-16,0 5-2 15,-1 3-3-15,-1 4-1 16,-2 0 7-16,-9 5 4 16,-8 0-10-16,-17 0-11 15,-11 25-3-15,0 10-54 16,5 5-69-16</inkml:trace>
  <inkml:trace contextRef="#ctx0" brushRef="#br0" timeOffset="-151572.43">28890 3056 12 0,'-7'0'17'16,"2"0"68"-16,3 0-37 0,-3 0-29 15,-2 0-1-15,0 0 12 16,-4 0-4-16,-1 0-4 16,6 0-10-16,-3 0-4 15,-1 0-8-15,1 0 4 16,-2 8-4-16,1 3 3 15,1-1-1-15,0 4-2 16,0 1 0-16,4-1 5 16,0 1-13-16,5-1 4 15,0 5 14-15,0 0-4 16,0 6-1-16,5-3-5 16,7 1-2-16,6 2 1 0,0-2 12 15,10-2-6-15,9-3-1 16,9-3 4-16,4-5-6 15,1-4-1-15,-3-2 4 16,-6-4-1-16,-8 0-8 16,-6 0-1-16,-2-12 4 15,-9-5 11-15,-2-2 5 16,-6-3-9-16,-5-3 2 16,-2-2-8-16,-2 0 5 15,0-2-9-15,-4 2 13 16,-19 0-9-16,-3 3 4 15,2 1 6-15,-4 4-15 0,0 5 11 16,-2 5-9-16,-2 3-5 16,-5 4-5-16,-2 2-4 15,0 0-1-15,-2 0-6 16,-6 15-28-16,2 10-119 16</inkml:trace>
  <inkml:trace contextRef="#ctx0" brushRef="#br0" timeOffset="-150631.65">28752 1167 99 0,'-12'0'53'15,"3"0"-47"-15,0 4-6 16,-1-1 4-16,1 3 0 16,0 4-2-16,2 3 12 15,2 1-11-15,-1 3-2 16,1 1 5-16,1 3 1 15,-3 2-1-15,-1 4-7 0,2 4 4 16,1-4-5-16,3 2-1 16,2-4 8-16,0-2-4 15,0-3 3 1,9-1 7-16,14 0-3 0,9-5-2 16,9 0-1-16,10-5-5 15,0-3 6-15,2-6-6 16,-7 0 8-16,-7 0-7 15,-5-8 6-15,-4-11 5 16,-7-4 4-16,-1-2-4 16,-9-4-3-16,-11-2 0 15,-2 0-7-15,0 0 13 16,-23-4-13-16,-7 2 9 0,-2 4-4 16,-5 4-7-16,-2 6-7 15,-2 3 7-15,-5 6-5 16,2 7-34-16,0 3-25 15,1 3-23-15,6 23-70 16</inkml:trace>
  <inkml:trace contextRef="#ctx0" brushRef="#br0" timeOffset="-149767.16">27516 1354 62 0,'-5'-6'62'0,"5"4"-75"0,0 2 36 16,0 0 3-16,-2 0-11 16,2 0-12-16,0 0 5 15,0 0 7-15,0 2-1 16,0 10-7-16,0 2-1 16,0 5-1-16,0 0-5 15,7 4 5-15,0 1-3 16,2 1 2-16,2-2-7 15,4-2 6-15,-2-5 0 16,6-1 7-16,-1-5-2 16,3-3 8-16,6-3-8 15,6-4 1-15,5 0 9 16,11 0-7-16,4-4 2 0,2-15-7 16,-6-2-2-16,-8-2-2 15,-14 2 1-15,-8 1 2 16,-8-3 3-16,-4 0-1 15,-2 3-1-15,-5-3 1 16,0 2-2-16,0-2 3 16,-23-2-13-16,-11 3-2 15,-10 1 7-15,-9 9 5 16,-2 4 2-16,2 5-9 16,4 3-1-16,6 0 7 15,6 0-2-15,7 4-7 16,0 17 1-16,0 8-45 15,-4 10-86-15</inkml:trace>
  <inkml:trace contextRef="#ctx0" brushRef="#br0" timeOffset="-142482.34">30604 3006 10 0,'-14'0'278'0,"7"0"-271"16,7 0-24-16,0 0 49 15,0 0-20-15,2 0-1 16,21 4-4-16,12 7 21 15,8 1-2-15,13 3-9 0,3 1-1 16,6 1-8-16,-1 4-4 16,6-3-3-16,-1 3 3 15,-1 2-2-15,-1-5 2 16,-5 1-6-16,-2 0 4 16,-5-3-3-16,-1-2 2 15,-2-3-1-15,-6-3-1 16,-5-6 2-16,-8-2-2 15,-15 0 2-15,-9 0-7 16,-7 0 10-16,-2 0-7 16,0 0-41-16,0 0-106 15</inkml:trace>
  <inkml:trace contextRef="#ctx0" brushRef="#br0" timeOffset="-141868.54">31142 3114 205 0,'0'-4'60'0,"0"2"-72"16,2 2 24-16,-2 0 5 15,0 0-7-15,0 0 0 16,0 0-2-16,0 19 28 16,2 9-18-16,-2 14-2 15,0 14-8-15,0 10-4 16,0 15 6-16,-2 8-10 16,-13 8 6-16,-2 9-4 0,4-5 9 15,0 1-6 1,7-3 3-16,-3-6-3 0,0-2 0 15,1 1 0-15,2-3 0 16,1-3 3-16,1-5-6 16,-1-7 3-16,1-5-5 15,-4-11 5-15,4-4-6 16,-1-11 1-16,1-11 0 16,-1-12 0-16,3-7 0 15,2-9-4-15,0-2 8 16,0-2-10-16,0 0 2 15,0 0-9-15,0 0-11 0,0 0-30 16,0 0-35-16,0 0-58 16</inkml:trace>
  <inkml:trace contextRef="#ctx0" brushRef="#br0" timeOffset="-141010.43">31002 4798 20 0,'-8'10'11'16,"2"2"14"-16,-3 0 12 15,-6 1 0-15,2 2-12 16,-6-3-5-16,4 0 12 15,-4-1-1-15,-1-3-4 0,-1-4-8 16,-2 0 2-16,-5-4 4 16,-2 0-15-16,-4 0 2 15,-5 0-5-15,-6-2 5 16,0-8 0-16,2 0 2 16,5 1-7-16,10 3-3 15,13 0-2-15,8 2-4 16,3 0-21-16,-2 0-56 15,6-3-29-15,0-1-78 16</inkml:trace>
  <inkml:trace contextRef="#ctx0" brushRef="#br0" timeOffset="-139587.85">30615 4661 178 0,'2'0'11'16,"-2"0"-8"-16,0 0 25 16,0 0 6-16,0 10-18 15,-2 3 1-15,-19 1-15 16,-6 6 29-16,-8 1-20 0,-4-2-1 15,-2 0-1-15,2-5-2 16,-3-3 1-16,3-3 0 16,0 0-2-1,10 1-6-15,3-4 4 0,9-1-3 16,11-4 7 0,6 0-9-16,0 0 4 0,0 0-5 15,0 0 2-15,0 0 9 16,2 0-7-16,12 0 11 15,11 0-30-15,5 0-2 16,5 0 28-16,2 0-4 16,-1-8-7-16,1 0-3 15,-3-2-3-15,3-5 1 16,1-1-2-16,-4-5-5 16,-2-4 7-16,-6 1 2 0,-11 5 9 15,-6 4-3-15,-7 9 6 16,-2 2-4-16,0 4 8 15,0 0-11-15,0 0 7 16,0 0-5-16,0 0-4 16,0 0 13-16,0 0-3 15,-4 0 0-15,-5 8-6 16,0 3 2-16,-1 1-3 16,1 2 0-16,0 1 2 15,1-1-4-15,-5 1 3 16,5-3-2-16,1-1 2 15,-1-7-2-15,6 0 2 0,2-4-3 16,0 0 0-16,0 0-3 16,0 0 6-16,0 0-2 15,0 0-12-15,-2-12-18 16,-3-3 1-16,3 0 4 16,2-3-13-16,0 3 7 15,0-1 14-15,0-1 7 16,11-1-32-16,10-1 14 15,-2 0 7-15,-3 5 16 16,-2 3 11-16,-1 6 13 16,-4 0 5-16,-3 5 1 15,-4-2 11-15,-2 2-11 16,0 0-13-16,0 0 0 16,0 0 6-16,0 0 12 15,0 8 1-15,0 11-12 16,0 6-6-16,0 6-1 0,0 7-2 15,0 0 3-15,-2 6-7 16,-6-3-1-16,1-1 3 16,1-3-4-16,1-8 0 15,1-6-3-15,1-6 0 16,0-7-1-16,1-4 0 16,2-2 0-16,-2 0 0 15,2-4 0-15,0 0-2 16,0 0 4-16,0 0-4 0,0 0 2 15,0 0-7-15,0 0 1 16,0 0 7-16,0 0 1 16,0 0 0-16,0 0-3 15,0 0 5-15,0 0-5 16,-5 0 4-16,1 0-9 16,-7-2 8-16,-6-8-5 15,-4-1 0-15,-3-3-1 16,-8-1 0-16,-4-1-7 15,-5-3-22-15,0 1 22 16,1-1-3-16,6 2 11 16,6 3-4-16,8 2 7 15,6 5-1-15,7 3 1 16,5 2-3-16,2 2 1 16,0 0 2-16,0 0 0 0,0 0 1 15,0 0-2-15,0 0 13 16,0 0-8-16,0 0-2 15,9 0 0-15,7 6-2 16,5 9 2-16,6 2-4 16,5 1 6-16,4-1-5 15,0-1 4-15,-1-2-3 16,-8-3 3-16,-3-5-4 16,-11-2 2-16,-9-4-1 15,-4 0-1-15,0 0 11 16,0 0 1-16,0 0-6 15,0-4-3-15,-2-6 12 16,-7 2-15-16,-1-1 1 0,4 3-15 16,1 2-9-16,3 0-16 15,0-2-30-15,2-3-70 16</inkml:trace>
  <inkml:trace contextRef="#ctx0" brushRef="#br0" timeOffset="-119964.5">26464 3950 24 0,'0'0'9'15,"0"0"-12"-15,0 0-8 16</inkml:trace>
  <inkml:trace contextRef="#ctx0" brushRef="#br0" timeOffset="-119674.4">26464 3950 68 0,'118'-26'-6'0,"-136"26"-45"16,-1 0 54-16,-2 0-1 15,1 0-18-15</inkml:trace>
  <inkml:trace contextRef="#ctx0" brushRef="#br0" timeOffset="-119174.71">26149 3916 111 0,'-11'-3'25'0,"-1"-1"-20"16,3 2 17-16,0 0-13 16,3 2-19-16,-2 0-33 15,4 0-12-15</inkml:trace>
  <inkml:trace contextRef="#ctx0" brushRef="#br0" timeOffset="-118923.25">26149 3916 16 0,'15'-24'33'15,"-21"24"-58"-15</inkml:trace>
  <inkml:trace contextRef="#ctx0" brushRef="#br0" timeOffset="-95425.8">30795 1116 99 0,'11'-4'48'16,"-11"2"-39"-16,0 0 20 16,0 2 30-16,0 0-26 15,2 0-26-15,-2 0-1 16,0 0-2-16,0 0 7 15,0 0 6-15,0 0-1 16,0 0 1-16,0 0-1 16,0 0-4-16,-4 0-10 0,-10 2 9 15,-11 12-4-15,-12 7 0 16,-9 10-6-16,-12 8 0 16,-6 9 0-1,-7 10-3-15,-8 4 2 0,-5 10-2 16,-6 5 5-16,-2 4-3 15,4 0-1-15,5-7 2 16,5-4-1-16,9-9 5 16,12-9-5-16,13-9 2 15,12-10-2-15,6-8 4 16,10-4-5-16,4-9 5 16,8-4-4-16,2-4 1 0,2-4 1 15,0 0-2-15,-3 0 2 16,3 0 1-16,0 0 2 15,0 0-4-15,0 0 5 16,0 0-7-16,0 0 5 16,0 0-4-16,0 0 1 15,0 0-1-15,0 0-1 16,0 0 1-16,0 0-9 16,0 0-13-16,0 0-47 15,0 0-49-15</inkml:trace>
  <inkml:trace contextRef="#ctx0" brushRef="#br0" timeOffset="-94762.53">29442 1795 86 0,'0'-12'161'16,"0"3"-150"-16,0 5-5 0,0 4 43 16,0 0-9-1,0 0-28-15,0 0-7 0,0 0 0 16,0 0 11-16,0 0-11 15,-2 0 6-15,-1 0-6 16,-3 0-1-16,0 2-2 16,0 21 1-16,-3 8 7 15,0 9-4-15,1 5-4 16,-1 3-4-16,-6 3 5 16,-4 1-5-16,-4 2 5 15,0-2-6-15,2 0 5 16,0-5-3-16,6-5 1 15,3-7 1-15,3-13-2 16,6-7 1-16,3-9 0 16,0-6 1-16,0 0-1 0,0 0 1 15,0 0 4-15,0 0 1 16,3 0-3-16,22 0-5 16,14-16-7-1,10-7 22-15,15-6-4 0,7 0-9 16,8-4 3-16,5 0-4 15,-1 0 2-15,-6-1-2 16,-9 1 2-16,-8 4 0 16,-14 3-3-16,-16 5 7 15,-9 8-5-15,-14 5 3 16,-7 6-5-16,0 2 2 16,0 0-6-16,0 0 4 0,0 0 0 15,0 0-8-15,0 0-14 16,0 0-31-16,0 0-17 15,0 0-36-15</inkml:trace>
  <inkml:trace contextRef="#ctx0" brushRef="#br0" timeOffset="-94092.72">29333 1702 145 0,'-2'-4'57'15,"2"-3"-67"-15,0 5 28 16,0 2 12-16,0 0-12 16,0 0-7-16,0 0-10 15,0 0 7-15,5 0-1 16,4 0 2-16,0 13 0 0,8 8 1 16,5 8 15-1,8 6 5-15,14 6-11 0,6 2-7 16,8 5 1-1,2-7-5-15,-7-1-1 16,-2-5-8-16,-10-6 4 0,-7-2-3 16,-8-6 0-16,-7-7 0 15,-10-5 0-15,-7-5 0 16,-2-2-3-16,0-2 4 16,0 0-3-16,0 0 0 15,0 0-1-15,0 0 2 16,-9 0 11-16,-12 0-16 15,-9-15-16-15,-9-4-4 16,-7-3 18-16,0-3 1 16,2 0 10-16,1 0-3 0,0 4 1 15,9 1-2-15,4 6 1 16,10 1 0-16,4 5-2 16,9 1 6-16,2 6-6 15,3-2 3-15,2 1-5 16,0 2 1-16,0 0-7 15,0 0 3-15,0 0 1 16,2 0 9-16,10 0-1 16,4 0-21-16,10 9-33 15,10 7-38-15,5 5-55 16</inkml:trace>
  <inkml:trace contextRef="#ctx0" brushRef="#br0" timeOffset="-81841.34">4598 9974 7 0,'0'0'3'16,"0"-2"1"-16,0 0 38 15,0 0 19-15,0 2-39 0,0 0-8 16,0 0-1 0,0 0 11-16,-2 0-6 0,0 0-10 15,-3 0 11-15,1 0-6 16,0 0 1-16,-3 6-4 15,1-2 17-15,2-1-7 16,-3 1 1-16,3 1-12 16,-5 2-4-16,-1 3 4 15,-1 2-5-15,-1 5 1 16,3 2-2-16,-5 1 6 16,2 5-5-16,-1 0 7 15,-10 4-9-15,7 2 1 16,-3 2 0-16,-2 3-1 15,6-1 2-15,-2 0-4 16,2 2 6-16,-2 1-2 0,6-1 5 16,-4 0-6-16,4 0 3 15,2 0-1-15,1 3-2 16,0 1 0-16,1 3-3 16,5-1 3-16,2 1-5 15,0 4 6-15,0-1-2 16,0 3 5-16,0-3-7 15,2-1 3-15,13-4-5 16,-2-3 4-16,6-4-1 16,1-2-2-16,5 0 5 15,5-2-7-15,2 2 12 16,-2-1-11-16,2-2 4 16,1 0-1-16,-1-1-1 15,4-3 1-15,4-1-1 0,4 0 2 16,-1-4-6-16,1-4 8 15,2-5-8-15,0-2 6 16,0-6-2-16,2-2 2 16,0-2-2-16,1 0 6 15,0 0 3-15,-4-6-9 16,-1-11 5-16,0-3-6 16,5-7 3-16,-4-8-2 15,4-5 6-15,-1-5-8 16,-2-5 1-16,-3-2 5 15,-2 3-7-15,-8-3 5 16,0-4-4-16,-3-4 10 16,-1-8-8-16,1-9 5 15,-1-8-8-15,1-6 7 0,-2-2-4 16,-2-4 1-16,-3 3 1 16,-5 1-4-16,-6 11 7 15,-6 5-7-15,-3 8 12 16,-3 9-5-16,0 6 4 15,0 7-4-15,-5 1 1 16,-11 5-2-16,0 5-3 16,-5 3 4-16,-1 4-8 15,-4 5 6-15,-1 1 0 16,1 5 0-16,1 5-5 16,1 2 6-16,0 6-5 0,-4 2 1 15,-2 3-1-15,-6 0-2 16,-2 0 6-16,1 0-6 15,-4 8 6-15,1 5-6 16,2 2 6-16,-3 3-5 16,2 3 2-16,-3 1-2 15,3 7-3-15,-2 7 6 16,-1 3-2-16,1 8 4 16,-3 3-5-16,2 5 6 15,1 2-7-15,0 1 3 16,3 0-1-16,4-2 0 15,4-2-2-15,2 0-8 16,8-7-18-16,8-5-10 0,6-11-15 16,6-8-32-16,0-13-39 15,0-10-65-15</inkml:trace>
  <inkml:trace contextRef="#ctx0" brushRef="#br0" timeOffset="-79803.59">6064 8943 4 0,'9'-12'200'16,"-9"9"-156"-16,0 3-21 15,0 0 8-15,0 0 4 16,0 0-11-16,0 0-8 16,0 0-4-16,0 0-4 15,0 0 14-15,0 0-4 16,0 0-1-16,-2 11-8 16,-9 6 2-16,-6 9-4 0,-6 7 1 15,1 9 1 1,-6 8-5-16,-2 6 7 0,0 10-6 15,-4 4 11-15,2 2-10 16,-5 1 5-16,-1-3-7 16,2 1-2-16,-1-1 2 15,3-4-4-15,4-4 4 16,0-3-5-16,2-4 7 16,5-7-7-16,7-4 6 15,2-11-6-15,7-11 1 16,3-5 0-16,2-7 0 15,-1-3 1-15,3-3-3 16,0-4 6-16,0 0-7 0,0 0 7 16,-2 0-9-16,2 0 3 15,0 0-3-15,0 0-4 16,0 0-1-16,0 0-2 16,0 0 6-16,0 0-6 15,0 0 8-15,0 0-5 16,0 0 10-16,-2-2-6 15,0 0 5-15,2-1 0 16,0 2 1-16,0 1 0 16,-4-3-2-16,4 1 5 15,-2 2-6-15,2-2 9 16,0 0-7-16,-2 2 6 16,2 0-3-16,0 0-1 15,-2 0 0-15,0-2-6 0,-3 0 7 16,-2 0-10-16,3 0 10 15,-6-2-6-15,3 2-3 16,-2-2-2-16,1-1 4 16,-5 1-5-16,5-2 0 15,-7 2 1-15,4 2-2 16,2 0 14-16,1 2-6 16,6-2 8-16,0 2-6 15,2 0 6-15,-2 0-11 16,2 0 6-16,0 0-2 15,0 0-1-15,0 0 3 16,0 0-3-16,0 0 5 16,0 0-5-16,0 0 3 15,0 0-4-15,0 0 3 16,4 0 0-16,13 0 1 0,2 2 0 16,3 4-3-16,3-2 7 15,1 0-6-15,4 0 7 16,-2-2-7-16,-1 1 4 15,-4-1-5-15,-2 2 2 16,-5-2 0-16,-5 2-1 16,-4 0 2-16,-3-2-6 15,2 0 9-15,-6 0-4 16,0-2 2-16,0 0-3 16,0 0 2-16,0 0-1 0,-6 0-8 15,-11 0-3-15,-4 0-12 16,-3 0-4-16,-3 0-4 15,0 0 20-15,-3-4 7 16,2 0 6-16,3 2-18 16,1-2 1-16,3 2 2 15,6-2-1-15,-2 2 6 16,6-3-4-16,2 3 14 16,5 0-2-16,-2 2 10 15,4 0-8-15,2 0-3 16,0 0-2-16,0 0 0 15,0 0 13-15,0 0-11 16,0 6 6-16,0 3-6 0,0-3 8 16,6 2-6-16,-2 0 6 15,0 1-3-15,3 1 4 16,0 3 1-16,-1-1-3 16,0 2 2-16,1 3-6 15,-3 0 4-15,1 1-5 16,-3 1 3-16,0-1-5 15,0 1 1-15,-2 0 1 16,2-5 0-16,2-3-1 16,-4-5-2-16,2-2 5 15,-2-2-6-15,0 0 4 16,2-2-10-16,3 0-5 16,1 0-28-16,9 0 24 15,7-14 13-15,3-11 3 0,7-6-1 16,-2-2-10-16,-4 2 0 15,-1-1 4-15,-5 6 10 16,-1 3-4-16,-5 4 6 16,-7 7-2-16,-4 6 6 15,-3 1 9-15,0 5 4 16,0 0 3-16,0 0-6 16,0 0 2-16,0 0-21 15,-3 2 14-15,-11 17-13 16,-2 4 2-16,-5 2-2 15,-2 4 7-15,-2 0-2 16,0 4-2-16,-3 2 9 16,3 0-7-16,2-2 2 15,3-6-7-15,3-6 2 16,8-6-1-16,1-7-3 0,6-4 1 16,2-4-14-16,0 0 8 15,0 0-30-15,6-2 28 16,14-19 10-16,7-10 2 15,-1-4-8-15,-1-2 3 16,-7 4-1-16,-1 5 4 16,-6 8 1-16,-4 9-3 15,-2 5 7-15,-5 6-5 0,0 0 2 16,0 0-3 0,0 0-31-16,-12 4-11 0,1 11-52 15</inkml:trace>
  <inkml:trace contextRef="#ctx0" brushRef="#br0" timeOffset="-76841.97">23375 3089 284 0,'0'-6'41'15,"0"0"-18"-15,0 2 6 16,0 1 11-16,0 3-25 15,0 0-11-15,0 0-5 16,-2 0 12-16,-3 13 0 0,-2 14 7 16,2 8-17-16,-4 13 1 15,0 8 1-15,-3 6 0 16,3 6-2-16,3-2-2 16,-3-10 3-16,1-2-5 15,3-10 7-15,3-9-7 16,2-13 5-16,0-11-5 15,0-7 3-15,0-4 0 16,0 0-10-16,0-4 6 16,0-23-1-16,0-13-4 15,0-18 2-15,0-8 11 16,0-8-7-16,0-5 7 16,0 6-3-16,0 1 7 15,0 10-7-15,2 10 0 0,1 17 2 16,-1 16-3-16,0 13 7 15,-2 6-7-15,0 0 0 16,0 0-8-16,0 0 10 16,3 15 4-16,6 8-7 15,2 5 2-15,6 5-2 16,3 3 5-16,6-1-6 16,1-4 7-16,1-4-9 15,0-9 5-15,-3-9-10 16,3-9-5-16,4 0-6 15,2-17-4-15,5-13 19 16,0-8-7-16,-9 3 11 16,-9 4-7-16,-10 10 5 0,-5 13 9 15,-6 6 1-15,0 2-9 16,0 0-5-16,0 6 26 16,-8 21-15-16,-8 12 4 15,-2 13-8-15,2 4 5 16,4 2-7-16,5-6 5 15,3-9-5-15,-1-4 4 16,3-6-2-16,2-8-4 16,-2-4 3-16,2-8-29 15,0-3-34-15,0-4-68 16</inkml:trace>
  <inkml:trace contextRef="#ctx0" brushRef="#br0" timeOffset="-76329.51">23959 3462 38 0,'0'-13'171'0,"0"3"-155"16,0 0-7-16,0 0 39 15,-2 5-7-15,-5-1-32 16,-5 2-16-16,-10 4 19 15,-13 0-5-15,-6 0-2 16,-3 20 11-16,2 4-9 0,8 0 4 16,8-1-11-1,8 0 0-15,9-4-5 0,9-1 3 16,0-2 2-16,0-1 1 16,3-2 0-16,15-5 1 15,5-2-1-15,5-6-23 16,4 0 2-16,0 0 12 15,2-23-3-15,-2-1 10 16,-4-5-1-16,-5 1 3 16,-7 4-3-16,-4 1 11 15,-7 9 10-15,-5 3 5 16,0 5-12-16,0 6 0 0,0 0-8 16,0 0 0-1,0 0-3-15,0 0-1 0,0 10 11 16,0 9-11-16,0-1 5 15,2 3-5-15,4-2 3 16,3-3-5-16,4-1 1 16,2-2-5-16,4-4-27 15,4 2-29-15,-1-5-50 16,-1-4-62-16</inkml:trace>
  <inkml:trace contextRef="#ctx0" brushRef="#br0" timeOffset="-75798.73">24401 3427 5 0,'-9'-8'181'16,"-2"-1"-168"-16,-6 3-4 15,-4 2 32-15,-3 4-2 16,-9 0-26-16,-2 0 5 15,1 14-3-15,1 5-7 16,6 5-2-16,7 1-4 16,8-2 3-16,5 0-1 15,5-4 1-15,2-3 0 0,0-4 1 16,0 3-1 0,2-6 3-16,12-1-3 0,4-4-2 15,5-4 2-15,3 0-28 16,-1-11 6-16,2-14 19 15,-4-5 4-15,-2-3-10 16,-3-3 7-16,-6 9-1 16,-3 7 12-16,-4 1 7 15,-5 9-16-15,0 4 1 16,0 3-6-16,0 3 3 16,0 0-10-16,0 0 6 15,0 7 6-15,0 22 8 16,0 10-12-16,0 9-1 15,-3 8 1-15,-1 1-2 16,-1 4 5-16,1 3-7 16,0-6 8-16,-2-4-7 0,2-9 4 15,1-10-6-15,3-8-2 16,0-10-21-16,0-7-32 16,0-6 8-16,0-4-22 15,0 0-87-15</inkml:trace>
  <inkml:trace contextRef="#ctx0" brushRef="#br0" timeOffset="-75603.13">24176 3745 188 0,'0'-4'70'0,"0"0"-58"0,0 4 21 16,13-2-1-16,10 2-15 15,5-2-17-15,4 0 3 16,0 0-6-16,3 0-12 16,-1 2-65-16,1 0-129 15</inkml:trace>
  <inkml:trace contextRef="#ctx0" brushRef="#br0" timeOffset="-74906.4">24940 3416 12 0,'-15'-2'163'0,"9"-4"-148"16,1 2 6-16,3 2 38 15,0 2-16-15,2 0-24 16,0-2 10-16,0 0-7 16,0 0-5-16,0 0 1 15,0-1-10-15,0 1 5 16,13-2 1-16,8 4-8 16,7 0-2-16,-3 0 0 15,0 0-5-15,0 0 2 16,-4 0 0-16,-2 6-2 15,-6 5 1-15,-6 6 1 16,-5 1 10-16,-2 7-10 16,0 0-1-16,0 2-6 15,-4 0 10-15,-16-2-7 0,-6-5 4 16,-6 1-10-16,0-1-5 16,-3-3 11-16,8-1 6 15,6-5 1-15,6-1-4 16,7-6 2-16,5-1-4 15,-1-2 3-15,4-1-1 16,0 3-1-16,0 3 11 16,15 0-4-16,19 0 4 15,9 2-17-15,8-3 14 16,-1-1-7-16,-6 2 2 0,-7 0-6 16,-7 0-1-16,-12 1-11 15,-6-1-12-15,-6 2-36 16,-3-1-83-1</inkml:trace>
  <inkml:trace contextRef="#ctx0" brushRef="#br0" timeOffset="-73520.97">23094 2702 71 0,'0'0'98'0,"0"0"-64"16,0 0 23-16,3 0-6 16,5 0-31-16,11 0-2 15,16 4 8-15,20 6-1 16,20 5-13-16,20-1 14 0,18 9-17 16,15 2-3-1,13 0-2-15,11 2-4 0,0-5 7 16,-1-3-6-1,-6-5 3-15,-4-3-5 0,-3-5 6 16,-12-4-10-16,-4-2 6 16,-9 0-2-16,-10 0 2 15,-6 0-2-15,-10 0 0 16,-12 0 4-16,-16 0-5 16,-15 0 8-16,-19 0-11 15,-14 0 5-15,-8 0-6 16,-3 2 6-16,0 1-3 15,0-2 7-15,0 2 2 16,0 3-3-16,2 4 5 16,3 9-16-16,0 7 4 0,-5 14 3 15,0 10 7-15,0 10-11 16,0 10 11-16,0 5-2 16,-5-1-5-16,0 1 6 15,0-5-9-15,-4-3 6 16,1-1-8-16,-5 0 4 15,2-4-2-15,5-2 8 16,1-2-7-16,2-6 2 16,3-9 5-16,-2-3-8 15,-3-9 9-15,-1-6-5 16,1-3 2-16,1-1-3 16,-1-4 0-16,5-5 2 0,-3-1-2 15,-1-3 1-15,1-2-1 16,1-2 4-16,0 0-5 15,0-2 8-15,-1 0-7 16,-1 1-3-16,-3-3 10 16,-7 0-3-16,-9 0 2 15,-7 0-2-15,-9 0 2 16,-4 0-2-16,-13 0 5 16,-17 0-9-16,-17 0 5 15,-21 0-5-15,-17-5 1 16,-11 1 2-16,-5 0-2 15,1 2 4-15,7 2 1 16,0 0 0-16,3 0-1 16,4 0 12-16,5-2-3 15,7-2 1-15,1-8-10 0,1-3 3 16,7-2-5-16,19-1-2 16,18 3 1-16,22 1-5 15,19-1-6-15,14 3-26 16,6 1-31-16,8 1-22 15,2 2-61-15</inkml:trace>
  <inkml:trace contextRef="#ctx0" brushRef="#br0" timeOffset="-73081.36">23430 2626 126 0,'0'-3'189'16,"0"3"-171"-16,0 0-18 16,0 0 8-16,-2 0 11 0,-15 29-16 15,-3 15 1-15,-3 16-2 16,-2 12 4-16,1 9 2 16,-1 8 2-16,5 4 2 15,1 4-4-15,4 3 4 16,0-7-8-16,2 0-1 15,-2-10-3-15,2-10-1 16,-1-10 2-16,3-8-3 16,4-16 1-16,0-8-2 15,2-8-5-15,5-11-71 16,0-3-50-16</inkml:trace>
  <inkml:trace contextRef="#ctx0" brushRef="#br0" timeOffset="-48083.93">25121 1694 114 0,'-25'0'58'0,"2"0"-46"16,12 0-5-16,4 0 29 16,-3 0 31-16,1-3-56 15,5-1 1-15,-1 2 11 16,5 0 0-16,0 2-9 0,0 0-11 15,0 0-3-15,7 0 0 16,18 2 16-16,19 15-5 16,20 8 8-16,15-3-13 15,13 1 3-15,0-2-6 16,4-1 1-16,1 4-5 16,-1-4 3-16,-8-1-3 15,-13-5 3-15,-17-3-2 16,-26-7-1-16,-13-2 4 15,-17-2-1-15,-2 0 2 16,0 2-7-16,0-2-3 0,0 0-16 16,0 0-24-1,0 0-24-15,0 2-39 16,0 0-49-16</inkml:trace>
  <inkml:trace contextRef="#ctx0" brushRef="#br0" timeOffset="-47400.53">25878 1719 217 0,'-2'-9'94'0,"2"5"-89"16,0 2 4-16,0 2 18 15,0 0 0 1,0 0-23-16,0 0-3 0,0 0-6 15,0 0 6-15,0 10 2 16,-5 7-1-16,3 5 7 16,0 3-7-16,-3 2 3 15,3 1-5-15,0 0 2 16,0 1-3-16,2 0 2 16,0-4-1-16,0-5 0 15,0-5 2-15,0-6 0 16,0-5 2-16,0-4-2 15,0 0 8-15,0 0-4 16,0 0 1-16,0-4-5 16,0-15-2-16,0-4 0 0,0-8-1 15,0 0-2-15,0-2-2 16,0-2 2-16,0 2-6 16,0 2-3-16,-8 6 3 15,3 8-3-15,1 7 12 16,4 5 2-16,0 5-4 15,0 0-5-15,0 0 3 16,0 0 0-16,0 0 6 16,0 0-1-16,4 0-2 15,5 15 5-15,10 2-3 16,9 8-1-16,4 4 3 16,11 3-3-16,4 1-1 15,-2 1 3-15,0-5-1 16,-9-2 2-16,-6-8-4 15,-11-5 3-15,-8-4-3 0,-11-5-2 16,0-4-2-16,0-1 1 16,-13 0 17-16,-29 0-11 15,-20 0 4-15,-12 0-5 16,0-8 1-16,8 0-2 16,16 2 0-16,14 6-12 15,21 0-32-15,10 0-45 16,5 12 9-16,2 11-91 15</inkml:trace>
  <inkml:trace contextRef="#ctx0" brushRef="#br0" timeOffset="-46517.37">24965 3880 177 0,'-2'-12'78'0,"2"10"-59"16,0 0 19-1,0 0 10-15,0-1-30 0,0 3-13 16,0 0-2-16,0 0 3 16,0 0 2-16,0 0-6 15,0 0-3-15,0 0 9 16,22 0 2-16,20 0-4 16,16 9-2-16,8 3-3 15,5-1-1-15,-4-1 2 16,-3 2-4-16,-4-1 6 15,-7 1-4-15,-5 1 1 16,-6-3-1-16,-10-2 0 0,-8 0-1 16,-7 1 1-16,-2-5 0 15,-4 2-2 1,2-2 4-16,-3-2-2 16,-3 3 1-16,-1-4-2 0,-1 2 2 15,0-3-6-15,-2 0-4 16,1 0-19-16,3 0-28 15,2 0-64-15</inkml:trace>
  <inkml:trace contextRef="#ctx0" brushRef="#br0" timeOffset="-45750.54">25726 3913 75 0,'-2'-2'85'16,"2"2"-60"-16,0-2 6 16,0 2 6-16,0 0-22 15,0 0-12-15,0 0 0 16,-3 0 4-16,1 0-4 15,0 0 2-15,-5 8 0 16,1 11 11-16,-7 4-9 16,2 4-2-16,-1 0-3 0,6 2-1 15,-1 0 6-15,2-2-6 16,1-1 3-16,2-3-3 16,-1-4 1-16,3-5-3 15,0-1 3-15,0-7-1 16,0-4 1-16,0-2 2 15,0 0 2-15,0 0 5 16,0 0 3-16,0 0 3 16,0-8-13-16,5-15-4 15,13-8-6-15,-2-4-4 16,-5-1-2-16,-1 2-5 16,-5 2 12-16,-3 3 2 15,-2 9 6-15,0 3-6 16,0 9 6-16,0 1-4 15,0 6 0-15,0 1 1 0,0 0-1 16,0 0 1-16,0 0-2 16,0 0 2-16,0 0-1 15,7 0 2-15,2 10 0 16,5 0 1-16,6 5-1 16,3-1-1-16,9 1 5 15,5 3-5-15,3-1 3 16,-3-2-3-16,-8-3 2 15,-9 0-2-15,-3-3 2 16,-8-3-3-16,-5-2 1 0,0-4 1 16,-4 0 1-16,0 0-1 15,0 0 0-15,0 0 13 16,0 0-16 0,-10 2 9-16,-14 0-6 0,-4 2 1 15,-15 0-3-15,-4 0 1 16,-6 1 0-16,-5 1-21 15,2 2-12-15,11 4-19 16,17 7-43-16</inkml:trace>
  <inkml:trace contextRef="#ctx0" brushRef="#br0" timeOffset="20470.14">24107 3151 56 0,'0'0'20'16,"0"0"-9"-16,0 0-4 15,2 0 5-15,-2 0-4 16,2-2 2-16,0 0 7 15,1 2-2-15,-3 0-3 16,0 0-5-16,0 0 6 16,0 0-2-16,0 0 1 15,0 0-5-15,0 0 3 16,0 0 4-16,0 0-12 0,0 0-5 16,0 0-3-16,-5 0 9 15,-9 0 12-15,-2 6-8 16,-5 3-7-16,1-1 2 15,-1 4 0-15,2-1-1 16,2 3 2-16,-2-1-2 16,8 3-3-16,4-3-3 15,1-5 11-15,6 2-5 16,0-4 0-16,0 1-1 16,0-3-1-16,0-2 2 15,0 0-9-15,0-2-12 0,0 4-51 16,6-2-56-1</inkml:trace>
  <inkml:trace contextRef="#ctx0" brushRef="#br0" timeOffset="48104.52">5921 10576 1 0,'0'56'-1'0,"0"5"6"16,0 1-1-16,0 0-8 16,5-2 30-16,2-2-22 15,0-4-2-15,4-9-8 16,1-7 4-16,-1-12-27 15</inkml:trace>
  <inkml:trace contextRef="#ctx0" brushRef="#br0" timeOffset="125514.23">16452 12276 5 0,'2'-24'94'15,"-2"1"-110"-15,0 0 86 16,0 13-25-16,0 5-22 16,0 5 0-16,0 0 17 15,0 0-13-15,0 0-8 16,0 0-22-16,0 0 2 16,0 0 2-16,0 0 3 15,0 0-1-15,0 0 1 0,0 0 2 16,0 0-3-16,0 0 10 15,0 3-2-15,0-3 12 16,0 0-12-16,0 0 4 16,0 0-5-16,0 0 7 15,0 0 0-15,0 0-4 16,0 0-4-16,0 0-5 16,0 0 2-16,0 0-5 15,0 0 4-15,0 0-5 16,0 0 3-16,0 0 0 15,0 0-1-15,0 0 0 16,0-3-3-16,0-5 6 16,0-6-5-16,4-2 2 15,2-1-5-15,-6 2 1 16,0 5 0-16,0 4-2 0,0 4 11 16,0 0-5-16,0 2 0 15,0 0-2-15,0 0 2 16,0 0-8-16,0 0 3 15,0 10 6-15,0 11-2 16,0 4 0-16,0 5 0 16,0 4-1-16,0 1-1 15,0 6 3-15,0 1-3 16,0 1 5-16,0 1-5 16,0 1 2-16,2-1-1 15,-2 1-1-15,0-1 2 16,0-1-2-16,0 3 2 0,2-5-1 15,-2-2 3 1,0-5-5-16,3-8 4 0,-3-2-4 16,0-8 2-16,2-2 0 15,0-5-1-15,-2-3 1 16,0-4-3-16,0-2 6 16,0 0-6-16,0 0 7 15,0 0-5-15,0 0 3 16,0 0-4-16,0 0-3 15,0 0-7-15,0 0 0 16,-2 0 4-16,-15 0 1 16,-3 0 6-16,-1 0-5 15,-4 0 6-15,-1 0-3 0,4 0 2 16,-1 0 1 0,4 0 0-16,8 0 0 0,6 0-3 15,3 2 4-15,2-2-5 16,0 0 3-16,0 0-5 15,7 0 3-15,14 0-2 16,3 0 6-16,2 0 0 16,-1 0 1-16,1 0 1 15,-1 0-5-15,3 0 6 16,-1 0-5-16,3 0 4 16,-1 2-2-16,-1 0 6 15,-2 0-1-15,-5 0-2 16,-6 0-3-16,-7-2-2 0,-6 0 3 15,-2 0-25-15,0 0-21 16,0 0-26-16,0 0-22 16,0 0-136-16</inkml:trace>
  <inkml:trace contextRef="#ctx0" brushRef="#br0" timeOffset="126056.58">16896 12523 208 0,'-14'0'84'0,"5"0"-77"15,0 0 13 1,4 0 30-16,3 0-18 0,2 0-20 16,0 0 2-16,0 0 0 15,0 0 0-15,0 0-6 16,0 0-5-16,0 0 1 16,23 0 1-16,7 2 0 15,6-2-4-15,9 0 5 16,2 0-5-16,4 0 7 15,-5 0-3-15,-2 0-3 16,-12 0-2-16,-8 0 0 16,-13 0 2-16,-7 0-3 15,-4 0-8-15,0 0-27 16,0 0-22-16,0 0-28 16,0 0-52-16</inkml:trace>
  <inkml:trace contextRef="#ctx0" brushRef="#br0" timeOffset="126707.26">18474 12024 63 0,'0'-4'241'0,"0"4"-222"16,0-2-15-16,-2 2 16 16,-8 0 19-16,-5 12-22 15,-9 22-8-15,-8 11-4 16,-9 13-1-16,-5 10-3 15,-6 7-1-15,-4 8 1 16,5-1 1-16,-2-3-1 16,3-7-2-16,3-9 5 15,2-12-4-15,6-11 2 16,-1-9-4-16,6-10 2 0,2-9 1 16,2-8-2-16,0-4-15 15,-2 0-1-15,-1-25 7 16,6-10 8-16,3-9 5 15,9-7-5-15,6-3 3 16,9-4-3-16,0 0 2 16,2 6-1-16,18 9-1 15,6 8 4-15,1 10-4 16,1 6 6-16,2 5-5 16,2 3 3-16,-2 7-3 15,7 4 4-15,2 0 2 16,1 8 5-16,1 21-3 15,-5 11-1-15,4 7 7 16,-1 7-4-16,-3 2 2 0,6-4-4 16,2 0 2-16,1-9-6 15,2-5-2-15,-6-12-1 16,-2-7 0-16,-9-11-12 16,-5-8-40-16,5 0-6 15,-2-2-52-15,-3-15-56 16</inkml:trace>
  <inkml:trace contextRef="#ctx0" brushRef="#br0" timeOffset="127845.55">16203 11438 228 0,'-85'19'41'0,"-2"3"-41"15,2 10 5-15,11 9 22 16,9 11-1-16,6 1-20 16,4 9 1-16,6 9 0 0,3 5 6 15,-2 12-6 1,2 11-2-16,2 9 0 0,6 6-4 15,12 1 1-15,12-1-2 16,14-8 4-16,0-9-5 16,23-4 2-16,19-3-2 15,12-8 1-15,21 1 0 16,12-4 1-16,23-2-1 16,12-5-5-16,9-8-3 15,14-8 1-15,3-11 4 16,6-9 1-16,2-9 0 15,7-13-1-15,12-10 4 16,3-4-1-16,4-14 0 16,-4-21-8-16,-3-13 7 15,-14-8 3-15,-13-8-10 0,-15-11-4 16,-18-9-7 0,-16-12 4-16,-18-11 16 15,-19-11 1-15,-16-11 10 0,-11-3 2 16,-13-3 3-16,-8 7-8 15,-14 10 9-15,0 8-8 16,-18 9 5-16,-28 7 0 16,-14 5 16-16,-16 7-7 15,-12 7-11-15,-4 3-2 16,-7 3-6-16,-4 3 5 16,5 3-8-16,-11 10 2 15,3 7-7-15,0 5 4 0,-2 6-1 16,-2 6-1-16,-6 10 1 15,-5 6-1-15,-6 13 1 16,-6 0-1-16,-7 28 2 16,-5 19-4-16,-7 20 4 15,2 18-3-15,13 20 3 16,9 17-1-16,25 13-4 16,20-1-5-16,21-3-44 15,23-9 3-15,13-15-30 16,15-7-16-16,7-13-76 15</inkml:trace>
  <inkml:trace contextRef="#ctx0" brushRef="#br0" timeOffset="128663.4">17945 10196 39 0,'18'-25'29'0,"8"0"-12"16,-3 0 6-16,-2 0 8 16,-10 7-2-16,0 3 4 15,-6 7 1-15,-5 6 7 16,0 2 0-16,0 0-10 15,0 0-8-15,0 0-7 16,0-2 6-16,0 2-4 16,-5 0-15-16,-10 0-2 15,-2 2 0-15,-3 12 3 16,-8 5-3-16,-4 3 3 16,-5 10-4-16,-7 13 6 15,-7 13-5-15,-6 15 4 0,0 10-3 16,-1 8 0-16,1 8-1 15,-1 5 0-15,5 6 2 16,1 3-3-16,5 3 2 16,2-4-3-16,3-10 4 15,5-12-5-15,7-9 4 16,5-16-2-16,5-10 0 16,5-11 0-16,4-15-2 15,4-4 5-15,2-13-6 16,5-4 1-16,0-6-21 15,0-2 6-15,0 0-4 16,0 0-1-16,0-8 15 16,8-12-6-16,7-8-15 15,2 6-28-15,-6 1-15 16,-2 0-60-16</inkml:trace>
  <inkml:trace contextRef="#ctx0" brushRef="#br0" timeOffset="130028.79">17094 11415 181 0,'0'0'44'16,"-5"-4"-36"-16,3-6 23 16,0 3 29-16,2 3-35 15,0 2-11-15,0 2-7 16,0 0-4-16,0 0-3 16,2 0 13-16,9 23 4 15,1 6-9-15,2 6 0 16,-3 2-7-16,1 3 5 15,-3 0-6-15,2-6 3 16,1 4-3-16,-5-9 0 16,-5-7 0-16,0-7 0 15,-2-9 3-15,0-2-5 0,0-4 4 16,0 0-11-16,0 0 11 16,-6-10-14-16,-13-17 1 15,-3-10 10-15,-4-5 2 16,1-5 0-16,-1-1-3 15,3 5 6-15,5-3-4 16,4 11 5-16,0 6-4 16,8 8 5-16,-2 7-4 15,6 3-1-15,2 7 0 16,0 0-3-16,0 2 5 16,0 2-4-16,0 0 3 15,0 0-2-15,0 0 4 0,0 0-5 16,0 0 2-16,2 10 1 15,12 11 0 1,-3 4 2-16,4 4-3 0,-2 4 4 16,6 2-5-16,-1 3 4 15,1-3-5-15,-4-2 2 16,2 2-1-16,-4-2-1 16,-1-6 2-16,-3-2-2 15,-2-6 2-15,-2-5-3 16,-2-6 4-16,-1-4-8 15,-2-1 5-15,0-3-3 16,0 0-7-16,0-11 9 16,0-11-2-16,-5-12 4 15,-5-1-4-15,4-6 9 16,-1-3-6-16,0 1 3 0,4 5-4 16,3 5 2-16,0 8-1 15,0 11-3-15,0 5 4 16,0 9-1-16,0 0 1 15,0 0-4-15,0 9 15 16,0 18-7-16,3 10 3 16,-3 7-7-16,0-1 1 15,0 0-1-15,3-3-1 16,1-1 2-16,0-4-2 16,-1-7 3-16,-1-8-3 15,0-8 3-15,0-7-4 16,-2-3 2-16,0-2-1 15,0 0-6-15,0 0-3 16,7-7 10-16,5-13-1 16,2-7-11-16,4-4-3 0,-2-4 4 15,3 3 3-15,-6 3 2 16,-1 3-4-16,-3 5 3 16,2 0 5-16,-3 7-4 15,-4 6 3-15,1 3 6 16,-5 5-5-16,0 0 2 15,0 0-6-15,0 0 11 16,0 0 6-16,-11 17-7 16,-10 10-1-16,-7 6 5 15,2 6 0-15,3 5-6 0,5-9 1 16,4-6-3-16,5-4 2 16,2-9-3-16,5-3 1 15,2-9-4-15,0-4 1 16,0 0 2-16,0 0 3 15,2-13 4-15,22-11-4 16,8-12 1-16,2-7-7 16,-2-5 3-16,-4-4 0 15,-5 1 1-15,-7 3 1 16,-5 11-2-16,-3 8 7 16,-4 15-3-16,-2 9 3 15,-2 5 2-15,0 0 16 0,-4 9-29 16,-21 17 12-16,-8 16-5 15,-1-1-1 1,4 3 0-16,5-15-2 0,8-12 0 16,6-5-56-16,2-4-13 15,2-2-46-15</inkml:trace>
  <inkml:trace contextRef="#ctx0" brushRef="#br0" timeOffset="133172.32">25305 13034 69 0,'0'-16'159'15,"0"3"-164"-15,5 7 10 16,-3 4 27-16,-2 2 11 15,0 0-15-15,0 0-11 16,0 0 13-16,0 0-3 16,0 0-3-16,0 4-8 15,-2 9-5-15,-19 1-9 16,-9 5 2-16,-4-1-3 16,-3 6 0-16,-4 0 2 15,1 3-2-15,-3 4 4 0,1 2-5 16,1 4 2-1,0-1 1-15,6 3 4 16,7-2-4-16,-1 5 0 0,-4 1-3 16,-3 3 2-16,-4-1 1 15,-1-3-7-15,4-3-3 16,7-6 6-16,5 0 0 16,8-8-2-16,6-4 3 15,2-3 0-15,-3-5 0 16,5 2 1-16,1-3-1 15,-1-4 3-15,5 1-6 16,0-5-2-16,2 0-11 16,0-2 5-16,0-2-2 15,0 0-11-15,0 0-12 16,0 0-35-16,0 2-43 0</inkml:trace>
  <inkml:trace contextRef="#ctx0" brushRef="#br0" timeOffset="134329.84">24417 13757 159 0,'-4'-2'53'16,"2"2"-7"-16,-1-2 13 15,3 2 3-15,0 0-30 16,0 0-17-16,0 0 2 15,0 0-2-15,0-2 3 16,0 2-13-16,0 0 6 16,0 0-7-16,0 0 0 15,0 10-3-15,5 2-1 0,4 9 2 16,0-8-3 0,3 3 4-16,-3-1-5 0,-3-3 4 15,1 1-4-15,-5-1 0 16,1-1-1-16,-3 1 1 15,0-2-1-15,0 1 0 16,0 1 0-16,0-6-4 16,3 3 10-16,-3-7-6 15,0 0 1-15,2 0-2 16,-2-2-5-16,2 0-6 16,-2 0 6-16,0 0 6 15,0 0-5-15,0 0 9 16,2-13-3-16,3 1 2 15,-1-3-8-15,5-1-3 0,1 2-7 16,1-3-2-16,6 4 3 16,-2 3 9-16,2 2 8 15,-8 1-3-15,0 7 5 16,-7-4-6-16,6 4 6 16,-2 0-6-16,1-2 1 15,2 2-3-15,-1 0-5 16,-6 0 1-16,0 0 6 15,-2 0 13-15,0 0-2 16,0 0 1-16,-21 0 6 16,-9 0-10-16,-4 11 7 15,-1 3-6-15,5-2-1 16,3-1-2-16,6 2 4 0,5-4-2 16,4-2 1-1,5-3-6-15,5-2 3 0,0-2-3 16,2 0 0-16,0 0-11 15,0 0 5-15,11 0 11 16,12 0-3-16,5 0-2 16,6-8-4-16,-2-6 0 15,-2 1-9-15,-2-4-3 16,-5 3 1-16,-5-1 2 16,-8 5-7-16,-6 2 12 15,-1 4 15-15,-3 4 7 16,0 0 2-16,-26 0-5 15,-10 0 10-15,-1 1-7 0,0 12 6 16,10-1-10-16,1 3 2 16,7-5-3-16,8-5-7 15,5-1 3-15,3-2-5 16,3-2 2-16,0 0-6 16,0 0-11-16,0 0-1 15,9 0 11-15,11 0 5 16,4-6-24-16,-3-3 6 15,-6 1 1-15,-3 2 16 16,-7 2 1-16,-5 1-4 16,0 3-2-16,0 0 10 15,0 0 1-15,-24 0 23 0,-8 11-6 16,0 1-13-16,2 1-7 16,9-7-20-16,14 4-36 15,7-7-180-15</inkml:trace>
  <inkml:trace contextRef="#ctx0" brushRef="#br0" timeOffset="163330.38">27505 13186 44 0,'2'-15'-35'16,"-2"-1"224"-16,0-3-119 16,0 11-37-16,0 6 16 15,0 2 1-15,0 0-24 16,0 0-8-16,0 0-4 16,-7 0 5-16,-12 10-11 15,-11 15 2-15,-6 8-8 16,-10 6 3-16,-3 1-5 15,-4 1 2-15,3-2-2 16,8-3 0-16,8-6 1 16,8-5-3-16,9-8 4 15,-2-5-8-15,3-9-2 16,2-3 2-16,0 0-1 0,-2-3-5 16,0-13 5-16,4-3-3 15,1 0 5-15,7-1 7 16,4-1-4-16,0 1 5 15,0-5-4-15,6 2 1 16,13 0 2-16,-1 2-1 16,1 7-4-16,2 3 5 15,-1 3-1-15,1 4-2 16,4 0 2-16,3 4-3 16,0-2 4-16,-6 2-3 0,-3 0 0 15,-6 0-2-15,-1 0 2 16,2 12 2-16,4 5-1 15,0 2 3-15,3 1-3 16,-2 3 5-16,-1 2-5 16,-2-2 3-16,4 4-3 15,4-1 2-15,1-1-3 16,-2-4 2-16,-5-6 0 16,-6-7-3-16,-5-4-25 15,-5-4-93-15,3 0-97 16</inkml:trace>
  <inkml:trace contextRef="#ctx0" brushRef="#br0" timeOffset="165088.09">18762 9233 178 0,'-16'0'55'16,"-3"0"-73"-16,4 0 1 15,-6 0 36-15,-5 8 4 16,-2 13-20-16,1 2 5 15,-1 3 5-15,-2 6 11 16,-4 3-10-16,-7 4 8 0,-6 7-6 16,-5 4-2-16,-10 7-5 15,-10 4-5-15,3 11 2 16,-9 8-2-16,0 13 0 16,-5 9-5-16,-4 8 2 15,6 2 1-15,5-2-2 16,5-5 2-16,6-8-3 15,12-5 5-15,5-11-5 16,12-7 3-16,8-10-3 16,7-10 1-16,10-10-1 15,1-16 1-15,5-9 0 16,5-11-2-16,0-6-18 16,0-2-15-16,0 0 11 15,0-6 9-15,0-15-74 0,3-8-103 16</inkml:trace>
  <inkml:trace contextRef="#ctx0" brushRef="#br0" timeOffset="165988.12">17439 10322 96 0,'-9'13'38'16,"2"3"-40"-16,-1-4 2 15,4 7 31-15,0 2-2 0,-1 4-13 16,1 9 1-16,-3 8 18 15,-1 8-15-15,-3 4-2 16,-2-1-3-16,-4 1 3 16,4 0-9-16,-4 2-1 15,2 0-1-15,-4 2 1 16,0-2-3-16,-1 2-1 16,-3-2-1-16,4-3-2 0,1-3 2 15,2-6-6-15,4-9 6 16,4-4-1-16,2-8-4 15,4-7 4-15,0-8-3 16,2-3 1-16,0-5-5 16,0 0 7-16,0 0 1 15,0-9 4-15,0-15-5 16,2-12 0-16,12-7-2 16,2-5-2-16,0-8 5 15,2-4-4-15,3-6 3 16,3 2-3-16,-1-3 2 15,1 3-2-15,4 6 2 16,-3 9-2-16,1 12 0 0,-9 12 1 16,-6 12 0-1,-7 11-2-15,-4 2-2 0,0 2 7 16,0 25 0-16,0 15-2 16,-13 16-1-16,-8 6 0 15,-3 8 2-15,4 1-4 16,2 1 6-16,1 1-8 15,1-5 8-15,2-4-4 16,5-6 0-16,3-10 0 16,3-10 0-16,3-16 0 15,0-9-2-15,0-11 2 16,0-4-3-16,0 0 1 16,0-10-6-16,0-23 12 15,14-15-6-15,9-16 0 0,2-8 4 16,5-5-4-16,2-8 4 15,-2-4-4-15,5-6 4 16,-1-5-4-16,3 7 5 16,-1 6-4-16,0 18 1 15,-12 24-3-15,-9 22 3 16,-9 15-5-16,-6 8-1 16,0 6 12-16,-6 23-5 15,-22 15 1-15,-4 10-9 16,-5-1-5-16,3-1-20 15,8-6-38-15,7-9-37 16</inkml:trace>
</inkml:ink>
</file>

<file path=ppt/ink/ink1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0-08-11T15:35:28.540"/>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2060"/>
    </inkml:brush>
  </inkml:definitions>
  <inkml:trace contextRef="#ctx0" brushRef="#br0">5398 6791 0,'0'0'0,"17"0"140,18 0-124,-17 0-1,0 0 1,-1 0-16,19 0 16,52 0-1,-18 0-15,-34-18 16,-1 18 0,-17 0-16,-1 0 15,1 0 1,-1 0 31</inkml:trace>
  <inkml:trace contextRef="#ctx0" brushRef="#br0" timeOffset="1490.87">6209 6773 0,'18'0'141,"-1"0"-126,1 0 1,-1 0 0,1 0-1,0 0-15,-1 0 16,1 0 0,0 0-16,-1 0 15,1 0 1,0 0-1,-1 0 1,1 0 15,-1 0 1,1 0 14</inkml:trace>
  <inkml:trace contextRef="#ctx0" brushRef="#br0" timeOffset="3764.95">3210 8661 0,'-17'0'32,"-1"17"-1,18 1-15,0 17-16,0 36 15,-18 88 1,18 88-16,-35 17 15,35-17 1,-35 0-16,17-35 16,-17-1-1,17 1-15,-17-18 16,17-53-16,1 18 16,-19-18-1,36-35-15,-17 17 16,17-17-1,0-35-15,-18 17 16,18-18 0,0 19-16,0-36 15,0-18 1,-17 0-16,17 0 16,0 1-1,-18-1-15,18 0 16,0 0-16,0-17 15,0 0 1,-18-18-16,18 17 16,0 1-1</inkml:trace>
  <inkml:trace contextRef="#ctx0" brushRef="#br0" timeOffset="5365.91">1870 11571 0,'17'0'125,"1"0"-110,0 0-15,17 0 16,0 0 0,89 0-16,87 18 15,-34-18 1,17 17-16,-53-17 16,-35 36-1,17-36-15,-52 17 16,17-17-1,18 0-15,35 0 16,0 0-16,0 0 16,-35 0-1,17 0-15,-17 0 16,0 0 0,35 0-16,0 0 15,0 0 1,1 0-16,-19 0 15,-17 0 1,0 0-16,-1 0 16,1 0-1,18 18-15,-18-18 16,-1 0-16,-16 18 16,-19-18-1,18 0-15,-52 0 16,-1 0-1,0 0-15,1 0 16,-19 0 0,1 0-1,-1 0 1,1 0 0,0 0-1,-1 0 16,1-18-15,0 18 15,-1 0-31,1 0 16,0 0 0,17 0-16,0 0 15,18 0 1,0 0-16,-18 0 15,0 0 1,1 0-16,-19 18 16,1-18-1,0 0 1,-1 0 0,1 0 46</inkml:trace>
  <inkml:trace contextRef="#ctx0" brushRef="#br0" timeOffset="10036.24">3087 11518 0,'0'0'0,"0"-17"63,17 17-32,-17-18 0,18 18-15,0 0 0,-1-18 15,-17 1-31,0-1 16,18 0-1,0-17-15,17-18 16,18-17-1,-36 34-15,1 1 16,0 0 0,-1 0-16,1 17 15,0 0 1,-18 1-16,0-1 16,0 0-16,17 1 15,-17-1 1,18 0-16,-18 1 31,18-1-31,-18 0 16,0 1-1,0-1 1,17 1-16,-17-1 16,0 0-1,18 1-15,-18-1 16,0 0-1,18 1-15,-18-19 32,17 1-32,-17 0 15,18-53 1,-18 35-16,17 0 16,-17 18-1,18-1-15,-18 1 16,18 0-1,-18-1-15,0 1 16,17 0 0,-17 0-16,0 17 15,0-17-15,18-1 16,-18 19 0,0-1-16,0 1 15,18-1 1,-18 0-16,0-17 15,0 17 1,17 18-16,-17-17 16,0-1-1,0 0-15,0 1 16,0-1-16,18 1 16,-18-1-1,18-17-15,-1-1 16,-17 1-1,18 0-15,-18 17 16,17-17 0,-17 0-16,18-1 15,-18 19 1,18-1-16,-18 0 16,17 1-1,1-1 1,-18 0-16,18 1 15,-1-1 1,-17 1-16,0-1 16,18 18-1,-18-18-15,18 18 16,-18-17 0,17-1-16,-17 0 15,18 1 1,-18-1-16,17 18 15,1-18 1,-18 1 15,18-1-15,-1 18-16,1-17 16,0 17-1,-1-18-15,1 18 16,0 0-1,-1 0 1,1 0 0,0 0-1,-1 0-15,1 0 16,-1 0 0,1 0-1,0 0 1,-1 0-1,1 18 1,0-1-16,-18 1 16,0-1-1,17-17-15,1 18 16,-18 0 0,18-1-16,-18 1 15,17 0 1,-17-1-16,18-17 15,-18 18 1,0 0 0,17-1-16,-17 1 15,18-1 1,-18 1-16,18-18 16,-18 18-1,17-1-15,-17 1 16,18 0-1,-18-1-15,18 1 16,-1 0 0,1 17-1,0 18-15,-18-36 16,17 36 0,1-17-16,-18-19 31,17 1-31,-17 0 15,18-1 1,-18 1-16,18-18 16,-18 17-1,17-17-15,1 0 32,0 18-32,-1 0 31,1-1-31,0 1 15,-1 0 1,1-1 0,35 1-16,35 52 15,-35-34 1,-18 17-16,0-18 16,-17 0-1,0 0-15,-1 1 16,1-1-1,0-17-15,-1-1 16,1 1 0,0 0-16,-1-1 15,1 1 1,-18 0-16,17-1 16,1 1-1,0-18-15,-1 17 16,19 1-1,-1 0 1,0-1-16,1 1 16,16 0-1,-16-1-15,-1 1 16,0 0 0,1 17-16,-1-18 15,0 1 1,18 0-16,-18-1 15,1 1 1,-1 0 0,0-1-16,18 1 15,0 0-15,18-1 16,-36 1-16,0-1 16,0 1-1,1 0-15,-1-1 16,0 1-16,-17 0 15,17-1 1,-35 1 0,18 0-16,-1-18 15,1 0-15,0 17 16,-1 1 0,1-18-16,-18 18 15,35-18 1,0 17-16,1-17 15,-1 18 1,0-18-16,1 17 16,-1-17-1,0 18-15,0-18 16,1 18-16,-1-18 16,0 17-1,1-17-15,-1 18 16,0-18-1,18 18-15,35-1 16,0 19 0,-17-36-16,17 17 15,-17-17 1,17 0-16,-18 0 16,-17 18-1,-17-18-15,-1 17 16,0-17-16,0 18 15,-17-18 1,0 0-16,-1 0 31</inkml:trace>
  <inkml:trace contextRef="#ctx0" brushRef="#br0" timeOffset="11865.6">6085 11042 0,'0'18'141,"0"-1"-94,0 1 0,0 0-16,0-1 0,0 1-15</inkml:trace>
  <inkml:trace contextRef="#ctx0" brushRef="#br0" timeOffset="12461.62">6085 11430 0,'0'18'78,"0"-1"-16,0 1-30,0 0-1,0-1-16</inkml:trace>
  <inkml:trace contextRef="#ctx0" brushRef="#br0" timeOffset="13485.46">6033 11148 0,'-18'0'16,"0"0"15,1 0 16,-1 0-47,0 0 15,1 17 1,-36 1-16,-35 35 16,-54 18-1,19-19-15,35-16 16,0 17-1,-1-18-15,36-17 16,18-1 0,0 1-16,0-18 15,17 17 1,0-17-16,1 0 16,-1 0-1</inkml:trace>
  <inkml:trace contextRef="#ctx0" brushRef="#br0" timeOffset="14181.2">5556 10866 0,'0'0'0,"-17"17"16,-1-17-1,0 18-15,1-18 16,17 17 0,-36-17-16,-52 36 15,35-19 1,-35 1-16,18 0 16,-19-1-1,-34 19-15,17-19 16,18 1-1,17 0-15,-17-1 16,0 1-16,17 17 16,1-17-1,17-1 1,0 1-16,18 0 16,-1-1-16,1 1 15</inkml:trace>
  <inkml:trace contextRef="#ctx0" brushRef="#br0" timeOffset="15011.89">4445 10813 0,'-18'0'78,"1"0"-78,-1 0 15,0 0 1,1 0-16,-36 17 16,-53 36-1,-70 0-15,17-35 16,53 17 0,-17-17-16,52-1 15,-17 1 1,35 0-16,18-18 15,-1 17 1,19-17-16,-1 0 16,0 18-16</inkml:trace>
  <inkml:trace contextRef="#ctx0" brushRef="#br0" timeOffset="15956.08">4410 10142 0,'-18'0'63,"-17"0"-47,0 0-1,-18 0-15,-71 18 16,18 17-1,-17-17-15,52 0 16,-17-18 0,35 17-16,18 1 15,0-18 1,-1 17 0,19-17-16,-1 18 15,0-18 1</inkml:trace>
  <inkml:trace contextRef="#ctx0" brushRef="#br0" timeOffset="16881.39">4322 9543 0,'0'0'0,"-18"0"15,0 0 1,1 0-16,-1 0 15,0 0 1,1 17 0,-1-17-1,0 0-15,1 18 16,-1-18 0,1 0-16,17 18 15,-36-18 1,1 17-16,-53 1 15,0-1 1,52 1 0,1 0-16</inkml:trace>
  <inkml:trace contextRef="#ctx0" brushRef="#br0" timeOffset="30398.49">3722 12312 0,'-18'0'16,"18"18"93,0-1-93,0 19-16,0-1 15,0 35 1,0 71-16,0 1 16,0-37-1,0 1-15,0-18 16,0-17-16,0-18 15,0 17 1,0-52-16,0 17 16,0-17-1,0 0-15,0-1 16,0 1 0</inkml:trace>
  <inkml:trace contextRef="#ctx0" brushRef="#br0" timeOffset="31359.59">3475 12453 0,'0'-18'63,"18"18"-1,-1 0-46,1 0 0,17 0-16,36-17 15,87-18 1,-17 17-16,-35 18 16,-17-18-1,-37 18-15,-16-17 16,-1 17-1,-17 0-15,-1 0 16,1 0-16,-18-18 16,18 18 62</inkml:trace>
  <inkml:trace contextRef="#ctx0" brushRef="#br0" timeOffset="32208.09">3687 13088 0,'17'0'78,"-17"-18"-62,18 18-1,-1 0 1,1 0-16,0 0 15,-1 0-15,1 0 16,0-17 0,-1 17-1,1 0 1,0 0 0,-1 0-1</inkml:trace>
  <inkml:trace contextRef="#ctx0" brushRef="#br0" timeOffset="33191.36">4075 13388 0,'0'18'157,"0"-1"-142,0 1 1,0-1 0,0 1-16,0 0 15,0-1 1,0 1-1,0 0 1,0-1-16,0 1 16,0 0-16,0-1 62</inkml:trace>
  <inkml:trace contextRef="#ctx0" brushRef="#br0" timeOffset="34041.29">4251 13564 0,'18'0'172,"-1"0"-157,1 0 1,0 0-16,-1 0 16,1 0-1,-1 0-15,1 0 31,0 0-31,-1 0 16,1 0 0,0 0-1</inkml:trace>
  <inkml:trace contextRef="#ctx0" brushRef="#br0" timeOffset="35826.83">4780 13370 0,'0'18'188,"-17"-18"-157,17 18-15,-18-1-1,18 1 17,-18-18-32,18 17 15,0 1 1,-17 0-16,-1-1 31,18 1-31,0 0 16,0-1-16,0 1 15,-18-18 1,18 18-16,-17-18 31,17 17 0,-18-17 1,18 18-32,-18-18 47,1 0 15,-1 0-31,18-18 1,-18 1-1,18-1-31,0 0 15,0 1-15,0-1 16,0 0 0,0 1-1,0-1 1,0 0-16,0 1 31,0-1-15,0 1 15,18 17 141,0 0-141,-18 17-31,17-17 16,-17 18-1,18-18-15,-18 17 16,18-17 0,-18 18-16,17-18 15,-17 18 1,18-1 0,0 1-1,-1 0-15,1-1 16,0 1-1,-1-18-15,-17 18 16,18-18 15,-18 17-31,17-17 16,-17 18 0,18-18 15</inkml:trace>
  <inkml:trace contextRef="#ctx0" brushRef="#br1" timeOffset="40863.51">6597 11218 0,'0'18'94,"-18"-18"-94,18 18 16,-17-18-1,-1 17 1,18 1 0,-18 17-16,-35 53 15,-17 1 1,35-37-16,17-16 15,0-1 1,1-17 0,-1-1-16,0 1 15,18 0 1</inkml:trace>
  <inkml:trace contextRef="#ctx0" brushRef="#br1" timeOffset="41774.36">6756 11465 0,'-18'0'78,"18"18"-62,-18-18-1,1 0-15,-1 18 16,18-1-1,-17 1-15,-1-1 16,0 1 0,-35 17-16,0 1 15,18-19 1,17 1-16,1 0 16,-1-18-1,18 17-15,-17-17 31</inkml:trace>
  <inkml:trace contextRef="#ctx0" brushRef="#br1" timeOffset="42582.53">7250 11430 0,'-18'0'0,"0"0"31,1 0-15,17 18-1,-18-18-15,18 17 16,-18-17 0,18 18-16,-17 0 15,-1-1 1,0-17-1,1 18-15,-1-1 16,1 1 0,17 0-16,-18-18 15,0 17 1,1-17-16,17 18 16,-18-18-1,0 0 1</inkml:trace>
  <inkml:trace contextRef="#ctx0" brushRef="#br1" timeOffset="43350.17">7514 11518 0,'0'18'94,"-17"-18"-79,-1 0 1,0 0-16,1 17 16,-1 1-1,0 0-15,18-1 16,-17 1 0,-1-18-16,0 18 15,1-18 1,-1 0-1</inkml:trace>
  <inkml:trace contextRef="#ctx0" brushRef="#br1" timeOffset="45367.01">6103 10866 0,'0'0'0,"-18"0"16,1 17 15,17 1 1,-18-1-17,1 1 1,-1 0-1,18-1-15,-18-17 16,18 18 0,-17-18-16,17 18 15,0-1 1,0 1 15,0 0-31,0-1 16,0 1-1,0 17-15,0 53 16,0 18 0,0-35-16,17 17 15,-17-53-15,18 0 16,-18 1 0,18-1-16,-1 0 15,1-17 1,-1 0-16,1-1 15,0 1 1,-1 0 0,1-1-1,17 1-15,1-1 16,16 1 0,-16 0-16,34-1 15,-34 1 1,16 0-16,-16-1 15,-1 1 1,0 0-16,18-1 16,18 18-16,-36-17 15,0 0 1,36-1-16,17-17 16,-17 18-1,-1-18-15,1 0 16,-18 0-16,17 18 15,1-18 1,17 0-16,-17 0 16,17 0-1,-18-18-15,54-17 16,35-36 0,-18 1-1,17-36-15,1 0 16,18 0-16,-19-35 15,36 0 1,-35 0-16,-35 53 16,-19-18-16,-52 18 15,0-1 1,-35 1-16,-1 53 16,-17 0-1,0-18-15,0 0 16,-35 0-1,-35-18-15,-19 1 16,1 34 0,0-16-16,0 16 15,17 19 1,-17-19 0,-35 19-16,17 17 15,-35 0 1,-36 0-16,1 0 15,0 17 1,-19 1-16,54 0 16,-35 17-1,-18 18-15,35 0 16,53 0 0,18-36-16,0 19 15,35-1 1,-17 18-16,17-18 15,17 0 1,1 1-16,0-1 16,-1 35-1,1-17 1,18 0-16,-1-17 16,0-1-1,1 0-15,-1 0 16,0 18-1,18-35-15,-17 17 16,17 1 0</inkml:trace>
  <inkml:trace contextRef="#ctx0" brushRef="#br1" timeOffset="56397.12">12118 12506 0,'18'0'203,"-1"0"-203,1 0 16,17 0 0,0 0-16,1 0 15,34 0 1,18 0-16,-17 0 16,17 0-1,-53 0-15,-17 0 16,17 0-1,1 0-15,-1 0 16,18 0 0,17 18-16,1-18 15,17 0-15,-35 0 16,-18 0 0,1 0-16,-1 0 15,0 0 1,0 0-16,-17 0 15,0 0 1,-1 0-16,1 0 16,0 0-1,-1 0-15,1 0 16,0 0 0,-1 0-1,1 0 1,-1 0-16,1 0 15,0 0-15,-1 0 32,1 0-32,0 0 15,-1 0 1,1 0-16,0 0 16,-1 0-1,1 0 1,0 0-1,-1 0-15,1 0 16,-1 0 0,1 0-1,0 0 1,-1 0 0,1 0 15,0 0-16,-1 0 32,1 0-31,0 0 0,-1 0-1,1 0 16,-1 0-15,1 0 0,0 0-1,-1 0 17,1 0-17,0 0 1,-1 0 15,1 0 63</inkml:trace>
  <inkml:trace contextRef="#ctx0" brushRef="#br1" timeOffset="62617.88">15716 12188 0,'-17'0'16,"-1"18"31,0 0-32,1-18 1,-1 17-1,0 1-15,1 0 16,17-1-16,-35 36 16,-18 0-1,35-18-15,0 1 16,1-19 0,17 1-16,-18 0 15,18-1 1,-18 1-16,1 0 31,17 17-31,-18-18 16,18 1-1,0 17-15,0 1 16,0-19-16,0 19 16,0-1-1,0 0-15,0 0 16,0 1-1,18-1-15,-1 0 16,-17 1 0,18-19-16,0 1 15,-1-1 1,1 1-16,0-18 16,-18 35-1,53 1-15,-18 17 16,18-18-16,0 0 15,35 18 1,0-18-16,-17 18 16,-19 0-1,1-18-15,18 1 16,-18-1 0,-18-17-16,36 35 15,-18-36 1,0 1-16,-1-1 15,37 1 1,-1 0-16,-18-1 16,54 19-16,-18-36 15,-18 17 1,-18-17-16,19 18 16,16-18-1,1 0-15,0 0 16,35 0-1,18 0-15,-53 0 16,17-35 0,-17 17-16,-18 0 15,18 1 1,18-19-16,-36 1 16,0-18-1,0 18-15,-17-18 16,17 35-16,0-17 15,-35 0 1,18-36-16,-18 36 16,-1-36-1,-16 36-15,-19 0 16,1 0 0,0-1-16,-18 1 15,0 0-15,0 17 16,0 1-1,0-1-15,0 0 16,0-17 0,-18 0-16,0-1 15,-17 1 1,-18 0-16,18 0 16,-18-18-1,0 17-15,-17 1 16,-19-18-1,1 18-15,18 0 16,-19-18 0,19 35-16,17 0 15,0 1-15,-18-1 16,19 1 0,-1-19-16,-36 19 15,19 17 1,-18-18-16,17 18 15,1-18 1,17 18-16,0 0 16,0-17-1,18 17-15,-1 0 16,-17 0 0,-35 0-16,18 0 15,-19 0-15,-16 0 16,-1 0-1,18 0-15,17 17 16,-17-17 0,0 36-16,17-36 15,18 17 1,-17 1-16,17 0 16,-18-1-1,-17 1-15,0-1 16,17 1-1,-17 17-15,35-17 16,-18 0-16,36-1 16,0 1-1,0-18-15,35 18 16,-18-1 0,0-17-16,1 0 15,-1 18 1,0-18 15</inkml:trace>
  <inkml:trace contextRef="#ctx0" brushRef="#br1" timeOffset="67634.82">17251 12506 0,'0'18'172,"-18"-1"-156,18 1 0,0 0 15,0-1-16,-17-17 1,17 18 15,-18-18-31,18 17 16,0 1 0,-18 0-1,18-1 16,0 1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C"/>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9164A7-7F78-4A3E-9BFC-50BC12335AAF}" type="datetimeFigureOut">
              <a:rPr lang="es-EC" smtClean="0"/>
              <a:t>10/8/2020</a:t>
            </a:fld>
            <a:endParaRPr lang="es-EC"/>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C"/>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C"/>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4E0823-2B35-4E48-A5C4-C87D3A9269D0}" type="slidenum">
              <a:rPr lang="es-EC" smtClean="0"/>
              <a:t>‹#›</a:t>
            </a:fld>
            <a:endParaRPr lang="es-EC"/>
          </a:p>
        </p:txBody>
      </p:sp>
    </p:spTree>
    <p:extLst>
      <p:ext uri="{BB962C8B-B14F-4D97-AF65-F5344CB8AC3E}">
        <p14:creationId xmlns:p14="http://schemas.microsoft.com/office/powerpoint/2010/main" val="9945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C"/>
          </a:p>
        </p:txBody>
      </p:sp>
      <p:sp>
        <p:nvSpPr>
          <p:cNvPr id="4" name="Marcador de número de diapositiva 3"/>
          <p:cNvSpPr>
            <a:spLocks noGrp="1"/>
          </p:cNvSpPr>
          <p:nvPr>
            <p:ph type="sldNum" sz="quarter" idx="10"/>
          </p:nvPr>
        </p:nvSpPr>
        <p:spPr/>
        <p:txBody>
          <a:bodyPr/>
          <a:lstStyle/>
          <a:p>
            <a:fld id="{A02E4C61-1CD6-4F6D-8617-0CC6BB9F94BE}" type="slidenum">
              <a:rPr lang="es-EC" smtClean="0"/>
              <a:t>1</a:t>
            </a:fld>
            <a:endParaRPr lang="es-EC"/>
          </a:p>
        </p:txBody>
      </p:sp>
    </p:spTree>
    <p:extLst>
      <p:ext uri="{BB962C8B-B14F-4D97-AF65-F5344CB8AC3E}">
        <p14:creationId xmlns:p14="http://schemas.microsoft.com/office/powerpoint/2010/main" val="27877664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C" dirty="0"/>
              <a:t>1/</a:t>
            </a:r>
            <a:r>
              <a:rPr lang="es-EC" dirty="0" err="1"/>
              <a:t>NCn</a:t>
            </a:r>
            <a:endParaRPr lang="es-EC" dirty="0"/>
          </a:p>
        </p:txBody>
      </p:sp>
      <p:sp>
        <p:nvSpPr>
          <p:cNvPr id="4" name="Marcador de número de diapositiva 3"/>
          <p:cNvSpPr>
            <a:spLocks noGrp="1"/>
          </p:cNvSpPr>
          <p:nvPr>
            <p:ph type="sldNum" sz="quarter" idx="10"/>
          </p:nvPr>
        </p:nvSpPr>
        <p:spPr/>
        <p:txBody>
          <a:bodyPr/>
          <a:lstStyle/>
          <a:p>
            <a:fld id="{724E0823-2B35-4E48-A5C4-C87D3A9269D0}" type="slidenum">
              <a:rPr lang="es-EC" smtClean="0"/>
              <a:t>2</a:t>
            </a:fld>
            <a:endParaRPr lang="es-EC"/>
          </a:p>
        </p:txBody>
      </p:sp>
    </p:spTree>
    <p:extLst>
      <p:ext uri="{BB962C8B-B14F-4D97-AF65-F5344CB8AC3E}">
        <p14:creationId xmlns:p14="http://schemas.microsoft.com/office/powerpoint/2010/main" val="14125615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C" dirty="0" err="1"/>
              <a:t>GUBNER</a:t>
            </a:r>
            <a:r>
              <a:rPr lang="es-EC" dirty="0"/>
              <a:t> </a:t>
            </a:r>
            <a:r>
              <a:rPr lang="es-EC" dirty="0" err="1"/>
              <a:t>PAG</a:t>
            </a:r>
            <a:r>
              <a:rPr lang="es-EC" dirty="0"/>
              <a:t> 71</a:t>
            </a:r>
          </a:p>
          <a:p>
            <a:r>
              <a:rPr lang="es-EC" dirty="0"/>
              <a:t>ROSS 102</a:t>
            </a:r>
          </a:p>
        </p:txBody>
      </p:sp>
      <p:sp>
        <p:nvSpPr>
          <p:cNvPr id="4" name="Marcador de número de diapositiva 3"/>
          <p:cNvSpPr>
            <a:spLocks noGrp="1"/>
          </p:cNvSpPr>
          <p:nvPr>
            <p:ph type="sldNum" sz="quarter" idx="10"/>
          </p:nvPr>
        </p:nvSpPr>
        <p:spPr/>
        <p:txBody>
          <a:bodyPr/>
          <a:lstStyle/>
          <a:p>
            <a:fld id="{A02E4C61-1CD6-4F6D-8617-0CC6BB9F94BE}" type="slidenum">
              <a:rPr lang="es-EC" smtClean="0"/>
              <a:t>7</a:t>
            </a:fld>
            <a:endParaRPr lang="es-EC"/>
          </a:p>
        </p:txBody>
      </p:sp>
    </p:spTree>
    <p:extLst>
      <p:ext uri="{BB962C8B-B14F-4D97-AF65-F5344CB8AC3E}">
        <p14:creationId xmlns:p14="http://schemas.microsoft.com/office/powerpoint/2010/main" val="14833488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C" dirty="0"/>
          </a:p>
        </p:txBody>
      </p:sp>
      <p:sp>
        <p:nvSpPr>
          <p:cNvPr id="4" name="Slide Number Placeholder 3"/>
          <p:cNvSpPr>
            <a:spLocks noGrp="1"/>
          </p:cNvSpPr>
          <p:nvPr>
            <p:ph type="sldNum" sz="quarter" idx="5"/>
          </p:nvPr>
        </p:nvSpPr>
        <p:spPr/>
        <p:txBody>
          <a:bodyPr/>
          <a:lstStyle/>
          <a:p>
            <a:fld id="{724E0823-2B35-4E48-A5C4-C87D3A9269D0}" type="slidenum">
              <a:rPr lang="es-EC" smtClean="0"/>
              <a:t>16</a:t>
            </a:fld>
            <a:endParaRPr lang="es-EC"/>
          </a:p>
        </p:txBody>
      </p:sp>
    </p:spTree>
    <p:extLst>
      <p:ext uri="{BB962C8B-B14F-4D97-AF65-F5344CB8AC3E}">
        <p14:creationId xmlns:p14="http://schemas.microsoft.com/office/powerpoint/2010/main" val="18477265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EC"/>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EC"/>
          </a:p>
        </p:txBody>
      </p:sp>
      <p:sp>
        <p:nvSpPr>
          <p:cNvPr id="4" name="Marcador de fecha 3"/>
          <p:cNvSpPr>
            <a:spLocks noGrp="1"/>
          </p:cNvSpPr>
          <p:nvPr>
            <p:ph type="dt" sz="half" idx="10"/>
          </p:nvPr>
        </p:nvSpPr>
        <p:spPr/>
        <p:txBody>
          <a:bodyPr/>
          <a:lstStyle/>
          <a:p>
            <a:fld id="{EE281A51-71AE-45B3-9907-BFD4C53BA47E}" type="datetimeFigureOut">
              <a:rPr lang="es-EC" smtClean="0"/>
              <a:t>10/8/2020</a:t>
            </a:fld>
            <a:endParaRPr lang="es-EC"/>
          </a:p>
        </p:txBody>
      </p:sp>
      <p:sp>
        <p:nvSpPr>
          <p:cNvPr id="5" name="Marcador de pie de página 4"/>
          <p:cNvSpPr>
            <a:spLocks noGrp="1"/>
          </p:cNvSpPr>
          <p:nvPr>
            <p:ph type="ftr" sz="quarter" idx="11"/>
          </p:nvPr>
        </p:nvSpPr>
        <p:spPr/>
        <p:txBody>
          <a:bodyPr/>
          <a:lstStyle/>
          <a:p>
            <a:endParaRPr lang="es-EC"/>
          </a:p>
        </p:txBody>
      </p:sp>
      <p:sp>
        <p:nvSpPr>
          <p:cNvPr id="6" name="Marcador de número de diapositiva 5"/>
          <p:cNvSpPr>
            <a:spLocks noGrp="1"/>
          </p:cNvSpPr>
          <p:nvPr>
            <p:ph type="sldNum" sz="quarter" idx="12"/>
          </p:nvPr>
        </p:nvSpPr>
        <p:spPr/>
        <p:txBody>
          <a:bodyPr/>
          <a:lstStyle/>
          <a:p>
            <a:fld id="{6F868802-7034-4139-8BFE-DA2E3E12A666}" type="slidenum">
              <a:rPr lang="es-EC" smtClean="0"/>
              <a:t>‹#›</a:t>
            </a:fld>
            <a:endParaRPr lang="es-EC"/>
          </a:p>
        </p:txBody>
      </p:sp>
    </p:spTree>
    <p:extLst>
      <p:ext uri="{BB962C8B-B14F-4D97-AF65-F5344CB8AC3E}">
        <p14:creationId xmlns:p14="http://schemas.microsoft.com/office/powerpoint/2010/main" val="32738845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C"/>
          </a:p>
        </p:txBody>
      </p:sp>
      <p:sp>
        <p:nvSpPr>
          <p:cNvPr id="3" name="Marcador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p:cNvSpPr>
            <a:spLocks noGrp="1"/>
          </p:cNvSpPr>
          <p:nvPr>
            <p:ph type="dt" sz="half" idx="10"/>
          </p:nvPr>
        </p:nvSpPr>
        <p:spPr/>
        <p:txBody>
          <a:bodyPr/>
          <a:lstStyle/>
          <a:p>
            <a:fld id="{EE281A51-71AE-45B3-9907-BFD4C53BA47E}" type="datetimeFigureOut">
              <a:rPr lang="es-EC" smtClean="0"/>
              <a:t>10/8/2020</a:t>
            </a:fld>
            <a:endParaRPr lang="es-EC"/>
          </a:p>
        </p:txBody>
      </p:sp>
      <p:sp>
        <p:nvSpPr>
          <p:cNvPr id="5" name="Marcador de pie de página 4"/>
          <p:cNvSpPr>
            <a:spLocks noGrp="1"/>
          </p:cNvSpPr>
          <p:nvPr>
            <p:ph type="ftr" sz="quarter" idx="11"/>
          </p:nvPr>
        </p:nvSpPr>
        <p:spPr/>
        <p:txBody>
          <a:bodyPr/>
          <a:lstStyle/>
          <a:p>
            <a:endParaRPr lang="es-EC"/>
          </a:p>
        </p:txBody>
      </p:sp>
      <p:sp>
        <p:nvSpPr>
          <p:cNvPr id="6" name="Marcador de número de diapositiva 5"/>
          <p:cNvSpPr>
            <a:spLocks noGrp="1"/>
          </p:cNvSpPr>
          <p:nvPr>
            <p:ph type="sldNum" sz="quarter" idx="12"/>
          </p:nvPr>
        </p:nvSpPr>
        <p:spPr/>
        <p:txBody>
          <a:bodyPr/>
          <a:lstStyle/>
          <a:p>
            <a:fld id="{6F868802-7034-4139-8BFE-DA2E3E12A666}" type="slidenum">
              <a:rPr lang="es-EC" smtClean="0"/>
              <a:t>‹#›</a:t>
            </a:fld>
            <a:endParaRPr lang="es-EC"/>
          </a:p>
        </p:txBody>
      </p:sp>
    </p:spTree>
    <p:extLst>
      <p:ext uri="{BB962C8B-B14F-4D97-AF65-F5344CB8AC3E}">
        <p14:creationId xmlns:p14="http://schemas.microsoft.com/office/powerpoint/2010/main" val="8594130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EC"/>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el estilo de texto del patrón</a:t>
            </a:r>
          </a:p>
        </p:txBody>
      </p:sp>
      <p:sp>
        <p:nvSpPr>
          <p:cNvPr id="4" name="Marcador de fecha 3"/>
          <p:cNvSpPr>
            <a:spLocks noGrp="1"/>
          </p:cNvSpPr>
          <p:nvPr>
            <p:ph type="dt" sz="half" idx="10"/>
          </p:nvPr>
        </p:nvSpPr>
        <p:spPr/>
        <p:txBody>
          <a:bodyPr/>
          <a:lstStyle/>
          <a:p>
            <a:fld id="{EE281A51-71AE-45B3-9907-BFD4C53BA47E}" type="datetimeFigureOut">
              <a:rPr lang="es-EC" smtClean="0"/>
              <a:t>10/8/2020</a:t>
            </a:fld>
            <a:endParaRPr lang="es-EC"/>
          </a:p>
        </p:txBody>
      </p:sp>
      <p:sp>
        <p:nvSpPr>
          <p:cNvPr id="5" name="Marcador de pie de página 4"/>
          <p:cNvSpPr>
            <a:spLocks noGrp="1"/>
          </p:cNvSpPr>
          <p:nvPr>
            <p:ph type="ftr" sz="quarter" idx="11"/>
          </p:nvPr>
        </p:nvSpPr>
        <p:spPr/>
        <p:txBody>
          <a:bodyPr/>
          <a:lstStyle/>
          <a:p>
            <a:endParaRPr lang="es-EC"/>
          </a:p>
        </p:txBody>
      </p:sp>
      <p:sp>
        <p:nvSpPr>
          <p:cNvPr id="6" name="Marcador de número de diapositiva 5"/>
          <p:cNvSpPr>
            <a:spLocks noGrp="1"/>
          </p:cNvSpPr>
          <p:nvPr>
            <p:ph type="sldNum" sz="quarter" idx="12"/>
          </p:nvPr>
        </p:nvSpPr>
        <p:spPr/>
        <p:txBody>
          <a:bodyPr/>
          <a:lstStyle/>
          <a:p>
            <a:fld id="{6F868802-7034-4139-8BFE-DA2E3E12A666}" type="slidenum">
              <a:rPr lang="es-EC" smtClean="0"/>
              <a:t>‹#›</a:t>
            </a:fld>
            <a:endParaRPr lang="es-EC"/>
          </a:p>
        </p:txBody>
      </p:sp>
    </p:spTree>
    <p:extLst>
      <p:ext uri="{BB962C8B-B14F-4D97-AF65-F5344CB8AC3E}">
        <p14:creationId xmlns:p14="http://schemas.microsoft.com/office/powerpoint/2010/main" val="13134451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C"/>
          </a:p>
        </p:txBody>
      </p:sp>
      <p:sp>
        <p:nvSpPr>
          <p:cNvPr id="3" name="Marcador de contenido 2"/>
          <p:cNvSpPr>
            <a:spLocks noGrp="1"/>
          </p:cNvSpPr>
          <p:nvPr>
            <p:ph sz="half" idx="1"/>
          </p:nvPr>
        </p:nvSpPr>
        <p:spPr>
          <a:xfrm>
            <a:off x="838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contenido 3"/>
          <p:cNvSpPr>
            <a:spLocks noGrp="1"/>
          </p:cNvSpPr>
          <p:nvPr>
            <p:ph sz="half" idx="2"/>
          </p:nvPr>
        </p:nvSpPr>
        <p:spPr>
          <a:xfrm>
            <a:off x="6172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fecha 4"/>
          <p:cNvSpPr>
            <a:spLocks noGrp="1"/>
          </p:cNvSpPr>
          <p:nvPr>
            <p:ph type="dt" sz="half" idx="10"/>
          </p:nvPr>
        </p:nvSpPr>
        <p:spPr/>
        <p:txBody>
          <a:bodyPr/>
          <a:lstStyle/>
          <a:p>
            <a:fld id="{EE281A51-71AE-45B3-9907-BFD4C53BA47E}" type="datetimeFigureOut">
              <a:rPr lang="es-EC" smtClean="0"/>
              <a:t>10/8/2020</a:t>
            </a:fld>
            <a:endParaRPr lang="es-EC"/>
          </a:p>
        </p:txBody>
      </p:sp>
      <p:sp>
        <p:nvSpPr>
          <p:cNvPr id="6" name="Marcador de pie de página 5"/>
          <p:cNvSpPr>
            <a:spLocks noGrp="1"/>
          </p:cNvSpPr>
          <p:nvPr>
            <p:ph type="ftr" sz="quarter" idx="11"/>
          </p:nvPr>
        </p:nvSpPr>
        <p:spPr/>
        <p:txBody>
          <a:bodyPr/>
          <a:lstStyle/>
          <a:p>
            <a:endParaRPr lang="es-EC"/>
          </a:p>
        </p:txBody>
      </p:sp>
      <p:sp>
        <p:nvSpPr>
          <p:cNvPr id="7" name="Marcador de número de diapositiva 6"/>
          <p:cNvSpPr>
            <a:spLocks noGrp="1"/>
          </p:cNvSpPr>
          <p:nvPr>
            <p:ph type="sldNum" sz="quarter" idx="12"/>
          </p:nvPr>
        </p:nvSpPr>
        <p:spPr/>
        <p:txBody>
          <a:bodyPr/>
          <a:lstStyle/>
          <a:p>
            <a:fld id="{6F868802-7034-4139-8BFE-DA2E3E12A666}" type="slidenum">
              <a:rPr lang="es-EC" smtClean="0"/>
              <a:t>‹#›</a:t>
            </a:fld>
            <a:endParaRPr lang="es-EC"/>
          </a:p>
        </p:txBody>
      </p:sp>
    </p:spTree>
    <p:extLst>
      <p:ext uri="{BB962C8B-B14F-4D97-AF65-F5344CB8AC3E}">
        <p14:creationId xmlns:p14="http://schemas.microsoft.com/office/powerpoint/2010/main" val="17912815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EC"/>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7" name="Marcador de fecha 6"/>
          <p:cNvSpPr>
            <a:spLocks noGrp="1"/>
          </p:cNvSpPr>
          <p:nvPr>
            <p:ph type="dt" sz="half" idx="10"/>
          </p:nvPr>
        </p:nvSpPr>
        <p:spPr/>
        <p:txBody>
          <a:bodyPr/>
          <a:lstStyle/>
          <a:p>
            <a:fld id="{EE281A51-71AE-45B3-9907-BFD4C53BA47E}" type="datetimeFigureOut">
              <a:rPr lang="es-EC" smtClean="0"/>
              <a:t>10/8/2020</a:t>
            </a:fld>
            <a:endParaRPr lang="es-EC"/>
          </a:p>
        </p:txBody>
      </p:sp>
      <p:sp>
        <p:nvSpPr>
          <p:cNvPr id="8" name="Marcador de pie de página 7"/>
          <p:cNvSpPr>
            <a:spLocks noGrp="1"/>
          </p:cNvSpPr>
          <p:nvPr>
            <p:ph type="ftr" sz="quarter" idx="11"/>
          </p:nvPr>
        </p:nvSpPr>
        <p:spPr/>
        <p:txBody>
          <a:bodyPr/>
          <a:lstStyle/>
          <a:p>
            <a:endParaRPr lang="es-EC"/>
          </a:p>
        </p:txBody>
      </p:sp>
      <p:sp>
        <p:nvSpPr>
          <p:cNvPr id="9" name="Marcador de número de diapositiva 8"/>
          <p:cNvSpPr>
            <a:spLocks noGrp="1"/>
          </p:cNvSpPr>
          <p:nvPr>
            <p:ph type="sldNum" sz="quarter" idx="12"/>
          </p:nvPr>
        </p:nvSpPr>
        <p:spPr/>
        <p:txBody>
          <a:bodyPr/>
          <a:lstStyle/>
          <a:p>
            <a:fld id="{6F868802-7034-4139-8BFE-DA2E3E12A666}" type="slidenum">
              <a:rPr lang="es-EC" smtClean="0"/>
              <a:t>‹#›</a:t>
            </a:fld>
            <a:endParaRPr lang="es-EC"/>
          </a:p>
        </p:txBody>
      </p:sp>
    </p:spTree>
    <p:extLst>
      <p:ext uri="{BB962C8B-B14F-4D97-AF65-F5344CB8AC3E}">
        <p14:creationId xmlns:p14="http://schemas.microsoft.com/office/powerpoint/2010/main" val="32052941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C"/>
          </a:p>
        </p:txBody>
      </p:sp>
      <p:sp>
        <p:nvSpPr>
          <p:cNvPr id="3" name="Marcador de fecha 2"/>
          <p:cNvSpPr>
            <a:spLocks noGrp="1"/>
          </p:cNvSpPr>
          <p:nvPr>
            <p:ph type="dt" sz="half" idx="10"/>
          </p:nvPr>
        </p:nvSpPr>
        <p:spPr/>
        <p:txBody>
          <a:bodyPr/>
          <a:lstStyle/>
          <a:p>
            <a:fld id="{EE281A51-71AE-45B3-9907-BFD4C53BA47E}" type="datetimeFigureOut">
              <a:rPr lang="es-EC" smtClean="0"/>
              <a:t>10/8/2020</a:t>
            </a:fld>
            <a:endParaRPr lang="es-EC"/>
          </a:p>
        </p:txBody>
      </p:sp>
      <p:sp>
        <p:nvSpPr>
          <p:cNvPr id="4" name="Marcador de pie de página 3"/>
          <p:cNvSpPr>
            <a:spLocks noGrp="1"/>
          </p:cNvSpPr>
          <p:nvPr>
            <p:ph type="ftr" sz="quarter" idx="11"/>
          </p:nvPr>
        </p:nvSpPr>
        <p:spPr/>
        <p:txBody>
          <a:bodyPr/>
          <a:lstStyle/>
          <a:p>
            <a:endParaRPr lang="es-EC"/>
          </a:p>
        </p:txBody>
      </p:sp>
      <p:sp>
        <p:nvSpPr>
          <p:cNvPr id="5" name="Marcador de número de diapositiva 4"/>
          <p:cNvSpPr>
            <a:spLocks noGrp="1"/>
          </p:cNvSpPr>
          <p:nvPr>
            <p:ph type="sldNum" sz="quarter" idx="12"/>
          </p:nvPr>
        </p:nvSpPr>
        <p:spPr/>
        <p:txBody>
          <a:bodyPr/>
          <a:lstStyle/>
          <a:p>
            <a:fld id="{6F868802-7034-4139-8BFE-DA2E3E12A666}" type="slidenum">
              <a:rPr lang="es-EC" smtClean="0"/>
              <a:t>‹#›</a:t>
            </a:fld>
            <a:endParaRPr lang="es-EC"/>
          </a:p>
        </p:txBody>
      </p:sp>
    </p:spTree>
    <p:extLst>
      <p:ext uri="{BB962C8B-B14F-4D97-AF65-F5344CB8AC3E}">
        <p14:creationId xmlns:p14="http://schemas.microsoft.com/office/powerpoint/2010/main" val="6550200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EE281A51-71AE-45B3-9907-BFD4C53BA47E}" type="datetimeFigureOut">
              <a:rPr lang="es-EC" smtClean="0"/>
              <a:t>10/8/2020</a:t>
            </a:fld>
            <a:endParaRPr lang="es-EC"/>
          </a:p>
        </p:txBody>
      </p:sp>
      <p:sp>
        <p:nvSpPr>
          <p:cNvPr id="3" name="Marcador de pie de página 2"/>
          <p:cNvSpPr>
            <a:spLocks noGrp="1"/>
          </p:cNvSpPr>
          <p:nvPr>
            <p:ph type="ftr" sz="quarter" idx="11"/>
          </p:nvPr>
        </p:nvSpPr>
        <p:spPr/>
        <p:txBody>
          <a:bodyPr/>
          <a:lstStyle/>
          <a:p>
            <a:endParaRPr lang="es-EC"/>
          </a:p>
        </p:txBody>
      </p:sp>
      <p:sp>
        <p:nvSpPr>
          <p:cNvPr id="4" name="Marcador de número de diapositiva 3"/>
          <p:cNvSpPr>
            <a:spLocks noGrp="1"/>
          </p:cNvSpPr>
          <p:nvPr>
            <p:ph type="sldNum" sz="quarter" idx="12"/>
          </p:nvPr>
        </p:nvSpPr>
        <p:spPr/>
        <p:txBody>
          <a:bodyPr/>
          <a:lstStyle/>
          <a:p>
            <a:fld id="{6F868802-7034-4139-8BFE-DA2E3E12A666}" type="slidenum">
              <a:rPr lang="es-EC" smtClean="0"/>
              <a:t>‹#›</a:t>
            </a:fld>
            <a:endParaRPr lang="es-EC"/>
          </a:p>
        </p:txBody>
      </p:sp>
    </p:spTree>
    <p:extLst>
      <p:ext uri="{BB962C8B-B14F-4D97-AF65-F5344CB8AC3E}">
        <p14:creationId xmlns:p14="http://schemas.microsoft.com/office/powerpoint/2010/main" val="10219708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EE281A51-71AE-45B3-9907-BFD4C53BA47E}" type="datetimeFigureOut">
              <a:rPr lang="es-EC" smtClean="0"/>
              <a:t>10/8/2020</a:t>
            </a:fld>
            <a:endParaRPr lang="es-EC"/>
          </a:p>
        </p:txBody>
      </p:sp>
      <p:sp>
        <p:nvSpPr>
          <p:cNvPr id="6" name="Marcador de pie de página 5"/>
          <p:cNvSpPr>
            <a:spLocks noGrp="1"/>
          </p:cNvSpPr>
          <p:nvPr>
            <p:ph type="ftr" sz="quarter" idx="11"/>
          </p:nvPr>
        </p:nvSpPr>
        <p:spPr/>
        <p:txBody>
          <a:bodyPr/>
          <a:lstStyle/>
          <a:p>
            <a:endParaRPr lang="es-EC"/>
          </a:p>
        </p:txBody>
      </p:sp>
      <p:sp>
        <p:nvSpPr>
          <p:cNvPr id="7" name="Marcador de número de diapositiva 6"/>
          <p:cNvSpPr>
            <a:spLocks noGrp="1"/>
          </p:cNvSpPr>
          <p:nvPr>
            <p:ph type="sldNum" sz="quarter" idx="12"/>
          </p:nvPr>
        </p:nvSpPr>
        <p:spPr/>
        <p:txBody>
          <a:bodyPr/>
          <a:lstStyle/>
          <a:p>
            <a:fld id="{6F868802-7034-4139-8BFE-DA2E3E12A666}" type="slidenum">
              <a:rPr lang="es-EC" smtClean="0"/>
              <a:t>‹#›</a:t>
            </a:fld>
            <a:endParaRPr lang="es-EC"/>
          </a:p>
        </p:txBody>
      </p:sp>
    </p:spTree>
    <p:extLst>
      <p:ext uri="{BB962C8B-B14F-4D97-AF65-F5344CB8AC3E}">
        <p14:creationId xmlns:p14="http://schemas.microsoft.com/office/powerpoint/2010/main" val="40755013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C"/>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EE281A51-71AE-45B3-9907-BFD4C53BA47E}" type="datetimeFigureOut">
              <a:rPr lang="es-EC" smtClean="0"/>
              <a:t>10/8/2020</a:t>
            </a:fld>
            <a:endParaRPr lang="es-EC"/>
          </a:p>
        </p:txBody>
      </p:sp>
      <p:sp>
        <p:nvSpPr>
          <p:cNvPr id="6" name="Marcador de pie de página 5"/>
          <p:cNvSpPr>
            <a:spLocks noGrp="1"/>
          </p:cNvSpPr>
          <p:nvPr>
            <p:ph type="ftr" sz="quarter" idx="11"/>
          </p:nvPr>
        </p:nvSpPr>
        <p:spPr/>
        <p:txBody>
          <a:bodyPr/>
          <a:lstStyle/>
          <a:p>
            <a:endParaRPr lang="es-EC"/>
          </a:p>
        </p:txBody>
      </p:sp>
      <p:sp>
        <p:nvSpPr>
          <p:cNvPr id="7" name="Marcador de número de diapositiva 6"/>
          <p:cNvSpPr>
            <a:spLocks noGrp="1"/>
          </p:cNvSpPr>
          <p:nvPr>
            <p:ph type="sldNum" sz="quarter" idx="12"/>
          </p:nvPr>
        </p:nvSpPr>
        <p:spPr/>
        <p:txBody>
          <a:bodyPr/>
          <a:lstStyle/>
          <a:p>
            <a:fld id="{6F868802-7034-4139-8BFE-DA2E3E12A666}" type="slidenum">
              <a:rPr lang="es-EC" smtClean="0"/>
              <a:t>‹#›</a:t>
            </a:fld>
            <a:endParaRPr lang="es-EC"/>
          </a:p>
        </p:txBody>
      </p:sp>
    </p:spTree>
    <p:extLst>
      <p:ext uri="{BB962C8B-B14F-4D97-AF65-F5344CB8AC3E}">
        <p14:creationId xmlns:p14="http://schemas.microsoft.com/office/powerpoint/2010/main" val="24720273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C"/>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p:cNvSpPr>
            <a:spLocks noGrp="1"/>
          </p:cNvSpPr>
          <p:nvPr>
            <p:ph type="dt" sz="half" idx="10"/>
          </p:nvPr>
        </p:nvSpPr>
        <p:spPr/>
        <p:txBody>
          <a:bodyPr/>
          <a:lstStyle/>
          <a:p>
            <a:fld id="{EE281A51-71AE-45B3-9907-BFD4C53BA47E}" type="datetimeFigureOut">
              <a:rPr lang="es-EC" smtClean="0"/>
              <a:t>10/8/2020</a:t>
            </a:fld>
            <a:endParaRPr lang="es-EC"/>
          </a:p>
        </p:txBody>
      </p:sp>
      <p:sp>
        <p:nvSpPr>
          <p:cNvPr id="5" name="Marcador de pie de página 4"/>
          <p:cNvSpPr>
            <a:spLocks noGrp="1"/>
          </p:cNvSpPr>
          <p:nvPr>
            <p:ph type="ftr" sz="quarter" idx="11"/>
          </p:nvPr>
        </p:nvSpPr>
        <p:spPr/>
        <p:txBody>
          <a:bodyPr/>
          <a:lstStyle/>
          <a:p>
            <a:endParaRPr lang="es-EC"/>
          </a:p>
        </p:txBody>
      </p:sp>
      <p:sp>
        <p:nvSpPr>
          <p:cNvPr id="6" name="Marcador de número de diapositiva 5"/>
          <p:cNvSpPr>
            <a:spLocks noGrp="1"/>
          </p:cNvSpPr>
          <p:nvPr>
            <p:ph type="sldNum" sz="quarter" idx="12"/>
          </p:nvPr>
        </p:nvSpPr>
        <p:spPr/>
        <p:txBody>
          <a:bodyPr/>
          <a:lstStyle/>
          <a:p>
            <a:fld id="{6F868802-7034-4139-8BFE-DA2E3E12A666}" type="slidenum">
              <a:rPr lang="es-EC" smtClean="0"/>
              <a:t>‹#›</a:t>
            </a:fld>
            <a:endParaRPr lang="es-EC"/>
          </a:p>
        </p:txBody>
      </p:sp>
    </p:spTree>
    <p:extLst>
      <p:ext uri="{BB962C8B-B14F-4D97-AF65-F5344CB8AC3E}">
        <p14:creationId xmlns:p14="http://schemas.microsoft.com/office/powerpoint/2010/main" val="29591263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EC"/>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p:cNvSpPr>
            <a:spLocks noGrp="1"/>
          </p:cNvSpPr>
          <p:nvPr>
            <p:ph type="dt" sz="half" idx="10"/>
          </p:nvPr>
        </p:nvSpPr>
        <p:spPr/>
        <p:txBody>
          <a:bodyPr/>
          <a:lstStyle/>
          <a:p>
            <a:fld id="{EE281A51-71AE-45B3-9907-BFD4C53BA47E}" type="datetimeFigureOut">
              <a:rPr lang="es-EC" smtClean="0"/>
              <a:t>10/8/2020</a:t>
            </a:fld>
            <a:endParaRPr lang="es-EC"/>
          </a:p>
        </p:txBody>
      </p:sp>
      <p:sp>
        <p:nvSpPr>
          <p:cNvPr id="5" name="Marcador de pie de página 4"/>
          <p:cNvSpPr>
            <a:spLocks noGrp="1"/>
          </p:cNvSpPr>
          <p:nvPr>
            <p:ph type="ftr" sz="quarter" idx="11"/>
          </p:nvPr>
        </p:nvSpPr>
        <p:spPr/>
        <p:txBody>
          <a:bodyPr/>
          <a:lstStyle/>
          <a:p>
            <a:endParaRPr lang="es-EC"/>
          </a:p>
        </p:txBody>
      </p:sp>
      <p:sp>
        <p:nvSpPr>
          <p:cNvPr id="6" name="Marcador de número de diapositiva 5"/>
          <p:cNvSpPr>
            <a:spLocks noGrp="1"/>
          </p:cNvSpPr>
          <p:nvPr>
            <p:ph type="sldNum" sz="quarter" idx="12"/>
          </p:nvPr>
        </p:nvSpPr>
        <p:spPr/>
        <p:txBody>
          <a:bodyPr/>
          <a:lstStyle/>
          <a:p>
            <a:fld id="{6F868802-7034-4139-8BFE-DA2E3E12A666}" type="slidenum">
              <a:rPr lang="es-EC" smtClean="0"/>
              <a:t>‹#›</a:t>
            </a:fld>
            <a:endParaRPr lang="es-EC"/>
          </a:p>
        </p:txBody>
      </p:sp>
    </p:spTree>
    <p:extLst>
      <p:ext uri="{BB962C8B-B14F-4D97-AF65-F5344CB8AC3E}">
        <p14:creationId xmlns:p14="http://schemas.microsoft.com/office/powerpoint/2010/main" val="15958642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EC"/>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281A51-71AE-45B3-9907-BFD4C53BA47E}" type="datetimeFigureOut">
              <a:rPr lang="es-EC" smtClean="0"/>
              <a:t>10/8/2020</a:t>
            </a:fld>
            <a:endParaRPr lang="es-EC"/>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C"/>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F868802-7034-4139-8BFE-DA2E3E12A666}" type="slidenum">
              <a:rPr lang="es-EC" smtClean="0"/>
              <a:t>‹#›</a:t>
            </a:fld>
            <a:endParaRPr lang="es-EC"/>
          </a:p>
        </p:txBody>
      </p:sp>
    </p:spTree>
    <p:extLst>
      <p:ext uri="{BB962C8B-B14F-4D97-AF65-F5344CB8AC3E}">
        <p14:creationId xmlns:p14="http://schemas.microsoft.com/office/powerpoint/2010/main" val="38842202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5.emf"/><Relationship Id="rId5" Type="http://schemas.openxmlformats.org/officeDocument/2006/relationships/customXml" Target="../ink/ink2.xml"/><Relationship Id="rId4" Type="http://schemas.openxmlformats.org/officeDocument/2006/relationships/image" Target="../media/image14.emf"/></Relationships>
</file>

<file path=ppt/slides/_rels/slide10.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7.emf"/></Relationships>
</file>

<file path=ppt/slides/_rels/slide11.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60.png"/><Relationship Id="rId1" Type="http://schemas.openxmlformats.org/officeDocument/2006/relationships/slideLayout" Target="../slideLayouts/slideLayout7.xml"/><Relationship Id="rId6" Type="http://schemas.openxmlformats.org/officeDocument/2006/relationships/image" Target="../media/image18.emf"/><Relationship Id="rId5" Type="http://schemas.openxmlformats.org/officeDocument/2006/relationships/customXml" Target="../ink/ink5.xml"/><Relationship Id="rId4" Type="http://schemas.openxmlformats.org/officeDocument/2006/relationships/image" Target="../media/image16.emf"/></Relationships>
</file>

<file path=ppt/slides/_rels/slide12.xml.rels><?xml version="1.0" encoding="UTF-8" standalone="yes"?>
<Relationships xmlns="http://schemas.openxmlformats.org/package/2006/relationships"><Relationship Id="rId8" Type="http://schemas.openxmlformats.org/officeDocument/2006/relationships/image" Target="../media/image21.emf"/><Relationship Id="rId3" Type="http://schemas.openxmlformats.org/officeDocument/2006/relationships/image" Target="../media/image80.png"/><Relationship Id="rId7" Type="http://schemas.openxmlformats.org/officeDocument/2006/relationships/image" Target="../media/image20.emf"/><Relationship Id="rId12" Type="http://schemas.openxmlformats.org/officeDocument/2006/relationships/image" Target="../media/image24.emf"/><Relationship Id="rId2" Type="http://schemas.openxmlformats.org/officeDocument/2006/relationships/image" Target="../media/image70.png"/><Relationship Id="rId1" Type="http://schemas.openxmlformats.org/officeDocument/2006/relationships/slideLayout" Target="../slideLayouts/slideLayout7.xml"/><Relationship Id="rId6" Type="http://schemas.openxmlformats.org/officeDocument/2006/relationships/customXml" Target="../ink/ink6.xml"/><Relationship Id="rId11" Type="http://schemas.openxmlformats.org/officeDocument/2006/relationships/customXml" Target="../ink/ink7.xml"/><Relationship Id="rId5" Type="http://schemas.openxmlformats.org/officeDocument/2006/relationships/image" Target="../media/image19.png"/><Relationship Id="rId10" Type="http://schemas.openxmlformats.org/officeDocument/2006/relationships/image" Target="../media/image23.emf"/><Relationship Id="rId4" Type="http://schemas.openxmlformats.org/officeDocument/2006/relationships/image" Target="../media/image90.png"/><Relationship Id="rId9" Type="http://schemas.openxmlformats.org/officeDocument/2006/relationships/image" Target="../media/image22.emf"/></Relationships>
</file>

<file path=ppt/slides/_rels/slide13.xml.rels><?xml version="1.0" encoding="UTF-8" standalone="yes"?>
<Relationships xmlns="http://schemas.openxmlformats.org/package/2006/relationships"><Relationship Id="rId8" Type="http://schemas.openxmlformats.org/officeDocument/2006/relationships/image" Target="../media/image26.emf"/><Relationship Id="rId3" Type="http://schemas.openxmlformats.org/officeDocument/2006/relationships/image" Target="../media/image120.png"/><Relationship Id="rId7" Type="http://schemas.openxmlformats.org/officeDocument/2006/relationships/customXml" Target="../ink/ink8.xml"/><Relationship Id="rId2"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0.png"/></Relationships>
</file>

<file path=ppt/slides/_rels/slide14.xml.rels><?xml version="1.0" encoding="UTF-8" standalone="yes"?>
<Relationships xmlns="http://schemas.openxmlformats.org/package/2006/relationships"><Relationship Id="rId8" Type="http://schemas.openxmlformats.org/officeDocument/2006/relationships/customXml" Target="../ink/ink10.xml"/><Relationship Id="rId3" Type="http://schemas.openxmlformats.org/officeDocument/2006/relationships/image" Target="../media/image17.png"/><Relationship Id="rId7" Type="http://schemas.openxmlformats.org/officeDocument/2006/relationships/image" Target="../media/image28.emf"/><Relationship Id="rId2" Type="http://schemas.openxmlformats.org/officeDocument/2006/relationships/image" Target="../media/image160.png"/><Relationship Id="rId1" Type="http://schemas.openxmlformats.org/officeDocument/2006/relationships/slideLayout" Target="../slideLayouts/slideLayout7.xml"/><Relationship Id="rId6" Type="http://schemas.openxmlformats.org/officeDocument/2006/relationships/customXml" Target="../ink/ink9.xml"/><Relationship Id="rId5" Type="http://schemas.openxmlformats.org/officeDocument/2006/relationships/image" Target="../media/image27.png"/><Relationship Id="rId4" Type="http://schemas.openxmlformats.org/officeDocument/2006/relationships/image" Target="../media/image180.png"/><Relationship Id="rId9" Type="http://schemas.openxmlformats.org/officeDocument/2006/relationships/image" Target="../media/image29.emf"/></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0.png"/><Relationship Id="rId1" Type="http://schemas.openxmlformats.org/officeDocument/2006/relationships/slideLayout" Target="../slideLayouts/slideLayout7.xml"/><Relationship Id="rId5" Type="http://schemas.openxmlformats.org/officeDocument/2006/relationships/image" Target="../media/image30.emf"/><Relationship Id="rId4" Type="http://schemas.openxmlformats.org/officeDocument/2006/relationships/customXml" Target="../ink/ink11.xml"/></Relationships>
</file>

<file path=ppt/slides/_rels/slide16.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32.png"/><Relationship Id="rId9" Type="http://schemas.openxmlformats.org/officeDocument/2006/relationships/image" Target="../media/image37.png"/></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image" Target="../media/image39.png"/><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1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 Id="rId5" Type="http://schemas.openxmlformats.org/officeDocument/2006/relationships/image" Target="../media/image48.png"/><Relationship Id="rId4" Type="http://schemas.openxmlformats.org/officeDocument/2006/relationships/image" Target="../media/image47.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0.png"/><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0.png"/><Relationship Id="rId1" Type="http://schemas.openxmlformats.org/officeDocument/2006/relationships/slideLayout" Target="../slideLayouts/slideLayout7.xml"/><Relationship Id="rId4" Type="http://schemas.openxmlformats.org/officeDocument/2006/relationships/image" Target="../media/image49.png"/></Relationships>
</file>

<file path=ppt/slides/_rels/slide21.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image" Target="../media/image30.png"/><Relationship Id="rId1" Type="http://schemas.openxmlformats.org/officeDocument/2006/relationships/slideLayout" Target="../slideLayouts/slideLayout7.xml"/><Relationship Id="rId4" Type="http://schemas.openxmlformats.org/officeDocument/2006/relationships/image" Target="../media/image320.png"/></Relationships>
</file>

<file path=ppt/slides/_rels/slide22.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image" Target="../media/image33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60.png"/><Relationship Id="rId2" Type="http://schemas.openxmlformats.org/officeDocument/2006/relationships/image" Target="../media/image350.png"/><Relationship Id="rId1" Type="http://schemas.openxmlformats.org/officeDocument/2006/relationships/slideLayout" Target="../slideLayouts/slideLayout7.xml"/><Relationship Id="rId6" Type="http://schemas.openxmlformats.org/officeDocument/2006/relationships/image" Target="../media/image380.png"/><Relationship Id="rId5" Type="http://schemas.openxmlformats.org/officeDocument/2006/relationships/image" Target="../media/image24.png"/><Relationship Id="rId4" Type="http://schemas.openxmlformats.org/officeDocument/2006/relationships/image" Target="../media/image370.png"/></Relationships>
</file>

<file path=ppt/slides/_rels/slide24.xml.rels><?xml version="1.0" encoding="UTF-8" standalone="yes"?>
<Relationships xmlns="http://schemas.openxmlformats.org/package/2006/relationships"><Relationship Id="rId3" Type="http://schemas.openxmlformats.org/officeDocument/2006/relationships/image" Target="../media/image400.png"/><Relationship Id="rId2" Type="http://schemas.openxmlformats.org/officeDocument/2006/relationships/image" Target="../media/image39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420.png"/><Relationship Id="rId2" Type="http://schemas.openxmlformats.org/officeDocument/2006/relationships/image" Target="../media/image410.png"/><Relationship Id="rId1" Type="http://schemas.openxmlformats.org/officeDocument/2006/relationships/slideLayout" Target="../slideLayouts/slideLayout7.xml"/><Relationship Id="rId4" Type="http://schemas.openxmlformats.org/officeDocument/2006/relationships/image" Target="../media/image430.png"/></Relationships>
</file>

<file path=ppt/slides/_rels/slide26.xml.rels><?xml version="1.0" encoding="UTF-8" standalone="yes"?>
<Relationships xmlns="http://schemas.openxmlformats.org/package/2006/relationships"><Relationship Id="rId3" Type="http://schemas.openxmlformats.org/officeDocument/2006/relationships/image" Target="../media/image450.png"/><Relationship Id="rId2" Type="http://schemas.openxmlformats.org/officeDocument/2006/relationships/image" Target="../media/image50.png"/><Relationship Id="rId1" Type="http://schemas.openxmlformats.org/officeDocument/2006/relationships/slideLayout" Target="../slideLayouts/slideLayout7.xml"/><Relationship Id="rId6" Type="http://schemas.openxmlformats.org/officeDocument/2006/relationships/image" Target="../media/image480.png"/><Relationship Id="rId5" Type="http://schemas.openxmlformats.org/officeDocument/2006/relationships/image" Target="../media/image470.png"/><Relationship Id="rId4" Type="http://schemas.openxmlformats.org/officeDocument/2006/relationships/image" Target="../media/image46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p:cNvSpPr>
            <a:spLocks noGrp="1"/>
          </p:cNvSpPr>
          <p:nvPr>
            <p:ph type="subTitle" idx="1"/>
          </p:nvPr>
        </p:nvSpPr>
        <p:spPr/>
        <p:txBody>
          <a:bodyPr/>
          <a:lstStyle/>
          <a:p>
            <a:r>
              <a:rPr lang="es-EC" dirty="0"/>
              <a:t>Estimación – Inferencias por intervalo</a:t>
            </a:r>
          </a:p>
        </p:txBody>
      </p:sp>
      <p:sp>
        <p:nvSpPr>
          <p:cNvPr id="5" name="Título 1"/>
          <p:cNvSpPr txBox="1">
            <a:spLocks/>
          </p:cNvSpPr>
          <p:nvPr/>
        </p:nvSpPr>
        <p:spPr>
          <a:xfrm>
            <a:off x="1524000" y="1150939"/>
            <a:ext cx="9144000" cy="23876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s-EC"/>
              <a:t>Estadística</a:t>
            </a:r>
            <a:endParaRPr lang="es-EC" dirty="0"/>
          </a:p>
        </p:txBody>
      </p:sp>
    </p:spTree>
    <p:extLst>
      <p:ext uri="{BB962C8B-B14F-4D97-AF65-F5344CB8AC3E}">
        <p14:creationId xmlns:p14="http://schemas.microsoft.com/office/powerpoint/2010/main" val="28569624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631110" y="297698"/>
            <a:ext cx="6153736" cy="646331"/>
          </a:xfrm>
          <a:prstGeom prst="rect">
            <a:avLst/>
          </a:prstGeom>
          <a:noFill/>
        </p:spPr>
        <p:txBody>
          <a:bodyPr wrap="none" rtlCol="0">
            <a:spAutoFit/>
          </a:bodyPr>
          <a:lstStyle/>
          <a:p>
            <a:r>
              <a:rPr lang="es-EC" sz="3600" b="1" dirty="0"/>
              <a:t>ESTIMACIÓN – CONVERGENCIA</a:t>
            </a:r>
            <a:endParaRPr lang="es-EC" sz="4000" b="1" dirty="0"/>
          </a:p>
        </p:txBody>
      </p:sp>
      <p:sp>
        <p:nvSpPr>
          <p:cNvPr id="3" name="Rectángulo 2"/>
          <p:cNvSpPr/>
          <p:nvPr/>
        </p:nvSpPr>
        <p:spPr>
          <a:xfrm>
            <a:off x="631109" y="1298178"/>
            <a:ext cx="10204531" cy="1200329"/>
          </a:xfrm>
          <a:prstGeom prst="rect">
            <a:avLst/>
          </a:prstGeom>
        </p:spPr>
        <p:txBody>
          <a:bodyPr wrap="square">
            <a:spAutoFit/>
          </a:bodyPr>
          <a:lstStyle/>
          <a:p>
            <a:r>
              <a:rPr lang="es-EC" sz="2400" b="1" dirty="0">
                <a:solidFill>
                  <a:srgbClr val="000000"/>
                </a:solidFill>
              </a:rPr>
              <a:t>Muestra</a:t>
            </a:r>
          </a:p>
          <a:p>
            <a:r>
              <a:rPr lang="es-EC" sz="2400" dirty="0">
                <a:solidFill>
                  <a:srgbClr val="000000"/>
                </a:solidFill>
              </a:rPr>
              <a:t>Subconjunto de </a:t>
            </a:r>
            <a:r>
              <a:rPr lang="es-EC" sz="2400" b="1" i="1" dirty="0">
                <a:solidFill>
                  <a:srgbClr val="000000"/>
                </a:solidFill>
              </a:rPr>
              <a:t>n </a:t>
            </a:r>
            <a:r>
              <a:rPr lang="es-EC" sz="2400" dirty="0">
                <a:solidFill>
                  <a:srgbClr val="000000"/>
                </a:solidFill>
              </a:rPr>
              <a:t> unidades de investigación tomadas de la población objetivo.  n &lt; N</a:t>
            </a:r>
          </a:p>
        </p:txBody>
      </p:sp>
      <p:sp>
        <p:nvSpPr>
          <p:cNvPr id="4" name="CuadroTexto 3"/>
          <p:cNvSpPr txBox="1"/>
          <p:nvPr/>
        </p:nvSpPr>
        <p:spPr>
          <a:xfrm>
            <a:off x="1337533" y="2852656"/>
            <a:ext cx="9337877" cy="400110"/>
          </a:xfrm>
          <a:prstGeom prst="rect">
            <a:avLst/>
          </a:prstGeom>
          <a:noFill/>
        </p:spPr>
        <p:txBody>
          <a:bodyPr wrap="none" rtlCol="0">
            <a:spAutoFit/>
          </a:bodyPr>
          <a:lstStyle/>
          <a:p>
            <a:r>
              <a:rPr lang="es-EC" sz="2000" b="1" dirty="0"/>
              <a:t>¿Cuál es la probabilidad de tomar una muestra tamaño n de una población tamaño N?</a:t>
            </a:r>
          </a:p>
        </p:txBody>
      </p:sp>
      <mc:AlternateContent xmlns:mc="http://schemas.openxmlformats.org/markup-compatibility/2006" xmlns:a14="http://schemas.microsoft.com/office/drawing/2010/main">
        <mc:Choice Requires="a14">
          <p:sp>
            <p:nvSpPr>
              <p:cNvPr id="5" name="Rectángulo 4"/>
              <p:cNvSpPr/>
              <p:nvPr/>
            </p:nvSpPr>
            <p:spPr>
              <a:xfrm>
                <a:off x="631109" y="3812778"/>
                <a:ext cx="10204531" cy="2677656"/>
              </a:xfrm>
              <a:prstGeom prst="rect">
                <a:avLst/>
              </a:prstGeom>
            </p:spPr>
            <p:txBody>
              <a:bodyPr wrap="square">
                <a:spAutoFit/>
              </a:bodyPr>
              <a:lstStyle/>
              <a:p>
                <a:pPr algn="just"/>
                <a:r>
                  <a:rPr lang="es-EC" sz="2400" dirty="0">
                    <a:solidFill>
                      <a:srgbClr val="000000"/>
                    </a:solidFill>
                  </a:rPr>
                  <a:t>Sólo se considera aleatoria una muestra (n) si cualquier subconjunto de la población N tiene la misma probabilidad de ocurrir para una característica X</a:t>
                </a:r>
              </a:p>
              <a:p>
                <a:pPr algn="just"/>
                <a:endParaRPr lang="es-EC" sz="2400" dirty="0">
                  <a:solidFill>
                    <a:srgbClr val="000000"/>
                  </a:solidFill>
                </a:endParaRPr>
              </a:p>
              <a:p>
                <a:pPr algn="just"/>
                <a:endParaRPr lang="es-EC" sz="2400" dirty="0">
                  <a:solidFill>
                    <a:srgbClr val="000000"/>
                  </a:solidFill>
                </a:endParaRPr>
              </a:p>
              <a:p>
                <a:pPr algn="just"/>
                <a:r>
                  <a:rPr lang="es-EC" sz="2400" dirty="0">
                    <a:solidFill>
                      <a:srgbClr val="000000"/>
                    </a:solidFill>
                  </a:rPr>
                  <a:t>Si X tiene soporte infinito y con densidad o distribución f(x), una muestra tamaño n es aleatoria, si para cada valor </a:t>
                </a:r>
                <a14:m>
                  <m:oMath xmlns:m="http://schemas.openxmlformats.org/officeDocument/2006/math">
                    <m:sSub>
                      <m:sSubPr>
                        <m:ctrlPr>
                          <a:rPr lang="es-EC" sz="2400" i="1" smtClean="0">
                            <a:solidFill>
                              <a:srgbClr val="000000"/>
                            </a:solidFill>
                            <a:latin typeface="Cambria Math" panose="02040503050406030204" pitchFamily="18" charset="0"/>
                          </a:rPr>
                        </m:ctrlPr>
                      </m:sSubPr>
                      <m:e>
                        <m:r>
                          <a:rPr lang="es-EC" sz="2400" b="0" i="1" smtClean="0">
                            <a:solidFill>
                              <a:srgbClr val="000000"/>
                            </a:solidFill>
                            <a:latin typeface="Cambria Math" panose="02040503050406030204" pitchFamily="18" charset="0"/>
                          </a:rPr>
                          <m:t>𝑥</m:t>
                        </m:r>
                      </m:e>
                      <m:sub>
                        <m:r>
                          <a:rPr lang="es-EC" sz="2400" b="0" i="1" smtClean="0">
                            <a:solidFill>
                              <a:srgbClr val="000000"/>
                            </a:solidFill>
                            <a:latin typeface="Cambria Math" panose="02040503050406030204" pitchFamily="18" charset="0"/>
                          </a:rPr>
                          <m:t>1</m:t>
                        </m:r>
                      </m:sub>
                    </m:sSub>
                    <m:r>
                      <a:rPr lang="es-EC" sz="2400" b="0" i="1" smtClean="0">
                        <a:solidFill>
                          <a:srgbClr val="000000"/>
                        </a:solidFill>
                        <a:latin typeface="Cambria Math" panose="02040503050406030204" pitchFamily="18" charset="0"/>
                      </a:rPr>
                      <m:t>,</m:t>
                    </m:r>
                    <m:sSub>
                      <m:sSubPr>
                        <m:ctrlPr>
                          <a:rPr lang="es-EC" sz="2400" i="1" smtClean="0">
                            <a:solidFill>
                              <a:srgbClr val="000000"/>
                            </a:solidFill>
                            <a:latin typeface="Cambria Math" panose="02040503050406030204" pitchFamily="18" charset="0"/>
                          </a:rPr>
                        </m:ctrlPr>
                      </m:sSubPr>
                      <m:e>
                        <m:r>
                          <a:rPr lang="es-EC" sz="2400" b="0" i="1" smtClean="0">
                            <a:solidFill>
                              <a:srgbClr val="000000"/>
                            </a:solidFill>
                            <a:latin typeface="Cambria Math" panose="02040503050406030204" pitchFamily="18" charset="0"/>
                          </a:rPr>
                          <m:t>𝑥</m:t>
                        </m:r>
                      </m:e>
                      <m:sub>
                        <m:r>
                          <a:rPr lang="es-EC" sz="2400" b="0" i="1" smtClean="0">
                            <a:solidFill>
                              <a:srgbClr val="000000"/>
                            </a:solidFill>
                            <a:latin typeface="Cambria Math" panose="02040503050406030204" pitchFamily="18" charset="0"/>
                          </a:rPr>
                          <m:t>2</m:t>
                        </m:r>
                      </m:sub>
                    </m:sSub>
                    <m:r>
                      <a:rPr lang="es-EC" sz="2400" b="0" i="1" smtClean="0">
                        <a:solidFill>
                          <a:srgbClr val="000000"/>
                        </a:solidFill>
                        <a:latin typeface="Cambria Math" panose="02040503050406030204" pitchFamily="18" charset="0"/>
                      </a:rPr>
                      <m:t>,</m:t>
                    </m:r>
                    <m:sSub>
                      <m:sSubPr>
                        <m:ctrlPr>
                          <a:rPr lang="es-EC" sz="2400" i="1" smtClean="0">
                            <a:solidFill>
                              <a:srgbClr val="000000"/>
                            </a:solidFill>
                            <a:latin typeface="Cambria Math" panose="02040503050406030204" pitchFamily="18" charset="0"/>
                          </a:rPr>
                        </m:ctrlPr>
                      </m:sSubPr>
                      <m:e>
                        <m:r>
                          <a:rPr lang="es-EC" sz="2400" b="0" i="1" smtClean="0">
                            <a:solidFill>
                              <a:srgbClr val="000000"/>
                            </a:solidFill>
                            <a:latin typeface="Cambria Math" panose="02040503050406030204" pitchFamily="18" charset="0"/>
                          </a:rPr>
                          <m:t>𝑥</m:t>
                        </m:r>
                      </m:e>
                      <m:sub>
                        <m:r>
                          <a:rPr lang="es-EC" sz="2400" b="0" i="1" smtClean="0">
                            <a:solidFill>
                              <a:srgbClr val="000000"/>
                            </a:solidFill>
                            <a:latin typeface="Cambria Math" panose="02040503050406030204" pitchFamily="18" charset="0"/>
                          </a:rPr>
                          <m:t>3</m:t>
                        </m:r>
                      </m:sub>
                    </m:sSub>
                    <m:r>
                      <a:rPr lang="es-EC" sz="2400" b="0" i="1" smtClean="0">
                        <a:solidFill>
                          <a:srgbClr val="000000"/>
                        </a:solidFill>
                        <a:latin typeface="Cambria Math" panose="02040503050406030204" pitchFamily="18" charset="0"/>
                      </a:rPr>
                      <m:t>,…,</m:t>
                    </m:r>
                    <m:sSub>
                      <m:sSubPr>
                        <m:ctrlPr>
                          <a:rPr lang="es-EC" sz="2400" i="1" smtClean="0">
                            <a:solidFill>
                              <a:srgbClr val="000000"/>
                            </a:solidFill>
                            <a:latin typeface="Cambria Math" panose="02040503050406030204" pitchFamily="18" charset="0"/>
                          </a:rPr>
                        </m:ctrlPr>
                      </m:sSubPr>
                      <m:e>
                        <m:r>
                          <a:rPr lang="es-EC" sz="2400" b="0" i="1" smtClean="0">
                            <a:solidFill>
                              <a:srgbClr val="000000"/>
                            </a:solidFill>
                            <a:latin typeface="Cambria Math" panose="02040503050406030204" pitchFamily="18" charset="0"/>
                          </a:rPr>
                          <m:t>𝑥</m:t>
                        </m:r>
                      </m:e>
                      <m:sub>
                        <m:r>
                          <a:rPr lang="es-EC" sz="2400" b="0" i="1" smtClean="0">
                            <a:solidFill>
                              <a:srgbClr val="000000"/>
                            </a:solidFill>
                            <a:latin typeface="Cambria Math" panose="02040503050406030204" pitchFamily="18" charset="0"/>
                          </a:rPr>
                          <m:t>𝑛</m:t>
                        </m:r>
                      </m:sub>
                    </m:sSub>
                  </m:oMath>
                </a14:m>
                <a:r>
                  <a:rPr lang="es-EC" sz="2400" dirty="0">
                    <a:solidFill>
                      <a:srgbClr val="000000"/>
                    </a:solidFill>
                  </a:rPr>
                  <a:t>, se puede afirmar que son independientes e idénticamente distribuidos (</a:t>
                </a:r>
                <a:r>
                  <a:rPr lang="es-EC" sz="2400" dirty="0" err="1">
                    <a:solidFill>
                      <a:srgbClr val="000000"/>
                    </a:solidFill>
                  </a:rPr>
                  <a:t>I.I.D</a:t>
                </a:r>
                <a:r>
                  <a:rPr lang="es-EC" sz="2400" dirty="0">
                    <a:solidFill>
                      <a:srgbClr val="000000"/>
                    </a:solidFill>
                  </a:rPr>
                  <a:t>.).</a:t>
                </a:r>
              </a:p>
            </p:txBody>
          </p:sp>
        </mc:Choice>
        <mc:Fallback xmlns="">
          <p:sp>
            <p:nvSpPr>
              <p:cNvPr id="5" name="Rectángulo 4"/>
              <p:cNvSpPr>
                <a:spLocks noRot="1" noChangeAspect="1" noMove="1" noResize="1" noEditPoints="1" noAdjustHandles="1" noChangeArrowheads="1" noChangeShapeType="1" noTextEdit="1"/>
              </p:cNvSpPr>
              <p:nvPr/>
            </p:nvSpPr>
            <p:spPr>
              <a:xfrm>
                <a:off x="631109" y="3812778"/>
                <a:ext cx="10204531" cy="2677656"/>
              </a:xfrm>
              <a:prstGeom prst="rect">
                <a:avLst/>
              </a:prstGeom>
              <a:blipFill rotWithShape="0">
                <a:blip r:embed="rId3"/>
                <a:stretch>
                  <a:fillRect l="-956" t="-1818" r="-896" b="-4091"/>
                </a:stretch>
              </a:blipFill>
            </p:spPr>
            <p:txBody>
              <a:bodyPr/>
              <a:lstStyle/>
              <a:p>
                <a:r>
                  <a:rPr lang="es-EC">
                    <a:noFill/>
                  </a:rPr>
                  <a:t> </a:t>
                </a:r>
              </a:p>
            </p:txBody>
          </p:sp>
        </mc:Fallback>
      </mc:AlternateContent>
    </p:spTree>
    <p:extLst>
      <p:ext uri="{BB962C8B-B14F-4D97-AF65-F5344CB8AC3E}">
        <p14:creationId xmlns:p14="http://schemas.microsoft.com/office/powerpoint/2010/main" val="9091574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631110" y="297698"/>
            <a:ext cx="6153736" cy="646331"/>
          </a:xfrm>
          <a:prstGeom prst="rect">
            <a:avLst/>
          </a:prstGeom>
          <a:noFill/>
        </p:spPr>
        <p:txBody>
          <a:bodyPr wrap="none" rtlCol="0">
            <a:spAutoFit/>
          </a:bodyPr>
          <a:lstStyle/>
          <a:p>
            <a:r>
              <a:rPr lang="es-EC" sz="3600" b="1" dirty="0"/>
              <a:t>ESTIMACIÓN – CONVERGENCIA</a:t>
            </a:r>
            <a:endParaRPr lang="es-EC" sz="4000" b="1" dirty="0"/>
          </a:p>
        </p:txBody>
      </p:sp>
      <mc:AlternateContent xmlns:mc="http://schemas.openxmlformats.org/markup-compatibility/2006" xmlns:a14="http://schemas.microsoft.com/office/drawing/2010/main">
        <mc:Choice Requires="a14">
          <p:sp>
            <p:nvSpPr>
              <p:cNvPr id="3" name="Rectángulo 2"/>
              <p:cNvSpPr/>
              <p:nvPr/>
            </p:nvSpPr>
            <p:spPr>
              <a:xfrm>
                <a:off x="631109" y="1298178"/>
                <a:ext cx="10204531" cy="1938992"/>
              </a:xfrm>
              <a:prstGeom prst="rect">
                <a:avLst/>
              </a:prstGeom>
            </p:spPr>
            <p:txBody>
              <a:bodyPr wrap="square">
                <a:spAutoFit/>
              </a:bodyPr>
              <a:lstStyle/>
              <a:p>
                <a:r>
                  <a:rPr lang="es-EC" sz="2400" b="1" dirty="0">
                    <a:solidFill>
                      <a:srgbClr val="000000"/>
                    </a:solidFill>
                  </a:rPr>
                  <a:t>Ejemplo</a:t>
                </a:r>
              </a:p>
              <a:p>
                <a:r>
                  <a:rPr lang="es-EC" sz="2400" dirty="0">
                    <a:solidFill>
                      <a:srgbClr val="000000"/>
                    </a:solidFill>
                  </a:rPr>
                  <a:t>Sea una población sobre la cual se ha medido una característica X, para las cuál se obtienen los siguientes valores:</a:t>
                </a:r>
              </a:p>
              <a:p>
                <a:endParaRPr lang="es-EC" sz="2400" dirty="0">
                  <a:solidFill>
                    <a:srgbClr val="000000"/>
                  </a:solidFill>
                </a:endParaRPr>
              </a:p>
              <a:p>
                <a:pPr/>
                <a14:m>
                  <m:oMathPara xmlns:m="http://schemas.openxmlformats.org/officeDocument/2006/math">
                    <m:oMathParaPr>
                      <m:jc m:val="centerGroup"/>
                    </m:oMathParaPr>
                    <m:oMath xmlns:m="http://schemas.openxmlformats.org/officeDocument/2006/math">
                      <m:d>
                        <m:dPr>
                          <m:begChr m:val="{"/>
                          <m:endChr m:val="}"/>
                          <m:ctrlPr>
                            <a:rPr lang="es-EC" sz="2400" i="1" smtClean="0">
                              <a:solidFill>
                                <a:srgbClr val="000000"/>
                              </a:solidFill>
                              <a:latin typeface="Cambria Math" panose="02040503050406030204" pitchFamily="18" charset="0"/>
                            </a:rPr>
                          </m:ctrlPr>
                        </m:dPr>
                        <m:e>
                          <m:r>
                            <a:rPr lang="es-EC" sz="2400" b="0" i="1" smtClean="0">
                              <a:solidFill>
                                <a:srgbClr val="000000"/>
                              </a:solidFill>
                              <a:latin typeface="Cambria Math" panose="02040503050406030204" pitchFamily="18" charset="0"/>
                            </a:rPr>
                            <m:t>1, 1, 2, 3, 3, 5</m:t>
                          </m:r>
                        </m:e>
                      </m:d>
                    </m:oMath>
                  </m:oMathPara>
                </a14:m>
                <a:endParaRPr lang="es-EC" sz="2400" dirty="0">
                  <a:solidFill>
                    <a:srgbClr val="000000"/>
                  </a:solidFill>
                </a:endParaRPr>
              </a:p>
            </p:txBody>
          </p:sp>
        </mc:Choice>
        <mc:Fallback xmlns="">
          <p:sp>
            <p:nvSpPr>
              <p:cNvPr id="3" name="Rectángulo 2"/>
              <p:cNvSpPr>
                <a:spLocks noRot="1" noChangeAspect="1" noMove="1" noResize="1" noEditPoints="1" noAdjustHandles="1" noChangeArrowheads="1" noChangeShapeType="1" noTextEdit="1"/>
              </p:cNvSpPr>
              <p:nvPr/>
            </p:nvSpPr>
            <p:spPr>
              <a:xfrm>
                <a:off x="631109" y="1298178"/>
                <a:ext cx="10204531" cy="1938992"/>
              </a:xfrm>
              <a:prstGeom prst="rect">
                <a:avLst/>
              </a:prstGeom>
              <a:blipFill rotWithShape="0">
                <a:blip r:embed="rId2"/>
                <a:stretch>
                  <a:fillRect l="-956" t="-2516"/>
                </a:stretch>
              </a:blipFill>
            </p:spPr>
            <p:txBody>
              <a:bodyPr/>
              <a:lstStyle/>
              <a:p>
                <a:r>
                  <a:rPr lang="es-EC">
                    <a:noFill/>
                  </a:rPr>
                  <a:t> </a:t>
                </a:r>
              </a:p>
            </p:txBody>
          </p:sp>
        </mc:Fallback>
      </mc:AlternateContent>
      <p:sp>
        <p:nvSpPr>
          <p:cNvPr id="4" name="CuadroTexto 3"/>
          <p:cNvSpPr txBox="1"/>
          <p:nvPr/>
        </p:nvSpPr>
        <p:spPr>
          <a:xfrm>
            <a:off x="914400" y="4130040"/>
            <a:ext cx="184731" cy="369332"/>
          </a:xfrm>
          <a:prstGeom prst="rect">
            <a:avLst/>
          </a:prstGeom>
          <a:noFill/>
        </p:spPr>
        <p:txBody>
          <a:bodyPr wrap="none" rtlCol="0">
            <a:spAutoFit/>
          </a:bodyPr>
          <a:lstStyle/>
          <a:p>
            <a:endParaRPr lang="es-EC" dirty="0"/>
          </a:p>
        </p:txBody>
      </p:sp>
      <p:sp>
        <p:nvSpPr>
          <p:cNvPr id="5" name="Rectángulo 4"/>
          <p:cNvSpPr/>
          <p:nvPr/>
        </p:nvSpPr>
        <p:spPr>
          <a:xfrm>
            <a:off x="631109" y="3812778"/>
            <a:ext cx="10204531" cy="1200329"/>
          </a:xfrm>
          <a:prstGeom prst="rect">
            <a:avLst/>
          </a:prstGeom>
        </p:spPr>
        <p:txBody>
          <a:bodyPr wrap="square">
            <a:spAutoFit/>
          </a:bodyPr>
          <a:lstStyle/>
          <a:p>
            <a:pPr algn="just"/>
            <a:r>
              <a:rPr lang="es-EC" sz="2400" dirty="0">
                <a:solidFill>
                  <a:srgbClr val="000000"/>
                </a:solidFill>
              </a:rPr>
              <a:t>Se toman muestras  tamaño 3 y 4 de está población</a:t>
            </a:r>
          </a:p>
          <a:p>
            <a:pPr algn="just"/>
            <a:endParaRPr lang="es-EC" sz="2400" dirty="0">
              <a:solidFill>
                <a:srgbClr val="000000"/>
              </a:solidFill>
            </a:endParaRPr>
          </a:p>
          <a:p>
            <a:pPr algn="just"/>
            <a:r>
              <a:rPr lang="es-EC" sz="2400" dirty="0">
                <a:solidFill>
                  <a:srgbClr val="000000"/>
                </a:solidFill>
              </a:rPr>
              <a:t>Se verificará el comportamiento de las diferentes muestras</a:t>
            </a:r>
          </a:p>
        </p:txBody>
      </p:sp>
    </p:spTree>
    <p:extLst>
      <p:ext uri="{BB962C8B-B14F-4D97-AF65-F5344CB8AC3E}">
        <p14:creationId xmlns:p14="http://schemas.microsoft.com/office/powerpoint/2010/main" val="10422194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631110" y="297698"/>
            <a:ext cx="6153736" cy="646331"/>
          </a:xfrm>
          <a:prstGeom prst="rect">
            <a:avLst/>
          </a:prstGeom>
          <a:noFill/>
        </p:spPr>
        <p:txBody>
          <a:bodyPr wrap="none" rtlCol="0">
            <a:spAutoFit/>
          </a:bodyPr>
          <a:lstStyle/>
          <a:p>
            <a:r>
              <a:rPr lang="es-EC" sz="3600" b="1" dirty="0"/>
              <a:t>ESTIMACIÓN – CONVERGENCIA</a:t>
            </a:r>
            <a:endParaRPr lang="es-EC" sz="4000" b="1" dirty="0"/>
          </a:p>
        </p:txBody>
      </p:sp>
      <mc:AlternateContent xmlns:mc="http://schemas.openxmlformats.org/markup-compatibility/2006" xmlns:a14="http://schemas.microsoft.com/office/drawing/2010/main">
        <mc:Choice Requires="a14">
          <p:sp>
            <p:nvSpPr>
              <p:cNvPr id="3" name="Rectángulo 2"/>
              <p:cNvSpPr/>
              <p:nvPr/>
            </p:nvSpPr>
            <p:spPr>
              <a:xfrm>
                <a:off x="631109" y="1298178"/>
                <a:ext cx="10204531" cy="4600618"/>
              </a:xfrm>
              <a:prstGeom prst="rect">
                <a:avLst/>
              </a:prstGeom>
            </p:spPr>
            <p:txBody>
              <a:bodyPr wrap="square">
                <a:spAutoFit/>
              </a:bodyPr>
              <a:lstStyle/>
              <a:p>
                <a:r>
                  <a:rPr lang="es-EC" sz="2400" b="1" dirty="0">
                    <a:solidFill>
                      <a:srgbClr val="000000"/>
                    </a:solidFill>
                  </a:rPr>
                  <a:t>Resultado</a:t>
                </a:r>
              </a:p>
              <a:p>
                <a:endParaRPr lang="es-EC" sz="2400" dirty="0">
                  <a:solidFill>
                    <a:srgbClr val="000000"/>
                  </a:solidFill>
                </a:endParaRPr>
              </a:p>
              <a:p>
                <a:r>
                  <a:rPr lang="es-EC" sz="2400" dirty="0">
                    <a:solidFill>
                      <a:srgbClr val="000000"/>
                    </a:solidFill>
                  </a:rPr>
                  <a:t>Por ahora vemos empíricamente que:</a:t>
                </a:r>
              </a:p>
              <a:p>
                <a:endParaRPr lang="es-EC" sz="2400" dirty="0">
                  <a:solidFill>
                    <a:srgbClr val="000000"/>
                  </a:solidFill>
                </a:endParaRPr>
              </a:p>
              <a:p>
                <a:r>
                  <a:rPr lang="es-EC" sz="2400" dirty="0">
                    <a:solidFill>
                      <a:srgbClr val="000000"/>
                    </a:solidFill>
                  </a:rPr>
                  <a:t>- </a:t>
                </a:r>
                <a14:m>
                  <m:oMath xmlns:m="http://schemas.openxmlformats.org/officeDocument/2006/math">
                    <m:acc>
                      <m:accPr>
                        <m:chr m:val="̅"/>
                        <m:ctrlPr>
                          <a:rPr lang="es-EC" sz="2400" b="0" i="1" smtClean="0">
                            <a:solidFill>
                              <a:srgbClr val="000000"/>
                            </a:solidFill>
                            <a:latin typeface="Cambria Math" panose="02040503050406030204" pitchFamily="18" charset="0"/>
                          </a:rPr>
                        </m:ctrlPr>
                      </m:accPr>
                      <m:e>
                        <m:r>
                          <a:rPr lang="es-EC" sz="2400" b="0" i="1" smtClean="0">
                            <a:solidFill>
                              <a:srgbClr val="000000"/>
                            </a:solidFill>
                            <a:latin typeface="Cambria Math" panose="02040503050406030204" pitchFamily="18" charset="0"/>
                          </a:rPr>
                          <m:t>𝑋</m:t>
                        </m:r>
                      </m:e>
                    </m:acc>
                  </m:oMath>
                </a14:m>
                <a:r>
                  <a:rPr lang="es-EC" sz="2400" dirty="0">
                    <a:solidFill>
                      <a:srgbClr val="000000"/>
                    </a:solidFill>
                  </a:rPr>
                  <a:t> es una variable aleatoria como tal</a:t>
                </a:r>
              </a:p>
              <a:p>
                <a:endParaRPr lang="es-EC" sz="2400" dirty="0">
                  <a:solidFill>
                    <a:srgbClr val="000000"/>
                  </a:solidFill>
                </a:endParaRPr>
              </a:p>
              <a:p>
                <a:pPr/>
                <a14:m>
                  <m:oMathPara xmlns:m="http://schemas.openxmlformats.org/officeDocument/2006/math">
                    <m:oMathParaPr>
                      <m:jc m:val="centerGroup"/>
                    </m:oMathParaPr>
                    <m:oMath xmlns:m="http://schemas.openxmlformats.org/officeDocument/2006/math">
                      <m:r>
                        <a:rPr lang="es-EC" sz="2400" b="0" i="1" smtClean="0">
                          <a:solidFill>
                            <a:srgbClr val="000000"/>
                          </a:solidFill>
                          <a:latin typeface="Cambria Math" panose="02040503050406030204" pitchFamily="18" charset="0"/>
                        </a:rPr>
                        <m:t>𝐸</m:t>
                      </m:r>
                      <m:d>
                        <m:dPr>
                          <m:ctrlPr>
                            <a:rPr lang="es-EC" sz="2400" b="0" i="1" smtClean="0">
                              <a:solidFill>
                                <a:srgbClr val="000000"/>
                              </a:solidFill>
                              <a:latin typeface="Cambria Math" panose="02040503050406030204" pitchFamily="18" charset="0"/>
                            </a:rPr>
                          </m:ctrlPr>
                        </m:dPr>
                        <m:e>
                          <m:r>
                            <a:rPr lang="es-EC" sz="2400" b="0" i="1" smtClean="0">
                              <a:solidFill>
                                <a:srgbClr val="000000"/>
                              </a:solidFill>
                              <a:latin typeface="Cambria Math" panose="02040503050406030204" pitchFamily="18" charset="0"/>
                            </a:rPr>
                            <m:t>𝑋</m:t>
                          </m:r>
                        </m:e>
                      </m:d>
                      <m:r>
                        <a:rPr lang="es-EC" sz="2400" b="0" i="1" smtClean="0">
                          <a:solidFill>
                            <a:srgbClr val="000000"/>
                          </a:solidFill>
                          <a:latin typeface="Cambria Math" panose="02040503050406030204" pitchFamily="18" charset="0"/>
                        </a:rPr>
                        <m:t>=</m:t>
                      </m:r>
                      <m:r>
                        <a:rPr lang="es-EC" sz="2400" b="0" i="1" smtClean="0">
                          <a:solidFill>
                            <a:srgbClr val="000000"/>
                          </a:solidFill>
                          <a:latin typeface="Cambria Math" panose="02040503050406030204" pitchFamily="18" charset="0"/>
                        </a:rPr>
                        <m:t>𝐸</m:t>
                      </m:r>
                      <m:d>
                        <m:dPr>
                          <m:ctrlPr>
                            <a:rPr lang="es-EC" sz="2400" b="0" i="1" smtClean="0">
                              <a:solidFill>
                                <a:srgbClr val="000000"/>
                              </a:solidFill>
                              <a:latin typeface="Cambria Math" panose="02040503050406030204" pitchFamily="18" charset="0"/>
                            </a:rPr>
                          </m:ctrlPr>
                        </m:dPr>
                        <m:e>
                          <m:acc>
                            <m:accPr>
                              <m:chr m:val="̅"/>
                              <m:ctrlPr>
                                <a:rPr lang="es-EC" sz="2400" b="0" i="1" smtClean="0">
                                  <a:solidFill>
                                    <a:srgbClr val="000000"/>
                                  </a:solidFill>
                                  <a:latin typeface="Cambria Math" panose="02040503050406030204" pitchFamily="18" charset="0"/>
                                </a:rPr>
                              </m:ctrlPr>
                            </m:accPr>
                            <m:e>
                              <m:r>
                                <a:rPr lang="es-EC" sz="2400" b="0" i="1" smtClean="0">
                                  <a:solidFill>
                                    <a:srgbClr val="000000"/>
                                  </a:solidFill>
                                  <a:latin typeface="Cambria Math" panose="02040503050406030204" pitchFamily="18" charset="0"/>
                                </a:rPr>
                                <m:t>𝑋</m:t>
                              </m:r>
                            </m:e>
                          </m:acc>
                        </m:e>
                      </m:d>
                    </m:oMath>
                  </m:oMathPara>
                </a14:m>
                <a:endParaRPr lang="es-EC" sz="2400" b="0" dirty="0">
                  <a:solidFill>
                    <a:srgbClr val="000000"/>
                  </a:solidFill>
                </a:endParaRPr>
              </a:p>
              <a:p>
                <a:endParaRPr lang="es-EC" sz="2400" dirty="0">
                  <a:solidFill>
                    <a:srgbClr val="000000"/>
                  </a:solidFill>
                </a:endParaRPr>
              </a:p>
              <a:p>
                <a:pPr/>
                <a14:m>
                  <m:oMathPara xmlns:m="http://schemas.openxmlformats.org/officeDocument/2006/math">
                    <m:oMathParaPr>
                      <m:jc m:val="centerGroup"/>
                    </m:oMathParaPr>
                    <m:oMath xmlns:m="http://schemas.openxmlformats.org/officeDocument/2006/math">
                      <m:sSubSup>
                        <m:sSubSupPr>
                          <m:ctrlPr>
                            <a:rPr lang="es-EC" sz="2400" i="1" smtClean="0">
                              <a:solidFill>
                                <a:srgbClr val="000000"/>
                              </a:solidFill>
                              <a:latin typeface="Cambria Math" panose="02040503050406030204" pitchFamily="18" charset="0"/>
                            </a:rPr>
                          </m:ctrlPr>
                        </m:sSubSupPr>
                        <m:e>
                          <m:r>
                            <a:rPr lang="es-EC" sz="2400" i="1" smtClean="0">
                              <a:solidFill>
                                <a:srgbClr val="000000"/>
                              </a:solidFill>
                              <a:latin typeface="Cambria Math" panose="02040503050406030204" pitchFamily="18" charset="0"/>
                              <a:ea typeface="Cambria Math" panose="02040503050406030204" pitchFamily="18" charset="0"/>
                            </a:rPr>
                            <m:t>𝜎</m:t>
                          </m:r>
                        </m:e>
                        <m:sub>
                          <m:r>
                            <a:rPr lang="es-EC" sz="2400" b="0" i="1" smtClean="0">
                              <a:solidFill>
                                <a:srgbClr val="000000"/>
                              </a:solidFill>
                              <a:latin typeface="Cambria Math" panose="02040503050406030204" pitchFamily="18" charset="0"/>
                            </a:rPr>
                            <m:t>𝑋</m:t>
                          </m:r>
                        </m:sub>
                        <m:sup>
                          <m:r>
                            <a:rPr lang="es-EC" sz="2400" b="0" i="1" smtClean="0">
                              <a:solidFill>
                                <a:srgbClr val="000000"/>
                              </a:solidFill>
                              <a:latin typeface="Cambria Math" panose="02040503050406030204" pitchFamily="18" charset="0"/>
                            </a:rPr>
                            <m:t>2</m:t>
                          </m:r>
                        </m:sup>
                      </m:sSubSup>
                      <m:r>
                        <a:rPr lang="es-EC" sz="2400" i="1" smtClean="0">
                          <a:solidFill>
                            <a:srgbClr val="000000"/>
                          </a:solidFill>
                          <a:latin typeface="Cambria Math" panose="02040503050406030204" pitchFamily="18" charset="0"/>
                          <a:ea typeface="Cambria Math" panose="02040503050406030204" pitchFamily="18" charset="0"/>
                        </a:rPr>
                        <m:t>≥</m:t>
                      </m:r>
                      <m:sSubSup>
                        <m:sSubSupPr>
                          <m:ctrlPr>
                            <a:rPr lang="es-EC" sz="2400" i="1" smtClean="0">
                              <a:solidFill>
                                <a:srgbClr val="000000"/>
                              </a:solidFill>
                              <a:latin typeface="Cambria Math" panose="02040503050406030204" pitchFamily="18" charset="0"/>
                            </a:rPr>
                          </m:ctrlPr>
                        </m:sSubSupPr>
                        <m:e>
                          <m:r>
                            <a:rPr lang="es-EC" sz="2400" i="1" smtClean="0">
                              <a:solidFill>
                                <a:srgbClr val="000000"/>
                              </a:solidFill>
                              <a:latin typeface="Cambria Math" panose="02040503050406030204" pitchFamily="18" charset="0"/>
                              <a:ea typeface="Cambria Math" panose="02040503050406030204" pitchFamily="18" charset="0"/>
                            </a:rPr>
                            <m:t>𝜎</m:t>
                          </m:r>
                        </m:e>
                        <m:sub>
                          <m:acc>
                            <m:accPr>
                              <m:chr m:val="̅"/>
                              <m:ctrlPr>
                                <a:rPr lang="es-EC" sz="2400" b="0" i="1" smtClean="0">
                                  <a:solidFill>
                                    <a:srgbClr val="000000"/>
                                  </a:solidFill>
                                  <a:latin typeface="Cambria Math" panose="02040503050406030204" pitchFamily="18" charset="0"/>
                                </a:rPr>
                              </m:ctrlPr>
                            </m:accPr>
                            <m:e>
                              <m:r>
                                <a:rPr lang="es-EC" sz="2400" b="0" i="1" smtClean="0">
                                  <a:solidFill>
                                    <a:srgbClr val="000000"/>
                                  </a:solidFill>
                                  <a:latin typeface="Cambria Math" panose="02040503050406030204" pitchFamily="18" charset="0"/>
                                </a:rPr>
                                <m:t>𝑋</m:t>
                              </m:r>
                            </m:e>
                          </m:acc>
                        </m:sub>
                        <m:sup>
                          <m:r>
                            <a:rPr lang="es-EC" sz="2400" b="0" i="1" smtClean="0">
                              <a:solidFill>
                                <a:srgbClr val="000000"/>
                              </a:solidFill>
                              <a:latin typeface="Cambria Math" panose="02040503050406030204" pitchFamily="18" charset="0"/>
                            </a:rPr>
                            <m:t>2</m:t>
                          </m:r>
                        </m:sup>
                      </m:sSubSup>
                    </m:oMath>
                  </m:oMathPara>
                </a14:m>
                <a:endParaRPr lang="es-EC" sz="2400" dirty="0">
                  <a:solidFill>
                    <a:srgbClr val="000000"/>
                  </a:solidFill>
                </a:endParaRPr>
              </a:p>
              <a:p>
                <a:endParaRPr lang="es-EC" sz="2400" dirty="0">
                  <a:solidFill>
                    <a:srgbClr val="000000"/>
                  </a:solidFill>
                </a:endParaRPr>
              </a:p>
              <a:p>
                <a:pPr/>
                <a14:m>
                  <m:oMathPara xmlns:m="http://schemas.openxmlformats.org/officeDocument/2006/math">
                    <m:oMathParaPr>
                      <m:jc m:val="centerGroup"/>
                    </m:oMathParaPr>
                    <m:oMath xmlns:m="http://schemas.openxmlformats.org/officeDocument/2006/math">
                      <m:sSubSup>
                        <m:sSubSupPr>
                          <m:ctrlPr>
                            <a:rPr lang="es-EC" sz="2400" i="1" smtClean="0">
                              <a:solidFill>
                                <a:srgbClr val="000000"/>
                              </a:solidFill>
                              <a:latin typeface="Cambria Math" panose="02040503050406030204" pitchFamily="18" charset="0"/>
                            </a:rPr>
                          </m:ctrlPr>
                        </m:sSubSupPr>
                        <m:e>
                          <m:r>
                            <a:rPr lang="es-EC" sz="2400" i="1" smtClean="0">
                              <a:solidFill>
                                <a:srgbClr val="000000"/>
                              </a:solidFill>
                              <a:latin typeface="Cambria Math" panose="02040503050406030204" pitchFamily="18" charset="0"/>
                              <a:ea typeface="Cambria Math" panose="02040503050406030204" pitchFamily="18" charset="0"/>
                            </a:rPr>
                            <m:t>𝜎</m:t>
                          </m:r>
                        </m:e>
                        <m:sub>
                          <m:acc>
                            <m:accPr>
                              <m:chr m:val="̅"/>
                              <m:ctrlPr>
                                <a:rPr lang="es-EC" sz="2400" b="0" i="1" smtClean="0">
                                  <a:solidFill>
                                    <a:srgbClr val="000000"/>
                                  </a:solidFill>
                                  <a:latin typeface="Cambria Math" panose="02040503050406030204" pitchFamily="18" charset="0"/>
                                </a:rPr>
                              </m:ctrlPr>
                            </m:accPr>
                            <m:e>
                              <m:r>
                                <a:rPr lang="es-EC" sz="2400" b="0" i="1" smtClean="0">
                                  <a:solidFill>
                                    <a:srgbClr val="000000"/>
                                  </a:solidFill>
                                  <a:latin typeface="Cambria Math" panose="02040503050406030204" pitchFamily="18" charset="0"/>
                                </a:rPr>
                                <m:t>𝑋</m:t>
                              </m:r>
                            </m:e>
                          </m:acc>
                        </m:sub>
                        <m:sup>
                          <m:r>
                            <a:rPr lang="es-EC" sz="2400" b="0" i="1" smtClean="0">
                              <a:solidFill>
                                <a:srgbClr val="000000"/>
                              </a:solidFill>
                              <a:latin typeface="Cambria Math" panose="02040503050406030204" pitchFamily="18" charset="0"/>
                            </a:rPr>
                            <m:t>2</m:t>
                          </m:r>
                        </m:sup>
                      </m:sSubSup>
                      <m:r>
                        <a:rPr lang="es-EC" sz="2400" b="0" i="1" smtClean="0">
                          <a:solidFill>
                            <a:srgbClr val="000000"/>
                          </a:solidFill>
                          <a:latin typeface="Cambria Math" panose="02040503050406030204" pitchFamily="18" charset="0"/>
                        </a:rPr>
                        <m:t>=</m:t>
                      </m:r>
                      <m:d>
                        <m:dPr>
                          <m:ctrlPr>
                            <a:rPr lang="es-EC" sz="2400" b="0" i="1" smtClean="0">
                              <a:solidFill>
                                <a:srgbClr val="000000"/>
                              </a:solidFill>
                              <a:latin typeface="Cambria Math" panose="02040503050406030204" pitchFamily="18" charset="0"/>
                            </a:rPr>
                          </m:ctrlPr>
                        </m:dPr>
                        <m:e>
                          <m:f>
                            <m:fPr>
                              <m:ctrlPr>
                                <a:rPr lang="es-EC" sz="2400" b="0" i="1" smtClean="0">
                                  <a:solidFill>
                                    <a:srgbClr val="000000"/>
                                  </a:solidFill>
                                  <a:latin typeface="Cambria Math" panose="02040503050406030204" pitchFamily="18" charset="0"/>
                                </a:rPr>
                              </m:ctrlPr>
                            </m:fPr>
                            <m:num>
                              <m:r>
                                <a:rPr lang="es-EC" sz="2400" b="0" i="1" smtClean="0">
                                  <a:solidFill>
                                    <a:srgbClr val="000000"/>
                                  </a:solidFill>
                                  <a:latin typeface="Cambria Math" panose="02040503050406030204" pitchFamily="18" charset="0"/>
                                </a:rPr>
                                <m:t>𝑁</m:t>
                              </m:r>
                              <m:r>
                                <a:rPr lang="es-EC" sz="2400" b="0" i="1" smtClean="0">
                                  <a:solidFill>
                                    <a:srgbClr val="000000"/>
                                  </a:solidFill>
                                  <a:latin typeface="Cambria Math" panose="02040503050406030204" pitchFamily="18" charset="0"/>
                                </a:rPr>
                                <m:t>−</m:t>
                              </m:r>
                              <m:r>
                                <a:rPr lang="es-EC" sz="2400" b="0" i="1" smtClean="0">
                                  <a:solidFill>
                                    <a:srgbClr val="000000"/>
                                  </a:solidFill>
                                  <a:latin typeface="Cambria Math" panose="02040503050406030204" pitchFamily="18" charset="0"/>
                                </a:rPr>
                                <m:t>𝑛</m:t>
                              </m:r>
                            </m:num>
                            <m:den>
                              <m:r>
                                <a:rPr lang="es-EC" sz="2400" b="0" i="1" smtClean="0">
                                  <a:solidFill>
                                    <a:srgbClr val="000000"/>
                                  </a:solidFill>
                                  <a:latin typeface="Cambria Math" panose="02040503050406030204" pitchFamily="18" charset="0"/>
                                </a:rPr>
                                <m:t>𝑁</m:t>
                              </m:r>
                              <m:r>
                                <a:rPr lang="es-EC" sz="2400" b="0" i="1" smtClean="0">
                                  <a:solidFill>
                                    <a:srgbClr val="000000"/>
                                  </a:solidFill>
                                  <a:latin typeface="Cambria Math" panose="02040503050406030204" pitchFamily="18" charset="0"/>
                                </a:rPr>
                                <m:t>−1</m:t>
                              </m:r>
                            </m:den>
                          </m:f>
                        </m:e>
                      </m:d>
                      <m:f>
                        <m:fPr>
                          <m:ctrlPr>
                            <a:rPr lang="es-EC" sz="2400" b="0" i="1" smtClean="0">
                              <a:solidFill>
                                <a:srgbClr val="000000"/>
                              </a:solidFill>
                              <a:latin typeface="Cambria Math" panose="02040503050406030204" pitchFamily="18" charset="0"/>
                            </a:rPr>
                          </m:ctrlPr>
                        </m:fPr>
                        <m:num>
                          <m:sSubSup>
                            <m:sSubSupPr>
                              <m:ctrlPr>
                                <a:rPr lang="es-EC" sz="2400" i="1" smtClean="0">
                                  <a:solidFill>
                                    <a:srgbClr val="000000"/>
                                  </a:solidFill>
                                  <a:latin typeface="Cambria Math" panose="02040503050406030204" pitchFamily="18" charset="0"/>
                                </a:rPr>
                              </m:ctrlPr>
                            </m:sSubSupPr>
                            <m:e>
                              <m:r>
                                <a:rPr lang="es-EC" sz="2400" i="1" smtClean="0">
                                  <a:solidFill>
                                    <a:srgbClr val="000000"/>
                                  </a:solidFill>
                                  <a:latin typeface="Cambria Math" panose="02040503050406030204" pitchFamily="18" charset="0"/>
                                  <a:ea typeface="Cambria Math" panose="02040503050406030204" pitchFamily="18" charset="0"/>
                                </a:rPr>
                                <m:t>𝜎</m:t>
                              </m:r>
                            </m:e>
                            <m:sub>
                              <m:r>
                                <a:rPr lang="es-EC" sz="2400" b="0" i="1" smtClean="0">
                                  <a:solidFill>
                                    <a:srgbClr val="000000"/>
                                  </a:solidFill>
                                  <a:latin typeface="Cambria Math" panose="02040503050406030204" pitchFamily="18" charset="0"/>
                                </a:rPr>
                                <m:t>𝑋</m:t>
                              </m:r>
                            </m:sub>
                            <m:sup>
                              <m:r>
                                <a:rPr lang="es-EC" sz="2400" b="0" i="1" smtClean="0">
                                  <a:solidFill>
                                    <a:srgbClr val="000000"/>
                                  </a:solidFill>
                                  <a:latin typeface="Cambria Math" panose="02040503050406030204" pitchFamily="18" charset="0"/>
                                </a:rPr>
                                <m:t>2</m:t>
                              </m:r>
                            </m:sup>
                          </m:sSubSup>
                        </m:num>
                        <m:den>
                          <m:r>
                            <a:rPr lang="es-EC" sz="2400" b="0" i="1" smtClean="0">
                              <a:solidFill>
                                <a:srgbClr val="000000"/>
                              </a:solidFill>
                              <a:latin typeface="Cambria Math" panose="02040503050406030204" pitchFamily="18" charset="0"/>
                            </a:rPr>
                            <m:t>𝑛</m:t>
                          </m:r>
                        </m:den>
                      </m:f>
                    </m:oMath>
                  </m:oMathPara>
                </a14:m>
                <a:endParaRPr lang="es-EC" sz="2400" dirty="0">
                  <a:solidFill>
                    <a:srgbClr val="000000"/>
                  </a:solidFill>
                </a:endParaRPr>
              </a:p>
            </p:txBody>
          </p:sp>
        </mc:Choice>
        <mc:Fallback xmlns="">
          <p:sp>
            <p:nvSpPr>
              <p:cNvPr id="3" name="Rectángulo 2"/>
              <p:cNvSpPr>
                <a:spLocks noRot="1" noChangeAspect="1" noMove="1" noResize="1" noEditPoints="1" noAdjustHandles="1" noChangeArrowheads="1" noChangeShapeType="1" noTextEdit="1"/>
              </p:cNvSpPr>
              <p:nvPr/>
            </p:nvSpPr>
            <p:spPr>
              <a:xfrm>
                <a:off x="631109" y="1298178"/>
                <a:ext cx="10204531" cy="4600618"/>
              </a:xfrm>
              <a:prstGeom prst="rect">
                <a:avLst/>
              </a:prstGeom>
              <a:blipFill rotWithShape="0">
                <a:blip r:embed="rId2"/>
                <a:stretch>
                  <a:fillRect l="-956" t="-1060"/>
                </a:stretch>
              </a:blipFill>
            </p:spPr>
            <p:txBody>
              <a:bodyPr/>
              <a:lstStyle/>
              <a:p>
                <a:r>
                  <a:rPr lang="es-EC">
                    <a:noFill/>
                  </a:rPr>
                  <a:t> </a:t>
                </a:r>
              </a:p>
            </p:txBody>
          </p:sp>
        </mc:Fallback>
      </mc:AlternateContent>
    </p:spTree>
    <p:extLst>
      <p:ext uri="{BB962C8B-B14F-4D97-AF65-F5344CB8AC3E}">
        <p14:creationId xmlns:p14="http://schemas.microsoft.com/office/powerpoint/2010/main" val="23407150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631110" y="297698"/>
            <a:ext cx="6153736" cy="646331"/>
          </a:xfrm>
          <a:prstGeom prst="rect">
            <a:avLst/>
          </a:prstGeom>
          <a:noFill/>
        </p:spPr>
        <p:txBody>
          <a:bodyPr wrap="none" rtlCol="0">
            <a:spAutoFit/>
          </a:bodyPr>
          <a:lstStyle/>
          <a:p>
            <a:r>
              <a:rPr lang="es-EC" sz="3600" b="1" dirty="0"/>
              <a:t>ESTIMACIÓN – CONVERGENCIA</a:t>
            </a:r>
            <a:endParaRPr lang="es-EC" sz="4000" b="1" dirty="0"/>
          </a:p>
        </p:txBody>
      </p:sp>
      <mc:AlternateContent xmlns:mc="http://schemas.openxmlformats.org/markup-compatibility/2006" xmlns:a14="http://schemas.microsoft.com/office/drawing/2010/main">
        <mc:Choice Requires="a14">
          <p:sp>
            <p:nvSpPr>
              <p:cNvPr id="3" name="Rectángulo 2"/>
              <p:cNvSpPr/>
              <p:nvPr/>
            </p:nvSpPr>
            <p:spPr>
              <a:xfrm>
                <a:off x="631109" y="1298178"/>
                <a:ext cx="10204531" cy="4244175"/>
              </a:xfrm>
              <a:prstGeom prst="rect">
                <a:avLst/>
              </a:prstGeom>
            </p:spPr>
            <p:txBody>
              <a:bodyPr wrap="square">
                <a:spAutoFit/>
              </a:bodyPr>
              <a:lstStyle/>
              <a:p>
                <a:r>
                  <a:rPr lang="es-EC" sz="2400" b="1" dirty="0">
                    <a:solidFill>
                      <a:srgbClr val="000000"/>
                    </a:solidFill>
                  </a:rPr>
                  <a:t>Estimador -  Estadístico muestral</a:t>
                </a:r>
              </a:p>
              <a:p>
                <a:r>
                  <a:rPr lang="es-EC" sz="2400" dirty="0">
                    <a:solidFill>
                      <a:srgbClr val="000000"/>
                    </a:solidFill>
                  </a:rPr>
                  <a:t>Es una función tal que </a:t>
                </a:r>
                <a14:m>
                  <m:oMath xmlns:m="http://schemas.openxmlformats.org/officeDocument/2006/math">
                    <m:r>
                      <a:rPr lang="es-EC" sz="2400" b="0" i="1" smtClean="0">
                        <a:solidFill>
                          <a:srgbClr val="000000"/>
                        </a:solidFill>
                        <a:latin typeface="Cambria Math" panose="02040503050406030204" pitchFamily="18" charset="0"/>
                      </a:rPr>
                      <m:t>𝑇</m:t>
                    </m:r>
                    <m:r>
                      <a:rPr lang="es-EC" sz="2400" b="0" i="1" smtClean="0">
                        <a:solidFill>
                          <a:srgbClr val="000000"/>
                        </a:solidFill>
                        <a:latin typeface="Cambria Math" panose="02040503050406030204" pitchFamily="18" charset="0"/>
                      </a:rPr>
                      <m:t>:</m:t>
                    </m:r>
                    <m:sSup>
                      <m:sSupPr>
                        <m:ctrlPr>
                          <a:rPr lang="es-EC" sz="2400" b="0" i="1" smtClean="0">
                            <a:solidFill>
                              <a:srgbClr val="000000"/>
                            </a:solidFill>
                            <a:latin typeface="Cambria Math" panose="02040503050406030204" pitchFamily="18" charset="0"/>
                          </a:rPr>
                        </m:ctrlPr>
                      </m:sSupPr>
                      <m:e>
                        <m:r>
                          <a:rPr lang="es-EC" sz="2400" b="0" i="1" smtClean="0">
                            <a:solidFill>
                              <a:srgbClr val="000000"/>
                            </a:solidFill>
                            <a:latin typeface="Cambria Math" panose="02040503050406030204" pitchFamily="18" charset="0"/>
                          </a:rPr>
                          <m:t>𝑅</m:t>
                        </m:r>
                      </m:e>
                      <m:sup>
                        <m:r>
                          <a:rPr lang="es-EC" sz="2400" b="0" i="1" smtClean="0">
                            <a:solidFill>
                              <a:srgbClr val="000000"/>
                            </a:solidFill>
                            <a:latin typeface="Cambria Math" panose="02040503050406030204" pitchFamily="18" charset="0"/>
                          </a:rPr>
                          <m:t>𝑛</m:t>
                        </m:r>
                      </m:sup>
                    </m:sSup>
                    <m:r>
                      <a:rPr lang="es-EC" sz="2400" b="0" i="1" smtClean="0">
                        <a:solidFill>
                          <a:srgbClr val="000000"/>
                        </a:solidFill>
                        <a:latin typeface="Cambria Math" panose="02040503050406030204" pitchFamily="18" charset="0"/>
                        <a:ea typeface="Cambria Math" panose="02040503050406030204" pitchFamily="18" charset="0"/>
                      </a:rPr>
                      <m:t>→</m:t>
                    </m:r>
                    <m:r>
                      <a:rPr lang="es-EC" sz="2400" b="0" i="1" smtClean="0">
                        <a:solidFill>
                          <a:srgbClr val="000000"/>
                        </a:solidFill>
                        <a:latin typeface="Cambria Math" panose="02040503050406030204" pitchFamily="18" charset="0"/>
                        <a:ea typeface="Cambria Math" panose="02040503050406030204" pitchFamily="18" charset="0"/>
                      </a:rPr>
                      <m:t>𝑅</m:t>
                    </m:r>
                  </m:oMath>
                </a14:m>
                <a:r>
                  <a:rPr lang="es-EC" sz="2400" dirty="0">
                    <a:solidFill>
                      <a:srgbClr val="000000"/>
                    </a:solidFill>
                  </a:rPr>
                  <a:t>, de manera tal que estima a un parámetro poblacional.</a:t>
                </a:r>
              </a:p>
              <a:p>
                <a:endParaRPr lang="es-EC" sz="2400" dirty="0">
                  <a:solidFill>
                    <a:srgbClr val="000000"/>
                  </a:solidFill>
                </a:endParaRPr>
              </a:p>
              <a:p>
                <a:r>
                  <a:rPr lang="es-EC" sz="2400" dirty="0">
                    <a:solidFill>
                      <a:srgbClr val="000000"/>
                    </a:solidFill>
                  </a:rPr>
                  <a:t>Así tenemos que:</a:t>
                </a:r>
              </a:p>
              <a:p>
                <a:endParaRPr lang="es-EC" sz="2400" dirty="0">
                  <a:solidFill>
                    <a:srgbClr val="000000"/>
                  </a:solidFill>
                </a:endParaRPr>
              </a:p>
              <a:p>
                <a:pPr/>
                <a14:m>
                  <m:oMathPara xmlns:m="http://schemas.openxmlformats.org/officeDocument/2006/math">
                    <m:oMathParaPr>
                      <m:jc m:val="centerGroup"/>
                    </m:oMathParaPr>
                    <m:oMath xmlns:m="http://schemas.openxmlformats.org/officeDocument/2006/math">
                      <m:acc>
                        <m:accPr>
                          <m:chr m:val="̅"/>
                          <m:ctrlPr>
                            <a:rPr lang="es-EC" sz="2400" b="0" i="1" smtClean="0">
                              <a:solidFill>
                                <a:srgbClr val="000000"/>
                              </a:solidFill>
                              <a:latin typeface="Cambria Math" panose="02040503050406030204" pitchFamily="18" charset="0"/>
                            </a:rPr>
                          </m:ctrlPr>
                        </m:accPr>
                        <m:e>
                          <m:r>
                            <a:rPr lang="es-EC" sz="2400" b="0" i="1" smtClean="0">
                              <a:solidFill>
                                <a:srgbClr val="000000"/>
                              </a:solidFill>
                              <a:latin typeface="Cambria Math" panose="02040503050406030204" pitchFamily="18" charset="0"/>
                            </a:rPr>
                            <m:t>𝑋</m:t>
                          </m:r>
                        </m:e>
                      </m:acc>
                      <m:r>
                        <a:rPr lang="es-EC" sz="2400" b="0" i="1" smtClean="0">
                          <a:solidFill>
                            <a:srgbClr val="000000"/>
                          </a:solidFill>
                          <a:latin typeface="Cambria Math" panose="02040503050406030204" pitchFamily="18" charset="0"/>
                          <a:ea typeface="Cambria Math" panose="02040503050406030204" pitchFamily="18" charset="0"/>
                        </a:rPr>
                        <m:t>→</m:t>
                      </m:r>
                      <m:r>
                        <a:rPr lang="es-EC" sz="2400" b="0" i="1" smtClean="0">
                          <a:solidFill>
                            <a:srgbClr val="000000"/>
                          </a:solidFill>
                          <a:latin typeface="Cambria Math" panose="02040503050406030204" pitchFamily="18" charset="0"/>
                          <a:ea typeface="Cambria Math" panose="02040503050406030204" pitchFamily="18" charset="0"/>
                        </a:rPr>
                        <m:t>𝐸𝑠𝑡𝑖𝑚𝑎</m:t>
                      </m:r>
                      <m:r>
                        <a:rPr lang="es-EC" sz="2400" b="0" i="1" smtClean="0">
                          <a:solidFill>
                            <a:srgbClr val="000000"/>
                          </a:solidFill>
                          <a:latin typeface="Cambria Math" panose="02040503050406030204" pitchFamily="18" charset="0"/>
                          <a:ea typeface="Cambria Math" panose="02040503050406030204" pitchFamily="18" charset="0"/>
                        </a:rPr>
                        <m:t> </m:t>
                      </m:r>
                      <m:r>
                        <a:rPr lang="es-EC" sz="2400" b="0" i="1" smtClean="0">
                          <a:solidFill>
                            <a:srgbClr val="000000"/>
                          </a:solidFill>
                          <a:latin typeface="Cambria Math" panose="02040503050406030204" pitchFamily="18" charset="0"/>
                          <a:ea typeface="Cambria Math" panose="02040503050406030204" pitchFamily="18" charset="0"/>
                        </a:rPr>
                        <m:t>𝑙𝑎</m:t>
                      </m:r>
                      <m:r>
                        <a:rPr lang="es-EC" sz="2400" b="0" i="1" smtClean="0">
                          <a:solidFill>
                            <a:srgbClr val="000000"/>
                          </a:solidFill>
                          <a:latin typeface="Cambria Math" panose="02040503050406030204" pitchFamily="18" charset="0"/>
                          <a:ea typeface="Cambria Math" panose="02040503050406030204" pitchFamily="18" charset="0"/>
                        </a:rPr>
                        <m:t> </m:t>
                      </m:r>
                      <m:r>
                        <a:rPr lang="es-EC" sz="2400" b="0" i="1" smtClean="0">
                          <a:solidFill>
                            <a:srgbClr val="000000"/>
                          </a:solidFill>
                          <a:latin typeface="Cambria Math" panose="02040503050406030204" pitchFamily="18" charset="0"/>
                          <a:ea typeface="Cambria Math" panose="02040503050406030204" pitchFamily="18" charset="0"/>
                        </a:rPr>
                        <m:t>𝑚𝑒𝑑𝑖𝑎</m:t>
                      </m:r>
                      <m:r>
                        <a:rPr lang="es-EC" sz="2400" b="0" i="1" smtClean="0">
                          <a:solidFill>
                            <a:srgbClr val="000000"/>
                          </a:solidFill>
                          <a:latin typeface="Cambria Math" panose="02040503050406030204" pitchFamily="18" charset="0"/>
                          <a:ea typeface="Cambria Math" panose="02040503050406030204" pitchFamily="18" charset="0"/>
                        </a:rPr>
                        <m:t> </m:t>
                      </m:r>
                      <m:r>
                        <a:rPr lang="es-EC" sz="2400" b="0" i="1" smtClean="0">
                          <a:solidFill>
                            <a:srgbClr val="000000"/>
                          </a:solidFill>
                          <a:latin typeface="Cambria Math" panose="02040503050406030204" pitchFamily="18" charset="0"/>
                          <a:ea typeface="Cambria Math" panose="02040503050406030204" pitchFamily="18" charset="0"/>
                        </a:rPr>
                        <m:t>𝜇</m:t>
                      </m:r>
                    </m:oMath>
                  </m:oMathPara>
                </a14:m>
                <a:endParaRPr lang="es-EC" sz="2400" b="0" dirty="0">
                  <a:solidFill>
                    <a:srgbClr val="000000"/>
                  </a:solidFill>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s-EC" sz="2400" b="0" i="1" smtClean="0">
                              <a:solidFill>
                                <a:srgbClr val="000000"/>
                              </a:solidFill>
                              <a:latin typeface="Cambria Math" panose="02040503050406030204" pitchFamily="18" charset="0"/>
                              <a:ea typeface="Cambria Math" panose="02040503050406030204" pitchFamily="18" charset="0"/>
                            </a:rPr>
                          </m:ctrlPr>
                        </m:sSubPr>
                        <m:e>
                          <m:r>
                            <a:rPr lang="es-EC" sz="2400" b="0" i="1" smtClean="0">
                              <a:solidFill>
                                <a:srgbClr val="000000"/>
                              </a:solidFill>
                              <a:latin typeface="Cambria Math" panose="02040503050406030204" pitchFamily="18" charset="0"/>
                              <a:ea typeface="Cambria Math" panose="02040503050406030204" pitchFamily="18" charset="0"/>
                            </a:rPr>
                            <m:t>𝑆</m:t>
                          </m:r>
                        </m:e>
                        <m:sub>
                          <m:r>
                            <a:rPr lang="es-EC" sz="2400" b="0" i="1" smtClean="0">
                              <a:solidFill>
                                <a:srgbClr val="000000"/>
                              </a:solidFill>
                              <a:latin typeface="Cambria Math" panose="02040503050406030204" pitchFamily="18" charset="0"/>
                              <a:ea typeface="Cambria Math" panose="02040503050406030204" pitchFamily="18" charset="0"/>
                            </a:rPr>
                            <m:t>𝑛</m:t>
                          </m:r>
                        </m:sub>
                      </m:sSub>
                      <m:r>
                        <a:rPr lang="es-EC" sz="2400" b="0" i="1" smtClean="0">
                          <a:solidFill>
                            <a:srgbClr val="000000"/>
                          </a:solidFill>
                          <a:latin typeface="Cambria Math" panose="02040503050406030204" pitchFamily="18" charset="0"/>
                          <a:ea typeface="Cambria Math" panose="02040503050406030204" pitchFamily="18" charset="0"/>
                        </a:rPr>
                        <m:t>→</m:t>
                      </m:r>
                      <m:r>
                        <a:rPr lang="es-EC" sz="2400" b="0" i="1" smtClean="0">
                          <a:solidFill>
                            <a:srgbClr val="000000"/>
                          </a:solidFill>
                          <a:latin typeface="Cambria Math" panose="02040503050406030204" pitchFamily="18" charset="0"/>
                          <a:ea typeface="Cambria Math" panose="02040503050406030204" pitchFamily="18" charset="0"/>
                        </a:rPr>
                        <m:t>𝐸𝑠𝑡𝑖𝑚𝑎</m:t>
                      </m:r>
                      <m:r>
                        <a:rPr lang="es-EC" sz="2400" b="0" i="1" smtClean="0">
                          <a:solidFill>
                            <a:srgbClr val="000000"/>
                          </a:solidFill>
                          <a:latin typeface="Cambria Math" panose="02040503050406030204" pitchFamily="18" charset="0"/>
                          <a:ea typeface="Cambria Math" panose="02040503050406030204" pitchFamily="18" charset="0"/>
                        </a:rPr>
                        <m:t> </m:t>
                      </m:r>
                      <m:r>
                        <a:rPr lang="es-EC" sz="2400" b="0" i="1" smtClean="0">
                          <a:solidFill>
                            <a:srgbClr val="000000"/>
                          </a:solidFill>
                          <a:latin typeface="Cambria Math" panose="02040503050406030204" pitchFamily="18" charset="0"/>
                          <a:ea typeface="Cambria Math" panose="02040503050406030204" pitchFamily="18" charset="0"/>
                        </a:rPr>
                        <m:t>𝑒𝑙</m:t>
                      </m:r>
                      <m:r>
                        <a:rPr lang="es-EC" sz="2400" b="0" i="1" smtClean="0">
                          <a:solidFill>
                            <a:srgbClr val="000000"/>
                          </a:solidFill>
                          <a:latin typeface="Cambria Math" panose="02040503050406030204" pitchFamily="18" charset="0"/>
                          <a:ea typeface="Cambria Math" panose="02040503050406030204" pitchFamily="18" charset="0"/>
                        </a:rPr>
                        <m:t> </m:t>
                      </m:r>
                      <m:r>
                        <a:rPr lang="es-EC" sz="2400" b="0" i="1" smtClean="0">
                          <a:solidFill>
                            <a:srgbClr val="000000"/>
                          </a:solidFill>
                          <a:latin typeface="Cambria Math" panose="02040503050406030204" pitchFamily="18" charset="0"/>
                          <a:ea typeface="Cambria Math" panose="02040503050406030204" pitchFamily="18" charset="0"/>
                        </a:rPr>
                        <m:t>𝑡𝑜𝑡𝑎𝑙</m:t>
                      </m:r>
                      <m:r>
                        <a:rPr lang="es-EC" sz="2400" b="0" i="1" smtClean="0">
                          <a:solidFill>
                            <a:srgbClr val="000000"/>
                          </a:solidFill>
                          <a:latin typeface="Cambria Math" panose="02040503050406030204" pitchFamily="18" charset="0"/>
                          <a:ea typeface="Cambria Math" panose="02040503050406030204" pitchFamily="18" charset="0"/>
                        </a:rPr>
                        <m:t> </m:t>
                      </m:r>
                      <m:r>
                        <a:rPr lang="es-EC" sz="2400" b="0" i="1" smtClean="0">
                          <a:solidFill>
                            <a:srgbClr val="000000"/>
                          </a:solidFill>
                          <a:latin typeface="Cambria Math" panose="02040503050406030204" pitchFamily="18" charset="0"/>
                          <a:ea typeface="Cambria Math" panose="02040503050406030204" pitchFamily="18" charset="0"/>
                        </a:rPr>
                        <m:t>𝜏</m:t>
                      </m:r>
                    </m:oMath>
                  </m:oMathPara>
                </a14:m>
                <a:endParaRPr lang="es-EC" sz="2400" b="0" dirty="0">
                  <a:solidFill>
                    <a:srgbClr val="000000"/>
                  </a:solidFill>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p>
                        <m:sSupPr>
                          <m:ctrlPr>
                            <a:rPr lang="es-EC" sz="2400" b="0" i="1" smtClean="0">
                              <a:solidFill>
                                <a:srgbClr val="000000"/>
                              </a:solidFill>
                              <a:latin typeface="Cambria Math" panose="02040503050406030204" pitchFamily="18" charset="0"/>
                              <a:ea typeface="Cambria Math" panose="02040503050406030204" pitchFamily="18" charset="0"/>
                            </a:rPr>
                          </m:ctrlPr>
                        </m:sSupPr>
                        <m:e>
                          <m:r>
                            <a:rPr lang="es-EC" sz="2400" b="0" i="1" smtClean="0">
                              <a:solidFill>
                                <a:srgbClr val="000000"/>
                              </a:solidFill>
                              <a:latin typeface="Cambria Math" panose="02040503050406030204" pitchFamily="18" charset="0"/>
                              <a:ea typeface="Cambria Math" panose="02040503050406030204" pitchFamily="18" charset="0"/>
                            </a:rPr>
                            <m:t>𝑠</m:t>
                          </m:r>
                        </m:e>
                        <m:sup>
                          <m:r>
                            <a:rPr lang="es-EC" sz="2400" b="0" i="1" smtClean="0">
                              <a:solidFill>
                                <a:srgbClr val="000000"/>
                              </a:solidFill>
                              <a:latin typeface="Cambria Math" panose="02040503050406030204" pitchFamily="18" charset="0"/>
                              <a:ea typeface="Cambria Math" panose="02040503050406030204" pitchFamily="18" charset="0"/>
                            </a:rPr>
                            <m:t>2</m:t>
                          </m:r>
                        </m:sup>
                      </m:sSup>
                      <m:r>
                        <a:rPr lang="es-EC" sz="2400" b="0" i="1" smtClean="0">
                          <a:solidFill>
                            <a:srgbClr val="000000"/>
                          </a:solidFill>
                          <a:latin typeface="Cambria Math" panose="02040503050406030204" pitchFamily="18" charset="0"/>
                          <a:ea typeface="Cambria Math" panose="02040503050406030204" pitchFamily="18" charset="0"/>
                        </a:rPr>
                        <m:t>→</m:t>
                      </m:r>
                      <m:r>
                        <a:rPr lang="es-EC" sz="2400" b="0" i="1" smtClean="0">
                          <a:solidFill>
                            <a:srgbClr val="000000"/>
                          </a:solidFill>
                          <a:latin typeface="Cambria Math" panose="02040503050406030204" pitchFamily="18" charset="0"/>
                          <a:ea typeface="Cambria Math" panose="02040503050406030204" pitchFamily="18" charset="0"/>
                        </a:rPr>
                        <m:t>𝐸𝑠𝑡𝑖𝑚𝑎</m:t>
                      </m:r>
                      <m:r>
                        <a:rPr lang="es-EC" sz="2400" b="0" i="1" smtClean="0">
                          <a:solidFill>
                            <a:srgbClr val="000000"/>
                          </a:solidFill>
                          <a:latin typeface="Cambria Math" panose="02040503050406030204" pitchFamily="18" charset="0"/>
                          <a:ea typeface="Cambria Math" panose="02040503050406030204" pitchFamily="18" charset="0"/>
                        </a:rPr>
                        <m:t> </m:t>
                      </m:r>
                      <m:r>
                        <a:rPr lang="es-EC" sz="2400" b="0" i="1" smtClean="0">
                          <a:solidFill>
                            <a:srgbClr val="000000"/>
                          </a:solidFill>
                          <a:latin typeface="Cambria Math" panose="02040503050406030204" pitchFamily="18" charset="0"/>
                          <a:ea typeface="Cambria Math" panose="02040503050406030204" pitchFamily="18" charset="0"/>
                        </a:rPr>
                        <m:t>𝑙𝑎</m:t>
                      </m:r>
                      <m:r>
                        <a:rPr lang="es-EC" sz="2400" b="0" i="1" smtClean="0">
                          <a:solidFill>
                            <a:srgbClr val="000000"/>
                          </a:solidFill>
                          <a:latin typeface="Cambria Math" panose="02040503050406030204" pitchFamily="18" charset="0"/>
                          <a:ea typeface="Cambria Math" panose="02040503050406030204" pitchFamily="18" charset="0"/>
                        </a:rPr>
                        <m:t> </m:t>
                      </m:r>
                      <m:r>
                        <a:rPr lang="es-EC" sz="2400" b="0" i="1" smtClean="0">
                          <a:solidFill>
                            <a:srgbClr val="000000"/>
                          </a:solidFill>
                          <a:latin typeface="Cambria Math" panose="02040503050406030204" pitchFamily="18" charset="0"/>
                          <a:ea typeface="Cambria Math" panose="02040503050406030204" pitchFamily="18" charset="0"/>
                        </a:rPr>
                        <m:t>𝑣𝑎𝑟𝑖𝑎𝑛𝑧𝑎</m:t>
                      </m:r>
                      <m:r>
                        <a:rPr lang="es-EC" sz="2400" b="0" i="1" smtClean="0">
                          <a:solidFill>
                            <a:srgbClr val="000000"/>
                          </a:solidFill>
                          <a:latin typeface="Cambria Math" panose="02040503050406030204" pitchFamily="18" charset="0"/>
                          <a:ea typeface="Cambria Math" panose="02040503050406030204" pitchFamily="18" charset="0"/>
                        </a:rPr>
                        <m:t> </m:t>
                      </m:r>
                      <m:sSup>
                        <m:sSupPr>
                          <m:ctrlPr>
                            <a:rPr lang="es-EC" sz="2400" b="0" i="1" smtClean="0">
                              <a:solidFill>
                                <a:srgbClr val="000000"/>
                              </a:solidFill>
                              <a:latin typeface="Cambria Math" panose="02040503050406030204" pitchFamily="18" charset="0"/>
                              <a:ea typeface="Cambria Math" panose="02040503050406030204" pitchFamily="18" charset="0"/>
                            </a:rPr>
                          </m:ctrlPr>
                        </m:sSupPr>
                        <m:e>
                          <m:r>
                            <a:rPr lang="es-EC" sz="2400" b="0" i="1" smtClean="0">
                              <a:solidFill>
                                <a:srgbClr val="000000"/>
                              </a:solidFill>
                              <a:latin typeface="Cambria Math" panose="02040503050406030204" pitchFamily="18" charset="0"/>
                              <a:ea typeface="Cambria Math" panose="02040503050406030204" pitchFamily="18" charset="0"/>
                            </a:rPr>
                            <m:t>𝜎</m:t>
                          </m:r>
                        </m:e>
                        <m:sup>
                          <m:r>
                            <a:rPr lang="es-EC" sz="2400" b="0" i="1" smtClean="0">
                              <a:solidFill>
                                <a:srgbClr val="000000"/>
                              </a:solidFill>
                              <a:latin typeface="Cambria Math" panose="02040503050406030204" pitchFamily="18" charset="0"/>
                              <a:ea typeface="Cambria Math" panose="02040503050406030204" pitchFamily="18" charset="0"/>
                            </a:rPr>
                            <m:t>2</m:t>
                          </m:r>
                        </m:sup>
                      </m:sSup>
                    </m:oMath>
                  </m:oMathPara>
                </a14:m>
                <a:endParaRPr lang="es-EC" sz="2400" b="0" dirty="0">
                  <a:solidFill>
                    <a:srgbClr val="000000"/>
                  </a:solidFill>
                  <a:ea typeface="Cambria Math" panose="02040503050406030204" pitchFamily="18" charset="0"/>
                </a:endParaRPr>
              </a:p>
              <a:p>
                <a:endParaRPr lang="es-EC" sz="2400" b="0" dirty="0">
                  <a:solidFill>
                    <a:srgbClr val="000000"/>
                  </a:solidFill>
                  <a:ea typeface="Cambria Math" panose="02040503050406030204" pitchFamily="18" charset="0"/>
                </a:endParaRPr>
              </a:p>
              <a:p>
                <a:endParaRPr lang="es-EC" sz="2400" dirty="0">
                  <a:solidFill>
                    <a:srgbClr val="000000"/>
                  </a:solidFill>
                </a:endParaRPr>
              </a:p>
            </p:txBody>
          </p:sp>
        </mc:Choice>
        <mc:Fallback xmlns="">
          <p:sp>
            <p:nvSpPr>
              <p:cNvPr id="3" name="Rectángulo 2"/>
              <p:cNvSpPr>
                <a:spLocks noRot="1" noChangeAspect="1" noMove="1" noResize="1" noEditPoints="1" noAdjustHandles="1" noChangeArrowheads="1" noChangeShapeType="1" noTextEdit="1"/>
              </p:cNvSpPr>
              <p:nvPr/>
            </p:nvSpPr>
            <p:spPr>
              <a:xfrm>
                <a:off x="631109" y="1298178"/>
                <a:ext cx="10204531" cy="4244175"/>
              </a:xfrm>
              <a:prstGeom prst="rect">
                <a:avLst/>
              </a:prstGeom>
              <a:blipFill rotWithShape="0">
                <a:blip r:embed="rId2"/>
                <a:stretch>
                  <a:fillRect l="-956" t="-1149"/>
                </a:stretch>
              </a:blipFill>
            </p:spPr>
            <p:txBody>
              <a:bodyPr/>
              <a:lstStyle/>
              <a:p>
                <a:r>
                  <a:rPr lang="es-EC">
                    <a:noFill/>
                  </a:rPr>
                  <a:t> </a:t>
                </a:r>
              </a:p>
            </p:txBody>
          </p:sp>
        </mc:Fallback>
      </mc:AlternateContent>
    </p:spTree>
    <p:extLst>
      <p:ext uri="{BB962C8B-B14F-4D97-AF65-F5344CB8AC3E}">
        <p14:creationId xmlns:p14="http://schemas.microsoft.com/office/powerpoint/2010/main" val="29424317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631110" y="297698"/>
            <a:ext cx="6153736" cy="646331"/>
          </a:xfrm>
          <a:prstGeom prst="rect">
            <a:avLst/>
          </a:prstGeom>
          <a:noFill/>
        </p:spPr>
        <p:txBody>
          <a:bodyPr wrap="none" rtlCol="0">
            <a:spAutoFit/>
          </a:bodyPr>
          <a:lstStyle/>
          <a:p>
            <a:r>
              <a:rPr lang="es-EC" sz="3600" b="1" dirty="0"/>
              <a:t>ESTIMACIÓN – CONVERGENCIA</a:t>
            </a:r>
            <a:endParaRPr lang="es-EC" sz="4000" b="1" dirty="0"/>
          </a:p>
        </p:txBody>
      </p:sp>
      <mc:AlternateContent xmlns:mc="http://schemas.openxmlformats.org/markup-compatibility/2006" xmlns:a14="http://schemas.microsoft.com/office/drawing/2010/main">
        <mc:Choice Requires="a14">
          <p:sp>
            <p:nvSpPr>
              <p:cNvPr id="4" name="Rectángulo 3"/>
              <p:cNvSpPr/>
              <p:nvPr/>
            </p:nvSpPr>
            <p:spPr>
              <a:xfrm>
                <a:off x="631110" y="1069578"/>
                <a:ext cx="10204531" cy="4891147"/>
              </a:xfrm>
              <a:prstGeom prst="rect">
                <a:avLst/>
              </a:prstGeom>
            </p:spPr>
            <p:txBody>
              <a:bodyPr wrap="square">
                <a:spAutoFit/>
              </a:bodyPr>
              <a:lstStyle/>
              <a:p>
                <a:r>
                  <a:rPr lang="es-EC" sz="2400" b="1" dirty="0">
                    <a:solidFill>
                      <a:srgbClr val="000000"/>
                    </a:solidFill>
                  </a:rPr>
                  <a:t>Propiedades de los estimadores</a:t>
                </a:r>
              </a:p>
              <a:p>
                <a:endParaRPr lang="es-EC" sz="2400" b="1" dirty="0">
                  <a:solidFill>
                    <a:srgbClr val="000000"/>
                  </a:solidFill>
                </a:endParaRPr>
              </a:p>
              <a:p>
                <a:pPr algn="just"/>
                <a:r>
                  <a:rPr lang="es-EC" sz="2400" dirty="0">
                    <a:solidFill>
                      <a:srgbClr val="000000"/>
                    </a:solidFill>
                  </a:rPr>
                  <a:t>Siendo </a:t>
                </a:r>
                <a14:m>
                  <m:oMath xmlns:m="http://schemas.openxmlformats.org/officeDocument/2006/math">
                    <m:r>
                      <a:rPr lang="es-EC" sz="2400" b="0" i="1" smtClean="0">
                        <a:solidFill>
                          <a:srgbClr val="000000"/>
                        </a:solidFill>
                        <a:latin typeface="Cambria Math" panose="02040503050406030204" pitchFamily="18" charset="0"/>
                        <a:ea typeface="Cambria Math" panose="02040503050406030204" pitchFamily="18" charset="0"/>
                      </a:rPr>
                      <m:t>𝜃</m:t>
                    </m:r>
                  </m:oMath>
                </a14:m>
                <a:r>
                  <a:rPr lang="es-EC" sz="2400" dirty="0">
                    <a:solidFill>
                      <a:srgbClr val="000000"/>
                    </a:solidFill>
                  </a:rPr>
                  <a:t> un parámetro de una población y </a:t>
                </a:r>
                <a14:m>
                  <m:oMath xmlns:m="http://schemas.openxmlformats.org/officeDocument/2006/math">
                    <m:acc>
                      <m:accPr>
                        <m:chr m:val="̂"/>
                        <m:ctrlPr>
                          <a:rPr lang="es-EC" sz="2400" i="1" smtClean="0">
                            <a:solidFill>
                              <a:srgbClr val="000000"/>
                            </a:solidFill>
                            <a:latin typeface="Cambria Math" panose="02040503050406030204" pitchFamily="18" charset="0"/>
                          </a:rPr>
                        </m:ctrlPr>
                      </m:accPr>
                      <m:e>
                        <m:r>
                          <a:rPr lang="es-EC" sz="2400" b="0" i="1" smtClean="0">
                            <a:solidFill>
                              <a:srgbClr val="000000"/>
                            </a:solidFill>
                            <a:latin typeface="Cambria Math" panose="02040503050406030204" pitchFamily="18" charset="0"/>
                            <a:ea typeface="Cambria Math" panose="02040503050406030204" pitchFamily="18" charset="0"/>
                          </a:rPr>
                          <m:t>𝜃</m:t>
                        </m:r>
                      </m:e>
                    </m:acc>
                  </m:oMath>
                </a14:m>
                <a:r>
                  <a:rPr lang="es-EC" sz="2400" dirty="0">
                    <a:solidFill>
                      <a:srgbClr val="000000"/>
                    </a:solidFill>
                  </a:rPr>
                  <a:t> un estimador para este, consideraremos las siguientes características deseables para todo estimador</a:t>
                </a:r>
              </a:p>
              <a:p>
                <a:endParaRPr lang="es-EC" sz="2400" b="1" dirty="0">
                  <a:solidFill>
                    <a:srgbClr val="000000"/>
                  </a:solidFill>
                </a:endParaRPr>
              </a:p>
              <a:p>
                <a:pPr marL="342900" indent="-342900">
                  <a:buFontTx/>
                  <a:buChar char="-"/>
                </a:pPr>
                <a:r>
                  <a:rPr lang="es-EC" sz="2400" dirty="0">
                    <a:solidFill>
                      <a:srgbClr val="000000"/>
                    </a:solidFill>
                  </a:rPr>
                  <a:t>Estimador </a:t>
                </a:r>
                <a:r>
                  <a:rPr lang="es-EC" sz="2400" dirty="0" err="1">
                    <a:solidFill>
                      <a:srgbClr val="000000"/>
                    </a:solidFill>
                  </a:rPr>
                  <a:t>Insesgado</a:t>
                </a:r>
                <a:r>
                  <a:rPr lang="es-EC" sz="2400" dirty="0">
                    <a:solidFill>
                      <a:srgbClr val="000000"/>
                    </a:solidFill>
                  </a:rPr>
                  <a:t>      </a:t>
                </a:r>
                <a14:m>
                  <m:oMath xmlns:m="http://schemas.openxmlformats.org/officeDocument/2006/math">
                    <m:r>
                      <a:rPr lang="es-EC" sz="2400" b="0" i="1" smtClean="0">
                        <a:solidFill>
                          <a:srgbClr val="000000"/>
                        </a:solidFill>
                        <a:latin typeface="Cambria Math" panose="02040503050406030204" pitchFamily="18" charset="0"/>
                      </a:rPr>
                      <m:t>𝐸</m:t>
                    </m:r>
                    <m:d>
                      <m:dPr>
                        <m:ctrlPr>
                          <a:rPr lang="es-EC" sz="2400" i="1" smtClean="0">
                            <a:solidFill>
                              <a:srgbClr val="000000"/>
                            </a:solidFill>
                            <a:latin typeface="Cambria Math" panose="02040503050406030204" pitchFamily="18" charset="0"/>
                          </a:rPr>
                        </m:ctrlPr>
                      </m:dPr>
                      <m:e>
                        <m:acc>
                          <m:accPr>
                            <m:chr m:val="̂"/>
                            <m:ctrlPr>
                              <a:rPr lang="es-EC" sz="2400" i="1" smtClean="0">
                                <a:solidFill>
                                  <a:srgbClr val="000000"/>
                                </a:solidFill>
                                <a:latin typeface="Cambria Math" panose="02040503050406030204" pitchFamily="18" charset="0"/>
                              </a:rPr>
                            </m:ctrlPr>
                          </m:accPr>
                          <m:e>
                            <m:r>
                              <a:rPr lang="es-EC" sz="2400" b="0" i="1" smtClean="0">
                                <a:solidFill>
                                  <a:srgbClr val="000000"/>
                                </a:solidFill>
                                <a:latin typeface="Cambria Math" panose="02040503050406030204" pitchFamily="18" charset="0"/>
                                <a:ea typeface="Cambria Math" panose="02040503050406030204" pitchFamily="18" charset="0"/>
                              </a:rPr>
                              <m:t>𝜃</m:t>
                            </m:r>
                          </m:e>
                        </m:acc>
                      </m:e>
                    </m:d>
                    <m:r>
                      <a:rPr lang="es-EC" sz="2400" b="0" i="0" smtClean="0">
                        <a:solidFill>
                          <a:srgbClr val="000000"/>
                        </a:solidFill>
                        <a:latin typeface="Cambria Math" panose="02040503050406030204" pitchFamily="18" charset="0"/>
                        <a:ea typeface="Cambria Math" panose="02040503050406030204" pitchFamily="18" charset="0"/>
                      </a:rPr>
                      <m:t>=</m:t>
                    </m:r>
                    <m:r>
                      <a:rPr lang="el-GR" sz="2400" b="0" i="1" smtClean="0">
                        <a:solidFill>
                          <a:srgbClr val="000000"/>
                        </a:solidFill>
                        <a:latin typeface="Cambria Math" panose="02040503050406030204" pitchFamily="18" charset="0"/>
                        <a:ea typeface="Cambria Math" panose="02040503050406030204" pitchFamily="18" charset="0"/>
                      </a:rPr>
                      <m:t>𝜃</m:t>
                    </m:r>
                  </m:oMath>
                </a14:m>
                <a:endParaRPr lang="es-EC" sz="2400" dirty="0">
                  <a:solidFill>
                    <a:srgbClr val="000000"/>
                  </a:solidFill>
                </a:endParaRPr>
              </a:p>
              <a:p>
                <a:pPr marL="800100" lvl="1" indent="-342900">
                  <a:buFontTx/>
                  <a:buChar char="-"/>
                </a:pPr>
                <a:endParaRPr lang="es-EC" sz="2400" b="1" dirty="0">
                  <a:solidFill>
                    <a:srgbClr val="000000"/>
                  </a:solidFill>
                </a:endParaRPr>
              </a:p>
              <a:p>
                <a:pPr marL="800100" lvl="1" indent="-342900">
                  <a:buFontTx/>
                  <a:buChar char="-"/>
                </a:pPr>
                <a:r>
                  <a:rPr lang="es-EC" sz="2400" dirty="0">
                    <a:solidFill>
                      <a:srgbClr val="000000"/>
                    </a:solidFill>
                  </a:rPr>
                  <a:t>Sesgo de un estimador  </a:t>
                </a:r>
                <a14:m>
                  <m:oMath xmlns:m="http://schemas.openxmlformats.org/officeDocument/2006/math">
                    <m:r>
                      <m:rPr>
                        <m:sty m:val="p"/>
                      </m:rPr>
                      <a:rPr lang="es-EC" sz="2400" b="0" i="0" smtClean="0">
                        <a:solidFill>
                          <a:srgbClr val="000000"/>
                        </a:solidFill>
                        <a:latin typeface="Cambria Math" panose="02040503050406030204" pitchFamily="18" charset="0"/>
                      </a:rPr>
                      <m:t>B</m:t>
                    </m:r>
                    <m:d>
                      <m:dPr>
                        <m:ctrlPr>
                          <a:rPr lang="es-EC" sz="2400" i="1" smtClean="0">
                            <a:solidFill>
                              <a:srgbClr val="000000"/>
                            </a:solidFill>
                            <a:latin typeface="Cambria Math" panose="02040503050406030204" pitchFamily="18" charset="0"/>
                          </a:rPr>
                        </m:ctrlPr>
                      </m:dPr>
                      <m:e>
                        <m:acc>
                          <m:accPr>
                            <m:chr m:val="̂"/>
                            <m:ctrlPr>
                              <a:rPr lang="es-EC" sz="2400" i="1" smtClean="0">
                                <a:solidFill>
                                  <a:srgbClr val="000000"/>
                                </a:solidFill>
                                <a:latin typeface="Cambria Math" panose="02040503050406030204" pitchFamily="18" charset="0"/>
                              </a:rPr>
                            </m:ctrlPr>
                          </m:accPr>
                          <m:e>
                            <m:r>
                              <a:rPr lang="es-EC" sz="2400" b="0" i="1" smtClean="0">
                                <a:solidFill>
                                  <a:srgbClr val="000000"/>
                                </a:solidFill>
                                <a:latin typeface="Cambria Math" panose="02040503050406030204" pitchFamily="18" charset="0"/>
                                <a:ea typeface="Cambria Math" panose="02040503050406030204" pitchFamily="18" charset="0"/>
                              </a:rPr>
                              <m:t>𝜃</m:t>
                            </m:r>
                          </m:e>
                        </m:acc>
                      </m:e>
                    </m:d>
                    <m:r>
                      <a:rPr lang="es-EC" sz="2400" b="0" i="0" smtClean="0">
                        <a:solidFill>
                          <a:srgbClr val="000000"/>
                        </a:solidFill>
                        <a:latin typeface="Cambria Math" panose="02040503050406030204" pitchFamily="18" charset="0"/>
                        <a:ea typeface="Cambria Math" panose="02040503050406030204" pitchFamily="18" charset="0"/>
                      </a:rPr>
                      <m:t>=</m:t>
                    </m:r>
                    <m:r>
                      <a:rPr lang="es-EC" sz="2400" b="0" i="1" smtClean="0">
                        <a:solidFill>
                          <a:srgbClr val="000000"/>
                        </a:solidFill>
                        <a:latin typeface="Cambria Math" panose="02040503050406030204" pitchFamily="18" charset="0"/>
                      </a:rPr>
                      <m:t>𝐸</m:t>
                    </m:r>
                    <m:d>
                      <m:dPr>
                        <m:ctrlPr>
                          <a:rPr lang="es-EC" sz="2400" i="1" smtClean="0">
                            <a:solidFill>
                              <a:srgbClr val="000000"/>
                            </a:solidFill>
                            <a:latin typeface="Cambria Math" panose="02040503050406030204" pitchFamily="18" charset="0"/>
                          </a:rPr>
                        </m:ctrlPr>
                      </m:dPr>
                      <m:e>
                        <m:acc>
                          <m:accPr>
                            <m:chr m:val="̂"/>
                            <m:ctrlPr>
                              <a:rPr lang="es-EC" sz="2400" i="1" smtClean="0">
                                <a:solidFill>
                                  <a:srgbClr val="000000"/>
                                </a:solidFill>
                                <a:latin typeface="Cambria Math" panose="02040503050406030204" pitchFamily="18" charset="0"/>
                              </a:rPr>
                            </m:ctrlPr>
                          </m:accPr>
                          <m:e>
                            <m:r>
                              <a:rPr lang="es-EC" sz="2400" b="0" i="1" smtClean="0">
                                <a:solidFill>
                                  <a:srgbClr val="000000"/>
                                </a:solidFill>
                                <a:latin typeface="Cambria Math" panose="02040503050406030204" pitchFamily="18" charset="0"/>
                                <a:ea typeface="Cambria Math" panose="02040503050406030204" pitchFamily="18" charset="0"/>
                              </a:rPr>
                              <m:t>𝜃</m:t>
                            </m:r>
                          </m:e>
                        </m:acc>
                      </m:e>
                    </m:d>
                    <m:r>
                      <a:rPr lang="es-EC" sz="2400" b="0" i="1" smtClean="0">
                        <a:solidFill>
                          <a:srgbClr val="000000"/>
                        </a:solidFill>
                        <a:latin typeface="Cambria Math" panose="02040503050406030204" pitchFamily="18" charset="0"/>
                        <a:ea typeface="Cambria Math" panose="02040503050406030204" pitchFamily="18" charset="0"/>
                      </a:rPr>
                      <m:t>−</m:t>
                    </m:r>
                    <m:r>
                      <a:rPr lang="el-GR" sz="2400" b="0" i="1" smtClean="0">
                        <a:solidFill>
                          <a:srgbClr val="000000"/>
                        </a:solidFill>
                        <a:latin typeface="Cambria Math" panose="02040503050406030204" pitchFamily="18" charset="0"/>
                        <a:ea typeface="Cambria Math" panose="02040503050406030204" pitchFamily="18" charset="0"/>
                      </a:rPr>
                      <m:t>𝜃</m:t>
                    </m:r>
                  </m:oMath>
                </a14:m>
                <a:endParaRPr lang="es-EC" sz="2400" dirty="0">
                  <a:solidFill>
                    <a:srgbClr val="000000"/>
                  </a:solidFill>
                </a:endParaRPr>
              </a:p>
              <a:p>
                <a:pPr lvl="1"/>
                <a:endParaRPr lang="es-EC" sz="2400" dirty="0">
                  <a:solidFill>
                    <a:srgbClr val="000000"/>
                  </a:solidFill>
                </a:endParaRPr>
              </a:p>
              <a:p>
                <a:pPr lvl="1" indent="-457200">
                  <a:buFontTx/>
                  <a:buChar char="-"/>
                </a:pPr>
                <a:r>
                  <a:rPr lang="es-EC" sz="2400" dirty="0">
                    <a:solidFill>
                      <a:srgbClr val="000000"/>
                    </a:solidFill>
                  </a:rPr>
                  <a:t>Error cuadrático Medio  </a:t>
                </a:r>
                <a14:m>
                  <m:oMath xmlns:m="http://schemas.openxmlformats.org/officeDocument/2006/math">
                    <m:r>
                      <a:rPr lang="es-EC" sz="2400" b="0" i="1" smtClean="0">
                        <a:solidFill>
                          <a:srgbClr val="000000"/>
                        </a:solidFill>
                        <a:latin typeface="Cambria Math" panose="02040503050406030204" pitchFamily="18" charset="0"/>
                      </a:rPr>
                      <m:t>𝐸𝐶𝑀</m:t>
                    </m:r>
                    <m:d>
                      <m:dPr>
                        <m:ctrlPr>
                          <a:rPr lang="es-EC" sz="2400" i="1" smtClean="0">
                            <a:solidFill>
                              <a:srgbClr val="000000"/>
                            </a:solidFill>
                            <a:latin typeface="Cambria Math" panose="02040503050406030204" pitchFamily="18" charset="0"/>
                          </a:rPr>
                        </m:ctrlPr>
                      </m:dPr>
                      <m:e>
                        <m:acc>
                          <m:accPr>
                            <m:chr m:val="̂"/>
                            <m:ctrlPr>
                              <a:rPr lang="es-EC" sz="2400" i="1" smtClean="0">
                                <a:solidFill>
                                  <a:srgbClr val="000000"/>
                                </a:solidFill>
                                <a:latin typeface="Cambria Math" panose="02040503050406030204" pitchFamily="18" charset="0"/>
                              </a:rPr>
                            </m:ctrlPr>
                          </m:accPr>
                          <m:e>
                            <m:r>
                              <a:rPr lang="es-EC" sz="2400" b="0" i="1" smtClean="0">
                                <a:solidFill>
                                  <a:srgbClr val="000000"/>
                                </a:solidFill>
                                <a:latin typeface="Cambria Math" panose="02040503050406030204" pitchFamily="18" charset="0"/>
                                <a:ea typeface="Cambria Math" panose="02040503050406030204" pitchFamily="18" charset="0"/>
                              </a:rPr>
                              <m:t>𝜃</m:t>
                            </m:r>
                          </m:e>
                        </m:acc>
                      </m:e>
                    </m:d>
                    <m:r>
                      <a:rPr lang="es-EC" sz="2400" b="0" i="1" smtClean="0">
                        <a:solidFill>
                          <a:srgbClr val="000000"/>
                        </a:solidFill>
                        <a:latin typeface="Cambria Math" panose="02040503050406030204" pitchFamily="18" charset="0"/>
                        <a:ea typeface="Cambria Math" panose="02040503050406030204" pitchFamily="18" charset="0"/>
                      </a:rPr>
                      <m:t>=</m:t>
                    </m:r>
                    <m:r>
                      <a:rPr lang="es-EC" sz="2400" b="0" i="1" smtClean="0">
                        <a:solidFill>
                          <a:srgbClr val="000000"/>
                        </a:solidFill>
                        <a:latin typeface="Cambria Math" panose="02040503050406030204" pitchFamily="18" charset="0"/>
                      </a:rPr>
                      <m:t>𝐸</m:t>
                    </m:r>
                    <m:d>
                      <m:dPr>
                        <m:begChr m:val="["/>
                        <m:endChr m:val="]"/>
                        <m:ctrlPr>
                          <a:rPr lang="es-EC" sz="2400" b="0" i="1" smtClean="0">
                            <a:solidFill>
                              <a:srgbClr val="000000"/>
                            </a:solidFill>
                            <a:latin typeface="Cambria Math" panose="02040503050406030204" pitchFamily="18" charset="0"/>
                          </a:rPr>
                        </m:ctrlPr>
                      </m:dPr>
                      <m:e>
                        <m:sSup>
                          <m:sSupPr>
                            <m:ctrlPr>
                              <a:rPr lang="es-EC" sz="2400" b="0" i="1" smtClean="0">
                                <a:solidFill>
                                  <a:srgbClr val="000000"/>
                                </a:solidFill>
                                <a:latin typeface="Cambria Math" panose="02040503050406030204" pitchFamily="18" charset="0"/>
                                <a:ea typeface="Cambria Math" panose="02040503050406030204" pitchFamily="18" charset="0"/>
                              </a:rPr>
                            </m:ctrlPr>
                          </m:sSupPr>
                          <m:e>
                            <m:d>
                              <m:dPr>
                                <m:ctrlPr>
                                  <a:rPr lang="es-EC" sz="2400" i="1" smtClean="0">
                                    <a:solidFill>
                                      <a:srgbClr val="000000"/>
                                    </a:solidFill>
                                    <a:latin typeface="Cambria Math" panose="02040503050406030204" pitchFamily="18" charset="0"/>
                                  </a:rPr>
                                </m:ctrlPr>
                              </m:dPr>
                              <m:e>
                                <m:acc>
                                  <m:accPr>
                                    <m:chr m:val="̂"/>
                                    <m:ctrlPr>
                                      <a:rPr lang="es-EC" sz="2400" i="1" smtClean="0">
                                        <a:solidFill>
                                          <a:srgbClr val="000000"/>
                                        </a:solidFill>
                                        <a:latin typeface="Cambria Math" panose="02040503050406030204" pitchFamily="18" charset="0"/>
                                      </a:rPr>
                                    </m:ctrlPr>
                                  </m:accPr>
                                  <m:e>
                                    <m:r>
                                      <a:rPr lang="es-EC" sz="2400" b="0" i="1" smtClean="0">
                                        <a:solidFill>
                                          <a:srgbClr val="000000"/>
                                        </a:solidFill>
                                        <a:latin typeface="Cambria Math" panose="02040503050406030204" pitchFamily="18" charset="0"/>
                                        <a:ea typeface="Cambria Math" panose="02040503050406030204" pitchFamily="18" charset="0"/>
                                      </a:rPr>
                                      <m:t>𝜃</m:t>
                                    </m:r>
                                  </m:e>
                                </m:acc>
                                <m:r>
                                  <a:rPr lang="es-EC" sz="2400" b="0" i="1" smtClean="0">
                                    <a:solidFill>
                                      <a:srgbClr val="000000"/>
                                    </a:solidFill>
                                    <a:latin typeface="Cambria Math" panose="02040503050406030204" pitchFamily="18" charset="0"/>
                                    <a:ea typeface="Cambria Math" panose="02040503050406030204" pitchFamily="18" charset="0"/>
                                  </a:rPr>
                                  <m:t>−</m:t>
                                </m:r>
                                <m:r>
                                  <a:rPr lang="es-EC" sz="2400" b="0" i="1" smtClean="0">
                                    <a:solidFill>
                                      <a:srgbClr val="000000"/>
                                    </a:solidFill>
                                    <a:latin typeface="Cambria Math" panose="02040503050406030204" pitchFamily="18" charset="0"/>
                                    <a:ea typeface="Cambria Math" panose="02040503050406030204" pitchFamily="18" charset="0"/>
                                  </a:rPr>
                                  <m:t>𝜃</m:t>
                                </m:r>
                              </m:e>
                            </m:d>
                          </m:e>
                          <m:sup>
                            <m:r>
                              <a:rPr lang="es-EC" sz="2400" b="0" i="1" smtClean="0">
                                <a:solidFill>
                                  <a:srgbClr val="000000"/>
                                </a:solidFill>
                                <a:latin typeface="Cambria Math" panose="02040503050406030204" pitchFamily="18" charset="0"/>
                                <a:ea typeface="Cambria Math" panose="02040503050406030204" pitchFamily="18" charset="0"/>
                              </a:rPr>
                              <m:t>2</m:t>
                            </m:r>
                          </m:sup>
                        </m:sSup>
                      </m:e>
                    </m:d>
                    <m:r>
                      <a:rPr lang="es-EC" sz="2400" b="0" i="1" smtClean="0">
                        <a:solidFill>
                          <a:srgbClr val="000000"/>
                        </a:solidFill>
                        <a:latin typeface="Cambria Math" panose="02040503050406030204" pitchFamily="18" charset="0"/>
                      </a:rPr>
                      <m:t>=</m:t>
                    </m:r>
                    <m:r>
                      <a:rPr lang="es-EC" sz="2400" b="0" i="1" smtClean="0">
                        <a:solidFill>
                          <a:srgbClr val="000000"/>
                        </a:solidFill>
                        <a:latin typeface="Cambria Math" panose="02040503050406030204" pitchFamily="18" charset="0"/>
                      </a:rPr>
                      <m:t>𝑉𝑎𝑟</m:t>
                    </m:r>
                    <m:d>
                      <m:dPr>
                        <m:ctrlPr>
                          <a:rPr lang="es-EC" sz="2400" i="1" smtClean="0">
                            <a:solidFill>
                              <a:srgbClr val="000000"/>
                            </a:solidFill>
                            <a:latin typeface="Cambria Math" panose="02040503050406030204" pitchFamily="18" charset="0"/>
                          </a:rPr>
                        </m:ctrlPr>
                      </m:dPr>
                      <m:e>
                        <m:acc>
                          <m:accPr>
                            <m:chr m:val="̂"/>
                            <m:ctrlPr>
                              <a:rPr lang="es-EC" sz="2400" i="1" smtClean="0">
                                <a:solidFill>
                                  <a:srgbClr val="000000"/>
                                </a:solidFill>
                                <a:latin typeface="Cambria Math" panose="02040503050406030204" pitchFamily="18" charset="0"/>
                              </a:rPr>
                            </m:ctrlPr>
                          </m:accPr>
                          <m:e>
                            <m:r>
                              <a:rPr lang="es-EC" sz="2400" b="0" i="1" smtClean="0">
                                <a:solidFill>
                                  <a:srgbClr val="000000"/>
                                </a:solidFill>
                                <a:latin typeface="Cambria Math" panose="02040503050406030204" pitchFamily="18" charset="0"/>
                                <a:ea typeface="Cambria Math" panose="02040503050406030204" pitchFamily="18" charset="0"/>
                              </a:rPr>
                              <m:t>𝜃</m:t>
                            </m:r>
                          </m:e>
                        </m:acc>
                      </m:e>
                    </m:d>
                    <m:r>
                      <a:rPr lang="es-EC" sz="2400" b="0" i="1" smtClean="0">
                        <a:solidFill>
                          <a:srgbClr val="000000"/>
                        </a:solidFill>
                        <a:latin typeface="Cambria Math" panose="02040503050406030204" pitchFamily="18" charset="0"/>
                        <a:ea typeface="Cambria Math" panose="02040503050406030204" pitchFamily="18" charset="0"/>
                      </a:rPr>
                      <m:t>+</m:t>
                    </m:r>
                    <m:sSup>
                      <m:sSupPr>
                        <m:ctrlPr>
                          <a:rPr lang="es-EC" sz="2400" b="0" i="1" smtClean="0">
                            <a:solidFill>
                              <a:srgbClr val="000000"/>
                            </a:solidFill>
                            <a:latin typeface="Cambria Math" panose="02040503050406030204" pitchFamily="18" charset="0"/>
                            <a:ea typeface="Cambria Math" panose="02040503050406030204" pitchFamily="18" charset="0"/>
                          </a:rPr>
                        </m:ctrlPr>
                      </m:sSupPr>
                      <m:e>
                        <m:d>
                          <m:dPr>
                            <m:ctrlPr>
                              <a:rPr lang="es-EC" sz="2400" i="1" smtClean="0">
                                <a:solidFill>
                                  <a:srgbClr val="000000"/>
                                </a:solidFill>
                                <a:latin typeface="Cambria Math" panose="02040503050406030204" pitchFamily="18" charset="0"/>
                              </a:rPr>
                            </m:ctrlPr>
                          </m:dPr>
                          <m:e>
                            <m:r>
                              <m:rPr>
                                <m:sty m:val="p"/>
                              </m:rPr>
                              <a:rPr lang="es-EC" sz="2400" b="0" i="0" smtClean="0">
                                <a:solidFill>
                                  <a:srgbClr val="000000"/>
                                </a:solidFill>
                                <a:latin typeface="Cambria Math" panose="02040503050406030204" pitchFamily="18" charset="0"/>
                              </a:rPr>
                              <m:t>B</m:t>
                            </m:r>
                            <m:d>
                              <m:dPr>
                                <m:ctrlPr>
                                  <a:rPr lang="es-EC" sz="2400" i="1" smtClean="0">
                                    <a:solidFill>
                                      <a:srgbClr val="000000"/>
                                    </a:solidFill>
                                    <a:latin typeface="Cambria Math" panose="02040503050406030204" pitchFamily="18" charset="0"/>
                                  </a:rPr>
                                </m:ctrlPr>
                              </m:dPr>
                              <m:e>
                                <m:acc>
                                  <m:accPr>
                                    <m:chr m:val="̂"/>
                                    <m:ctrlPr>
                                      <a:rPr lang="es-EC" sz="2400" i="1" smtClean="0">
                                        <a:solidFill>
                                          <a:srgbClr val="000000"/>
                                        </a:solidFill>
                                        <a:latin typeface="Cambria Math" panose="02040503050406030204" pitchFamily="18" charset="0"/>
                                      </a:rPr>
                                    </m:ctrlPr>
                                  </m:accPr>
                                  <m:e>
                                    <m:r>
                                      <a:rPr lang="es-EC" sz="2400" b="0" i="1" smtClean="0">
                                        <a:solidFill>
                                          <a:srgbClr val="000000"/>
                                        </a:solidFill>
                                        <a:latin typeface="Cambria Math" panose="02040503050406030204" pitchFamily="18" charset="0"/>
                                        <a:ea typeface="Cambria Math" panose="02040503050406030204" pitchFamily="18" charset="0"/>
                                      </a:rPr>
                                      <m:t>𝜃</m:t>
                                    </m:r>
                                  </m:e>
                                </m:acc>
                              </m:e>
                            </m:d>
                          </m:e>
                        </m:d>
                      </m:e>
                      <m:sup>
                        <m:r>
                          <a:rPr lang="es-EC" sz="2400" b="0" i="1" smtClean="0">
                            <a:solidFill>
                              <a:srgbClr val="000000"/>
                            </a:solidFill>
                            <a:latin typeface="Cambria Math" panose="02040503050406030204" pitchFamily="18" charset="0"/>
                            <a:ea typeface="Cambria Math" panose="02040503050406030204" pitchFamily="18" charset="0"/>
                          </a:rPr>
                          <m:t>2</m:t>
                        </m:r>
                      </m:sup>
                    </m:sSup>
                  </m:oMath>
                </a14:m>
                <a:endParaRPr lang="es-EC" sz="2400" dirty="0">
                  <a:solidFill>
                    <a:srgbClr val="000000"/>
                  </a:solidFill>
                </a:endParaRPr>
              </a:p>
              <a:p>
                <a:pPr lvl="1" indent="-457200">
                  <a:buFontTx/>
                  <a:buChar char="-"/>
                </a:pPr>
                <a:endParaRPr lang="es-EC" sz="2400" dirty="0">
                  <a:solidFill>
                    <a:srgbClr val="000000"/>
                  </a:solidFill>
                </a:endParaRPr>
              </a:p>
              <a:p>
                <a:pPr lvl="1" indent="-457200">
                  <a:buFontTx/>
                  <a:buChar char="-"/>
                </a:pPr>
                <a:r>
                  <a:rPr lang="es-EC" sz="2400" dirty="0">
                    <a:solidFill>
                      <a:srgbClr val="000000"/>
                    </a:solidFill>
                  </a:rPr>
                  <a:t>Eficiente            </a:t>
                </a:r>
                <a14:m>
                  <m:oMath xmlns:m="http://schemas.openxmlformats.org/officeDocument/2006/math">
                    <m:r>
                      <a:rPr lang="es-EC" sz="2400" b="0" i="1" smtClean="0">
                        <a:solidFill>
                          <a:srgbClr val="000000"/>
                        </a:solidFill>
                        <a:latin typeface="Cambria Math" panose="02040503050406030204" pitchFamily="18" charset="0"/>
                      </a:rPr>
                      <m:t>𝑉𝑎𝑟</m:t>
                    </m:r>
                    <m:d>
                      <m:dPr>
                        <m:ctrlPr>
                          <a:rPr lang="es-EC" sz="2400" i="1" smtClean="0">
                            <a:solidFill>
                              <a:srgbClr val="000000"/>
                            </a:solidFill>
                            <a:latin typeface="Cambria Math" panose="02040503050406030204" pitchFamily="18" charset="0"/>
                          </a:rPr>
                        </m:ctrlPr>
                      </m:dPr>
                      <m:e>
                        <m:sSub>
                          <m:sSubPr>
                            <m:ctrlPr>
                              <a:rPr lang="es-EC" sz="2400" i="1" smtClean="0">
                                <a:solidFill>
                                  <a:srgbClr val="000000"/>
                                </a:solidFill>
                                <a:latin typeface="Cambria Math" panose="02040503050406030204" pitchFamily="18" charset="0"/>
                              </a:rPr>
                            </m:ctrlPr>
                          </m:sSubPr>
                          <m:e>
                            <m:acc>
                              <m:accPr>
                                <m:chr m:val="̂"/>
                                <m:ctrlPr>
                                  <a:rPr lang="es-EC" sz="2400" i="1" smtClean="0">
                                    <a:solidFill>
                                      <a:srgbClr val="000000"/>
                                    </a:solidFill>
                                    <a:latin typeface="Cambria Math" panose="02040503050406030204" pitchFamily="18" charset="0"/>
                                  </a:rPr>
                                </m:ctrlPr>
                              </m:accPr>
                              <m:e>
                                <m:r>
                                  <a:rPr lang="es-EC" sz="2400" b="0" i="1" smtClean="0">
                                    <a:solidFill>
                                      <a:srgbClr val="000000"/>
                                    </a:solidFill>
                                    <a:latin typeface="Cambria Math" panose="02040503050406030204" pitchFamily="18" charset="0"/>
                                    <a:ea typeface="Cambria Math" panose="02040503050406030204" pitchFamily="18" charset="0"/>
                                  </a:rPr>
                                  <m:t>𝜃</m:t>
                                </m:r>
                              </m:e>
                            </m:acc>
                          </m:e>
                          <m:sub>
                            <m:r>
                              <a:rPr lang="es-EC" sz="2400" b="0" i="1" smtClean="0">
                                <a:solidFill>
                                  <a:srgbClr val="000000"/>
                                </a:solidFill>
                                <a:latin typeface="Cambria Math" panose="02040503050406030204" pitchFamily="18" charset="0"/>
                              </a:rPr>
                              <m:t>1</m:t>
                            </m:r>
                          </m:sub>
                        </m:sSub>
                      </m:e>
                    </m:d>
                    <m:r>
                      <a:rPr lang="es-EC" sz="2400" b="0" i="1" smtClean="0">
                        <a:solidFill>
                          <a:srgbClr val="000000"/>
                        </a:solidFill>
                        <a:latin typeface="Cambria Math" panose="02040503050406030204" pitchFamily="18" charset="0"/>
                        <a:ea typeface="Cambria Math" panose="02040503050406030204" pitchFamily="18" charset="0"/>
                      </a:rPr>
                      <m:t>&lt;</m:t>
                    </m:r>
                    <m:r>
                      <a:rPr lang="es-EC" sz="2400" b="0" i="1" smtClean="0">
                        <a:solidFill>
                          <a:srgbClr val="000000"/>
                        </a:solidFill>
                        <a:latin typeface="Cambria Math" panose="02040503050406030204" pitchFamily="18" charset="0"/>
                      </a:rPr>
                      <m:t>𝑉𝑎𝑟</m:t>
                    </m:r>
                    <m:d>
                      <m:dPr>
                        <m:ctrlPr>
                          <a:rPr lang="es-EC" sz="2400" i="1" smtClean="0">
                            <a:solidFill>
                              <a:srgbClr val="000000"/>
                            </a:solidFill>
                            <a:latin typeface="Cambria Math" panose="02040503050406030204" pitchFamily="18" charset="0"/>
                          </a:rPr>
                        </m:ctrlPr>
                      </m:dPr>
                      <m:e>
                        <m:sSub>
                          <m:sSubPr>
                            <m:ctrlPr>
                              <a:rPr lang="es-EC" sz="2400" i="1" smtClean="0">
                                <a:solidFill>
                                  <a:srgbClr val="000000"/>
                                </a:solidFill>
                                <a:latin typeface="Cambria Math" panose="02040503050406030204" pitchFamily="18" charset="0"/>
                              </a:rPr>
                            </m:ctrlPr>
                          </m:sSubPr>
                          <m:e>
                            <m:acc>
                              <m:accPr>
                                <m:chr m:val="̂"/>
                                <m:ctrlPr>
                                  <a:rPr lang="es-EC" sz="2400" i="1" smtClean="0">
                                    <a:solidFill>
                                      <a:srgbClr val="000000"/>
                                    </a:solidFill>
                                    <a:latin typeface="Cambria Math" panose="02040503050406030204" pitchFamily="18" charset="0"/>
                                  </a:rPr>
                                </m:ctrlPr>
                              </m:accPr>
                              <m:e>
                                <m:r>
                                  <a:rPr lang="es-EC" sz="2400" b="0" i="1" smtClean="0">
                                    <a:solidFill>
                                      <a:srgbClr val="000000"/>
                                    </a:solidFill>
                                    <a:latin typeface="Cambria Math" panose="02040503050406030204" pitchFamily="18" charset="0"/>
                                    <a:ea typeface="Cambria Math" panose="02040503050406030204" pitchFamily="18" charset="0"/>
                                  </a:rPr>
                                  <m:t>𝜃</m:t>
                                </m:r>
                              </m:e>
                            </m:acc>
                          </m:e>
                          <m:sub>
                            <m:r>
                              <a:rPr lang="es-EC" sz="2400" b="0" i="1" smtClean="0">
                                <a:solidFill>
                                  <a:srgbClr val="000000"/>
                                </a:solidFill>
                                <a:latin typeface="Cambria Math" panose="02040503050406030204" pitchFamily="18" charset="0"/>
                                <a:ea typeface="Cambria Math" panose="02040503050406030204" pitchFamily="18" charset="0"/>
                              </a:rPr>
                              <m:t>2</m:t>
                            </m:r>
                          </m:sub>
                        </m:sSub>
                      </m:e>
                    </m:d>
                  </m:oMath>
                </a14:m>
                <a:endParaRPr lang="es-EC" sz="2400" dirty="0">
                  <a:solidFill>
                    <a:srgbClr val="000000"/>
                  </a:solidFill>
                </a:endParaRPr>
              </a:p>
            </p:txBody>
          </p:sp>
        </mc:Choice>
        <mc:Fallback xmlns="">
          <p:sp>
            <p:nvSpPr>
              <p:cNvPr id="4" name="Rectángulo 3"/>
              <p:cNvSpPr>
                <a:spLocks noRot="1" noChangeAspect="1" noMove="1" noResize="1" noEditPoints="1" noAdjustHandles="1" noChangeArrowheads="1" noChangeShapeType="1" noTextEdit="1"/>
              </p:cNvSpPr>
              <p:nvPr/>
            </p:nvSpPr>
            <p:spPr>
              <a:xfrm>
                <a:off x="631110" y="1069578"/>
                <a:ext cx="10204531" cy="4891147"/>
              </a:xfrm>
              <a:prstGeom prst="rect">
                <a:avLst/>
              </a:prstGeom>
              <a:blipFill rotWithShape="0">
                <a:blip r:embed="rId2"/>
                <a:stretch>
                  <a:fillRect l="-956" t="-996" r="-896" b="-2491"/>
                </a:stretch>
              </a:blipFill>
            </p:spPr>
            <p:txBody>
              <a:bodyPr/>
              <a:lstStyle/>
              <a:p>
                <a:r>
                  <a:rPr lang="es-EC">
                    <a:noFill/>
                  </a:rPr>
                  <a:t> </a:t>
                </a:r>
              </a:p>
            </p:txBody>
          </p:sp>
        </mc:Fallback>
      </mc:AlternateContent>
    </p:spTree>
    <p:extLst>
      <p:ext uri="{BB962C8B-B14F-4D97-AF65-F5344CB8AC3E}">
        <p14:creationId xmlns:p14="http://schemas.microsoft.com/office/powerpoint/2010/main" val="1400852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1084990" y="1045666"/>
            <a:ext cx="4181594" cy="523220"/>
          </a:xfrm>
          <a:prstGeom prst="rect">
            <a:avLst/>
          </a:prstGeom>
        </p:spPr>
        <p:txBody>
          <a:bodyPr wrap="none">
            <a:spAutoFit/>
          </a:bodyPr>
          <a:lstStyle/>
          <a:p>
            <a:r>
              <a:rPr lang="es-EC" sz="2800" b="1" dirty="0"/>
              <a:t>Teorema del Límite Central</a:t>
            </a:r>
          </a:p>
        </p:txBody>
      </p:sp>
      <mc:AlternateContent xmlns:mc="http://schemas.openxmlformats.org/markup-compatibility/2006" xmlns:a14="http://schemas.microsoft.com/office/drawing/2010/main">
        <mc:Choice Requires="a14">
          <p:sp>
            <p:nvSpPr>
              <p:cNvPr id="5" name="CuadroTexto 4"/>
              <p:cNvSpPr txBox="1"/>
              <p:nvPr/>
            </p:nvSpPr>
            <p:spPr>
              <a:xfrm>
                <a:off x="631110" y="1705883"/>
                <a:ext cx="10247097" cy="1114216"/>
              </a:xfrm>
              <a:prstGeom prst="rect">
                <a:avLst/>
              </a:prstGeom>
              <a:noFill/>
            </p:spPr>
            <p:txBody>
              <a:bodyPr wrap="square" rtlCol="0">
                <a:spAutoFit/>
              </a:bodyPr>
              <a:lstStyle/>
              <a:p>
                <a:r>
                  <a:rPr lang="es-EC" dirty="0"/>
                  <a:t>Sea </a:t>
                </a:r>
                <a14:m>
                  <m:oMath xmlns:m="http://schemas.openxmlformats.org/officeDocument/2006/math">
                    <m:sSub>
                      <m:sSubPr>
                        <m:ctrlPr>
                          <a:rPr lang="es-EC" i="1" dirty="0" smtClean="0">
                            <a:latin typeface="Cambria Math" panose="02040503050406030204" pitchFamily="18" charset="0"/>
                          </a:rPr>
                        </m:ctrlPr>
                      </m:sSubPr>
                      <m:e>
                        <m:r>
                          <a:rPr lang="es-EC" b="0" i="1" dirty="0" smtClean="0">
                            <a:latin typeface="Cambria Math" panose="02040503050406030204" pitchFamily="18" charset="0"/>
                          </a:rPr>
                          <m:t>𝑋</m:t>
                        </m:r>
                      </m:e>
                      <m:sub>
                        <m:r>
                          <a:rPr lang="es-EC" b="0" i="1" dirty="0" smtClean="0">
                            <a:latin typeface="Cambria Math" panose="02040503050406030204" pitchFamily="18" charset="0"/>
                          </a:rPr>
                          <m:t>𝑛</m:t>
                        </m:r>
                      </m:sub>
                    </m:sSub>
                  </m:oMath>
                </a14:m>
                <a:r>
                  <a:rPr lang="es-EC" dirty="0"/>
                  <a:t> una sucesión infinita de </a:t>
                </a:r>
                <a:r>
                  <a:rPr lang="es-EC" dirty="0" err="1"/>
                  <a:t>v.a.</a:t>
                </a:r>
                <a:r>
                  <a:rPr lang="es-EC" dirty="0"/>
                  <a:t> </a:t>
                </a:r>
                <a:r>
                  <a:rPr lang="es-EC" dirty="0" err="1"/>
                  <a:t>i.i.d</a:t>
                </a:r>
                <a:r>
                  <a:rPr lang="es-EC" dirty="0"/>
                  <a:t>. con  </a:t>
                </a:r>
                <a14:m>
                  <m:oMath xmlns:m="http://schemas.openxmlformats.org/officeDocument/2006/math">
                    <m:r>
                      <a:rPr lang="es-EC" i="1">
                        <a:latin typeface="Cambria Math" panose="02040503050406030204" pitchFamily="18" charset="0"/>
                      </a:rPr>
                      <m:t>𝐸</m:t>
                    </m:r>
                    <m:d>
                      <m:dPr>
                        <m:ctrlPr>
                          <a:rPr lang="es-EC" i="1">
                            <a:latin typeface="Cambria Math" panose="02040503050406030204" pitchFamily="18" charset="0"/>
                          </a:rPr>
                        </m:ctrlPr>
                      </m:dPr>
                      <m:e>
                        <m:r>
                          <a:rPr lang="es-EC" i="1">
                            <a:latin typeface="Cambria Math" panose="02040503050406030204" pitchFamily="18" charset="0"/>
                          </a:rPr>
                          <m:t>𝑋</m:t>
                        </m:r>
                      </m:e>
                    </m:d>
                    <m:r>
                      <a:rPr lang="es-EC" i="1">
                        <a:latin typeface="Cambria Math" panose="02040503050406030204" pitchFamily="18" charset="0"/>
                      </a:rPr>
                      <m:t>=</m:t>
                    </m:r>
                    <m:r>
                      <a:rPr lang="es-EC" i="1" smtClean="0">
                        <a:latin typeface="Cambria Math" panose="02040503050406030204" pitchFamily="18" charset="0"/>
                        <a:ea typeface="Cambria Math" panose="02040503050406030204" pitchFamily="18" charset="0"/>
                      </a:rPr>
                      <m:t>𝜇</m:t>
                    </m:r>
                    <m:r>
                      <a:rPr lang="es-EC" i="1">
                        <a:latin typeface="Cambria Math" panose="02040503050406030204" pitchFamily="18" charset="0"/>
                      </a:rPr>
                      <m:t> </m:t>
                    </m:r>
                    <m:r>
                      <a:rPr lang="es-EC" b="0" i="1" smtClean="0">
                        <a:latin typeface="Cambria Math" panose="02040503050406030204" pitchFamily="18" charset="0"/>
                      </a:rPr>
                      <m:t> </m:t>
                    </m:r>
                    <m:r>
                      <a:rPr lang="es-EC" b="0" i="1" smtClean="0">
                        <a:latin typeface="Cambria Math" panose="02040503050406030204" pitchFamily="18" charset="0"/>
                      </a:rPr>
                      <m:t>𝑦</m:t>
                    </m:r>
                    <m:r>
                      <a:rPr lang="es-EC" b="0" i="1" smtClean="0">
                        <a:latin typeface="Cambria Math" panose="02040503050406030204" pitchFamily="18" charset="0"/>
                      </a:rPr>
                      <m:t> </m:t>
                    </m:r>
                    <m:r>
                      <a:rPr lang="es-EC" b="0" i="1" smtClean="0">
                        <a:latin typeface="Cambria Math" panose="02040503050406030204" pitchFamily="18" charset="0"/>
                      </a:rPr>
                      <m:t>𝑉</m:t>
                    </m:r>
                    <m:d>
                      <m:dPr>
                        <m:ctrlPr>
                          <a:rPr lang="es-EC" b="0" i="1" smtClean="0">
                            <a:latin typeface="Cambria Math" panose="02040503050406030204" pitchFamily="18" charset="0"/>
                          </a:rPr>
                        </m:ctrlPr>
                      </m:dPr>
                      <m:e>
                        <m:r>
                          <a:rPr lang="es-EC" b="0" i="1" smtClean="0">
                            <a:latin typeface="Cambria Math" panose="02040503050406030204" pitchFamily="18" charset="0"/>
                          </a:rPr>
                          <m:t>𝑋</m:t>
                        </m:r>
                      </m:e>
                    </m:d>
                    <m:r>
                      <a:rPr lang="es-EC" b="0" i="1" smtClean="0">
                        <a:latin typeface="Cambria Math" panose="02040503050406030204" pitchFamily="18" charset="0"/>
                      </a:rPr>
                      <m:t>=</m:t>
                    </m:r>
                    <m:sSup>
                      <m:sSupPr>
                        <m:ctrlPr>
                          <a:rPr lang="es-EC" b="0" i="1" smtClean="0">
                            <a:latin typeface="Cambria Math" panose="02040503050406030204" pitchFamily="18" charset="0"/>
                          </a:rPr>
                        </m:ctrlPr>
                      </m:sSupPr>
                      <m:e>
                        <m:r>
                          <a:rPr lang="es-EC" b="0" i="1" smtClean="0">
                            <a:latin typeface="Cambria Math" panose="02040503050406030204" pitchFamily="18" charset="0"/>
                            <a:ea typeface="Cambria Math" panose="02040503050406030204" pitchFamily="18" charset="0"/>
                          </a:rPr>
                          <m:t>𝜎</m:t>
                        </m:r>
                      </m:e>
                      <m:sup>
                        <m:r>
                          <a:rPr lang="es-EC" b="0" i="1" smtClean="0">
                            <a:latin typeface="Cambria Math" panose="02040503050406030204" pitchFamily="18" charset="0"/>
                          </a:rPr>
                          <m:t>2</m:t>
                        </m:r>
                      </m:sup>
                    </m:sSup>
                    <m:r>
                      <a:rPr lang="es-EC" b="0" i="1" smtClean="0">
                        <a:latin typeface="Cambria Math" panose="02040503050406030204" pitchFamily="18" charset="0"/>
                      </a:rPr>
                      <m:t>𝑓𝑖𝑛𝑖𝑡𝑎</m:t>
                    </m:r>
                  </m:oMath>
                </a14:m>
                <a:r>
                  <a:rPr lang="es-EC" dirty="0"/>
                  <a:t> y entonces la </a:t>
                </a:r>
                <a:r>
                  <a:rPr lang="es-EC" dirty="0" err="1"/>
                  <a:t>v.a.</a:t>
                </a:r>
                <a:r>
                  <a:rPr lang="es-EC" dirty="0"/>
                  <a:t> Z definida por</a:t>
                </a:r>
              </a:p>
              <a:p>
                <a:endParaRPr lang="es-EC" sz="2400" dirty="0"/>
              </a:p>
              <a:p>
                <a:endParaRPr lang="es-EC" sz="2400" dirty="0"/>
              </a:p>
            </p:txBody>
          </p:sp>
        </mc:Choice>
        <mc:Fallback xmlns="">
          <p:sp>
            <p:nvSpPr>
              <p:cNvPr id="5" name="CuadroTexto 4"/>
              <p:cNvSpPr txBox="1">
                <a:spLocks noRot="1" noChangeAspect="1" noMove="1" noResize="1" noEditPoints="1" noAdjustHandles="1" noChangeArrowheads="1" noChangeShapeType="1" noTextEdit="1"/>
              </p:cNvSpPr>
              <p:nvPr/>
            </p:nvSpPr>
            <p:spPr>
              <a:xfrm>
                <a:off x="631110" y="1705883"/>
                <a:ext cx="10247097" cy="1114216"/>
              </a:xfrm>
              <a:prstGeom prst="rect">
                <a:avLst/>
              </a:prstGeom>
              <a:blipFill>
                <a:blip r:embed="rId3"/>
                <a:stretch>
                  <a:fillRect l="-536" t="-2732" r="-179"/>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6" name="CuadroTexto 5"/>
              <p:cNvSpPr txBox="1"/>
              <p:nvPr/>
            </p:nvSpPr>
            <p:spPr>
              <a:xfrm>
                <a:off x="4922795" y="2083789"/>
                <a:ext cx="1663725" cy="10758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C" sz="2400" b="0" i="1" smtClean="0">
                          <a:latin typeface="Cambria Math" panose="02040503050406030204" pitchFamily="18" charset="0"/>
                        </a:rPr>
                        <m:t>𝑍</m:t>
                      </m:r>
                      <m:r>
                        <a:rPr lang="es-EC" sz="2400" b="0" i="1" smtClean="0">
                          <a:latin typeface="Cambria Math" panose="02040503050406030204" pitchFamily="18" charset="0"/>
                        </a:rPr>
                        <m:t>=</m:t>
                      </m:r>
                      <m:f>
                        <m:fPr>
                          <m:ctrlPr>
                            <a:rPr lang="es-EC" sz="2400" b="0" i="1" smtClean="0">
                              <a:latin typeface="Cambria Math" panose="02040503050406030204" pitchFamily="18" charset="0"/>
                            </a:rPr>
                          </m:ctrlPr>
                        </m:fPr>
                        <m:num>
                          <m:d>
                            <m:dPr>
                              <m:ctrlPr>
                                <a:rPr lang="es-EC" sz="2400" b="0" i="1" smtClean="0">
                                  <a:latin typeface="Cambria Math" panose="02040503050406030204" pitchFamily="18" charset="0"/>
                                </a:rPr>
                              </m:ctrlPr>
                            </m:dPr>
                            <m:e>
                              <m:acc>
                                <m:accPr>
                                  <m:chr m:val="̅"/>
                                  <m:ctrlPr>
                                    <a:rPr lang="es-EC" sz="2400" b="0" i="1" smtClean="0">
                                      <a:latin typeface="Cambria Math" panose="02040503050406030204" pitchFamily="18" charset="0"/>
                                    </a:rPr>
                                  </m:ctrlPr>
                                </m:accPr>
                                <m:e>
                                  <m:r>
                                    <a:rPr lang="es-EC" sz="2400" b="0" i="1" smtClean="0">
                                      <a:latin typeface="Cambria Math" panose="02040503050406030204" pitchFamily="18" charset="0"/>
                                    </a:rPr>
                                    <m:t>𝑋</m:t>
                                  </m:r>
                                </m:e>
                              </m:acc>
                              <m:r>
                                <a:rPr lang="es-EC" sz="2400" b="0" i="1" smtClean="0">
                                  <a:latin typeface="Cambria Math" panose="02040503050406030204" pitchFamily="18" charset="0"/>
                                </a:rPr>
                                <m:t>−</m:t>
                              </m:r>
                              <m:r>
                                <a:rPr lang="es-EC" sz="2400" b="0" i="1" smtClean="0">
                                  <a:latin typeface="Cambria Math" panose="02040503050406030204" pitchFamily="18" charset="0"/>
                                  <a:ea typeface="Cambria Math" panose="02040503050406030204" pitchFamily="18" charset="0"/>
                                </a:rPr>
                                <m:t>𝜇</m:t>
                              </m:r>
                            </m:e>
                          </m:d>
                        </m:num>
                        <m:den>
                          <m:f>
                            <m:fPr>
                              <m:ctrlPr>
                                <a:rPr lang="es-EC" sz="2400" b="0" i="1" smtClean="0">
                                  <a:latin typeface="Cambria Math" panose="02040503050406030204" pitchFamily="18" charset="0"/>
                                  <a:ea typeface="Cambria Math" panose="02040503050406030204" pitchFamily="18" charset="0"/>
                                </a:rPr>
                              </m:ctrlPr>
                            </m:fPr>
                            <m:num>
                              <m:r>
                                <a:rPr lang="es-EC" sz="2400" i="1">
                                  <a:latin typeface="Cambria Math" panose="02040503050406030204" pitchFamily="18" charset="0"/>
                                  <a:ea typeface="Cambria Math" panose="02040503050406030204" pitchFamily="18" charset="0"/>
                                </a:rPr>
                                <m:t>𝜎</m:t>
                              </m:r>
                            </m:num>
                            <m:den>
                              <m:rad>
                                <m:radPr>
                                  <m:degHide m:val="on"/>
                                  <m:ctrlPr>
                                    <a:rPr lang="es-EC" sz="2400" b="0" i="1" smtClean="0">
                                      <a:latin typeface="Cambria Math" panose="02040503050406030204" pitchFamily="18" charset="0"/>
                                      <a:ea typeface="Cambria Math" panose="02040503050406030204" pitchFamily="18" charset="0"/>
                                    </a:rPr>
                                  </m:ctrlPr>
                                </m:radPr>
                                <m:deg/>
                                <m:e>
                                  <m:r>
                                    <a:rPr lang="es-EC" sz="2400" b="0" i="1" smtClean="0">
                                      <a:latin typeface="Cambria Math" panose="02040503050406030204" pitchFamily="18" charset="0"/>
                                      <a:ea typeface="Cambria Math" panose="02040503050406030204" pitchFamily="18" charset="0"/>
                                    </a:rPr>
                                    <m:t>𝑛</m:t>
                                  </m:r>
                                </m:e>
                              </m:rad>
                            </m:den>
                          </m:f>
                        </m:den>
                      </m:f>
                    </m:oMath>
                  </m:oMathPara>
                </a14:m>
                <a:endParaRPr lang="es-EC" sz="2400" dirty="0"/>
              </a:p>
            </p:txBody>
          </p:sp>
        </mc:Choice>
        <mc:Fallback xmlns="">
          <p:sp>
            <p:nvSpPr>
              <p:cNvPr id="6" name="CuadroTexto 5"/>
              <p:cNvSpPr txBox="1">
                <a:spLocks noRot="1" noChangeAspect="1" noMove="1" noResize="1" noEditPoints="1" noAdjustHandles="1" noChangeArrowheads="1" noChangeShapeType="1" noTextEdit="1"/>
              </p:cNvSpPr>
              <p:nvPr/>
            </p:nvSpPr>
            <p:spPr>
              <a:xfrm>
                <a:off x="4922795" y="2083789"/>
                <a:ext cx="1663725" cy="1075807"/>
              </a:xfrm>
              <a:prstGeom prst="rect">
                <a:avLst/>
              </a:prstGeom>
              <a:blipFill>
                <a:blip r:embed="rId4"/>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7" name="Rectángulo 6"/>
              <p:cNvSpPr/>
              <p:nvPr/>
            </p:nvSpPr>
            <p:spPr>
              <a:xfrm>
                <a:off x="553577" y="6056838"/>
                <a:ext cx="10402160" cy="369332"/>
              </a:xfrm>
              <a:prstGeom prst="rect">
                <a:avLst/>
              </a:prstGeom>
            </p:spPr>
            <p:txBody>
              <a:bodyPr wrap="square">
                <a:spAutoFit/>
              </a:bodyPr>
              <a:lstStyle/>
              <a:p>
                <a:r>
                  <a:rPr lang="es-EC" dirty="0"/>
                  <a:t>Es decir, la distribución converge a una N(0,1), cuando </a:t>
                </a:r>
                <a14:m>
                  <m:oMath xmlns:m="http://schemas.openxmlformats.org/officeDocument/2006/math">
                    <m:r>
                      <a:rPr lang="es-EC" b="0" i="1" smtClean="0">
                        <a:latin typeface="Cambria Math" panose="02040503050406030204" pitchFamily="18" charset="0"/>
                      </a:rPr>
                      <m:t>𝑛</m:t>
                    </m:r>
                    <m:r>
                      <a:rPr lang="es-EC" b="0" i="1" smtClean="0">
                        <a:latin typeface="Cambria Math" panose="02040503050406030204" pitchFamily="18" charset="0"/>
                        <a:ea typeface="Cambria Math" panose="02040503050406030204" pitchFamily="18" charset="0"/>
                      </a:rPr>
                      <m:t>→∞</m:t>
                    </m:r>
                  </m:oMath>
                </a14:m>
                <a:r>
                  <a:rPr lang="es-EC" dirty="0"/>
                  <a:t> </a:t>
                </a:r>
              </a:p>
            </p:txBody>
          </p:sp>
        </mc:Choice>
        <mc:Fallback xmlns="">
          <p:sp>
            <p:nvSpPr>
              <p:cNvPr id="7" name="Rectángulo 6"/>
              <p:cNvSpPr>
                <a:spLocks noRot="1" noChangeAspect="1" noMove="1" noResize="1" noEditPoints="1" noAdjustHandles="1" noChangeArrowheads="1" noChangeShapeType="1" noTextEdit="1"/>
              </p:cNvSpPr>
              <p:nvPr/>
            </p:nvSpPr>
            <p:spPr>
              <a:xfrm>
                <a:off x="553577" y="6056838"/>
                <a:ext cx="10402160" cy="369332"/>
              </a:xfrm>
              <a:prstGeom prst="rect">
                <a:avLst/>
              </a:prstGeom>
              <a:blipFill>
                <a:blip r:embed="rId5"/>
                <a:stretch>
                  <a:fillRect l="-528" t="-10000" b="-26667"/>
                </a:stretch>
              </a:blipFill>
            </p:spPr>
            <p:txBody>
              <a:bodyPr/>
              <a:lstStyle/>
              <a:p>
                <a:r>
                  <a:rPr lang="es-EC">
                    <a:noFill/>
                  </a:rPr>
                  <a:t> </a:t>
                </a:r>
              </a:p>
            </p:txBody>
          </p:sp>
        </mc:Fallback>
      </mc:AlternateContent>
      <p:sp>
        <p:nvSpPr>
          <p:cNvPr id="8" name="CuadroTexto 7"/>
          <p:cNvSpPr txBox="1"/>
          <p:nvPr/>
        </p:nvSpPr>
        <p:spPr>
          <a:xfrm>
            <a:off x="631110" y="297698"/>
            <a:ext cx="8023735" cy="646331"/>
          </a:xfrm>
          <a:prstGeom prst="rect">
            <a:avLst/>
          </a:prstGeom>
          <a:noFill/>
        </p:spPr>
        <p:txBody>
          <a:bodyPr wrap="none" rtlCol="0">
            <a:spAutoFit/>
          </a:bodyPr>
          <a:lstStyle/>
          <a:p>
            <a:r>
              <a:rPr lang="es-EC" sz="3600" b="1" dirty="0"/>
              <a:t>ESTIMACIÓN – Distribuciones muestrales</a:t>
            </a:r>
            <a:endParaRPr lang="es-EC" sz="4000" b="1" dirty="0"/>
          </a:p>
        </p:txBody>
      </p:sp>
      <p:pic>
        <p:nvPicPr>
          <p:cNvPr id="2" name="Picture 1">
            <a:extLst>
              <a:ext uri="{FF2B5EF4-FFF2-40B4-BE49-F238E27FC236}">
                <a16:creationId xmlns:a16="http://schemas.microsoft.com/office/drawing/2014/main" id="{9D5CECF7-1D15-494B-8667-2FEF4767AB52}"/>
              </a:ext>
            </a:extLst>
          </p:cNvPr>
          <p:cNvPicPr>
            <a:picLocks noChangeAspect="1"/>
          </p:cNvPicPr>
          <p:nvPr/>
        </p:nvPicPr>
        <p:blipFill>
          <a:blip r:embed="rId6"/>
          <a:stretch>
            <a:fillRect/>
          </a:stretch>
        </p:blipFill>
        <p:spPr>
          <a:xfrm>
            <a:off x="631110" y="3370260"/>
            <a:ext cx="11304216" cy="2475914"/>
          </a:xfrm>
          <a:prstGeom prst="rect">
            <a:avLst/>
          </a:prstGeom>
        </p:spPr>
      </p:pic>
    </p:spTree>
    <p:extLst>
      <p:ext uri="{BB962C8B-B14F-4D97-AF65-F5344CB8AC3E}">
        <p14:creationId xmlns:p14="http://schemas.microsoft.com/office/powerpoint/2010/main" val="6818040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E5467FA-7197-49BC-9DBB-05EA2101805D}"/>
              </a:ext>
            </a:extLst>
          </p:cNvPr>
          <p:cNvPicPr>
            <a:picLocks noChangeAspect="1"/>
          </p:cNvPicPr>
          <p:nvPr/>
        </p:nvPicPr>
        <p:blipFill>
          <a:blip r:embed="rId2"/>
          <a:stretch>
            <a:fillRect/>
          </a:stretch>
        </p:blipFill>
        <p:spPr>
          <a:xfrm>
            <a:off x="352538" y="536793"/>
            <a:ext cx="11246291" cy="1628892"/>
          </a:xfrm>
          <a:prstGeom prst="rect">
            <a:avLst/>
          </a:prstGeom>
        </p:spPr>
      </p:pic>
      <p:pic>
        <p:nvPicPr>
          <p:cNvPr id="3" name="Picture 2">
            <a:extLst>
              <a:ext uri="{FF2B5EF4-FFF2-40B4-BE49-F238E27FC236}">
                <a16:creationId xmlns:a16="http://schemas.microsoft.com/office/drawing/2014/main" id="{63E98E86-2422-42A2-870D-A8801A1E484C}"/>
              </a:ext>
            </a:extLst>
          </p:cNvPr>
          <p:cNvPicPr>
            <a:picLocks noChangeAspect="1"/>
          </p:cNvPicPr>
          <p:nvPr/>
        </p:nvPicPr>
        <p:blipFill>
          <a:blip r:embed="rId3"/>
          <a:stretch>
            <a:fillRect/>
          </a:stretch>
        </p:blipFill>
        <p:spPr>
          <a:xfrm>
            <a:off x="352538" y="3003399"/>
            <a:ext cx="11044989" cy="1477141"/>
          </a:xfrm>
          <a:prstGeom prst="rect">
            <a:avLst/>
          </a:prstGeom>
        </p:spPr>
      </p:pic>
    </p:spTree>
    <p:extLst>
      <p:ext uri="{BB962C8B-B14F-4D97-AF65-F5344CB8AC3E}">
        <p14:creationId xmlns:p14="http://schemas.microsoft.com/office/powerpoint/2010/main" val="359039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4601E2A-72B5-49C8-BBFA-AFA2ACFBBD6D}"/>
              </a:ext>
            </a:extLst>
          </p:cNvPr>
          <p:cNvPicPr>
            <a:picLocks noChangeAspect="1"/>
          </p:cNvPicPr>
          <p:nvPr/>
        </p:nvPicPr>
        <p:blipFill>
          <a:blip r:embed="rId2"/>
          <a:stretch>
            <a:fillRect/>
          </a:stretch>
        </p:blipFill>
        <p:spPr>
          <a:xfrm>
            <a:off x="557212" y="600075"/>
            <a:ext cx="11077575" cy="5657850"/>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A08283F1-1913-4472-8C64-A6376CE2FC5C}"/>
                  </a:ext>
                </a:extLst>
              </p14:cNvPr>
              <p14:cNvContentPartPr/>
              <p14:nvPr/>
            </p14:nvContentPartPr>
            <p14:xfrm>
              <a:off x="160200" y="577800"/>
              <a:ext cx="10669680" cy="5880960"/>
            </p14:xfrm>
          </p:contentPart>
        </mc:Choice>
        <mc:Fallback xmlns="">
          <p:pic>
            <p:nvPicPr>
              <p:cNvPr id="3" name="Ink 2">
                <a:extLst>
                  <a:ext uri="{FF2B5EF4-FFF2-40B4-BE49-F238E27FC236}">
                    <a16:creationId xmlns:a16="http://schemas.microsoft.com/office/drawing/2014/main" id="{A08283F1-1913-4472-8C64-A6376CE2FC5C}"/>
                  </a:ext>
                </a:extLst>
              </p:cNvPr>
              <p:cNvPicPr/>
              <p:nvPr/>
            </p:nvPicPr>
            <p:blipFill>
              <a:blip r:embed="rId4"/>
              <a:stretch>
                <a:fillRect/>
              </a:stretch>
            </p:blipFill>
            <p:spPr>
              <a:xfrm>
                <a:off x="150840" y="568440"/>
                <a:ext cx="10688400" cy="58996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764E6EF4-3189-4B9A-895F-265EA6B6BD7B}"/>
                  </a:ext>
                </a:extLst>
              </p14:cNvPr>
              <p14:cNvContentPartPr/>
              <p14:nvPr/>
            </p14:nvContentPartPr>
            <p14:xfrm>
              <a:off x="234000" y="199800"/>
              <a:ext cx="11275560" cy="6044760"/>
            </p14:xfrm>
          </p:contentPart>
        </mc:Choice>
        <mc:Fallback xmlns="">
          <p:pic>
            <p:nvPicPr>
              <p:cNvPr id="4" name="Ink 3">
                <a:extLst>
                  <a:ext uri="{FF2B5EF4-FFF2-40B4-BE49-F238E27FC236}">
                    <a16:creationId xmlns:a16="http://schemas.microsoft.com/office/drawing/2014/main" id="{764E6EF4-3189-4B9A-895F-265EA6B6BD7B}"/>
                  </a:ext>
                </a:extLst>
              </p:cNvPr>
              <p:cNvPicPr/>
              <p:nvPr/>
            </p:nvPicPr>
            <p:blipFill>
              <a:blip r:embed="rId6"/>
              <a:stretch>
                <a:fillRect/>
              </a:stretch>
            </p:blipFill>
            <p:spPr>
              <a:xfrm>
                <a:off x="224640" y="190440"/>
                <a:ext cx="11294280" cy="6063480"/>
              </a:xfrm>
              <a:prstGeom prst="rect">
                <a:avLst/>
              </a:prstGeom>
            </p:spPr>
          </p:pic>
        </mc:Fallback>
      </mc:AlternateContent>
    </p:spTree>
    <p:extLst>
      <p:ext uri="{BB962C8B-B14F-4D97-AF65-F5344CB8AC3E}">
        <p14:creationId xmlns:p14="http://schemas.microsoft.com/office/powerpoint/2010/main" val="39362128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4618635-AA95-4853-AE5A-45281321BF69}"/>
              </a:ext>
            </a:extLst>
          </p:cNvPr>
          <p:cNvPicPr>
            <a:picLocks noChangeAspect="1"/>
          </p:cNvPicPr>
          <p:nvPr/>
        </p:nvPicPr>
        <p:blipFill>
          <a:blip r:embed="rId2"/>
          <a:stretch>
            <a:fillRect/>
          </a:stretch>
        </p:blipFill>
        <p:spPr>
          <a:xfrm>
            <a:off x="673768" y="828711"/>
            <a:ext cx="10529566" cy="2600289"/>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1531C61E-C397-43AB-9F25-C341282AF36A}"/>
                  </a:ext>
                </a:extLst>
              </p14:cNvPr>
              <p14:cNvContentPartPr/>
              <p14:nvPr/>
            </p14:nvContentPartPr>
            <p14:xfrm>
              <a:off x="398160" y="3225600"/>
              <a:ext cx="10374480" cy="3632760"/>
            </p14:xfrm>
          </p:contentPart>
        </mc:Choice>
        <mc:Fallback xmlns="">
          <p:pic>
            <p:nvPicPr>
              <p:cNvPr id="3" name="Ink 2">
                <a:extLst>
                  <a:ext uri="{FF2B5EF4-FFF2-40B4-BE49-F238E27FC236}">
                    <a16:creationId xmlns:a16="http://schemas.microsoft.com/office/drawing/2014/main" id="{1531C61E-C397-43AB-9F25-C341282AF36A}"/>
                  </a:ext>
                </a:extLst>
              </p:cNvPr>
              <p:cNvPicPr/>
              <p:nvPr/>
            </p:nvPicPr>
            <p:blipFill>
              <a:blip r:embed="rId4"/>
              <a:stretch>
                <a:fillRect/>
              </a:stretch>
            </p:blipFill>
            <p:spPr>
              <a:xfrm>
                <a:off x="388800" y="3216240"/>
                <a:ext cx="10393200" cy="3651480"/>
              </a:xfrm>
              <a:prstGeom prst="rect">
                <a:avLst/>
              </a:prstGeom>
            </p:spPr>
          </p:pic>
        </mc:Fallback>
      </mc:AlternateContent>
    </p:spTree>
    <p:extLst>
      <p:ext uri="{BB962C8B-B14F-4D97-AF65-F5344CB8AC3E}">
        <p14:creationId xmlns:p14="http://schemas.microsoft.com/office/powerpoint/2010/main" val="2997881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p:cNvSpPr txBox="1"/>
          <p:nvPr/>
        </p:nvSpPr>
        <p:spPr>
          <a:xfrm>
            <a:off x="631110" y="1341120"/>
            <a:ext cx="2084673" cy="523220"/>
          </a:xfrm>
          <a:prstGeom prst="rect">
            <a:avLst/>
          </a:prstGeom>
          <a:noFill/>
        </p:spPr>
        <p:txBody>
          <a:bodyPr wrap="none" rtlCol="0">
            <a:spAutoFit/>
          </a:bodyPr>
          <a:lstStyle/>
          <a:p>
            <a:r>
              <a:rPr lang="es-EC" sz="2800" b="1" dirty="0"/>
              <a:t>Casos de TLC</a:t>
            </a:r>
          </a:p>
        </p:txBody>
      </p:sp>
      <mc:AlternateContent xmlns:mc="http://schemas.openxmlformats.org/markup-compatibility/2006" xmlns:a14="http://schemas.microsoft.com/office/drawing/2010/main">
        <mc:Choice Requires="a14">
          <p:sp>
            <p:nvSpPr>
              <p:cNvPr id="4" name="CuadroTexto 3"/>
              <p:cNvSpPr txBox="1"/>
              <p:nvPr/>
            </p:nvSpPr>
            <p:spPr>
              <a:xfrm>
                <a:off x="631110" y="2133600"/>
                <a:ext cx="8701165" cy="2206053"/>
              </a:xfrm>
              <a:prstGeom prst="rect">
                <a:avLst/>
              </a:prstGeom>
              <a:noFill/>
            </p:spPr>
            <p:txBody>
              <a:bodyPr wrap="none" rtlCol="0">
                <a:spAutoFit/>
              </a:bodyPr>
              <a:lstStyle/>
              <a:p>
                <a:r>
                  <a:rPr lang="es-EC" sz="2400" dirty="0"/>
                  <a:t>Si la muestra viene de una población normal entonces</a:t>
                </a:r>
                <a14:m>
                  <m:oMath xmlns:m="http://schemas.openxmlformats.org/officeDocument/2006/math">
                    <m:r>
                      <a:rPr lang="es-EC" sz="2400" b="0" i="0" smtClean="0">
                        <a:solidFill>
                          <a:srgbClr val="000000"/>
                        </a:solidFill>
                        <a:latin typeface="Cambria Math" panose="02040503050406030204" pitchFamily="18" charset="0"/>
                      </a:rPr>
                      <m:t> </m:t>
                    </m:r>
                    <m:acc>
                      <m:accPr>
                        <m:chr m:val="̅"/>
                        <m:ctrlPr>
                          <a:rPr lang="es-EC" sz="2400" b="0" i="1" smtClean="0">
                            <a:solidFill>
                              <a:srgbClr val="000000"/>
                            </a:solidFill>
                            <a:latin typeface="Cambria Math" panose="02040503050406030204" pitchFamily="18" charset="0"/>
                          </a:rPr>
                        </m:ctrlPr>
                      </m:accPr>
                      <m:e>
                        <m:r>
                          <a:rPr lang="es-EC" sz="2400" b="0" i="1" smtClean="0">
                            <a:solidFill>
                              <a:srgbClr val="000000"/>
                            </a:solidFill>
                            <a:latin typeface="Cambria Math" panose="02040503050406030204" pitchFamily="18" charset="0"/>
                          </a:rPr>
                          <m:t>𝑋</m:t>
                        </m:r>
                      </m:e>
                    </m:acc>
                    <m:r>
                      <a:rPr lang="es-EC" sz="2400" b="0" i="1" smtClean="0">
                        <a:solidFill>
                          <a:srgbClr val="000000"/>
                        </a:solidFill>
                        <a:latin typeface="Cambria Math" panose="02040503050406030204" pitchFamily="18" charset="0"/>
                        <a:ea typeface="Cambria Math" panose="02040503050406030204" pitchFamily="18" charset="0"/>
                      </a:rPr>
                      <m:t>~</m:t>
                    </m:r>
                    <m:r>
                      <a:rPr lang="es-EC" sz="2400" b="0" i="1" smtClean="0">
                        <a:solidFill>
                          <a:srgbClr val="000000"/>
                        </a:solidFill>
                        <a:latin typeface="Cambria Math" panose="02040503050406030204" pitchFamily="18" charset="0"/>
                        <a:ea typeface="Cambria Math" panose="02040503050406030204" pitchFamily="18" charset="0"/>
                      </a:rPr>
                      <m:t>𝑁</m:t>
                    </m:r>
                    <m:r>
                      <a:rPr lang="es-EC" sz="2400" b="0" i="1" smtClean="0">
                        <a:solidFill>
                          <a:srgbClr val="000000"/>
                        </a:solidFill>
                        <a:latin typeface="Cambria Math" panose="02040503050406030204" pitchFamily="18" charset="0"/>
                        <a:ea typeface="Cambria Math" panose="02040503050406030204" pitchFamily="18" charset="0"/>
                      </a:rPr>
                      <m:t>(</m:t>
                    </m:r>
                    <m:sSub>
                      <m:sSubPr>
                        <m:ctrlPr>
                          <a:rPr lang="es-EC" sz="2400" b="0" i="1" smtClean="0">
                            <a:solidFill>
                              <a:srgbClr val="000000"/>
                            </a:solidFill>
                            <a:latin typeface="Cambria Math" panose="02040503050406030204" pitchFamily="18" charset="0"/>
                            <a:ea typeface="Cambria Math" panose="02040503050406030204" pitchFamily="18" charset="0"/>
                          </a:rPr>
                        </m:ctrlPr>
                      </m:sSubPr>
                      <m:e>
                        <m:r>
                          <a:rPr lang="es-EC" sz="2400" b="0" i="1" smtClean="0">
                            <a:solidFill>
                              <a:srgbClr val="000000"/>
                            </a:solidFill>
                            <a:latin typeface="Cambria Math" panose="02040503050406030204" pitchFamily="18" charset="0"/>
                            <a:ea typeface="Cambria Math" panose="02040503050406030204" pitchFamily="18" charset="0"/>
                          </a:rPr>
                          <m:t>𝜇</m:t>
                        </m:r>
                      </m:e>
                      <m:sub>
                        <m:r>
                          <a:rPr lang="es-EC" sz="2400" b="0" i="1" smtClean="0">
                            <a:solidFill>
                              <a:srgbClr val="000000"/>
                            </a:solidFill>
                            <a:latin typeface="Cambria Math" panose="02040503050406030204" pitchFamily="18" charset="0"/>
                            <a:ea typeface="Cambria Math" panose="02040503050406030204" pitchFamily="18" charset="0"/>
                          </a:rPr>
                          <m:t>𝑋</m:t>
                        </m:r>
                      </m:sub>
                    </m:sSub>
                    <m:r>
                      <a:rPr lang="es-EC" sz="2400" b="0" i="1" smtClean="0">
                        <a:solidFill>
                          <a:srgbClr val="000000"/>
                        </a:solidFill>
                        <a:latin typeface="Cambria Math" panose="02040503050406030204" pitchFamily="18" charset="0"/>
                        <a:ea typeface="Cambria Math" panose="02040503050406030204" pitchFamily="18" charset="0"/>
                      </a:rPr>
                      <m:t>,</m:t>
                    </m:r>
                    <m:sSubSup>
                      <m:sSubSupPr>
                        <m:ctrlPr>
                          <a:rPr lang="es-EC" sz="2400" i="1" smtClean="0">
                            <a:solidFill>
                              <a:srgbClr val="000000"/>
                            </a:solidFill>
                            <a:latin typeface="Cambria Math" panose="02040503050406030204" pitchFamily="18" charset="0"/>
                          </a:rPr>
                        </m:ctrlPr>
                      </m:sSubSupPr>
                      <m:e>
                        <m:r>
                          <a:rPr lang="es-EC" sz="2400" i="1" smtClean="0">
                            <a:solidFill>
                              <a:srgbClr val="000000"/>
                            </a:solidFill>
                            <a:latin typeface="Cambria Math" panose="02040503050406030204" pitchFamily="18" charset="0"/>
                            <a:ea typeface="Cambria Math" panose="02040503050406030204" pitchFamily="18" charset="0"/>
                          </a:rPr>
                          <m:t>𝜎</m:t>
                        </m:r>
                      </m:e>
                      <m:sub>
                        <m:acc>
                          <m:accPr>
                            <m:chr m:val="̅"/>
                            <m:ctrlPr>
                              <a:rPr lang="es-EC" sz="2400" b="0" i="1" smtClean="0">
                                <a:solidFill>
                                  <a:srgbClr val="000000"/>
                                </a:solidFill>
                                <a:latin typeface="Cambria Math" panose="02040503050406030204" pitchFamily="18" charset="0"/>
                              </a:rPr>
                            </m:ctrlPr>
                          </m:accPr>
                          <m:e>
                            <m:r>
                              <a:rPr lang="es-EC" sz="2400" b="0" i="1" smtClean="0">
                                <a:solidFill>
                                  <a:srgbClr val="000000"/>
                                </a:solidFill>
                                <a:latin typeface="Cambria Math" panose="02040503050406030204" pitchFamily="18" charset="0"/>
                              </a:rPr>
                              <m:t>𝑋</m:t>
                            </m:r>
                          </m:e>
                        </m:acc>
                      </m:sub>
                      <m:sup>
                        <m:r>
                          <a:rPr lang="es-EC" sz="2400" b="0" i="1" smtClean="0">
                            <a:solidFill>
                              <a:srgbClr val="000000"/>
                            </a:solidFill>
                            <a:latin typeface="Cambria Math" panose="02040503050406030204" pitchFamily="18" charset="0"/>
                          </a:rPr>
                          <m:t>2</m:t>
                        </m:r>
                      </m:sup>
                    </m:sSubSup>
                    <m:r>
                      <a:rPr lang="es-EC" sz="2400" b="0" i="1" smtClean="0">
                        <a:solidFill>
                          <a:srgbClr val="000000"/>
                        </a:solidFill>
                        <a:latin typeface="Cambria Math" panose="02040503050406030204" pitchFamily="18" charset="0"/>
                      </a:rPr>
                      <m:t>)</m:t>
                    </m:r>
                  </m:oMath>
                </a14:m>
                <a:endParaRPr lang="es-EC" sz="2400" dirty="0"/>
              </a:p>
              <a:p>
                <a:endParaRPr lang="es-EC" sz="2400" dirty="0"/>
              </a:p>
              <a:p>
                <a:r>
                  <a:rPr lang="es-EC" sz="2400" dirty="0"/>
                  <a:t>Si se desconoce </a:t>
                </a:r>
                <a14:m>
                  <m:oMath xmlns:m="http://schemas.openxmlformats.org/officeDocument/2006/math">
                    <m:sSubSup>
                      <m:sSubSupPr>
                        <m:ctrlPr>
                          <a:rPr lang="es-EC" sz="2400" i="1" smtClean="0">
                            <a:solidFill>
                              <a:srgbClr val="000000"/>
                            </a:solidFill>
                            <a:latin typeface="Cambria Math" panose="02040503050406030204" pitchFamily="18" charset="0"/>
                          </a:rPr>
                        </m:ctrlPr>
                      </m:sSubSupPr>
                      <m:e>
                        <m:r>
                          <a:rPr lang="es-EC" sz="2400" i="1" smtClean="0">
                            <a:solidFill>
                              <a:srgbClr val="000000"/>
                            </a:solidFill>
                            <a:latin typeface="Cambria Math" panose="02040503050406030204" pitchFamily="18" charset="0"/>
                            <a:ea typeface="Cambria Math" panose="02040503050406030204" pitchFamily="18" charset="0"/>
                          </a:rPr>
                          <m:t>𝜎</m:t>
                        </m:r>
                      </m:e>
                      <m:sub>
                        <m:r>
                          <a:rPr lang="es-EC" sz="2400" b="0" i="1" smtClean="0">
                            <a:solidFill>
                              <a:srgbClr val="000000"/>
                            </a:solidFill>
                            <a:latin typeface="Cambria Math" panose="02040503050406030204" pitchFamily="18" charset="0"/>
                            <a:ea typeface="Cambria Math" panose="02040503050406030204" pitchFamily="18" charset="0"/>
                          </a:rPr>
                          <m:t>𝑋</m:t>
                        </m:r>
                      </m:sub>
                      <m:sup>
                        <m:r>
                          <a:rPr lang="es-EC" sz="2400" b="0" i="1" smtClean="0">
                            <a:solidFill>
                              <a:srgbClr val="000000"/>
                            </a:solidFill>
                            <a:latin typeface="Cambria Math" panose="02040503050406030204" pitchFamily="18" charset="0"/>
                          </a:rPr>
                          <m:t>2</m:t>
                        </m:r>
                      </m:sup>
                    </m:sSubSup>
                  </m:oMath>
                </a14:m>
                <a:r>
                  <a:rPr lang="es-EC" sz="2400" dirty="0"/>
                  <a:t>, puede aproximarse con </a:t>
                </a:r>
                <a14:m>
                  <m:oMath xmlns:m="http://schemas.openxmlformats.org/officeDocument/2006/math">
                    <m:sSup>
                      <m:sSupPr>
                        <m:ctrlPr>
                          <a:rPr lang="es-EC" sz="2400" i="1" smtClean="0">
                            <a:latin typeface="Cambria Math" panose="02040503050406030204" pitchFamily="18" charset="0"/>
                          </a:rPr>
                        </m:ctrlPr>
                      </m:sSupPr>
                      <m:e>
                        <m:r>
                          <a:rPr lang="es-EC" sz="2400" b="0" i="1" smtClean="0">
                            <a:latin typeface="Cambria Math" panose="02040503050406030204" pitchFamily="18" charset="0"/>
                          </a:rPr>
                          <m:t>𝑆</m:t>
                        </m:r>
                      </m:e>
                      <m:sup>
                        <m:r>
                          <a:rPr lang="es-EC" sz="2400" b="0" i="1" smtClean="0">
                            <a:latin typeface="Cambria Math" panose="02040503050406030204" pitchFamily="18" charset="0"/>
                          </a:rPr>
                          <m:t>2</m:t>
                        </m:r>
                      </m:sup>
                    </m:sSup>
                  </m:oMath>
                </a14:m>
                <a:endParaRPr lang="es-EC" sz="2400" dirty="0"/>
              </a:p>
              <a:p>
                <a:endParaRPr lang="es-EC" sz="2400" dirty="0"/>
              </a:p>
              <a:p>
                <a:r>
                  <a:rPr lang="es-EC" sz="2400" dirty="0"/>
                  <a:t>Recuerde que </a:t>
                </a:r>
                <a14:m>
                  <m:oMath xmlns:m="http://schemas.openxmlformats.org/officeDocument/2006/math">
                    <m:sSubSup>
                      <m:sSubSupPr>
                        <m:ctrlPr>
                          <a:rPr lang="es-EC" sz="2400" i="1" smtClean="0">
                            <a:solidFill>
                              <a:srgbClr val="000000"/>
                            </a:solidFill>
                            <a:latin typeface="Cambria Math" panose="02040503050406030204" pitchFamily="18" charset="0"/>
                          </a:rPr>
                        </m:ctrlPr>
                      </m:sSubSupPr>
                      <m:e>
                        <m:r>
                          <a:rPr lang="es-EC" sz="2400" i="1" smtClean="0">
                            <a:solidFill>
                              <a:srgbClr val="000000"/>
                            </a:solidFill>
                            <a:latin typeface="Cambria Math" panose="02040503050406030204" pitchFamily="18" charset="0"/>
                            <a:ea typeface="Cambria Math" panose="02040503050406030204" pitchFamily="18" charset="0"/>
                          </a:rPr>
                          <m:t>𝜎</m:t>
                        </m:r>
                      </m:e>
                      <m:sub>
                        <m:acc>
                          <m:accPr>
                            <m:chr m:val="̅"/>
                            <m:ctrlPr>
                              <a:rPr lang="es-EC" sz="2400" b="0" i="1" smtClean="0">
                                <a:solidFill>
                                  <a:srgbClr val="000000"/>
                                </a:solidFill>
                                <a:latin typeface="Cambria Math" panose="02040503050406030204" pitchFamily="18" charset="0"/>
                              </a:rPr>
                            </m:ctrlPr>
                          </m:accPr>
                          <m:e>
                            <m:r>
                              <a:rPr lang="es-EC" sz="2400" b="0" i="1" smtClean="0">
                                <a:solidFill>
                                  <a:srgbClr val="000000"/>
                                </a:solidFill>
                                <a:latin typeface="Cambria Math" panose="02040503050406030204" pitchFamily="18" charset="0"/>
                              </a:rPr>
                              <m:t>𝑋</m:t>
                            </m:r>
                          </m:e>
                        </m:acc>
                      </m:sub>
                      <m:sup>
                        <m:r>
                          <a:rPr lang="es-EC" sz="2400" b="0" i="1" smtClean="0">
                            <a:solidFill>
                              <a:srgbClr val="000000"/>
                            </a:solidFill>
                            <a:latin typeface="Cambria Math" panose="02040503050406030204" pitchFamily="18" charset="0"/>
                          </a:rPr>
                          <m:t>2</m:t>
                        </m:r>
                      </m:sup>
                    </m:sSubSup>
                    <m:r>
                      <a:rPr lang="es-EC" sz="2400" b="0" i="0" smtClean="0">
                        <a:solidFill>
                          <a:srgbClr val="000000"/>
                        </a:solidFill>
                        <a:latin typeface="Cambria Math" panose="02040503050406030204" pitchFamily="18" charset="0"/>
                      </a:rPr>
                      <m:t>=</m:t>
                    </m:r>
                    <m:f>
                      <m:fPr>
                        <m:ctrlPr>
                          <a:rPr lang="es-EC" sz="2400" b="0" i="1" smtClean="0">
                            <a:solidFill>
                              <a:srgbClr val="000000"/>
                            </a:solidFill>
                            <a:latin typeface="Cambria Math" panose="02040503050406030204" pitchFamily="18" charset="0"/>
                          </a:rPr>
                        </m:ctrlPr>
                      </m:fPr>
                      <m:num>
                        <m:sSubSup>
                          <m:sSubSupPr>
                            <m:ctrlPr>
                              <a:rPr lang="es-EC" sz="2400" i="1" smtClean="0">
                                <a:solidFill>
                                  <a:srgbClr val="000000"/>
                                </a:solidFill>
                                <a:latin typeface="Cambria Math" panose="02040503050406030204" pitchFamily="18" charset="0"/>
                              </a:rPr>
                            </m:ctrlPr>
                          </m:sSubSupPr>
                          <m:e>
                            <m:r>
                              <a:rPr lang="es-EC" sz="2400" i="1" smtClean="0">
                                <a:solidFill>
                                  <a:srgbClr val="000000"/>
                                </a:solidFill>
                                <a:latin typeface="Cambria Math" panose="02040503050406030204" pitchFamily="18" charset="0"/>
                                <a:ea typeface="Cambria Math" panose="02040503050406030204" pitchFamily="18" charset="0"/>
                              </a:rPr>
                              <m:t>𝜎</m:t>
                            </m:r>
                          </m:e>
                          <m:sub>
                            <m:r>
                              <a:rPr lang="es-EC" sz="2400" b="0" i="1" smtClean="0">
                                <a:solidFill>
                                  <a:srgbClr val="000000"/>
                                </a:solidFill>
                                <a:latin typeface="Cambria Math" panose="02040503050406030204" pitchFamily="18" charset="0"/>
                                <a:ea typeface="Cambria Math" panose="02040503050406030204" pitchFamily="18" charset="0"/>
                              </a:rPr>
                              <m:t>𝑋</m:t>
                            </m:r>
                          </m:sub>
                          <m:sup>
                            <m:r>
                              <a:rPr lang="es-EC" sz="2400" b="0" i="1" smtClean="0">
                                <a:solidFill>
                                  <a:srgbClr val="000000"/>
                                </a:solidFill>
                                <a:latin typeface="Cambria Math" panose="02040503050406030204" pitchFamily="18" charset="0"/>
                              </a:rPr>
                              <m:t>2</m:t>
                            </m:r>
                          </m:sup>
                        </m:sSubSup>
                      </m:num>
                      <m:den>
                        <m:r>
                          <a:rPr lang="es-EC" sz="2400" b="0" i="1" smtClean="0">
                            <a:solidFill>
                              <a:srgbClr val="000000"/>
                            </a:solidFill>
                            <a:latin typeface="Cambria Math" panose="02040503050406030204" pitchFamily="18" charset="0"/>
                          </a:rPr>
                          <m:t>𝑛</m:t>
                        </m:r>
                      </m:den>
                    </m:f>
                  </m:oMath>
                </a14:m>
                <a:endParaRPr lang="es-EC" sz="2400" dirty="0"/>
              </a:p>
            </p:txBody>
          </p:sp>
        </mc:Choice>
        <mc:Fallback xmlns="">
          <p:sp>
            <p:nvSpPr>
              <p:cNvPr id="4" name="CuadroTexto 3"/>
              <p:cNvSpPr txBox="1">
                <a:spLocks noRot="1" noChangeAspect="1" noMove="1" noResize="1" noEditPoints="1" noAdjustHandles="1" noChangeArrowheads="1" noChangeShapeType="1" noTextEdit="1"/>
              </p:cNvSpPr>
              <p:nvPr/>
            </p:nvSpPr>
            <p:spPr>
              <a:xfrm>
                <a:off x="631110" y="2133600"/>
                <a:ext cx="8701165" cy="2206053"/>
              </a:xfrm>
              <a:prstGeom prst="rect">
                <a:avLst/>
              </a:prstGeom>
              <a:blipFill rotWithShape="0">
                <a:blip r:embed="rId2"/>
                <a:stretch>
                  <a:fillRect l="-1121" t="-552" b="-1934"/>
                </a:stretch>
              </a:blipFill>
            </p:spPr>
            <p:txBody>
              <a:bodyPr/>
              <a:lstStyle/>
              <a:p>
                <a:r>
                  <a:rPr lang="es-EC">
                    <a:noFill/>
                  </a:rPr>
                  <a:t> </a:t>
                </a:r>
              </a:p>
            </p:txBody>
          </p:sp>
        </mc:Fallback>
      </mc:AlternateContent>
      <p:sp>
        <p:nvSpPr>
          <p:cNvPr id="5" name="CuadroTexto 4"/>
          <p:cNvSpPr txBox="1"/>
          <p:nvPr/>
        </p:nvSpPr>
        <p:spPr>
          <a:xfrm>
            <a:off x="631110" y="297698"/>
            <a:ext cx="8023735" cy="646331"/>
          </a:xfrm>
          <a:prstGeom prst="rect">
            <a:avLst/>
          </a:prstGeom>
          <a:noFill/>
        </p:spPr>
        <p:txBody>
          <a:bodyPr wrap="none" rtlCol="0">
            <a:spAutoFit/>
          </a:bodyPr>
          <a:lstStyle/>
          <a:p>
            <a:r>
              <a:rPr lang="es-EC" sz="3600" b="1" dirty="0"/>
              <a:t>ESTIMACIÓN – Distribuciones muestrales</a:t>
            </a:r>
            <a:endParaRPr lang="es-EC" sz="4000" b="1" dirty="0"/>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07F4F243-E195-4F83-ABEE-71C4D61D791A}"/>
                  </a:ext>
                </a:extLst>
              </p14:cNvPr>
              <p14:cNvContentPartPr/>
              <p14:nvPr/>
            </p14:nvContentPartPr>
            <p14:xfrm>
              <a:off x="470160" y="488880"/>
              <a:ext cx="11722320" cy="6369480"/>
            </p14:xfrm>
          </p:contentPart>
        </mc:Choice>
        <mc:Fallback>
          <p:pic>
            <p:nvPicPr>
              <p:cNvPr id="2" name="Ink 1">
                <a:extLst>
                  <a:ext uri="{FF2B5EF4-FFF2-40B4-BE49-F238E27FC236}">
                    <a16:creationId xmlns:a16="http://schemas.microsoft.com/office/drawing/2014/main" id="{07F4F243-E195-4F83-ABEE-71C4D61D791A}"/>
                  </a:ext>
                </a:extLst>
              </p:cNvPr>
              <p:cNvPicPr/>
              <p:nvPr/>
            </p:nvPicPr>
            <p:blipFill>
              <a:blip r:embed="rId4"/>
              <a:stretch>
                <a:fillRect/>
              </a:stretch>
            </p:blipFill>
            <p:spPr>
              <a:xfrm>
                <a:off x="460800" y="479520"/>
                <a:ext cx="11741040" cy="63882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6" name="Ink 5">
                <a:extLst>
                  <a:ext uri="{FF2B5EF4-FFF2-40B4-BE49-F238E27FC236}">
                    <a16:creationId xmlns:a16="http://schemas.microsoft.com/office/drawing/2014/main" id="{66342C4E-D543-4F3A-AB55-8C6729710416}"/>
                  </a:ext>
                </a:extLst>
              </p14:cNvPr>
              <p14:cNvContentPartPr/>
              <p14:nvPr/>
            </p14:nvContentPartPr>
            <p14:xfrm>
              <a:off x="5460840" y="3264840"/>
              <a:ext cx="1118160" cy="2517840"/>
            </p14:xfrm>
          </p:contentPart>
        </mc:Choice>
        <mc:Fallback>
          <p:pic>
            <p:nvPicPr>
              <p:cNvPr id="6" name="Ink 5">
                <a:extLst>
                  <a:ext uri="{FF2B5EF4-FFF2-40B4-BE49-F238E27FC236}">
                    <a16:creationId xmlns:a16="http://schemas.microsoft.com/office/drawing/2014/main" id="{66342C4E-D543-4F3A-AB55-8C6729710416}"/>
                  </a:ext>
                </a:extLst>
              </p:cNvPr>
              <p:cNvPicPr/>
              <p:nvPr/>
            </p:nvPicPr>
            <p:blipFill>
              <a:blip r:embed="rId6"/>
              <a:stretch>
                <a:fillRect/>
              </a:stretch>
            </p:blipFill>
            <p:spPr>
              <a:xfrm>
                <a:off x="5451480" y="3255480"/>
                <a:ext cx="1136880" cy="2536560"/>
              </a:xfrm>
              <a:prstGeom prst="rect">
                <a:avLst/>
              </a:prstGeom>
            </p:spPr>
          </p:pic>
        </mc:Fallback>
      </mc:AlternateContent>
    </p:spTree>
    <p:extLst>
      <p:ext uri="{BB962C8B-B14F-4D97-AF65-F5344CB8AC3E}">
        <p14:creationId xmlns:p14="http://schemas.microsoft.com/office/powerpoint/2010/main" val="27724534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631110" y="1259026"/>
            <a:ext cx="3532377" cy="523220"/>
          </a:xfrm>
          <a:prstGeom prst="rect">
            <a:avLst/>
          </a:prstGeom>
        </p:spPr>
        <p:txBody>
          <a:bodyPr wrap="none">
            <a:spAutoFit/>
          </a:bodyPr>
          <a:lstStyle/>
          <a:p>
            <a:r>
              <a:rPr lang="es-EC" sz="2800" b="1" dirty="0"/>
              <a:t>Distribución T-</a:t>
            </a:r>
            <a:r>
              <a:rPr lang="es-EC" sz="2800" b="1" dirty="0" err="1"/>
              <a:t>Student</a:t>
            </a:r>
            <a:endParaRPr lang="es-EC" sz="2800" b="1" dirty="0"/>
          </a:p>
        </p:txBody>
      </p:sp>
      <mc:AlternateContent xmlns:mc="http://schemas.openxmlformats.org/markup-compatibility/2006" xmlns:a14="http://schemas.microsoft.com/office/drawing/2010/main">
        <mc:Choice Requires="a14">
          <p:sp>
            <p:nvSpPr>
              <p:cNvPr id="4" name="CuadroTexto 3"/>
              <p:cNvSpPr txBox="1"/>
              <p:nvPr/>
            </p:nvSpPr>
            <p:spPr>
              <a:xfrm>
                <a:off x="631110" y="1903169"/>
                <a:ext cx="10829370" cy="1938992"/>
              </a:xfrm>
              <a:prstGeom prst="rect">
                <a:avLst/>
              </a:prstGeom>
              <a:noFill/>
            </p:spPr>
            <p:txBody>
              <a:bodyPr wrap="square" rtlCol="0">
                <a:spAutoFit/>
              </a:bodyPr>
              <a:lstStyle/>
              <a:p>
                <a:pPr algn="just"/>
                <a:r>
                  <a:rPr lang="es-EC" sz="2400" dirty="0"/>
                  <a:t>Sean </a:t>
                </a:r>
                <a14:m>
                  <m:oMath xmlns:m="http://schemas.openxmlformats.org/officeDocument/2006/math">
                    <m:acc>
                      <m:accPr>
                        <m:chr m:val="̅"/>
                        <m:ctrlPr>
                          <a:rPr lang="es-EC" sz="2400" i="1">
                            <a:solidFill>
                              <a:srgbClr val="000000"/>
                            </a:solidFill>
                            <a:latin typeface="Cambria Math" panose="02040503050406030204" pitchFamily="18" charset="0"/>
                          </a:rPr>
                        </m:ctrlPr>
                      </m:accPr>
                      <m:e>
                        <m:r>
                          <a:rPr lang="es-EC" sz="2400" i="1">
                            <a:solidFill>
                              <a:srgbClr val="000000"/>
                            </a:solidFill>
                            <a:latin typeface="Cambria Math" panose="02040503050406030204" pitchFamily="18" charset="0"/>
                          </a:rPr>
                          <m:t>𝑋</m:t>
                        </m:r>
                      </m:e>
                    </m:acc>
                  </m:oMath>
                </a14:m>
                <a:r>
                  <a:rPr lang="es-EC" sz="2400" dirty="0"/>
                  <a:t>  y </a:t>
                </a:r>
                <a14:m>
                  <m:oMath xmlns:m="http://schemas.openxmlformats.org/officeDocument/2006/math">
                    <m:sSup>
                      <m:sSupPr>
                        <m:ctrlPr>
                          <a:rPr lang="es-EC" sz="2400" i="1" smtClean="0">
                            <a:latin typeface="Cambria Math" panose="02040503050406030204" pitchFamily="18" charset="0"/>
                          </a:rPr>
                        </m:ctrlPr>
                      </m:sSupPr>
                      <m:e>
                        <m:r>
                          <a:rPr lang="es-EC" sz="2400" b="0" i="1" smtClean="0">
                            <a:latin typeface="Cambria Math" panose="02040503050406030204" pitchFamily="18" charset="0"/>
                          </a:rPr>
                          <m:t>𝑠</m:t>
                        </m:r>
                      </m:e>
                      <m:sup>
                        <m:r>
                          <a:rPr lang="es-EC" sz="2400" b="0" i="1" smtClean="0">
                            <a:latin typeface="Cambria Math" panose="02040503050406030204" pitchFamily="18" charset="0"/>
                          </a:rPr>
                          <m:t>2</m:t>
                        </m:r>
                      </m:sup>
                    </m:sSup>
                  </m:oMath>
                </a14:m>
                <a:r>
                  <a:rPr lang="es-EC" sz="2400" dirty="0"/>
                  <a:t> la media y la varianza de una muestra aleatoria tamaño n &lt; 30, tomada de una población normal X, con </a:t>
                </a:r>
                <a14:m>
                  <m:oMath xmlns:m="http://schemas.openxmlformats.org/officeDocument/2006/math">
                    <m:r>
                      <a:rPr lang="es-EC" sz="2400" i="1">
                        <a:latin typeface="Cambria Math" panose="02040503050406030204" pitchFamily="18" charset="0"/>
                      </a:rPr>
                      <m:t>𝐸</m:t>
                    </m:r>
                    <m:d>
                      <m:dPr>
                        <m:ctrlPr>
                          <a:rPr lang="es-EC" sz="2400" i="1">
                            <a:latin typeface="Cambria Math" panose="02040503050406030204" pitchFamily="18" charset="0"/>
                          </a:rPr>
                        </m:ctrlPr>
                      </m:dPr>
                      <m:e>
                        <m:r>
                          <a:rPr lang="es-EC" sz="2400" i="1">
                            <a:latin typeface="Cambria Math" panose="02040503050406030204" pitchFamily="18" charset="0"/>
                          </a:rPr>
                          <m:t>𝑋</m:t>
                        </m:r>
                      </m:e>
                    </m:d>
                    <m:r>
                      <a:rPr lang="es-EC" sz="2400" i="1">
                        <a:latin typeface="Cambria Math" panose="02040503050406030204" pitchFamily="18" charset="0"/>
                      </a:rPr>
                      <m:t>=</m:t>
                    </m:r>
                    <m:r>
                      <a:rPr lang="es-EC" sz="2400" i="1" smtClean="0">
                        <a:latin typeface="Cambria Math" panose="02040503050406030204" pitchFamily="18" charset="0"/>
                        <a:ea typeface="Cambria Math" panose="02040503050406030204" pitchFamily="18" charset="0"/>
                      </a:rPr>
                      <m:t>𝜇</m:t>
                    </m:r>
                    <m:r>
                      <a:rPr lang="es-EC" sz="2400" i="1">
                        <a:latin typeface="Cambria Math" panose="02040503050406030204" pitchFamily="18" charset="0"/>
                      </a:rPr>
                      <m:t> </m:t>
                    </m:r>
                    <m:r>
                      <a:rPr lang="es-EC" sz="2400" b="0" i="1" smtClean="0">
                        <a:latin typeface="Cambria Math" panose="02040503050406030204" pitchFamily="18" charset="0"/>
                      </a:rPr>
                      <m:t> </m:t>
                    </m:r>
                    <m:r>
                      <a:rPr lang="es-EC" sz="2400" b="0" i="1" smtClean="0">
                        <a:latin typeface="Cambria Math" panose="02040503050406030204" pitchFamily="18" charset="0"/>
                      </a:rPr>
                      <m:t>𝑦</m:t>
                    </m:r>
                    <m:r>
                      <a:rPr lang="es-EC" sz="2400" b="0" i="1" smtClean="0">
                        <a:latin typeface="Cambria Math" panose="02040503050406030204" pitchFamily="18" charset="0"/>
                      </a:rPr>
                      <m:t> </m:t>
                    </m:r>
                    <m:r>
                      <a:rPr lang="es-EC" sz="2400" b="0" i="1" smtClean="0">
                        <a:latin typeface="Cambria Math" panose="02040503050406030204" pitchFamily="18" charset="0"/>
                      </a:rPr>
                      <m:t>𝑉</m:t>
                    </m:r>
                    <m:d>
                      <m:dPr>
                        <m:ctrlPr>
                          <a:rPr lang="es-EC" sz="2400" b="0" i="1" smtClean="0">
                            <a:latin typeface="Cambria Math" panose="02040503050406030204" pitchFamily="18" charset="0"/>
                          </a:rPr>
                        </m:ctrlPr>
                      </m:dPr>
                      <m:e>
                        <m:r>
                          <a:rPr lang="es-EC" sz="2400" b="0" i="1" smtClean="0">
                            <a:latin typeface="Cambria Math" panose="02040503050406030204" pitchFamily="18" charset="0"/>
                          </a:rPr>
                          <m:t>𝑋</m:t>
                        </m:r>
                      </m:e>
                    </m:d>
                    <m:r>
                      <a:rPr lang="es-EC" sz="2400" b="0" i="1" smtClean="0">
                        <a:latin typeface="Cambria Math" panose="02040503050406030204" pitchFamily="18" charset="0"/>
                      </a:rPr>
                      <m:t> </m:t>
                    </m:r>
                    <m:r>
                      <a:rPr lang="es-EC" sz="2400" b="0" i="1" smtClean="0">
                        <a:latin typeface="Cambria Math" panose="02040503050406030204" pitchFamily="18" charset="0"/>
                      </a:rPr>
                      <m:t>𝑓𝑖𝑛𝑖𝑡𝑎</m:t>
                    </m:r>
                  </m:oMath>
                </a14:m>
                <a:r>
                  <a:rPr lang="es-EC" sz="2400" dirty="0"/>
                  <a:t> pero desconocida entonces la </a:t>
                </a:r>
                <a:r>
                  <a:rPr lang="es-EC" sz="2400" dirty="0" err="1"/>
                  <a:t>v.a.</a:t>
                </a:r>
                <a:r>
                  <a:rPr lang="es-EC" sz="2400" dirty="0"/>
                  <a:t> T definida por</a:t>
                </a:r>
              </a:p>
              <a:p>
                <a:pPr algn="just"/>
                <a:endParaRPr lang="es-EC" sz="2400" dirty="0"/>
              </a:p>
              <a:p>
                <a:pPr algn="just"/>
                <a:endParaRPr lang="es-EC" sz="2400" dirty="0"/>
              </a:p>
            </p:txBody>
          </p:sp>
        </mc:Choice>
        <mc:Fallback xmlns="">
          <p:sp>
            <p:nvSpPr>
              <p:cNvPr id="4" name="CuadroTexto 3"/>
              <p:cNvSpPr txBox="1">
                <a:spLocks noRot="1" noChangeAspect="1" noMove="1" noResize="1" noEditPoints="1" noAdjustHandles="1" noChangeArrowheads="1" noChangeShapeType="1" noTextEdit="1"/>
              </p:cNvSpPr>
              <p:nvPr/>
            </p:nvSpPr>
            <p:spPr>
              <a:xfrm>
                <a:off x="631110" y="1903169"/>
                <a:ext cx="10829370" cy="1938992"/>
              </a:xfrm>
              <a:prstGeom prst="rect">
                <a:avLst/>
              </a:prstGeom>
              <a:blipFill rotWithShape="0">
                <a:blip r:embed="rId2"/>
                <a:stretch>
                  <a:fillRect l="-901" t="-2516" r="-845"/>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5" name="CuadroTexto 4"/>
              <p:cNvSpPr txBox="1"/>
              <p:nvPr/>
            </p:nvSpPr>
            <p:spPr>
              <a:xfrm>
                <a:off x="4163487" y="3471086"/>
                <a:ext cx="1662955" cy="10781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C" sz="2400" b="0" i="1" smtClean="0">
                          <a:latin typeface="Cambria Math" panose="02040503050406030204" pitchFamily="18" charset="0"/>
                        </a:rPr>
                        <m:t>𝑇</m:t>
                      </m:r>
                      <m:r>
                        <a:rPr lang="es-EC" sz="2400" b="0" i="1" smtClean="0">
                          <a:latin typeface="Cambria Math" panose="02040503050406030204" pitchFamily="18" charset="0"/>
                        </a:rPr>
                        <m:t>=</m:t>
                      </m:r>
                      <m:f>
                        <m:fPr>
                          <m:ctrlPr>
                            <a:rPr lang="es-EC" sz="2400" b="0" i="1" smtClean="0">
                              <a:latin typeface="Cambria Math" panose="02040503050406030204" pitchFamily="18" charset="0"/>
                            </a:rPr>
                          </m:ctrlPr>
                        </m:fPr>
                        <m:num>
                          <m:d>
                            <m:dPr>
                              <m:ctrlPr>
                                <a:rPr lang="es-EC" sz="2400" b="0" i="1" smtClean="0">
                                  <a:latin typeface="Cambria Math" panose="02040503050406030204" pitchFamily="18" charset="0"/>
                                </a:rPr>
                              </m:ctrlPr>
                            </m:dPr>
                            <m:e>
                              <m:acc>
                                <m:accPr>
                                  <m:chr m:val="̅"/>
                                  <m:ctrlPr>
                                    <a:rPr lang="es-EC" sz="2400" b="0" i="1" smtClean="0">
                                      <a:latin typeface="Cambria Math" panose="02040503050406030204" pitchFamily="18" charset="0"/>
                                    </a:rPr>
                                  </m:ctrlPr>
                                </m:accPr>
                                <m:e>
                                  <m:r>
                                    <a:rPr lang="es-EC" sz="2400" b="0" i="1" smtClean="0">
                                      <a:latin typeface="Cambria Math" panose="02040503050406030204" pitchFamily="18" charset="0"/>
                                    </a:rPr>
                                    <m:t>𝑋</m:t>
                                  </m:r>
                                </m:e>
                              </m:acc>
                              <m:r>
                                <a:rPr lang="es-EC" sz="2400" b="0" i="1" smtClean="0">
                                  <a:latin typeface="Cambria Math" panose="02040503050406030204" pitchFamily="18" charset="0"/>
                                </a:rPr>
                                <m:t>−</m:t>
                              </m:r>
                              <m:r>
                                <a:rPr lang="es-EC" sz="2400" b="0" i="1" smtClean="0">
                                  <a:latin typeface="Cambria Math" panose="02040503050406030204" pitchFamily="18" charset="0"/>
                                  <a:ea typeface="Cambria Math" panose="02040503050406030204" pitchFamily="18" charset="0"/>
                                </a:rPr>
                                <m:t>𝜇</m:t>
                              </m:r>
                            </m:e>
                          </m:d>
                        </m:num>
                        <m:den>
                          <m:f>
                            <m:fPr>
                              <m:ctrlPr>
                                <a:rPr lang="es-EC" sz="2400" b="0" i="1" smtClean="0">
                                  <a:latin typeface="Cambria Math" panose="02040503050406030204" pitchFamily="18" charset="0"/>
                                  <a:ea typeface="Cambria Math" panose="02040503050406030204" pitchFamily="18" charset="0"/>
                                </a:rPr>
                              </m:ctrlPr>
                            </m:fPr>
                            <m:num>
                              <m:r>
                                <a:rPr lang="es-EC" sz="2400" b="0" i="1" smtClean="0">
                                  <a:latin typeface="Cambria Math" panose="02040503050406030204" pitchFamily="18" charset="0"/>
                                  <a:ea typeface="Cambria Math" panose="02040503050406030204" pitchFamily="18" charset="0"/>
                                </a:rPr>
                                <m:t>𝑠</m:t>
                              </m:r>
                            </m:num>
                            <m:den>
                              <m:rad>
                                <m:radPr>
                                  <m:degHide m:val="on"/>
                                  <m:ctrlPr>
                                    <a:rPr lang="es-EC" sz="2400" b="0" i="1" smtClean="0">
                                      <a:latin typeface="Cambria Math" panose="02040503050406030204" pitchFamily="18" charset="0"/>
                                      <a:ea typeface="Cambria Math" panose="02040503050406030204" pitchFamily="18" charset="0"/>
                                    </a:rPr>
                                  </m:ctrlPr>
                                </m:radPr>
                                <m:deg/>
                                <m:e>
                                  <m:r>
                                    <a:rPr lang="es-EC" sz="2400" b="0" i="1" smtClean="0">
                                      <a:latin typeface="Cambria Math" panose="02040503050406030204" pitchFamily="18" charset="0"/>
                                      <a:ea typeface="Cambria Math" panose="02040503050406030204" pitchFamily="18" charset="0"/>
                                    </a:rPr>
                                    <m:t>𝑛</m:t>
                                  </m:r>
                                </m:e>
                              </m:rad>
                            </m:den>
                          </m:f>
                        </m:den>
                      </m:f>
                    </m:oMath>
                  </m:oMathPara>
                </a14:m>
                <a:endParaRPr lang="es-EC" sz="2400" dirty="0"/>
              </a:p>
            </p:txBody>
          </p:sp>
        </mc:Choice>
        <mc:Fallback xmlns="">
          <p:sp>
            <p:nvSpPr>
              <p:cNvPr id="5" name="CuadroTexto 4"/>
              <p:cNvSpPr txBox="1">
                <a:spLocks noRot="1" noChangeAspect="1" noMove="1" noResize="1" noEditPoints="1" noAdjustHandles="1" noChangeArrowheads="1" noChangeShapeType="1" noTextEdit="1"/>
              </p:cNvSpPr>
              <p:nvPr/>
            </p:nvSpPr>
            <p:spPr>
              <a:xfrm>
                <a:off x="4163487" y="3471086"/>
                <a:ext cx="1662955" cy="1078180"/>
              </a:xfrm>
              <a:prstGeom prst="rect">
                <a:avLst/>
              </a:prstGeom>
              <a:blipFill rotWithShape="0">
                <a:blip r:embed="rId3"/>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6" name="Rectángulo 5"/>
              <p:cNvSpPr/>
              <p:nvPr/>
            </p:nvSpPr>
            <p:spPr>
              <a:xfrm>
                <a:off x="631110" y="4801302"/>
                <a:ext cx="10402160" cy="461665"/>
              </a:xfrm>
              <a:prstGeom prst="rect">
                <a:avLst/>
              </a:prstGeom>
            </p:spPr>
            <p:txBody>
              <a:bodyPr wrap="square">
                <a:spAutoFit/>
              </a:bodyPr>
              <a:lstStyle/>
              <a:p>
                <a:r>
                  <a:rPr lang="es-EC" sz="2400" dirty="0"/>
                  <a:t>Tiene distribución T con </a:t>
                </a:r>
                <a14:m>
                  <m:oMath xmlns:m="http://schemas.openxmlformats.org/officeDocument/2006/math">
                    <m:r>
                      <a:rPr lang="es-EC" sz="2400" i="1" smtClean="0">
                        <a:latin typeface="Cambria Math" panose="02040503050406030204" pitchFamily="18" charset="0"/>
                        <a:ea typeface="Cambria Math" panose="02040503050406030204" pitchFamily="18" charset="0"/>
                      </a:rPr>
                      <m:t>𝜈</m:t>
                    </m:r>
                    <m:r>
                      <a:rPr lang="es-EC" sz="2400" b="0" i="1" smtClean="0">
                        <a:latin typeface="Cambria Math" panose="02040503050406030204" pitchFamily="18" charset="0"/>
                        <a:ea typeface="Cambria Math" panose="02040503050406030204" pitchFamily="18" charset="0"/>
                      </a:rPr>
                      <m:t>=</m:t>
                    </m:r>
                    <m:r>
                      <a:rPr lang="es-EC" sz="2400" b="0" i="1" smtClean="0">
                        <a:latin typeface="Cambria Math" panose="02040503050406030204" pitchFamily="18" charset="0"/>
                        <a:ea typeface="Cambria Math" panose="02040503050406030204" pitchFamily="18" charset="0"/>
                      </a:rPr>
                      <m:t>𝑛</m:t>
                    </m:r>
                    <m:r>
                      <a:rPr lang="es-EC" sz="2400" b="0" i="1" smtClean="0">
                        <a:latin typeface="Cambria Math" panose="02040503050406030204" pitchFamily="18" charset="0"/>
                        <a:ea typeface="Cambria Math" panose="02040503050406030204" pitchFamily="18" charset="0"/>
                      </a:rPr>
                      <m:t>−1</m:t>
                    </m:r>
                  </m:oMath>
                </a14:m>
                <a:r>
                  <a:rPr lang="es-EC" sz="2400" dirty="0"/>
                  <a:t> grados de libertad</a:t>
                </a:r>
              </a:p>
            </p:txBody>
          </p:sp>
        </mc:Choice>
        <mc:Fallback xmlns="">
          <p:sp>
            <p:nvSpPr>
              <p:cNvPr id="6" name="Rectángulo 5"/>
              <p:cNvSpPr>
                <a:spLocks noRot="1" noChangeAspect="1" noMove="1" noResize="1" noEditPoints="1" noAdjustHandles="1" noChangeArrowheads="1" noChangeShapeType="1" noTextEdit="1"/>
              </p:cNvSpPr>
              <p:nvPr/>
            </p:nvSpPr>
            <p:spPr>
              <a:xfrm>
                <a:off x="631110" y="4801302"/>
                <a:ext cx="10402160" cy="461665"/>
              </a:xfrm>
              <a:prstGeom prst="rect">
                <a:avLst/>
              </a:prstGeom>
              <a:blipFill rotWithShape="0">
                <a:blip r:embed="rId4"/>
                <a:stretch>
                  <a:fillRect l="-938" t="-10667" b="-30667"/>
                </a:stretch>
              </a:blipFill>
            </p:spPr>
            <p:txBody>
              <a:bodyPr/>
              <a:lstStyle/>
              <a:p>
                <a:r>
                  <a:rPr lang="es-EC">
                    <a:noFill/>
                  </a:rPr>
                  <a:t> </a:t>
                </a:r>
              </a:p>
            </p:txBody>
          </p:sp>
        </mc:Fallback>
      </mc:AlternateContent>
      <p:pic>
        <p:nvPicPr>
          <p:cNvPr id="7" name="Imagen 6"/>
          <p:cNvPicPr>
            <a:picLocks noChangeAspect="1"/>
          </p:cNvPicPr>
          <p:nvPr/>
        </p:nvPicPr>
        <p:blipFill>
          <a:blip r:embed="rId5"/>
          <a:stretch>
            <a:fillRect/>
          </a:stretch>
        </p:blipFill>
        <p:spPr>
          <a:xfrm>
            <a:off x="6784846" y="3050875"/>
            <a:ext cx="4421982" cy="1750426"/>
          </a:xfrm>
          <a:prstGeom prst="rect">
            <a:avLst/>
          </a:prstGeom>
        </p:spPr>
      </p:pic>
      <p:sp>
        <p:nvSpPr>
          <p:cNvPr id="10" name="CuadroTexto 9"/>
          <p:cNvSpPr txBox="1"/>
          <p:nvPr/>
        </p:nvSpPr>
        <p:spPr>
          <a:xfrm>
            <a:off x="631110" y="297698"/>
            <a:ext cx="8023735" cy="646331"/>
          </a:xfrm>
          <a:prstGeom prst="rect">
            <a:avLst/>
          </a:prstGeom>
          <a:noFill/>
        </p:spPr>
        <p:txBody>
          <a:bodyPr wrap="none" rtlCol="0">
            <a:spAutoFit/>
          </a:bodyPr>
          <a:lstStyle/>
          <a:p>
            <a:r>
              <a:rPr lang="es-EC" sz="3600" b="1" dirty="0"/>
              <a:t>ESTIMACIÓN – Distribuciones muestrales</a:t>
            </a:r>
            <a:endParaRPr lang="es-EC" sz="4000" b="1" dirty="0"/>
          </a:p>
        </p:txBody>
      </p:sp>
      <mc:AlternateContent xmlns:mc="http://schemas.openxmlformats.org/markup-compatibility/2006">
        <mc:Choice xmlns:p14="http://schemas.microsoft.com/office/powerpoint/2010/main" Requires="p14">
          <p:contentPart p14:bwMode="auto" r:id="rId6">
            <p14:nvContentPartPr>
              <p14:cNvPr id="2" name="Ink 1">
                <a:extLst>
                  <a:ext uri="{FF2B5EF4-FFF2-40B4-BE49-F238E27FC236}">
                    <a16:creationId xmlns:a16="http://schemas.microsoft.com/office/drawing/2014/main" id="{F6358279-0AFE-45D5-B869-A0A45CE3AD5A}"/>
                  </a:ext>
                </a:extLst>
              </p14:cNvPr>
              <p14:cNvContentPartPr/>
              <p14:nvPr/>
            </p14:nvContentPartPr>
            <p14:xfrm>
              <a:off x="7598880" y="3879000"/>
              <a:ext cx="2897280" cy="1309320"/>
            </p14:xfrm>
          </p:contentPart>
        </mc:Choice>
        <mc:Fallback>
          <p:pic>
            <p:nvPicPr>
              <p:cNvPr id="2" name="Ink 1">
                <a:extLst>
                  <a:ext uri="{FF2B5EF4-FFF2-40B4-BE49-F238E27FC236}">
                    <a16:creationId xmlns:a16="http://schemas.microsoft.com/office/drawing/2014/main" id="{F6358279-0AFE-45D5-B869-A0A45CE3AD5A}"/>
                  </a:ext>
                </a:extLst>
              </p:cNvPr>
              <p:cNvPicPr/>
              <p:nvPr/>
            </p:nvPicPr>
            <p:blipFill>
              <a:blip r:embed="rId7"/>
              <a:stretch>
                <a:fillRect/>
              </a:stretch>
            </p:blipFill>
            <p:spPr>
              <a:xfrm>
                <a:off x="7589520" y="3869640"/>
                <a:ext cx="2916000" cy="1328040"/>
              </a:xfrm>
              <a:prstGeom prst="rect">
                <a:avLst/>
              </a:prstGeom>
            </p:spPr>
          </p:pic>
        </mc:Fallback>
      </mc:AlternateContent>
      <p:pic>
        <p:nvPicPr>
          <p:cNvPr id="9" name="Picture 8">
            <a:extLst>
              <a:ext uri="{FF2B5EF4-FFF2-40B4-BE49-F238E27FC236}">
                <a16:creationId xmlns:a16="http://schemas.microsoft.com/office/drawing/2014/main" id="{E3D412E7-FB73-4AC6-8639-5774FD36A880}"/>
              </a:ext>
            </a:extLst>
          </p:cNvPr>
          <p:cNvPicPr>
            <a:picLocks noChangeAspect="1"/>
          </p:cNvPicPr>
          <p:nvPr/>
        </p:nvPicPr>
        <p:blipFill>
          <a:blip r:embed="rId8"/>
          <a:stretch>
            <a:fillRect/>
          </a:stretch>
        </p:blipFill>
        <p:spPr>
          <a:xfrm>
            <a:off x="280297" y="5262967"/>
            <a:ext cx="4362680" cy="782198"/>
          </a:xfrm>
          <a:prstGeom prst="rect">
            <a:avLst/>
          </a:prstGeom>
        </p:spPr>
      </p:pic>
      <p:pic>
        <p:nvPicPr>
          <p:cNvPr id="11" name="Picture 10">
            <a:extLst>
              <a:ext uri="{FF2B5EF4-FFF2-40B4-BE49-F238E27FC236}">
                <a16:creationId xmlns:a16="http://schemas.microsoft.com/office/drawing/2014/main" id="{2DDCC3E2-2EA3-4B22-8E13-0E8A3A1BDB7E}"/>
              </a:ext>
            </a:extLst>
          </p:cNvPr>
          <p:cNvPicPr>
            <a:picLocks noChangeAspect="1"/>
          </p:cNvPicPr>
          <p:nvPr/>
        </p:nvPicPr>
        <p:blipFill>
          <a:blip r:embed="rId9"/>
          <a:stretch>
            <a:fillRect/>
          </a:stretch>
        </p:blipFill>
        <p:spPr>
          <a:xfrm>
            <a:off x="323812" y="6201112"/>
            <a:ext cx="4671152" cy="611436"/>
          </a:xfrm>
          <a:prstGeom prst="rect">
            <a:avLst/>
          </a:prstGeom>
        </p:spPr>
      </p:pic>
      <p:pic>
        <p:nvPicPr>
          <p:cNvPr id="12" name="Picture 11">
            <a:extLst>
              <a:ext uri="{FF2B5EF4-FFF2-40B4-BE49-F238E27FC236}">
                <a16:creationId xmlns:a16="http://schemas.microsoft.com/office/drawing/2014/main" id="{1C95BADA-73B2-4998-9EA2-1A82CAAE251C}"/>
              </a:ext>
            </a:extLst>
          </p:cNvPr>
          <p:cNvPicPr>
            <a:picLocks noChangeAspect="1"/>
          </p:cNvPicPr>
          <p:nvPr/>
        </p:nvPicPr>
        <p:blipFill>
          <a:blip r:embed="rId10"/>
          <a:stretch>
            <a:fillRect/>
          </a:stretch>
        </p:blipFill>
        <p:spPr>
          <a:xfrm>
            <a:off x="6538388" y="5805548"/>
            <a:ext cx="4494882" cy="479234"/>
          </a:xfrm>
          <a:prstGeom prst="rect">
            <a:avLst/>
          </a:prstGeom>
        </p:spPr>
      </p:pic>
      <mc:AlternateContent xmlns:mc="http://schemas.openxmlformats.org/markup-compatibility/2006">
        <mc:Choice xmlns:p14="http://schemas.microsoft.com/office/powerpoint/2010/main" Requires="p14">
          <p:contentPart p14:bwMode="auto" r:id="rId11">
            <p14:nvContentPartPr>
              <p14:cNvPr id="14" name="Ink 13">
                <a:extLst>
                  <a:ext uri="{FF2B5EF4-FFF2-40B4-BE49-F238E27FC236}">
                    <a16:creationId xmlns:a16="http://schemas.microsoft.com/office/drawing/2014/main" id="{3FE43176-455A-43B6-A6F5-D0C8F692A3C9}"/>
                  </a:ext>
                </a:extLst>
              </p14:cNvPr>
              <p14:cNvContentPartPr/>
              <p14:nvPr/>
            </p14:nvContentPartPr>
            <p14:xfrm>
              <a:off x="846000" y="2973600"/>
              <a:ext cx="3880080" cy="1923480"/>
            </p14:xfrm>
          </p:contentPart>
        </mc:Choice>
        <mc:Fallback>
          <p:pic>
            <p:nvPicPr>
              <p:cNvPr id="14" name="Ink 13">
                <a:extLst>
                  <a:ext uri="{FF2B5EF4-FFF2-40B4-BE49-F238E27FC236}">
                    <a16:creationId xmlns:a16="http://schemas.microsoft.com/office/drawing/2014/main" id="{3FE43176-455A-43B6-A6F5-D0C8F692A3C9}"/>
                  </a:ext>
                </a:extLst>
              </p:cNvPr>
              <p:cNvPicPr/>
              <p:nvPr/>
            </p:nvPicPr>
            <p:blipFill>
              <a:blip r:embed="rId12"/>
              <a:stretch>
                <a:fillRect/>
              </a:stretch>
            </p:blipFill>
            <p:spPr>
              <a:xfrm>
                <a:off x="836640" y="2964240"/>
                <a:ext cx="3898800" cy="1942200"/>
              </a:xfrm>
              <a:prstGeom prst="rect">
                <a:avLst/>
              </a:prstGeom>
            </p:spPr>
          </p:pic>
        </mc:Fallback>
      </mc:AlternateContent>
    </p:spTree>
    <p:extLst>
      <p:ext uri="{BB962C8B-B14F-4D97-AF65-F5344CB8AC3E}">
        <p14:creationId xmlns:p14="http://schemas.microsoft.com/office/powerpoint/2010/main" val="32375132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p:cNvPicPr>
            <a:picLocks noChangeAspect="1"/>
          </p:cNvPicPr>
          <p:nvPr/>
        </p:nvPicPr>
        <p:blipFill rotWithShape="1">
          <a:blip r:embed="rId2" cstate="email">
            <a:extLst>
              <a:ext uri="{28A0092B-C50C-407E-A947-70E740481C1C}">
                <a14:useLocalDpi xmlns:a14="http://schemas.microsoft.com/office/drawing/2010/main"/>
              </a:ext>
            </a:extLst>
          </a:blip>
          <a:srcRect l="3871" t="11076" r="7943" b="4755"/>
          <a:stretch/>
        </p:blipFill>
        <p:spPr>
          <a:xfrm>
            <a:off x="4114800" y="2723490"/>
            <a:ext cx="7848600" cy="2969434"/>
          </a:xfrm>
          <a:prstGeom prst="rect">
            <a:avLst/>
          </a:prstGeom>
        </p:spPr>
      </p:pic>
      <mc:AlternateContent xmlns:mc="http://schemas.openxmlformats.org/markup-compatibility/2006" xmlns:a14="http://schemas.microsoft.com/office/drawing/2010/main">
        <mc:Choice Requires="a14">
          <p:sp>
            <p:nvSpPr>
              <p:cNvPr id="3" name="Rectángulo 2"/>
              <p:cNvSpPr/>
              <p:nvPr/>
            </p:nvSpPr>
            <p:spPr>
              <a:xfrm>
                <a:off x="631110" y="1259026"/>
                <a:ext cx="2645490" cy="532966"/>
              </a:xfrm>
              <a:prstGeom prst="rect">
                <a:avLst/>
              </a:prstGeom>
            </p:spPr>
            <p:txBody>
              <a:bodyPr wrap="square">
                <a:spAutoFit/>
              </a:bodyPr>
              <a:lstStyle/>
              <a:p>
                <a:r>
                  <a:rPr lang="es-EC" sz="2800" b="1" dirty="0"/>
                  <a:t>Distribución  </a:t>
                </a:r>
                <a14:m>
                  <m:oMath xmlns:m="http://schemas.openxmlformats.org/officeDocument/2006/math">
                    <m:sSup>
                      <m:sSupPr>
                        <m:ctrlPr>
                          <a:rPr lang="es-EC" sz="2800" b="1" i="1" dirty="0" smtClean="0">
                            <a:latin typeface="Cambria Math" panose="02040503050406030204" pitchFamily="18" charset="0"/>
                          </a:rPr>
                        </m:ctrlPr>
                      </m:sSupPr>
                      <m:e>
                        <m:r>
                          <a:rPr lang="es-EC" sz="2800" b="1" i="1" dirty="0" smtClean="0">
                            <a:latin typeface="Cambria Math" panose="02040503050406030204" pitchFamily="18" charset="0"/>
                            <a:ea typeface="Cambria Math" panose="02040503050406030204" pitchFamily="18" charset="0"/>
                          </a:rPr>
                          <m:t>𝝌</m:t>
                        </m:r>
                      </m:e>
                      <m:sup>
                        <m:r>
                          <a:rPr lang="es-EC" sz="2800" b="1" i="1" dirty="0" smtClean="0">
                            <a:latin typeface="Cambria Math" panose="02040503050406030204" pitchFamily="18" charset="0"/>
                          </a:rPr>
                          <m:t>𝟐</m:t>
                        </m:r>
                      </m:sup>
                    </m:sSup>
                  </m:oMath>
                </a14:m>
                <a:endParaRPr lang="es-EC" sz="2800" b="1" dirty="0"/>
              </a:p>
            </p:txBody>
          </p:sp>
        </mc:Choice>
        <mc:Fallback xmlns="">
          <p:sp>
            <p:nvSpPr>
              <p:cNvPr id="3" name="Rectángulo 2"/>
              <p:cNvSpPr>
                <a:spLocks noRot="1" noChangeAspect="1" noMove="1" noResize="1" noEditPoints="1" noAdjustHandles="1" noChangeArrowheads="1" noChangeShapeType="1" noTextEdit="1"/>
              </p:cNvSpPr>
              <p:nvPr/>
            </p:nvSpPr>
            <p:spPr>
              <a:xfrm>
                <a:off x="631110" y="1259026"/>
                <a:ext cx="2645490" cy="532966"/>
              </a:xfrm>
              <a:prstGeom prst="rect">
                <a:avLst/>
              </a:prstGeom>
              <a:blipFill rotWithShape="0">
                <a:blip r:embed="rId3"/>
                <a:stretch>
                  <a:fillRect l="-4839" t="-9195" b="-33333"/>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4" name="CuadroTexto 3"/>
              <p:cNvSpPr txBox="1"/>
              <p:nvPr/>
            </p:nvSpPr>
            <p:spPr>
              <a:xfrm>
                <a:off x="631110" y="1903169"/>
                <a:ext cx="10829370" cy="2010294"/>
              </a:xfrm>
              <a:prstGeom prst="rect">
                <a:avLst/>
              </a:prstGeom>
              <a:noFill/>
            </p:spPr>
            <p:txBody>
              <a:bodyPr wrap="square" rtlCol="0">
                <a:spAutoFit/>
              </a:bodyPr>
              <a:lstStyle/>
              <a:p>
                <a:pPr algn="just"/>
                <a:r>
                  <a:rPr lang="es-EC" sz="2400" dirty="0"/>
                  <a:t>Sean </a:t>
                </a:r>
                <a14:m>
                  <m:oMath xmlns:m="http://schemas.openxmlformats.org/officeDocument/2006/math">
                    <m:acc>
                      <m:accPr>
                        <m:chr m:val="̅"/>
                        <m:ctrlPr>
                          <a:rPr lang="es-EC" sz="2400" i="1">
                            <a:solidFill>
                              <a:srgbClr val="000000"/>
                            </a:solidFill>
                            <a:latin typeface="Cambria Math" panose="02040503050406030204" pitchFamily="18" charset="0"/>
                          </a:rPr>
                        </m:ctrlPr>
                      </m:accPr>
                      <m:e>
                        <m:r>
                          <a:rPr lang="es-EC" sz="2400" i="1">
                            <a:solidFill>
                              <a:srgbClr val="000000"/>
                            </a:solidFill>
                            <a:latin typeface="Cambria Math" panose="02040503050406030204" pitchFamily="18" charset="0"/>
                          </a:rPr>
                          <m:t>𝑋</m:t>
                        </m:r>
                      </m:e>
                    </m:acc>
                  </m:oMath>
                </a14:m>
                <a:r>
                  <a:rPr lang="es-EC" sz="2400" dirty="0"/>
                  <a:t>  y </a:t>
                </a:r>
                <a14:m>
                  <m:oMath xmlns:m="http://schemas.openxmlformats.org/officeDocument/2006/math">
                    <m:sSup>
                      <m:sSupPr>
                        <m:ctrlPr>
                          <a:rPr lang="es-EC" sz="2400" i="1" smtClean="0">
                            <a:latin typeface="Cambria Math" panose="02040503050406030204" pitchFamily="18" charset="0"/>
                          </a:rPr>
                        </m:ctrlPr>
                      </m:sSupPr>
                      <m:e>
                        <m:r>
                          <a:rPr lang="es-EC" sz="2400" b="0" i="1" smtClean="0">
                            <a:latin typeface="Cambria Math" panose="02040503050406030204" pitchFamily="18" charset="0"/>
                          </a:rPr>
                          <m:t>𝑠</m:t>
                        </m:r>
                      </m:e>
                      <m:sup>
                        <m:r>
                          <a:rPr lang="es-EC" sz="2400" b="0" i="1" smtClean="0">
                            <a:latin typeface="Cambria Math" panose="02040503050406030204" pitchFamily="18" charset="0"/>
                          </a:rPr>
                          <m:t>2</m:t>
                        </m:r>
                      </m:sup>
                    </m:sSup>
                  </m:oMath>
                </a14:m>
                <a:r>
                  <a:rPr lang="es-EC" sz="2400" dirty="0"/>
                  <a:t> la media y la varianza de una muestra aleatoria tamaño n, tomada de una población normal X, con </a:t>
                </a:r>
                <a14:m>
                  <m:oMath xmlns:m="http://schemas.openxmlformats.org/officeDocument/2006/math">
                    <m:r>
                      <a:rPr lang="es-EC" sz="2400" i="1">
                        <a:latin typeface="Cambria Math" panose="02040503050406030204" pitchFamily="18" charset="0"/>
                      </a:rPr>
                      <m:t>𝐸</m:t>
                    </m:r>
                    <m:d>
                      <m:dPr>
                        <m:ctrlPr>
                          <a:rPr lang="es-EC" sz="2400" i="1">
                            <a:latin typeface="Cambria Math" panose="02040503050406030204" pitchFamily="18" charset="0"/>
                          </a:rPr>
                        </m:ctrlPr>
                      </m:dPr>
                      <m:e>
                        <m:r>
                          <a:rPr lang="es-EC" sz="2400" i="1">
                            <a:latin typeface="Cambria Math" panose="02040503050406030204" pitchFamily="18" charset="0"/>
                          </a:rPr>
                          <m:t>𝑋</m:t>
                        </m:r>
                      </m:e>
                    </m:d>
                    <m:r>
                      <a:rPr lang="es-EC" sz="2400" i="1">
                        <a:latin typeface="Cambria Math" panose="02040503050406030204" pitchFamily="18" charset="0"/>
                      </a:rPr>
                      <m:t>=</m:t>
                    </m:r>
                    <m:r>
                      <a:rPr lang="es-EC" sz="2400" i="1" smtClean="0">
                        <a:latin typeface="Cambria Math" panose="02040503050406030204" pitchFamily="18" charset="0"/>
                        <a:ea typeface="Cambria Math" panose="02040503050406030204" pitchFamily="18" charset="0"/>
                      </a:rPr>
                      <m:t>𝜇</m:t>
                    </m:r>
                    <m:r>
                      <a:rPr lang="es-EC" sz="2400" i="1">
                        <a:latin typeface="Cambria Math" panose="02040503050406030204" pitchFamily="18" charset="0"/>
                      </a:rPr>
                      <m:t> </m:t>
                    </m:r>
                    <m:r>
                      <a:rPr lang="es-EC" sz="2400" b="0" i="1" smtClean="0">
                        <a:latin typeface="Cambria Math" panose="02040503050406030204" pitchFamily="18" charset="0"/>
                      </a:rPr>
                      <m:t> </m:t>
                    </m:r>
                    <m:r>
                      <a:rPr lang="es-EC" sz="2400" b="0" i="1" smtClean="0">
                        <a:latin typeface="Cambria Math" panose="02040503050406030204" pitchFamily="18" charset="0"/>
                      </a:rPr>
                      <m:t>𝑦</m:t>
                    </m:r>
                    <m:r>
                      <a:rPr lang="es-EC" sz="2400" b="0" i="1" smtClean="0">
                        <a:latin typeface="Cambria Math" panose="02040503050406030204" pitchFamily="18" charset="0"/>
                      </a:rPr>
                      <m:t> </m:t>
                    </m:r>
                    <m:r>
                      <a:rPr lang="es-EC" sz="2400" b="0" i="1" smtClean="0">
                        <a:latin typeface="Cambria Math" panose="02040503050406030204" pitchFamily="18" charset="0"/>
                      </a:rPr>
                      <m:t>𝑉</m:t>
                    </m:r>
                    <m:d>
                      <m:dPr>
                        <m:ctrlPr>
                          <a:rPr lang="es-EC" sz="2400" b="0" i="1" smtClean="0">
                            <a:latin typeface="Cambria Math" panose="02040503050406030204" pitchFamily="18" charset="0"/>
                          </a:rPr>
                        </m:ctrlPr>
                      </m:dPr>
                      <m:e>
                        <m:r>
                          <a:rPr lang="es-EC" sz="2400" b="0" i="1" smtClean="0">
                            <a:latin typeface="Cambria Math" panose="02040503050406030204" pitchFamily="18" charset="0"/>
                          </a:rPr>
                          <m:t>𝑋</m:t>
                        </m:r>
                      </m:e>
                    </m:d>
                    <m:r>
                      <a:rPr lang="es-EC" sz="2400" b="0" i="1" smtClean="0">
                        <a:latin typeface="Cambria Math" panose="02040503050406030204" pitchFamily="18" charset="0"/>
                      </a:rPr>
                      <m:t>=</m:t>
                    </m:r>
                    <m:sSup>
                      <m:sSupPr>
                        <m:ctrlPr>
                          <a:rPr lang="es-EC" sz="2400" b="0" i="1" smtClean="0">
                            <a:latin typeface="Cambria Math" panose="02040503050406030204" pitchFamily="18" charset="0"/>
                          </a:rPr>
                        </m:ctrlPr>
                      </m:sSupPr>
                      <m:e>
                        <m:r>
                          <a:rPr lang="es-EC" sz="2400" b="0" i="1" smtClean="0">
                            <a:latin typeface="Cambria Math" panose="02040503050406030204" pitchFamily="18" charset="0"/>
                            <a:ea typeface="Cambria Math" panose="02040503050406030204" pitchFamily="18" charset="0"/>
                          </a:rPr>
                          <m:t>𝜎</m:t>
                        </m:r>
                      </m:e>
                      <m:sup>
                        <m:r>
                          <a:rPr lang="es-EC" sz="2400" b="0" i="1" smtClean="0">
                            <a:latin typeface="Cambria Math" panose="02040503050406030204" pitchFamily="18" charset="0"/>
                          </a:rPr>
                          <m:t>2</m:t>
                        </m:r>
                      </m:sup>
                    </m:sSup>
                    <m:r>
                      <a:rPr lang="es-EC" sz="2400" b="0" i="1" smtClean="0">
                        <a:latin typeface="Cambria Math" panose="02040503050406030204" pitchFamily="18" charset="0"/>
                      </a:rPr>
                      <m:t> </m:t>
                    </m:r>
                    <m:r>
                      <a:rPr lang="es-EC" sz="2400" b="0" i="1" smtClean="0">
                        <a:latin typeface="Cambria Math" panose="02040503050406030204" pitchFamily="18" charset="0"/>
                      </a:rPr>
                      <m:t>𝑓𝑖𝑛𝑖𝑡𝑎</m:t>
                    </m:r>
                  </m:oMath>
                </a14:m>
                <a:r>
                  <a:rPr lang="es-EC" sz="2400" dirty="0"/>
                  <a:t> entonces la </a:t>
                </a:r>
                <a:r>
                  <a:rPr lang="es-EC" sz="2400" dirty="0" err="1"/>
                  <a:t>v.a.</a:t>
                </a:r>
                <a:r>
                  <a:rPr lang="es-EC" sz="2400" dirty="0"/>
                  <a:t> </a:t>
                </a:r>
                <a14:m>
                  <m:oMath xmlns:m="http://schemas.openxmlformats.org/officeDocument/2006/math">
                    <m:sSup>
                      <m:sSupPr>
                        <m:ctrlPr>
                          <a:rPr lang="es-EC" sz="2400" b="1" i="1" dirty="0">
                            <a:latin typeface="Cambria Math" panose="02040503050406030204" pitchFamily="18" charset="0"/>
                          </a:rPr>
                        </m:ctrlPr>
                      </m:sSupPr>
                      <m:e>
                        <m:r>
                          <a:rPr lang="es-EC" sz="2400" b="1" i="1" dirty="0">
                            <a:latin typeface="Cambria Math" panose="02040503050406030204" pitchFamily="18" charset="0"/>
                            <a:ea typeface="Cambria Math" panose="02040503050406030204" pitchFamily="18" charset="0"/>
                          </a:rPr>
                          <m:t>𝝌</m:t>
                        </m:r>
                      </m:e>
                      <m:sup>
                        <m:r>
                          <a:rPr lang="es-EC" sz="2400" b="1" i="1" dirty="0">
                            <a:latin typeface="Cambria Math" panose="02040503050406030204" pitchFamily="18" charset="0"/>
                          </a:rPr>
                          <m:t>𝟐</m:t>
                        </m:r>
                      </m:sup>
                    </m:sSup>
                  </m:oMath>
                </a14:m>
                <a:r>
                  <a:rPr lang="es-EC" sz="2400" dirty="0"/>
                  <a:t> definida por</a:t>
                </a:r>
              </a:p>
              <a:p>
                <a:pPr algn="just"/>
                <a:endParaRPr lang="es-EC" sz="2400" dirty="0"/>
              </a:p>
              <a:p>
                <a:pPr algn="just"/>
                <a:endParaRPr lang="es-EC" sz="2400" dirty="0"/>
              </a:p>
            </p:txBody>
          </p:sp>
        </mc:Choice>
        <mc:Fallback xmlns="">
          <p:sp>
            <p:nvSpPr>
              <p:cNvPr id="4" name="CuadroTexto 3"/>
              <p:cNvSpPr txBox="1">
                <a:spLocks noRot="1" noChangeAspect="1" noMove="1" noResize="1" noEditPoints="1" noAdjustHandles="1" noChangeArrowheads="1" noChangeShapeType="1" noTextEdit="1"/>
              </p:cNvSpPr>
              <p:nvPr/>
            </p:nvSpPr>
            <p:spPr>
              <a:xfrm>
                <a:off x="631110" y="1903169"/>
                <a:ext cx="10829370" cy="2010294"/>
              </a:xfrm>
              <a:prstGeom prst="rect">
                <a:avLst/>
              </a:prstGeom>
              <a:blipFill rotWithShape="0">
                <a:blip r:embed="rId4"/>
                <a:stretch>
                  <a:fillRect l="-901" t="-2424" r="-845"/>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5" name="CuadroTexto 4"/>
              <p:cNvSpPr txBox="1"/>
              <p:nvPr/>
            </p:nvSpPr>
            <p:spPr>
              <a:xfrm>
                <a:off x="1260385" y="3703439"/>
                <a:ext cx="2447593" cy="8645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EC" sz="2800" i="1" dirty="0" smtClean="0">
                              <a:latin typeface="Cambria Math" panose="02040503050406030204" pitchFamily="18" charset="0"/>
                            </a:rPr>
                          </m:ctrlPr>
                        </m:sSupPr>
                        <m:e>
                          <m:r>
                            <m:rPr>
                              <m:sty m:val="p"/>
                            </m:rPr>
                            <a:rPr lang="es-EC" sz="2800" b="0" i="0" dirty="0">
                              <a:latin typeface="Cambria Math" panose="02040503050406030204" pitchFamily="18" charset="0"/>
                              <a:ea typeface="Cambria Math" panose="02040503050406030204" pitchFamily="18" charset="0"/>
                            </a:rPr>
                            <m:t>χ</m:t>
                          </m:r>
                        </m:e>
                        <m:sup>
                          <m:r>
                            <a:rPr lang="es-EC" sz="2800" b="0" i="0" dirty="0">
                              <a:latin typeface="Cambria Math" panose="02040503050406030204" pitchFamily="18" charset="0"/>
                            </a:rPr>
                            <m:t>2</m:t>
                          </m:r>
                        </m:sup>
                      </m:sSup>
                      <m:r>
                        <a:rPr lang="es-EC" sz="2800" b="0" i="0" smtClean="0">
                          <a:latin typeface="Cambria Math" panose="02040503050406030204" pitchFamily="18" charset="0"/>
                        </a:rPr>
                        <m:t>=(</m:t>
                      </m:r>
                      <m:r>
                        <m:rPr>
                          <m:sty m:val="p"/>
                        </m:rPr>
                        <a:rPr lang="es-EC" sz="2800" b="0" i="0" smtClean="0">
                          <a:latin typeface="Cambria Math" panose="02040503050406030204" pitchFamily="18" charset="0"/>
                        </a:rPr>
                        <m:t>n</m:t>
                      </m:r>
                      <m:r>
                        <a:rPr lang="es-EC" sz="2800" b="0" i="0" smtClean="0">
                          <a:latin typeface="Cambria Math" panose="02040503050406030204" pitchFamily="18" charset="0"/>
                        </a:rPr>
                        <m:t>−1)</m:t>
                      </m:r>
                      <m:f>
                        <m:fPr>
                          <m:ctrlPr>
                            <a:rPr lang="es-EC" sz="2800" i="1" smtClean="0">
                              <a:latin typeface="Cambria Math" panose="02040503050406030204" pitchFamily="18" charset="0"/>
                            </a:rPr>
                          </m:ctrlPr>
                        </m:fPr>
                        <m:num>
                          <m:sSup>
                            <m:sSupPr>
                              <m:ctrlPr>
                                <a:rPr lang="es-EC" sz="2800" i="1" dirty="0">
                                  <a:latin typeface="Cambria Math" panose="02040503050406030204" pitchFamily="18" charset="0"/>
                                </a:rPr>
                              </m:ctrlPr>
                            </m:sSupPr>
                            <m:e>
                              <m:r>
                                <m:rPr>
                                  <m:sty m:val="p"/>
                                </m:rPr>
                                <a:rPr lang="es-EC" sz="2800" b="0" i="0" dirty="0" smtClean="0">
                                  <a:latin typeface="Cambria Math" panose="02040503050406030204" pitchFamily="18" charset="0"/>
                                  <a:ea typeface="Cambria Math" panose="02040503050406030204" pitchFamily="18" charset="0"/>
                                </a:rPr>
                                <m:t>s</m:t>
                              </m:r>
                            </m:e>
                            <m:sup>
                              <m:r>
                                <a:rPr lang="es-EC" sz="2800" b="0" i="0" dirty="0">
                                  <a:latin typeface="Cambria Math" panose="02040503050406030204" pitchFamily="18" charset="0"/>
                                </a:rPr>
                                <m:t>2</m:t>
                              </m:r>
                            </m:sup>
                          </m:sSup>
                        </m:num>
                        <m:den>
                          <m:sSup>
                            <m:sSupPr>
                              <m:ctrlPr>
                                <a:rPr lang="es-EC" sz="2800" i="1" dirty="0">
                                  <a:latin typeface="Cambria Math" panose="02040503050406030204" pitchFamily="18" charset="0"/>
                                </a:rPr>
                              </m:ctrlPr>
                            </m:sSupPr>
                            <m:e>
                              <m:r>
                                <m:rPr>
                                  <m:sty m:val="p"/>
                                </m:rPr>
                                <a:rPr lang="es-EC" sz="2800" b="0" i="0" dirty="0" smtClean="0">
                                  <a:latin typeface="Cambria Math" panose="02040503050406030204" pitchFamily="18" charset="0"/>
                                  <a:ea typeface="Cambria Math" panose="02040503050406030204" pitchFamily="18" charset="0"/>
                                </a:rPr>
                                <m:t>σ</m:t>
                              </m:r>
                            </m:e>
                            <m:sup>
                              <m:r>
                                <a:rPr lang="es-EC" sz="2800" b="0" i="0" dirty="0">
                                  <a:latin typeface="Cambria Math" panose="02040503050406030204" pitchFamily="18" charset="0"/>
                                </a:rPr>
                                <m:t>2</m:t>
                              </m:r>
                            </m:sup>
                          </m:sSup>
                        </m:den>
                      </m:f>
                    </m:oMath>
                  </m:oMathPara>
                </a14:m>
                <a:endParaRPr lang="es-EC" sz="2800" dirty="0"/>
              </a:p>
            </p:txBody>
          </p:sp>
        </mc:Choice>
        <mc:Fallback xmlns="">
          <p:sp>
            <p:nvSpPr>
              <p:cNvPr id="5" name="CuadroTexto 4"/>
              <p:cNvSpPr txBox="1">
                <a:spLocks noRot="1" noChangeAspect="1" noMove="1" noResize="1" noEditPoints="1" noAdjustHandles="1" noChangeArrowheads="1" noChangeShapeType="1" noTextEdit="1"/>
              </p:cNvSpPr>
              <p:nvPr/>
            </p:nvSpPr>
            <p:spPr>
              <a:xfrm>
                <a:off x="1260385" y="3703439"/>
                <a:ext cx="2447593" cy="864532"/>
              </a:xfrm>
              <a:prstGeom prst="rect">
                <a:avLst/>
              </a:prstGeom>
              <a:blipFill rotWithShape="0">
                <a:blip r:embed="rId5"/>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6" name="Rectángulo 5"/>
              <p:cNvSpPr/>
              <p:nvPr/>
            </p:nvSpPr>
            <p:spPr>
              <a:xfrm>
                <a:off x="631110" y="5692924"/>
                <a:ext cx="10402160" cy="461665"/>
              </a:xfrm>
              <a:prstGeom prst="rect">
                <a:avLst/>
              </a:prstGeom>
            </p:spPr>
            <p:txBody>
              <a:bodyPr wrap="square">
                <a:spAutoFit/>
              </a:bodyPr>
              <a:lstStyle/>
              <a:p>
                <a:r>
                  <a:rPr lang="es-EC" sz="2400" dirty="0"/>
                  <a:t>Tiene distribución Ji-cuadrado con </a:t>
                </a:r>
                <a14:m>
                  <m:oMath xmlns:m="http://schemas.openxmlformats.org/officeDocument/2006/math">
                    <m:r>
                      <a:rPr lang="es-EC" sz="2400" i="1" smtClean="0">
                        <a:latin typeface="Cambria Math" panose="02040503050406030204" pitchFamily="18" charset="0"/>
                        <a:ea typeface="Cambria Math" panose="02040503050406030204" pitchFamily="18" charset="0"/>
                      </a:rPr>
                      <m:t>𝜈</m:t>
                    </m:r>
                    <m:r>
                      <a:rPr lang="es-EC" sz="2400" b="0" i="1" smtClean="0">
                        <a:latin typeface="Cambria Math" panose="02040503050406030204" pitchFamily="18" charset="0"/>
                        <a:ea typeface="Cambria Math" panose="02040503050406030204" pitchFamily="18" charset="0"/>
                      </a:rPr>
                      <m:t>=</m:t>
                    </m:r>
                    <m:r>
                      <a:rPr lang="es-EC" sz="2400" b="0" i="1" smtClean="0">
                        <a:latin typeface="Cambria Math" panose="02040503050406030204" pitchFamily="18" charset="0"/>
                        <a:ea typeface="Cambria Math" panose="02040503050406030204" pitchFamily="18" charset="0"/>
                      </a:rPr>
                      <m:t>𝑛</m:t>
                    </m:r>
                    <m:r>
                      <a:rPr lang="es-EC" sz="2400" b="0" i="1" smtClean="0">
                        <a:latin typeface="Cambria Math" panose="02040503050406030204" pitchFamily="18" charset="0"/>
                        <a:ea typeface="Cambria Math" panose="02040503050406030204" pitchFamily="18" charset="0"/>
                      </a:rPr>
                      <m:t>−1</m:t>
                    </m:r>
                  </m:oMath>
                </a14:m>
                <a:r>
                  <a:rPr lang="es-EC" sz="2400" dirty="0"/>
                  <a:t> grados de libertad</a:t>
                </a:r>
              </a:p>
            </p:txBody>
          </p:sp>
        </mc:Choice>
        <mc:Fallback xmlns="">
          <p:sp>
            <p:nvSpPr>
              <p:cNvPr id="6" name="Rectángulo 5"/>
              <p:cNvSpPr>
                <a:spLocks noRot="1" noChangeAspect="1" noMove="1" noResize="1" noEditPoints="1" noAdjustHandles="1" noChangeArrowheads="1" noChangeShapeType="1" noTextEdit="1"/>
              </p:cNvSpPr>
              <p:nvPr/>
            </p:nvSpPr>
            <p:spPr>
              <a:xfrm>
                <a:off x="631110" y="5692924"/>
                <a:ext cx="10402160" cy="461665"/>
              </a:xfrm>
              <a:prstGeom prst="rect">
                <a:avLst/>
              </a:prstGeom>
              <a:blipFill rotWithShape="0">
                <a:blip r:embed="rId6"/>
                <a:stretch>
                  <a:fillRect l="-938" t="-10526" b="-28947"/>
                </a:stretch>
              </a:blipFill>
            </p:spPr>
            <p:txBody>
              <a:bodyPr/>
              <a:lstStyle/>
              <a:p>
                <a:r>
                  <a:rPr lang="es-EC">
                    <a:noFill/>
                  </a:rPr>
                  <a:t> </a:t>
                </a:r>
              </a:p>
            </p:txBody>
          </p:sp>
        </mc:Fallback>
      </mc:AlternateContent>
      <p:sp>
        <p:nvSpPr>
          <p:cNvPr id="9" name="CuadroTexto 8"/>
          <p:cNvSpPr txBox="1"/>
          <p:nvPr/>
        </p:nvSpPr>
        <p:spPr>
          <a:xfrm>
            <a:off x="631110" y="297698"/>
            <a:ext cx="8023735" cy="646331"/>
          </a:xfrm>
          <a:prstGeom prst="rect">
            <a:avLst/>
          </a:prstGeom>
          <a:noFill/>
        </p:spPr>
        <p:txBody>
          <a:bodyPr wrap="none" rtlCol="0">
            <a:spAutoFit/>
          </a:bodyPr>
          <a:lstStyle/>
          <a:p>
            <a:r>
              <a:rPr lang="es-EC" sz="3600" b="1" dirty="0"/>
              <a:t>ESTIMACIÓN – Distribuciones muestrales</a:t>
            </a:r>
            <a:endParaRPr lang="es-EC" sz="4000" b="1" dirty="0"/>
          </a:p>
        </p:txBody>
      </p:sp>
      <mc:AlternateContent xmlns:mc="http://schemas.openxmlformats.org/markup-compatibility/2006">
        <mc:Choice xmlns:p14="http://schemas.microsoft.com/office/powerpoint/2010/main" Requires="p14">
          <p:contentPart p14:bwMode="auto" r:id="rId7">
            <p14:nvContentPartPr>
              <p14:cNvPr id="2" name="Ink 1">
                <a:extLst>
                  <a:ext uri="{FF2B5EF4-FFF2-40B4-BE49-F238E27FC236}">
                    <a16:creationId xmlns:a16="http://schemas.microsoft.com/office/drawing/2014/main" id="{71B58F35-03D5-4F80-9347-33B7CE25910D}"/>
                  </a:ext>
                </a:extLst>
              </p14:cNvPr>
              <p14:cNvContentPartPr/>
              <p14:nvPr/>
            </p14:nvContentPartPr>
            <p14:xfrm>
              <a:off x="3200400" y="3435480"/>
              <a:ext cx="616320" cy="1257480"/>
            </p14:xfrm>
          </p:contentPart>
        </mc:Choice>
        <mc:Fallback>
          <p:pic>
            <p:nvPicPr>
              <p:cNvPr id="2" name="Ink 1">
                <a:extLst>
                  <a:ext uri="{FF2B5EF4-FFF2-40B4-BE49-F238E27FC236}">
                    <a16:creationId xmlns:a16="http://schemas.microsoft.com/office/drawing/2014/main" id="{71B58F35-03D5-4F80-9347-33B7CE25910D}"/>
                  </a:ext>
                </a:extLst>
              </p:cNvPr>
              <p:cNvPicPr/>
              <p:nvPr/>
            </p:nvPicPr>
            <p:blipFill>
              <a:blip r:embed="rId8"/>
              <a:stretch>
                <a:fillRect/>
              </a:stretch>
            </p:blipFill>
            <p:spPr>
              <a:xfrm>
                <a:off x="3191040" y="3426120"/>
                <a:ext cx="635040" cy="1276200"/>
              </a:xfrm>
              <a:prstGeom prst="rect">
                <a:avLst/>
              </a:prstGeom>
            </p:spPr>
          </p:pic>
        </mc:Fallback>
      </mc:AlternateContent>
    </p:spTree>
    <p:extLst>
      <p:ext uri="{BB962C8B-B14F-4D97-AF65-F5344CB8AC3E}">
        <p14:creationId xmlns:p14="http://schemas.microsoft.com/office/powerpoint/2010/main" val="30930958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631110" y="1071535"/>
            <a:ext cx="2645490" cy="532966"/>
          </a:xfrm>
          <a:prstGeom prst="rect">
            <a:avLst/>
          </a:prstGeom>
        </p:spPr>
        <p:txBody>
          <a:bodyPr wrap="square">
            <a:spAutoFit/>
          </a:bodyPr>
          <a:lstStyle/>
          <a:p>
            <a:r>
              <a:rPr lang="es-EC" sz="2800" b="1" dirty="0"/>
              <a:t>Distribución F</a:t>
            </a:r>
          </a:p>
        </p:txBody>
      </p:sp>
      <mc:AlternateContent xmlns:mc="http://schemas.openxmlformats.org/markup-compatibility/2006" xmlns:a14="http://schemas.microsoft.com/office/drawing/2010/main">
        <mc:Choice Requires="a14">
          <p:sp>
            <p:nvSpPr>
              <p:cNvPr id="4" name="CuadroTexto 3"/>
              <p:cNvSpPr txBox="1"/>
              <p:nvPr/>
            </p:nvSpPr>
            <p:spPr>
              <a:xfrm>
                <a:off x="631110" y="1661007"/>
                <a:ext cx="10829370" cy="1210331"/>
              </a:xfrm>
              <a:prstGeom prst="rect">
                <a:avLst/>
              </a:prstGeom>
              <a:noFill/>
            </p:spPr>
            <p:txBody>
              <a:bodyPr wrap="square" rtlCol="0">
                <a:spAutoFit/>
              </a:bodyPr>
              <a:lstStyle/>
              <a:p>
                <a:pPr algn="just"/>
                <a:r>
                  <a:rPr lang="es-EC" sz="2400" dirty="0"/>
                  <a:t>Sean </a:t>
                </a:r>
                <a14:m>
                  <m:oMath xmlns:m="http://schemas.openxmlformats.org/officeDocument/2006/math">
                    <m:sSubSup>
                      <m:sSubSupPr>
                        <m:ctrlPr>
                          <a:rPr lang="es-EC" sz="2400" i="1" smtClean="0">
                            <a:latin typeface="Cambria Math" panose="02040503050406030204" pitchFamily="18" charset="0"/>
                          </a:rPr>
                        </m:ctrlPr>
                      </m:sSubSupPr>
                      <m:e>
                        <m:r>
                          <a:rPr lang="es-EC" sz="2400" b="0" i="1" smtClean="0">
                            <a:latin typeface="Cambria Math" panose="02040503050406030204" pitchFamily="18" charset="0"/>
                          </a:rPr>
                          <m:t>𝑠</m:t>
                        </m:r>
                      </m:e>
                      <m:sub>
                        <m:r>
                          <a:rPr lang="es-EC" sz="2400" b="0" i="1" smtClean="0">
                            <a:latin typeface="Cambria Math" panose="02040503050406030204" pitchFamily="18" charset="0"/>
                          </a:rPr>
                          <m:t>1</m:t>
                        </m:r>
                      </m:sub>
                      <m:sup>
                        <m:r>
                          <a:rPr lang="es-EC" sz="2400" b="0" i="1" smtClean="0">
                            <a:latin typeface="Cambria Math" panose="02040503050406030204" pitchFamily="18" charset="0"/>
                          </a:rPr>
                          <m:t>2</m:t>
                        </m:r>
                      </m:sup>
                    </m:sSubSup>
                  </m:oMath>
                </a14:m>
                <a:r>
                  <a:rPr lang="es-EC" sz="2400" dirty="0"/>
                  <a:t> y </a:t>
                </a:r>
                <a14:m>
                  <m:oMath xmlns:m="http://schemas.openxmlformats.org/officeDocument/2006/math">
                    <m:sSubSup>
                      <m:sSubSupPr>
                        <m:ctrlPr>
                          <a:rPr lang="es-EC" sz="2400" i="1">
                            <a:latin typeface="Cambria Math" panose="02040503050406030204" pitchFamily="18" charset="0"/>
                          </a:rPr>
                        </m:ctrlPr>
                      </m:sSubSupPr>
                      <m:e>
                        <m:r>
                          <a:rPr lang="es-EC" sz="2400" i="1">
                            <a:latin typeface="Cambria Math" panose="02040503050406030204" pitchFamily="18" charset="0"/>
                          </a:rPr>
                          <m:t>𝑠</m:t>
                        </m:r>
                      </m:e>
                      <m:sub>
                        <m:r>
                          <a:rPr lang="es-EC" sz="2400" b="0" i="1" smtClean="0">
                            <a:latin typeface="Cambria Math" panose="02040503050406030204" pitchFamily="18" charset="0"/>
                          </a:rPr>
                          <m:t>2</m:t>
                        </m:r>
                      </m:sub>
                      <m:sup>
                        <m:r>
                          <a:rPr lang="es-EC" sz="2400" i="1">
                            <a:latin typeface="Cambria Math" panose="02040503050406030204" pitchFamily="18" charset="0"/>
                          </a:rPr>
                          <m:t>2</m:t>
                        </m:r>
                      </m:sup>
                    </m:sSubSup>
                  </m:oMath>
                </a14:m>
                <a:r>
                  <a:rPr lang="es-EC" sz="2400" dirty="0"/>
                  <a:t> las varianzas de muestras aleatorias independientes de tamaño </a:t>
                </a:r>
                <a14:m>
                  <m:oMath xmlns:m="http://schemas.openxmlformats.org/officeDocument/2006/math">
                    <m:sSub>
                      <m:sSubPr>
                        <m:ctrlPr>
                          <a:rPr lang="es-EC" sz="2400" i="1" smtClean="0">
                            <a:latin typeface="Cambria Math" panose="02040503050406030204" pitchFamily="18" charset="0"/>
                          </a:rPr>
                        </m:ctrlPr>
                      </m:sSubPr>
                      <m:e>
                        <m:r>
                          <a:rPr lang="es-EC" sz="2400" b="0" i="1" smtClean="0">
                            <a:latin typeface="Cambria Math" panose="02040503050406030204" pitchFamily="18" charset="0"/>
                          </a:rPr>
                          <m:t>𝑛</m:t>
                        </m:r>
                      </m:e>
                      <m:sub>
                        <m:r>
                          <a:rPr lang="es-EC" sz="2400" b="0" i="1" smtClean="0">
                            <a:latin typeface="Cambria Math" panose="02040503050406030204" pitchFamily="18" charset="0"/>
                          </a:rPr>
                          <m:t>1</m:t>
                        </m:r>
                      </m:sub>
                    </m:sSub>
                  </m:oMath>
                </a14:m>
                <a:r>
                  <a:rPr lang="es-EC" sz="2400" dirty="0"/>
                  <a:t>, </a:t>
                </a:r>
                <a14:m>
                  <m:oMath xmlns:m="http://schemas.openxmlformats.org/officeDocument/2006/math">
                    <m:sSub>
                      <m:sSubPr>
                        <m:ctrlPr>
                          <a:rPr lang="es-EC" sz="2400" i="1">
                            <a:latin typeface="Cambria Math" panose="02040503050406030204" pitchFamily="18" charset="0"/>
                          </a:rPr>
                        </m:ctrlPr>
                      </m:sSubPr>
                      <m:e>
                        <m:r>
                          <a:rPr lang="es-EC" sz="2400" i="1">
                            <a:latin typeface="Cambria Math" panose="02040503050406030204" pitchFamily="18" charset="0"/>
                          </a:rPr>
                          <m:t>𝑛</m:t>
                        </m:r>
                      </m:e>
                      <m:sub>
                        <m:r>
                          <a:rPr lang="es-EC" sz="2400" b="0" i="1" smtClean="0">
                            <a:latin typeface="Cambria Math" panose="02040503050406030204" pitchFamily="18" charset="0"/>
                          </a:rPr>
                          <m:t>2</m:t>
                        </m:r>
                      </m:sub>
                    </m:sSub>
                  </m:oMath>
                </a14:m>
                <a:r>
                  <a:rPr lang="es-EC" sz="2400" dirty="0"/>
                  <a:t> tomadas de poblaciones normales con varianzas </a:t>
                </a:r>
                <a14:m>
                  <m:oMath xmlns:m="http://schemas.openxmlformats.org/officeDocument/2006/math">
                    <m:sSubSup>
                      <m:sSubSupPr>
                        <m:ctrlPr>
                          <a:rPr lang="es-EC" sz="2400" i="1">
                            <a:latin typeface="Cambria Math" panose="02040503050406030204" pitchFamily="18" charset="0"/>
                          </a:rPr>
                        </m:ctrlPr>
                      </m:sSubSupPr>
                      <m:e>
                        <m:r>
                          <a:rPr lang="es-EC" sz="2400" i="1" smtClean="0">
                            <a:latin typeface="Cambria Math" panose="02040503050406030204" pitchFamily="18" charset="0"/>
                            <a:ea typeface="Cambria Math" panose="02040503050406030204" pitchFamily="18" charset="0"/>
                          </a:rPr>
                          <m:t>𝜎</m:t>
                        </m:r>
                      </m:e>
                      <m:sub>
                        <m:r>
                          <a:rPr lang="es-EC" sz="2400" i="1">
                            <a:latin typeface="Cambria Math" panose="02040503050406030204" pitchFamily="18" charset="0"/>
                          </a:rPr>
                          <m:t>1</m:t>
                        </m:r>
                      </m:sub>
                      <m:sup>
                        <m:r>
                          <a:rPr lang="es-EC" sz="2400" i="1">
                            <a:latin typeface="Cambria Math" panose="02040503050406030204" pitchFamily="18" charset="0"/>
                          </a:rPr>
                          <m:t>2</m:t>
                        </m:r>
                      </m:sup>
                    </m:sSubSup>
                  </m:oMath>
                </a14:m>
                <a:r>
                  <a:rPr lang="es-EC" sz="2400" dirty="0"/>
                  <a:t> y </a:t>
                </a:r>
                <a14:m>
                  <m:oMath xmlns:m="http://schemas.openxmlformats.org/officeDocument/2006/math">
                    <m:sSubSup>
                      <m:sSubSupPr>
                        <m:ctrlPr>
                          <a:rPr lang="es-EC" sz="2400" i="1">
                            <a:latin typeface="Cambria Math" panose="02040503050406030204" pitchFamily="18" charset="0"/>
                          </a:rPr>
                        </m:ctrlPr>
                      </m:sSubSupPr>
                      <m:e>
                        <m:r>
                          <a:rPr lang="es-EC" sz="2400" i="1" smtClean="0">
                            <a:latin typeface="Cambria Math" panose="02040503050406030204" pitchFamily="18" charset="0"/>
                            <a:ea typeface="Cambria Math" panose="02040503050406030204" pitchFamily="18" charset="0"/>
                          </a:rPr>
                          <m:t>𝜎</m:t>
                        </m:r>
                      </m:e>
                      <m:sub>
                        <m:r>
                          <a:rPr lang="es-EC" sz="2400" i="1">
                            <a:latin typeface="Cambria Math" panose="02040503050406030204" pitchFamily="18" charset="0"/>
                          </a:rPr>
                          <m:t>2</m:t>
                        </m:r>
                      </m:sub>
                      <m:sup>
                        <m:r>
                          <a:rPr lang="es-EC" sz="2400" i="1">
                            <a:latin typeface="Cambria Math" panose="02040503050406030204" pitchFamily="18" charset="0"/>
                          </a:rPr>
                          <m:t>2</m:t>
                        </m:r>
                      </m:sup>
                    </m:sSubSup>
                    <m:r>
                      <a:rPr lang="es-EC" sz="2400" i="1">
                        <a:latin typeface="Cambria Math" panose="02040503050406030204" pitchFamily="18" charset="0"/>
                      </a:rPr>
                      <m:t> </m:t>
                    </m:r>
                    <m:r>
                      <a:rPr lang="es-EC" sz="2400" b="0" i="1" smtClean="0">
                        <a:latin typeface="Cambria Math" panose="02040503050406030204" pitchFamily="18" charset="0"/>
                      </a:rPr>
                      <m:t> </m:t>
                    </m:r>
                    <m:r>
                      <a:rPr lang="es-EC" sz="2400" b="0" i="1" smtClean="0">
                        <a:latin typeface="Cambria Math" panose="02040503050406030204" pitchFamily="18" charset="0"/>
                      </a:rPr>
                      <m:t>𝑓𝑖𝑛𝑖𝑡𝑎𝑠</m:t>
                    </m:r>
                  </m:oMath>
                </a14:m>
                <a:r>
                  <a:rPr lang="es-EC" sz="2400" dirty="0"/>
                  <a:t> entonces la </a:t>
                </a:r>
                <a:r>
                  <a:rPr lang="es-EC" sz="2400" dirty="0" err="1"/>
                  <a:t>v.a.</a:t>
                </a:r>
                <a:r>
                  <a:rPr lang="es-EC" sz="2400" dirty="0"/>
                  <a:t> F definida por</a:t>
                </a:r>
              </a:p>
            </p:txBody>
          </p:sp>
        </mc:Choice>
        <mc:Fallback xmlns="">
          <p:sp>
            <p:nvSpPr>
              <p:cNvPr id="4" name="CuadroTexto 3"/>
              <p:cNvSpPr txBox="1">
                <a:spLocks noRot="1" noChangeAspect="1" noMove="1" noResize="1" noEditPoints="1" noAdjustHandles="1" noChangeArrowheads="1" noChangeShapeType="1" noTextEdit="1"/>
              </p:cNvSpPr>
              <p:nvPr/>
            </p:nvSpPr>
            <p:spPr>
              <a:xfrm>
                <a:off x="631110" y="1661007"/>
                <a:ext cx="10829370" cy="1210331"/>
              </a:xfrm>
              <a:prstGeom prst="rect">
                <a:avLst/>
              </a:prstGeom>
              <a:blipFill rotWithShape="0">
                <a:blip r:embed="rId2"/>
                <a:stretch>
                  <a:fillRect l="-901" t="-3518" r="-845" b="-10050"/>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5" name="CuadroTexto 4"/>
              <p:cNvSpPr txBox="1"/>
              <p:nvPr/>
            </p:nvSpPr>
            <p:spPr>
              <a:xfrm>
                <a:off x="1570171" y="3307825"/>
                <a:ext cx="1706429" cy="97430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C" sz="2800" i="1" dirty="0" smtClean="0">
                          <a:latin typeface="Cambria Math" panose="02040503050406030204" pitchFamily="18" charset="0"/>
                        </a:rPr>
                        <m:t>𝐹</m:t>
                      </m:r>
                      <m:r>
                        <a:rPr lang="es-EC" sz="2800" b="0" i="0" smtClean="0">
                          <a:latin typeface="Cambria Math" panose="02040503050406030204" pitchFamily="18" charset="0"/>
                        </a:rPr>
                        <m:t>=</m:t>
                      </m:r>
                      <m:f>
                        <m:fPr>
                          <m:ctrlPr>
                            <a:rPr lang="es-EC" sz="2800" i="1" smtClean="0">
                              <a:latin typeface="Cambria Math" panose="02040503050406030204" pitchFamily="18" charset="0"/>
                            </a:rPr>
                          </m:ctrlPr>
                        </m:fPr>
                        <m:num>
                          <m:sSubSup>
                            <m:sSubSupPr>
                              <m:ctrlPr>
                                <a:rPr lang="es-EC" sz="2800" i="1">
                                  <a:latin typeface="Cambria Math" panose="02040503050406030204" pitchFamily="18" charset="0"/>
                                </a:rPr>
                              </m:ctrlPr>
                            </m:sSubSupPr>
                            <m:e>
                              <m:r>
                                <a:rPr lang="es-EC" sz="2800" i="1">
                                  <a:latin typeface="Cambria Math" panose="02040503050406030204" pitchFamily="18" charset="0"/>
                                </a:rPr>
                                <m:t>𝑠</m:t>
                              </m:r>
                            </m:e>
                            <m:sub>
                              <m:r>
                                <a:rPr lang="es-EC" sz="2800" i="1">
                                  <a:latin typeface="Cambria Math" panose="02040503050406030204" pitchFamily="18" charset="0"/>
                                </a:rPr>
                                <m:t>1</m:t>
                              </m:r>
                            </m:sub>
                            <m:sup>
                              <m:r>
                                <a:rPr lang="es-EC" sz="2800" i="1">
                                  <a:latin typeface="Cambria Math" panose="02040503050406030204" pitchFamily="18" charset="0"/>
                                </a:rPr>
                                <m:t>2</m:t>
                              </m:r>
                            </m:sup>
                          </m:sSubSup>
                          <m:r>
                            <a:rPr lang="es-EC" sz="2800" b="0" i="0" smtClean="0">
                              <a:latin typeface="Cambria Math" panose="02040503050406030204" pitchFamily="18" charset="0"/>
                            </a:rPr>
                            <m:t>/</m:t>
                          </m:r>
                          <m:sSubSup>
                            <m:sSubSupPr>
                              <m:ctrlPr>
                                <a:rPr lang="es-EC" sz="2800" i="1">
                                  <a:latin typeface="Cambria Math" panose="02040503050406030204" pitchFamily="18" charset="0"/>
                                </a:rPr>
                              </m:ctrlPr>
                            </m:sSubSupPr>
                            <m:e>
                              <m:r>
                                <a:rPr lang="es-EC" sz="2800" i="1">
                                  <a:latin typeface="Cambria Math" panose="02040503050406030204" pitchFamily="18" charset="0"/>
                                  <a:ea typeface="Cambria Math" panose="02040503050406030204" pitchFamily="18" charset="0"/>
                                </a:rPr>
                                <m:t>𝜎</m:t>
                              </m:r>
                            </m:e>
                            <m:sub>
                              <m:r>
                                <a:rPr lang="es-EC" sz="2800" i="1">
                                  <a:latin typeface="Cambria Math" panose="02040503050406030204" pitchFamily="18" charset="0"/>
                                </a:rPr>
                                <m:t>1</m:t>
                              </m:r>
                            </m:sub>
                            <m:sup>
                              <m:r>
                                <a:rPr lang="es-EC" sz="2800" i="1">
                                  <a:latin typeface="Cambria Math" panose="02040503050406030204" pitchFamily="18" charset="0"/>
                                </a:rPr>
                                <m:t>2</m:t>
                              </m:r>
                            </m:sup>
                          </m:sSubSup>
                        </m:num>
                        <m:den>
                          <m:sSubSup>
                            <m:sSubSupPr>
                              <m:ctrlPr>
                                <a:rPr lang="es-EC" sz="2800" i="1">
                                  <a:latin typeface="Cambria Math" panose="02040503050406030204" pitchFamily="18" charset="0"/>
                                </a:rPr>
                              </m:ctrlPr>
                            </m:sSubSupPr>
                            <m:e>
                              <m:r>
                                <a:rPr lang="es-EC" sz="2800" i="1">
                                  <a:latin typeface="Cambria Math" panose="02040503050406030204" pitchFamily="18" charset="0"/>
                                </a:rPr>
                                <m:t>𝑠</m:t>
                              </m:r>
                            </m:e>
                            <m:sub>
                              <m:r>
                                <a:rPr lang="es-EC" sz="2800" b="0" i="1" smtClean="0">
                                  <a:latin typeface="Cambria Math" panose="02040503050406030204" pitchFamily="18" charset="0"/>
                                </a:rPr>
                                <m:t>2</m:t>
                              </m:r>
                            </m:sub>
                            <m:sup>
                              <m:r>
                                <a:rPr lang="es-EC" sz="2800" i="1">
                                  <a:latin typeface="Cambria Math" panose="02040503050406030204" pitchFamily="18" charset="0"/>
                                </a:rPr>
                                <m:t>2</m:t>
                              </m:r>
                            </m:sup>
                          </m:sSubSup>
                          <m:r>
                            <a:rPr lang="es-EC" sz="2800">
                              <a:latin typeface="Cambria Math" panose="02040503050406030204" pitchFamily="18" charset="0"/>
                            </a:rPr>
                            <m:t>/</m:t>
                          </m:r>
                          <m:sSubSup>
                            <m:sSubSupPr>
                              <m:ctrlPr>
                                <a:rPr lang="es-EC" sz="2800" i="1">
                                  <a:latin typeface="Cambria Math" panose="02040503050406030204" pitchFamily="18" charset="0"/>
                                </a:rPr>
                              </m:ctrlPr>
                            </m:sSubSupPr>
                            <m:e>
                              <m:r>
                                <a:rPr lang="es-EC" sz="2800" i="1">
                                  <a:latin typeface="Cambria Math" panose="02040503050406030204" pitchFamily="18" charset="0"/>
                                  <a:ea typeface="Cambria Math" panose="02040503050406030204" pitchFamily="18" charset="0"/>
                                </a:rPr>
                                <m:t>𝜎</m:t>
                              </m:r>
                            </m:e>
                            <m:sub>
                              <m:r>
                                <a:rPr lang="es-EC" sz="2800" b="0" i="1" smtClean="0">
                                  <a:latin typeface="Cambria Math" panose="02040503050406030204" pitchFamily="18" charset="0"/>
                                  <a:ea typeface="Cambria Math" panose="02040503050406030204" pitchFamily="18" charset="0"/>
                                </a:rPr>
                                <m:t>2</m:t>
                              </m:r>
                            </m:sub>
                            <m:sup>
                              <m:r>
                                <a:rPr lang="es-EC" sz="2800" i="1">
                                  <a:latin typeface="Cambria Math" panose="02040503050406030204" pitchFamily="18" charset="0"/>
                                </a:rPr>
                                <m:t>2</m:t>
                              </m:r>
                            </m:sup>
                          </m:sSubSup>
                        </m:den>
                      </m:f>
                    </m:oMath>
                  </m:oMathPara>
                </a14:m>
                <a:endParaRPr lang="es-EC" sz="2800" dirty="0"/>
              </a:p>
            </p:txBody>
          </p:sp>
        </mc:Choice>
        <mc:Fallback xmlns="">
          <p:sp>
            <p:nvSpPr>
              <p:cNvPr id="5" name="CuadroTexto 4"/>
              <p:cNvSpPr txBox="1">
                <a:spLocks noRot="1" noChangeAspect="1" noMove="1" noResize="1" noEditPoints="1" noAdjustHandles="1" noChangeArrowheads="1" noChangeShapeType="1" noTextEdit="1"/>
              </p:cNvSpPr>
              <p:nvPr/>
            </p:nvSpPr>
            <p:spPr>
              <a:xfrm>
                <a:off x="1570171" y="3307825"/>
                <a:ext cx="1706429" cy="974306"/>
              </a:xfrm>
              <a:prstGeom prst="rect">
                <a:avLst/>
              </a:prstGeom>
              <a:blipFill rotWithShape="0">
                <a:blip r:embed="rId3"/>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6" name="Rectángulo 5"/>
              <p:cNvSpPr/>
              <p:nvPr/>
            </p:nvSpPr>
            <p:spPr>
              <a:xfrm>
                <a:off x="631110" y="5427925"/>
                <a:ext cx="10829370" cy="1200329"/>
              </a:xfrm>
              <a:prstGeom prst="rect">
                <a:avLst/>
              </a:prstGeom>
            </p:spPr>
            <p:txBody>
              <a:bodyPr wrap="square">
                <a:spAutoFit/>
              </a:bodyPr>
              <a:lstStyle/>
              <a:p>
                <a:pPr algn="just"/>
                <a:r>
                  <a:rPr lang="es-EC" sz="2400" dirty="0"/>
                  <a:t>Tiene distribución F con </a:t>
                </a:r>
                <a14:m>
                  <m:oMath xmlns:m="http://schemas.openxmlformats.org/officeDocument/2006/math">
                    <m:sSub>
                      <m:sSubPr>
                        <m:ctrlPr>
                          <a:rPr lang="es-EC" sz="2400" i="1" smtClean="0">
                            <a:latin typeface="Cambria Math" panose="02040503050406030204" pitchFamily="18" charset="0"/>
                            <a:ea typeface="Cambria Math" panose="02040503050406030204" pitchFamily="18" charset="0"/>
                          </a:rPr>
                        </m:ctrlPr>
                      </m:sSubPr>
                      <m:e>
                        <m:r>
                          <a:rPr lang="es-EC" sz="2400" i="1" smtClean="0">
                            <a:latin typeface="Cambria Math" panose="02040503050406030204" pitchFamily="18" charset="0"/>
                            <a:ea typeface="Cambria Math" panose="02040503050406030204" pitchFamily="18" charset="0"/>
                          </a:rPr>
                          <m:t>𝜈</m:t>
                        </m:r>
                      </m:e>
                      <m:sub>
                        <m:r>
                          <a:rPr lang="es-EC" sz="2400" b="0" i="1" smtClean="0">
                            <a:latin typeface="Cambria Math" panose="02040503050406030204" pitchFamily="18" charset="0"/>
                            <a:ea typeface="Cambria Math" panose="02040503050406030204" pitchFamily="18" charset="0"/>
                          </a:rPr>
                          <m:t>1</m:t>
                        </m:r>
                      </m:sub>
                    </m:sSub>
                    <m:r>
                      <a:rPr lang="es-EC" sz="2400" b="0" i="1" smtClean="0">
                        <a:latin typeface="Cambria Math" panose="02040503050406030204" pitchFamily="18" charset="0"/>
                        <a:ea typeface="Cambria Math" panose="02040503050406030204" pitchFamily="18" charset="0"/>
                      </a:rPr>
                      <m:t>=</m:t>
                    </m:r>
                    <m:sSub>
                      <m:sSubPr>
                        <m:ctrlPr>
                          <a:rPr lang="es-EC" sz="2400" i="1">
                            <a:latin typeface="Cambria Math" panose="02040503050406030204" pitchFamily="18" charset="0"/>
                            <a:ea typeface="Cambria Math" panose="02040503050406030204" pitchFamily="18" charset="0"/>
                          </a:rPr>
                        </m:ctrlPr>
                      </m:sSubPr>
                      <m:e>
                        <m:r>
                          <a:rPr lang="es-EC" sz="2400" b="0" i="1" smtClean="0">
                            <a:latin typeface="Cambria Math" panose="02040503050406030204" pitchFamily="18" charset="0"/>
                            <a:ea typeface="Cambria Math" panose="02040503050406030204" pitchFamily="18" charset="0"/>
                          </a:rPr>
                          <m:t>𝑛</m:t>
                        </m:r>
                      </m:e>
                      <m:sub>
                        <m:r>
                          <a:rPr lang="es-EC" sz="2400" i="1">
                            <a:latin typeface="Cambria Math" panose="02040503050406030204" pitchFamily="18" charset="0"/>
                            <a:ea typeface="Cambria Math" panose="02040503050406030204" pitchFamily="18" charset="0"/>
                          </a:rPr>
                          <m:t>1</m:t>
                        </m:r>
                      </m:sub>
                    </m:sSub>
                    <m:r>
                      <a:rPr lang="es-EC" sz="2400" b="0" i="1" smtClean="0">
                        <a:latin typeface="Cambria Math" panose="02040503050406030204" pitchFamily="18" charset="0"/>
                        <a:ea typeface="Cambria Math" panose="02040503050406030204" pitchFamily="18" charset="0"/>
                      </a:rPr>
                      <m:t>−1</m:t>
                    </m:r>
                  </m:oMath>
                </a14:m>
                <a:r>
                  <a:rPr lang="es-EC" sz="2400" dirty="0"/>
                  <a:t> y </a:t>
                </a:r>
                <a14:m>
                  <m:oMath xmlns:m="http://schemas.openxmlformats.org/officeDocument/2006/math">
                    <m:sSub>
                      <m:sSubPr>
                        <m:ctrlPr>
                          <a:rPr lang="es-EC" sz="2400" i="1">
                            <a:latin typeface="Cambria Math" panose="02040503050406030204" pitchFamily="18" charset="0"/>
                            <a:ea typeface="Cambria Math" panose="02040503050406030204" pitchFamily="18" charset="0"/>
                          </a:rPr>
                        </m:ctrlPr>
                      </m:sSubPr>
                      <m:e>
                        <m:r>
                          <a:rPr lang="es-EC" sz="2400" i="1">
                            <a:latin typeface="Cambria Math" panose="02040503050406030204" pitchFamily="18" charset="0"/>
                            <a:ea typeface="Cambria Math" panose="02040503050406030204" pitchFamily="18" charset="0"/>
                          </a:rPr>
                          <m:t>𝜈</m:t>
                        </m:r>
                      </m:e>
                      <m:sub>
                        <m:r>
                          <a:rPr lang="es-EC" sz="2400" b="0" i="1" smtClean="0">
                            <a:latin typeface="Cambria Math" panose="02040503050406030204" pitchFamily="18" charset="0"/>
                            <a:ea typeface="Cambria Math" panose="02040503050406030204" pitchFamily="18" charset="0"/>
                          </a:rPr>
                          <m:t>2</m:t>
                        </m:r>
                      </m:sub>
                    </m:sSub>
                    <m:r>
                      <a:rPr lang="es-EC" sz="2400" i="1">
                        <a:latin typeface="Cambria Math" panose="02040503050406030204" pitchFamily="18" charset="0"/>
                        <a:ea typeface="Cambria Math" panose="02040503050406030204" pitchFamily="18" charset="0"/>
                      </a:rPr>
                      <m:t>=</m:t>
                    </m:r>
                    <m:sSub>
                      <m:sSubPr>
                        <m:ctrlPr>
                          <a:rPr lang="es-EC" sz="2400" i="1">
                            <a:latin typeface="Cambria Math" panose="02040503050406030204" pitchFamily="18" charset="0"/>
                            <a:ea typeface="Cambria Math" panose="02040503050406030204" pitchFamily="18" charset="0"/>
                          </a:rPr>
                        </m:ctrlPr>
                      </m:sSubPr>
                      <m:e>
                        <m:r>
                          <a:rPr lang="es-EC" sz="2400" i="1">
                            <a:latin typeface="Cambria Math" panose="02040503050406030204" pitchFamily="18" charset="0"/>
                            <a:ea typeface="Cambria Math" panose="02040503050406030204" pitchFamily="18" charset="0"/>
                          </a:rPr>
                          <m:t>𝑛</m:t>
                        </m:r>
                      </m:e>
                      <m:sub>
                        <m:r>
                          <a:rPr lang="es-EC" sz="2400" b="0" i="1" smtClean="0">
                            <a:latin typeface="Cambria Math" panose="02040503050406030204" pitchFamily="18" charset="0"/>
                            <a:ea typeface="Cambria Math" panose="02040503050406030204" pitchFamily="18" charset="0"/>
                          </a:rPr>
                          <m:t>2</m:t>
                        </m:r>
                      </m:sub>
                    </m:sSub>
                    <m:r>
                      <a:rPr lang="es-EC" sz="2400" i="1">
                        <a:latin typeface="Cambria Math" panose="02040503050406030204" pitchFamily="18" charset="0"/>
                        <a:ea typeface="Cambria Math" panose="02040503050406030204" pitchFamily="18" charset="0"/>
                      </a:rPr>
                      <m:t>−1</m:t>
                    </m:r>
                  </m:oMath>
                </a14:m>
                <a:r>
                  <a:rPr lang="es-EC" sz="2400" dirty="0"/>
                  <a:t> grados de libertad; donde </a:t>
                </a:r>
                <a14:m>
                  <m:oMath xmlns:m="http://schemas.openxmlformats.org/officeDocument/2006/math">
                    <m:sSub>
                      <m:sSubPr>
                        <m:ctrlPr>
                          <a:rPr lang="es-EC" sz="2400" i="1">
                            <a:latin typeface="Cambria Math" panose="02040503050406030204" pitchFamily="18" charset="0"/>
                            <a:ea typeface="Cambria Math" panose="02040503050406030204" pitchFamily="18" charset="0"/>
                          </a:rPr>
                        </m:ctrlPr>
                      </m:sSubPr>
                      <m:e>
                        <m:r>
                          <a:rPr lang="es-EC" sz="2400" i="1">
                            <a:latin typeface="Cambria Math" panose="02040503050406030204" pitchFamily="18" charset="0"/>
                            <a:ea typeface="Cambria Math" panose="02040503050406030204" pitchFamily="18" charset="0"/>
                          </a:rPr>
                          <m:t>𝜈</m:t>
                        </m:r>
                      </m:e>
                      <m:sub>
                        <m:r>
                          <a:rPr lang="es-EC" sz="2400" i="1">
                            <a:latin typeface="Cambria Math" panose="02040503050406030204" pitchFamily="18" charset="0"/>
                            <a:ea typeface="Cambria Math" panose="02040503050406030204" pitchFamily="18" charset="0"/>
                          </a:rPr>
                          <m:t>1</m:t>
                        </m:r>
                      </m:sub>
                    </m:sSub>
                  </m:oMath>
                </a14:m>
                <a:r>
                  <a:rPr lang="es-EC" sz="2400" dirty="0"/>
                  <a:t> serán los grados de libertad del numerador y </a:t>
                </a:r>
                <a14:m>
                  <m:oMath xmlns:m="http://schemas.openxmlformats.org/officeDocument/2006/math">
                    <m:sSub>
                      <m:sSubPr>
                        <m:ctrlPr>
                          <a:rPr lang="es-EC" sz="2400" i="1">
                            <a:latin typeface="Cambria Math" panose="02040503050406030204" pitchFamily="18" charset="0"/>
                            <a:ea typeface="Cambria Math" panose="02040503050406030204" pitchFamily="18" charset="0"/>
                          </a:rPr>
                        </m:ctrlPr>
                      </m:sSubPr>
                      <m:e>
                        <m:r>
                          <a:rPr lang="es-EC" sz="2400" i="1">
                            <a:latin typeface="Cambria Math" panose="02040503050406030204" pitchFamily="18" charset="0"/>
                            <a:ea typeface="Cambria Math" panose="02040503050406030204" pitchFamily="18" charset="0"/>
                          </a:rPr>
                          <m:t>𝜈</m:t>
                        </m:r>
                      </m:e>
                      <m:sub>
                        <m:r>
                          <a:rPr lang="es-EC" sz="2400" b="0" i="1" smtClean="0">
                            <a:latin typeface="Cambria Math" panose="02040503050406030204" pitchFamily="18" charset="0"/>
                            <a:ea typeface="Cambria Math" panose="02040503050406030204" pitchFamily="18" charset="0"/>
                          </a:rPr>
                          <m:t>2</m:t>
                        </m:r>
                      </m:sub>
                    </m:sSub>
                  </m:oMath>
                </a14:m>
                <a:r>
                  <a:rPr lang="es-EC" sz="2400" dirty="0"/>
                  <a:t> los grados de libertad del denominador</a:t>
                </a:r>
              </a:p>
            </p:txBody>
          </p:sp>
        </mc:Choice>
        <mc:Fallback xmlns="">
          <p:sp>
            <p:nvSpPr>
              <p:cNvPr id="6" name="Rectángulo 5"/>
              <p:cNvSpPr>
                <a:spLocks noRot="1" noChangeAspect="1" noMove="1" noResize="1" noEditPoints="1" noAdjustHandles="1" noChangeArrowheads="1" noChangeShapeType="1" noTextEdit="1"/>
              </p:cNvSpPr>
              <p:nvPr/>
            </p:nvSpPr>
            <p:spPr>
              <a:xfrm>
                <a:off x="631110" y="5427925"/>
                <a:ext cx="10829370" cy="1200329"/>
              </a:xfrm>
              <a:prstGeom prst="rect">
                <a:avLst/>
              </a:prstGeom>
              <a:blipFill rotWithShape="0">
                <a:blip r:embed="rId4"/>
                <a:stretch>
                  <a:fillRect l="-901" t="-4061" r="-845" b="-10660"/>
                </a:stretch>
              </a:blipFill>
            </p:spPr>
            <p:txBody>
              <a:bodyPr/>
              <a:lstStyle/>
              <a:p>
                <a:r>
                  <a:rPr lang="es-EC">
                    <a:noFill/>
                  </a:rPr>
                  <a:t> </a:t>
                </a:r>
              </a:p>
            </p:txBody>
          </p:sp>
        </mc:Fallback>
      </mc:AlternateContent>
      <p:pic>
        <p:nvPicPr>
          <p:cNvPr id="7" name="Imagen 6"/>
          <p:cNvPicPr>
            <a:picLocks noChangeAspect="1"/>
          </p:cNvPicPr>
          <p:nvPr/>
        </p:nvPicPr>
        <p:blipFill>
          <a:blip r:embed="rId5"/>
          <a:stretch>
            <a:fillRect/>
          </a:stretch>
        </p:blipFill>
        <p:spPr>
          <a:xfrm>
            <a:off x="4116705" y="2575354"/>
            <a:ext cx="7343775" cy="2852571"/>
          </a:xfrm>
          <a:prstGeom prst="rect">
            <a:avLst/>
          </a:prstGeom>
        </p:spPr>
      </p:pic>
      <p:sp>
        <p:nvSpPr>
          <p:cNvPr id="9" name="CuadroTexto 8"/>
          <p:cNvSpPr txBox="1"/>
          <p:nvPr/>
        </p:nvSpPr>
        <p:spPr>
          <a:xfrm>
            <a:off x="631110" y="297698"/>
            <a:ext cx="8023735" cy="646331"/>
          </a:xfrm>
          <a:prstGeom prst="rect">
            <a:avLst/>
          </a:prstGeom>
          <a:noFill/>
        </p:spPr>
        <p:txBody>
          <a:bodyPr wrap="none" rtlCol="0">
            <a:spAutoFit/>
          </a:bodyPr>
          <a:lstStyle/>
          <a:p>
            <a:r>
              <a:rPr lang="es-EC" sz="3600" b="1" dirty="0"/>
              <a:t>ESTIMACIÓN – Distribuciones muestrales</a:t>
            </a:r>
            <a:endParaRPr lang="es-EC" sz="4000" b="1" dirty="0"/>
          </a:p>
        </p:txBody>
      </p:sp>
      <mc:AlternateContent xmlns:mc="http://schemas.openxmlformats.org/markup-compatibility/2006">
        <mc:Choice xmlns:p14="http://schemas.microsoft.com/office/powerpoint/2010/main" Requires="p14">
          <p:contentPart p14:bwMode="auto" r:id="rId6">
            <p14:nvContentPartPr>
              <p14:cNvPr id="2" name="Ink 1">
                <a:extLst>
                  <a:ext uri="{FF2B5EF4-FFF2-40B4-BE49-F238E27FC236}">
                    <a16:creationId xmlns:a16="http://schemas.microsoft.com/office/drawing/2014/main" id="{F1022C9C-C14A-44B8-8A25-76494F09F5C3}"/>
                  </a:ext>
                </a:extLst>
              </p14:cNvPr>
              <p14:cNvContentPartPr/>
              <p14:nvPr/>
            </p14:nvContentPartPr>
            <p14:xfrm>
              <a:off x="8629560" y="4940280"/>
              <a:ext cx="419400" cy="114840"/>
            </p14:xfrm>
          </p:contentPart>
        </mc:Choice>
        <mc:Fallback>
          <p:pic>
            <p:nvPicPr>
              <p:cNvPr id="2" name="Ink 1">
                <a:extLst>
                  <a:ext uri="{FF2B5EF4-FFF2-40B4-BE49-F238E27FC236}">
                    <a16:creationId xmlns:a16="http://schemas.microsoft.com/office/drawing/2014/main" id="{F1022C9C-C14A-44B8-8A25-76494F09F5C3}"/>
                  </a:ext>
                </a:extLst>
              </p:cNvPr>
              <p:cNvPicPr/>
              <p:nvPr/>
            </p:nvPicPr>
            <p:blipFill>
              <a:blip r:embed="rId7"/>
              <a:stretch>
                <a:fillRect/>
              </a:stretch>
            </p:blipFill>
            <p:spPr>
              <a:xfrm>
                <a:off x="8620200" y="4930920"/>
                <a:ext cx="438120" cy="1335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8" name="Ink 7">
                <a:extLst>
                  <a:ext uri="{FF2B5EF4-FFF2-40B4-BE49-F238E27FC236}">
                    <a16:creationId xmlns:a16="http://schemas.microsoft.com/office/drawing/2014/main" id="{EE737A93-D25F-4757-8BD7-D23A3C9C996E}"/>
                  </a:ext>
                </a:extLst>
              </p14:cNvPr>
              <p14:cNvContentPartPr/>
              <p14:nvPr/>
            </p14:nvContentPartPr>
            <p14:xfrm>
              <a:off x="374400" y="88560"/>
              <a:ext cx="11014920" cy="5225040"/>
            </p14:xfrm>
          </p:contentPart>
        </mc:Choice>
        <mc:Fallback>
          <p:pic>
            <p:nvPicPr>
              <p:cNvPr id="8" name="Ink 7">
                <a:extLst>
                  <a:ext uri="{FF2B5EF4-FFF2-40B4-BE49-F238E27FC236}">
                    <a16:creationId xmlns:a16="http://schemas.microsoft.com/office/drawing/2014/main" id="{EE737A93-D25F-4757-8BD7-D23A3C9C996E}"/>
                  </a:ext>
                </a:extLst>
              </p:cNvPr>
              <p:cNvPicPr/>
              <p:nvPr/>
            </p:nvPicPr>
            <p:blipFill>
              <a:blip r:embed="rId9"/>
              <a:stretch>
                <a:fillRect/>
              </a:stretch>
            </p:blipFill>
            <p:spPr>
              <a:xfrm>
                <a:off x="365040" y="79200"/>
                <a:ext cx="11033640" cy="5243760"/>
              </a:xfrm>
              <a:prstGeom prst="rect">
                <a:avLst/>
              </a:prstGeom>
            </p:spPr>
          </p:pic>
        </mc:Fallback>
      </mc:AlternateContent>
    </p:spTree>
    <p:extLst>
      <p:ext uri="{BB962C8B-B14F-4D97-AF65-F5344CB8AC3E}">
        <p14:creationId xmlns:p14="http://schemas.microsoft.com/office/powerpoint/2010/main" val="11157355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631110" y="1259026"/>
            <a:ext cx="2645490" cy="532966"/>
          </a:xfrm>
          <a:prstGeom prst="rect">
            <a:avLst/>
          </a:prstGeom>
        </p:spPr>
        <p:txBody>
          <a:bodyPr wrap="square">
            <a:spAutoFit/>
          </a:bodyPr>
          <a:lstStyle/>
          <a:p>
            <a:r>
              <a:rPr lang="es-EC" sz="2800" b="1" dirty="0"/>
              <a:t>Distribución F</a:t>
            </a:r>
          </a:p>
        </p:txBody>
      </p:sp>
      <p:sp>
        <p:nvSpPr>
          <p:cNvPr id="3" name="CuadroTexto 2"/>
          <p:cNvSpPr txBox="1"/>
          <p:nvPr/>
        </p:nvSpPr>
        <p:spPr>
          <a:xfrm>
            <a:off x="631110" y="297698"/>
            <a:ext cx="8023735" cy="646331"/>
          </a:xfrm>
          <a:prstGeom prst="rect">
            <a:avLst/>
          </a:prstGeom>
          <a:noFill/>
        </p:spPr>
        <p:txBody>
          <a:bodyPr wrap="none" rtlCol="0">
            <a:spAutoFit/>
          </a:bodyPr>
          <a:lstStyle/>
          <a:p>
            <a:r>
              <a:rPr lang="es-EC" sz="3600" b="1" dirty="0"/>
              <a:t>ESTIMACIÓN – Distribuciones muestrales</a:t>
            </a:r>
            <a:endParaRPr lang="es-EC" sz="4000" b="1" dirty="0"/>
          </a:p>
        </p:txBody>
      </p:sp>
      <mc:AlternateContent xmlns:mc="http://schemas.openxmlformats.org/markup-compatibility/2006" xmlns:a14="http://schemas.microsoft.com/office/drawing/2010/main">
        <mc:Choice Requires="a14">
          <p:sp>
            <p:nvSpPr>
              <p:cNvPr id="4" name="CuadroTexto 3"/>
              <p:cNvSpPr txBox="1"/>
              <p:nvPr/>
            </p:nvSpPr>
            <p:spPr>
              <a:xfrm>
                <a:off x="631111" y="1981200"/>
                <a:ext cx="10694616" cy="862737"/>
              </a:xfrm>
              <a:prstGeom prst="rect">
                <a:avLst/>
              </a:prstGeom>
              <a:noFill/>
            </p:spPr>
            <p:txBody>
              <a:bodyPr wrap="square" rtlCol="0">
                <a:spAutoFit/>
              </a:bodyPr>
              <a:lstStyle/>
              <a:p>
                <a:r>
                  <a:rPr lang="es-EC" sz="2400" dirty="0"/>
                  <a:t>Obtener </a:t>
                </a:r>
                <a14:m>
                  <m:oMath xmlns:m="http://schemas.openxmlformats.org/officeDocument/2006/math">
                    <m:sSub>
                      <m:sSubPr>
                        <m:ctrlPr>
                          <a:rPr lang="es-EC" sz="2400" i="1" smtClean="0">
                            <a:latin typeface="Cambria Math" panose="02040503050406030204" pitchFamily="18" charset="0"/>
                          </a:rPr>
                        </m:ctrlPr>
                      </m:sSubPr>
                      <m:e>
                        <m:r>
                          <a:rPr lang="es-EC" sz="2400" b="0" i="1" smtClean="0">
                            <a:latin typeface="Cambria Math" panose="02040503050406030204" pitchFamily="18" charset="0"/>
                          </a:rPr>
                          <m:t>𝐹</m:t>
                        </m:r>
                      </m:e>
                      <m:sub>
                        <m:r>
                          <a:rPr lang="es-EC" sz="2400" i="1" smtClean="0">
                            <a:latin typeface="Cambria Math" panose="02040503050406030204" pitchFamily="18" charset="0"/>
                            <a:ea typeface="Cambria Math" panose="02040503050406030204" pitchFamily="18" charset="0"/>
                          </a:rPr>
                          <m:t>𝛼</m:t>
                        </m:r>
                        <m:r>
                          <a:rPr lang="es-EC" sz="2400" b="0" i="1" smtClean="0">
                            <a:latin typeface="Cambria Math" panose="02040503050406030204" pitchFamily="18" charset="0"/>
                            <a:ea typeface="Cambria Math" panose="02040503050406030204" pitchFamily="18" charset="0"/>
                          </a:rPr>
                          <m:t>;</m:t>
                        </m:r>
                        <m:sSub>
                          <m:sSubPr>
                            <m:ctrlPr>
                              <a:rPr lang="es-EC" sz="2400" b="0" i="1" smtClean="0">
                                <a:latin typeface="Cambria Math" panose="02040503050406030204" pitchFamily="18" charset="0"/>
                                <a:ea typeface="Cambria Math" panose="02040503050406030204" pitchFamily="18" charset="0"/>
                              </a:rPr>
                            </m:ctrlPr>
                          </m:sSubPr>
                          <m:e>
                            <m:r>
                              <a:rPr lang="es-EC" sz="2400" b="0" i="1" smtClean="0">
                                <a:latin typeface="Cambria Math" panose="02040503050406030204" pitchFamily="18" charset="0"/>
                                <a:ea typeface="Cambria Math" panose="02040503050406030204" pitchFamily="18" charset="0"/>
                              </a:rPr>
                              <m:t>𝜈</m:t>
                            </m:r>
                          </m:e>
                          <m:sub>
                            <m:r>
                              <a:rPr lang="es-EC" sz="2400" b="0" i="1" smtClean="0">
                                <a:latin typeface="Cambria Math" panose="02040503050406030204" pitchFamily="18" charset="0"/>
                                <a:ea typeface="Cambria Math" panose="02040503050406030204" pitchFamily="18" charset="0"/>
                              </a:rPr>
                              <m:t>1</m:t>
                            </m:r>
                          </m:sub>
                        </m:sSub>
                        <m:r>
                          <a:rPr lang="es-EC" sz="2400" b="0" i="1" smtClean="0">
                            <a:latin typeface="Cambria Math" panose="02040503050406030204" pitchFamily="18" charset="0"/>
                            <a:ea typeface="Cambria Math" panose="02040503050406030204" pitchFamily="18" charset="0"/>
                          </a:rPr>
                          <m:t>;</m:t>
                        </m:r>
                        <m:sSub>
                          <m:sSubPr>
                            <m:ctrlPr>
                              <a:rPr lang="es-EC" sz="2400" i="1">
                                <a:latin typeface="Cambria Math" panose="02040503050406030204" pitchFamily="18" charset="0"/>
                                <a:ea typeface="Cambria Math" panose="02040503050406030204" pitchFamily="18" charset="0"/>
                              </a:rPr>
                            </m:ctrlPr>
                          </m:sSubPr>
                          <m:e>
                            <m:r>
                              <a:rPr lang="es-EC" sz="2400" i="1">
                                <a:latin typeface="Cambria Math" panose="02040503050406030204" pitchFamily="18" charset="0"/>
                                <a:ea typeface="Cambria Math" panose="02040503050406030204" pitchFamily="18" charset="0"/>
                              </a:rPr>
                              <m:t>𝜈</m:t>
                            </m:r>
                          </m:e>
                          <m:sub>
                            <m:r>
                              <a:rPr lang="es-EC" sz="2400" b="0" i="1" smtClean="0">
                                <a:latin typeface="Cambria Math" panose="02040503050406030204" pitchFamily="18" charset="0"/>
                                <a:ea typeface="Cambria Math" panose="02040503050406030204" pitchFamily="18" charset="0"/>
                              </a:rPr>
                              <m:t>2</m:t>
                            </m:r>
                          </m:sub>
                        </m:sSub>
                      </m:sub>
                    </m:sSub>
                  </m:oMath>
                </a14:m>
                <a:r>
                  <a:rPr lang="es-EC" sz="2400" dirty="0"/>
                  <a:t>, se recurre a la tabla otorgada pero para obtener </a:t>
                </a:r>
                <a14:m>
                  <m:oMath xmlns:m="http://schemas.openxmlformats.org/officeDocument/2006/math">
                    <m:sSub>
                      <m:sSubPr>
                        <m:ctrlPr>
                          <a:rPr lang="es-EC" sz="2400" i="1">
                            <a:latin typeface="Cambria Math" panose="02040503050406030204" pitchFamily="18" charset="0"/>
                          </a:rPr>
                        </m:ctrlPr>
                      </m:sSubPr>
                      <m:e>
                        <m:r>
                          <a:rPr lang="es-EC" sz="2400" i="1">
                            <a:latin typeface="Cambria Math" panose="02040503050406030204" pitchFamily="18" charset="0"/>
                          </a:rPr>
                          <m:t>𝐹</m:t>
                        </m:r>
                      </m:e>
                      <m:sub>
                        <m:r>
                          <a:rPr lang="es-EC" sz="2400" b="0" i="1" smtClean="0">
                            <a:latin typeface="Cambria Math" panose="02040503050406030204" pitchFamily="18" charset="0"/>
                          </a:rPr>
                          <m:t>1−</m:t>
                        </m:r>
                        <m:r>
                          <a:rPr lang="es-EC" sz="2400" i="1">
                            <a:latin typeface="Cambria Math" panose="02040503050406030204" pitchFamily="18" charset="0"/>
                            <a:ea typeface="Cambria Math" panose="02040503050406030204" pitchFamily="18" charset="0"/>
                          </a:rPr>
                          <m:t>𝛼</m:t>
                        </m:r>
                        <m:r>
                          <a:rPr lang="es-EC" sz="2400" i="1">
                            <a:latin typeface="Cambria Math" panose="02040503050406030204" pitchFamily="18" charset="0"/>
                            <a:ea typeface="Cambria Math" panose="02040503050406030204" pitchFamily="18" charset="0"/>
                          </a:rPr>
                          <m:t>;</m:t>
                        </m:r>
                        <m:sSub>
                          <m:sSubPr>
                            <m:ctrlPr>
                              <a:rPr lang="es-EC" sz="2400" i="1">
                                <a:latin typeface="Cambria Math" panose="02040503050406030204" pitchFamily="18" charset="0"/>
                                <a:ea typeface="Cambria Math" panose="02040503050406030204" pitchFamily="18" charset="0"/>
                              </a:rPr>
                            </m:ctrlPr>
                          </m:sSubPr>
                          <m:e>
                            <m:r>
                              <a:rPr lang="es-EC" sz="2400" i="1">
                                <a:latin typeface="Cambria Math" panose="02040503050406030204" pitchFamily="18" charset="0"/>
                                <a:ea typeface="Cambria Math" panose="02040503050406030204" pitchFamily="18" charset="0"/>
                              </a:rPr>
                              <m:t>𝜈</m:t>
                            </m:r>
                          </m:e>
                          <m:sub>
                            <m:r>
                              <a:rPr lang="es-EC" sz="2400" i="1">
                                <a:latin typeface="Cambria Math" panose="02040503050406030204" pitchFamily="18" charset="0"/>
                                <a:ea typeface="Cambria Math" panose="02040503050406030204" pitchFamily="18" charset="0"/>
                              </a:rPr>
                              <m:t>1</m:t>
                            </m:r>
                          </m:sub>
                        </m:sSub>
                        <m:r>
                          <a:rPr lang="es-EC" sz="2400" i="1">
                            <a:latin typeface="Cambria Math" panose="02040503050406030204" pitchFamily="18" charset="0"/>
                            <a:ea typeface="Cambria Math" panose="02040503050406030204" pitchFamily="18" charset="0"/>
                          </a:rPr>
                          <m:t>;</m:t>
                        </m:r>
                        <m:sSub>
                          <m:sSubPr>
                            <m:ctrlPr>
                              <a:rPr lang="es-EC" sz="2400" i="1">
                                <a:latin typeface="Cambria Math" panose="02040503050406030204" pitchFamily="18" charset="0"/>
                                <a:ea typeface="Cambria Math" panose="02040503050406030204" pitchFamily="18" charset="0"/>
                              </a:rPr>
                            </m:ctrlPr>
                          </m:sSubPr>
                          <m:e>
                            <m:r>
                              <a:rPr lang="es-EC" sz="2400" i="1">
                                <a:latin typeface="Cambria Math" panose="02040503050406030204" pitchFamily="18" charset="0"/>
                                <a:ea typeface="Cambria Math" panose="02040503050406030204" pitchFamily="18" charset="0"/>
                              </a:rPr>
                              <m:t>𝜈</m:t>
                            </m:r>
                          </m:e>
                          <m:sub>
                            <m:r>
                              <a:rPr lang="es-EC" sz="2400" i="1">
                                <a:latin typeface="Cambria Math" panose="02040503050406030204" pitchFamily="18" charset="0"/>
                                <a:ea typeface="Cambria Math" panose="02040503050406030204" pitchFamily="18" charset="0"/>
                              </a:rPr>
                              <m:t>2</m:t>
                            </m:r>
                          </m:sub>
                        </m:sSub>
                      </m:sub>
                    </m:sSub>
                  </m:oMath>
                </a14:m>
                <a:r>
                  <a:rPr lang="es-EC" sz="2400" dirty="0"/>
                  <a:t>, es decir el valor cercano al origen se debe efectuar:</a:t>
                </a:r>
              </a:p>
            </p:txBody>
          </p:sp>
        </mc:Choice>
        <mc:Fallback xmlns="">
          <p:sp>
            <p:nvSpPr>
              <p:cNvPr id="4" name="CuadroTexto 3"/>
              <p:cNvSpPr txBox="1">
                <a:spLocks noRot="1" noChangeAspect="1" noMove="1" noResize="1" noEditPoints="1" noAdjustHandles="1" noChangeArrowheads="1" noChangeShapeType="1" noTextEdit="1"/>
              </p:cNvSpPr>
              <p:nvPr/>
            </p:nvSpPr>
            <p:spPr>
              <a:xfrm>
                <a:off x="631111" y="1981200"/>
                <a:ext cx="10694616" cy="862737"/>
              </a:xfrm>
              <a:prstGeom prst="rect">
                <a:avLst/>
              </a:prstGeom>
              <a:blipFill rotWithShape="0">
                <a:blip r:embed="rId2"/>
                <a:stretch>
                  <a:fillRect l="-912" t="-4930" r="-1083" b="-14789"/>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5" name="Rectángulo 4"/>
              <p:cNvSpPr/>
              <p:nvPr/>
            </p:nvSpPr>
            <p:spPr>
              <a:xfrm>
                <a:off x="3276600" y="3684547"/>
                <a:ext cx="3573991" cy="115916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EC" sz="3200" i="1" smtClean="0">
                              <a:latin typeface="Cambria Math" panose="02040503050406030204" pitchFamily="18" charset="0"/>
                            </a:rPr>
                          </m:ctrlPr>
                        </m:sSubPr>
                        <m:e>
                          <m:r>
                            <a:rPr lang="es-EC" sz="3200" i="1">
                              <a:latin typeface="Cambria Math" panose="02040503050406030204" pitchFamily="18" charset="0"/>
                            </a:rPr>
                            <m:t>𝐹</m:t>
                          </m:r>
                        </m:e>
                        <m:sub>
                          <m:r>
                            <a:rPr lang="es-EC" sz="3200" i="1">
                              <a:latin typeface="Cambria Math" panose="02040503050406030204" pitchFamily="18" charset="0"/>
                            </a:rPr>
                            <m:t>1−</m:t>
                          </m:r>
                          <m:r>
                            <a:rPr lang="es-EC" sz="3200" i="1">
                              <a:latin typeface="Cambria Math" panose="02040503050406030204" pitchFamily="18" charset="0"/>
                              <a:ea typeface="Cambria Math" panose="02040503050406030204" pitchFamily="18" charset="0"/>
                            </a:rPr>
                            <m:t>𝛼</m:t>
                          </m:r>
                          <m:r>
                            <a:rPr lang="es-EC" sz="3200" i="1">
                              <a:latin typeface="Cambria Math" panose="02040503050406030204" pitchFamily="18" charset="0"/>
                              <a:ea typeface="Cambria Math" panose="02040503050406030204" pitchFamily="18" charset="0"/>
                            </a:rPr>
                            <m:t>;</m:t>
                          </m:r>
                          <m:sSub>
                            <m:sSubPr>
                              <m:ctrlPr>
                                <a:rPr lang="es-EC" sz="3200" i="1">
                                  <a:latin typeface="Cambria Math" panose="02040503050406030204" pitchFamily="18" charset="0"/>
                                  <a:ea typeface="Cambria Math" panose="02040503050406030204" pitchFamily="18" charset="0"/>
                                </a:rPr>
                              </m:ctrlPr>
                            </m:sSubPr>
                            <m:e>
                              <m:r>
                                <a:rPr lang="es-EC" sz="3200" i="1">
                                  <a:latin typeface="Cambria Math" panose="02040503050406030204" pitchFamily="18" charset="0"/>
                                  <a:ea typeface="Cambria Math" panose="02040503050406030204" pitchFamily="18" charset="0"/>
                                </a:rPr>
                                <m:t>𝜈</m:t>
                              </m:r>
                            </m:e>
                            <m:sub>
                              <m:r>
                                <a:rPr lang="es-EC" sz="3200" i="1">
                                  <a:latin typeface="Cambria Math" panose="02040503050406030204" pitchFamily="18" charset="0"/>
                                  <a:ea typeface="Cambria Math" panose="02040503050406030204" pitchFamily="18" charset="0"/>
                                </a:rPr>
                                <m:t>1</m:t>
                              </m:r>
                            </m:sub>
                          </m:sSub>
                          <m:r>
                            <a:rPr lang="es-EC" sz="3200" i="1">
                              <a:latin typeface="Cambria Math" panose="02040503050406030204" pitchFamily="18" charset="0"/>
                              <a:ea typeface="Cambria Math" panose="02040503050406030204" pitchFamily="18" charset="0"/>
                            </a:rPr>
                            <m:t>;</m:t>
                          </m:r>
                          <m:sSub>
                            <m:sSubPr>
                              <m:ctrlPr>
                                <a:rPr lang="es-EC" sz="3200" i="1">
                                  <a:latin typeface="Cambria Math" panose="02040503050406030204" pitchFamily="18" charset="0"/>
                                  <a:ea typeface="Cambria Math" panose="02040503050406030204" pitchFamily="18" charset="0"/>
                                </a:rPr>
                              </m:ctrlPr>
                            </m:sSubPr>
                            <m:e>
                              <m:r>
                                <a:rPr lang="es-EC" sz="3200" i="1">
                                  <a:latin typeface="Cambria Math" panose="02040503050406030204" pitchFamily="18" charset="0"/>
                                  <a:ea typeface="Cambria Math" panose="02040503050406030204" pitchFamily="18" charset="0"/>
                                </a:rPr>
                                <m:t>𝜈</m:t>
                              </m:r>
                            </m:e>
                            <m:sub>
                              <m:r>
                                <a:rPr lang="es-EC" sz="3200" i="1">
                                  <a:latin typeface="Cambria Math" panose="02040503050406030204" pitchFamily="18" charset="0"/>
                                  <a:ea typeface="Cambria Math" panose="02040503050406030204" pitchFamily="18" charset="0"/>
                                </a:rPr>
                                <m:t>2</m:t>
                              </m:r>
                            </m:sub>
                          </m:sSub>
                        </m:sub>
                      </m:sSub>
                      <m:r>
                        <a:rPr lang="es-EC" sz="3200" b="0" i="1" smtClean="0">
                          <a:latin typeface="Cambria Math" panose="02040503050406030204" pitchFamily="18" charset="0"/>
                          <a:ea typeface="Cambria Math" panose="02040503050406030204" pitchFamily="18" charset="0"/>
                        </a:rPr>
                        <m:t>=</m:t>
                      </m:r>
                      <m:f>
                        <m:fPr>
                          <m:ctrlPr>
                            <a:rPr lang="es-EC" sz="3200" b="0" i="1" smtClean="0">
                              <a:latin typeface="Cambria Math" panose="02040503050406030204" pitchFamily="18" charset="0"/>
                              <a:ea typeface="Cambria Math" panose="02040503050406030204" pitchFamily="18" charset="0"/>
                            </a:rPr>
                          </m:ctrlPr>
                        </m:fPr>
                        <m:num>
                          <m:r>
                            <a:rPr lang="es-EC" sz="3200" b="0" i="1" smtClean="0">
                              <a:latin typeface="Cambria Math" panose="02040503050406030204" pitchFamily="18" charset="0"/>
                              <a:ea typeface="Cambria Math" panose="02040503050406030204" pitchFamily="18" charset="0"/>
                            </a:rPr>
                            <m:t>1</m:t>
                          </m:r>
                        </m:num>
                        <m:den>
                          <m:sSub>
                            <m:sSubPr>
                              <m:ctrlPr>
                                <a:rPr lang="es-EC" sz="2800" i="1">
                                  <a:latin typeface="Cambria Math" panose="02040503050406030204" pitchFamily="18" charset="0"/>
                                </a:rPr>
                              </m:ctrlPr>
                            </m:sSubPr>
                            <m:e>
                              <m:r>
                                <a:rPr lang="es-EC" sz="2800" i="1">
                                  <a:latin typeface="Cambria Math" panose="02040503050406030204" pitchFamily="18" charset="0"/>
                                </a:rPr>
                                <m:t>𝐹</m:t>
                              </m:r>
                            </m:e>
                            <m:sub>
                              <m:r>
                                <a:rPr lang="es-EC" sz="2800" i="1">
                                  <a:latin typeface="Cambria Math" panose="02040503050406030204" pitchFamily="18" charset="0"/>
                                  <a:ea typeface="Cambria Math" panose="02040503050406030204" pitchFamily="18" charset="0"/>
                                </a:rPr>
                                <m:t>𝛼</m:t>
                              </m:r>
                              <m:r>
                                <a:rPr lang="es-EC" sz="2800" i="1">
                                  <a:latin typeface="Cambria Math" panose="02040503050406030204" pitchFamily="18" charset="0"/>
                                  <a:ea typeface="Cambria Math" panose="02040503050406030204" pitchFamily="18" charset="0"/>
                                </a:rPr>
                                <m:t>;</m:t>
                              </m:r>
                              <m:sSub>
                                <m:sSubPr>
                                  <m:ctrlPr>
                                    <a:rPr lang="es-EC" sz="2800" i="1">
                                      <a:latin typeface="Cambria Math" panose="02040503050406030204" pitchFamily="18" charset="0"/>
                                      <a:ea typeface="Cambria Math" panose="02040503050406030204" pitchFamily="18" charset="0"/>
                                    </a:rPr>
                                  </m:ctrlPr>
                                </m:sSubPr>
                                <m:e>
                                  <m:r>
                                    <a:rPr lang="es-EC" sz="2800" i="1">
                                      <a:latin typeface="Cambria Math" panose="02040503050406030204" pitchFamily="18" charset="0"/>
                                      <a:ea typeface="Cambria Math" panose="02040503050406030204" pitchFamily="18" charset="0"/>
                                    </a:rPr>
                                    <m:t>𝜈</m:t>
                                  </m:r>
                                </m:e>
                                <m:sub>
                                  <m:r>
                                    <a:rPr lang="es-EC" sz="2800" b="0" i="1" smtClean="0">
                                      <a:latin typeface="Cambria Math" panose="02040503050406030204" pitchFamily="18" charset="0"/>
                                      <a:ea typeface="Cambria Math" panose="02040503050406030204" pitchFamily="18" charset="0"/>
                                    </a:rPr>
                                    <m:t>2</m:t>
                                  </m:r>
                                </m:sub>
                              </m:sSub>
                              <m:r>
                                <a:rPr lang="es-EC" sz="2800" i="1">
                                  <a:latin typeface="Cambria Math" panose="02040503050406030204" pitchFamily="18" charset="0"/>
                                  <a:ea typeface="Cambria Math" panose="02040503050406030204" pitchFamily="18" charset="0"/>
                                </a:rPr>
                                <m:t>;</m:t>
                              </m:r>
                              <m:sSub>
                                <m:sSubPr>
                                  <m:ctrlPr>
                                    <a:rPr lang="es-EC" sz="2800" i="1">
                                      <a:latin typeface="Cambria Math" panose="02040503050406030204" pitchFamily="18" charset="0"/>
                                      <a:ea typeface="Cambria Math" panose="02040503050406030204" pitchFamily="18" charset="0"/>
                                    </a:rPr>
                                  </m:ctrlPr>
                                </m:sSubPr>
                                <m:e>
                                  <m:r>
                                    <a:rPr lang="es-EC" sz="2800" i="1">
                                      <a:latin typeface="Cambria Math" panose="02040503050406030204" pitchFamily="18" charset="0"/>
                                      <a:ea typeface="Cambria Math" panose="02040503050406030204" pitchFamily="18" charset="0"/>
                                    </a:rPr>
                                    <m:t>𝜈</m:t>
                                  </m:r>
                                </m:e>
                                <m:sub>
                                  <m:r>
                                    <a:rPr lang="es-EC" sz="2800" b="0" i="1" smtClean="0">
                                      <a:latin typeface="Cambria Math" panose="02040503050406030204" pitchFamily="18" charset="0"/>
                                      <a:ea typeface="Cambria Math" panose="02040503050406030204" pitchFamily="18" charset="0"/>
                                    </a:rPr>
                                    <m:t>1</m:t>
                                  </m:r>
                                </m:sub>
                              </m:sSub>
                            </m:sub>
                          </m:sSub>
                        </m:den>
                      </m:f>
                    </m:oMath>
                  </m:oMathPara>
                </a14:m>
                <a:endParaRPr lang="es-EC" sz="2800" dirty="0"/>
              </a:p>
            </p:txBody>
          </p:sp>
        </mc:Choice>
        <mc:Fallback xmlns="">
          <p:sp>
            <p:nvSpPr>
              <p:cNvPr id="5" name="Rectángulo 4"/>
              <p:cNvSpPr>
                <a:spLocks noRot="1" noChangeAspect="1" noMove="1" noResize="1" noEditPoints="1" noAdjustHandles="1" noChangeArrowheads="1" noChangeShapeType="1" noTextEdit="1"/>
              </p:cNvSpPr>
              <p:nvPr/>
            </p:nvSpPr>
            <p:spPr>
              <a:xfrm>
                <a:off x="3276600" y="3684547"/>
                <a:ext cx="3573991" cy="1159163"/>
              </a:xfrm>
              <a:prstGeom prst="rect">
                <a:avLst/>
              </a:prstGeom>
              <a:blipFill rotWithShape="0">
                <a:blip r:embed="rId3"/>
                <a:stretch>
                  <a:fillRect/>
                </a:stretch>
              </a:blipFill>
            </p:spPr>
            <p:txBody>
              <a:bodyPr/>
              <a:lstStyle/>
              <a:p>
                <a:r>
                  <a:rPr lang="es-EC">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6" name="Ink 5">
                <a:extLst>
                  <a:ext uri="{FF2B5EF4-FFF2-40B4-BE49-F238E27FC236}">
                    <a16:creationId xmlns:a16="http://schemas.microsoft.com/office/drawing/2014/main" id="{40B8B03D-CEC3-403B-9AFF-737474D2093E}"/>
                  </a:ext>
                </a:extLst>
              </p14:cNvPr>
              <p14:cNvContentPartPr/>
              <p14:nvPr/>
            </p14:nvContentPartPr>
            <p14:xfrm>
              <a:off x="673200" y="2438280"/>
              <a:ext cx="6261480" cy="2540520"/>
            </p14:xfrm>
          </p:contentPart>
        </mc:Choice>
        <mc:Fallback>
          <p:pic>
            <p:nvPicPr>
              <p:cNvPr id="6" name="Ink 5">
                <a:extLst>
                  <a:ext uri="{FF2B5EF4-FFF2-40B4-BE49-F238E27FC236}">
                    <a16:creationId xmlns:a16="http://schemas.microsoft.com/office/drawing/2014/main" id="{40B8B03D-CEC3-403B-9AFF-737474D2093E}"/>
                  </a:ext>
                </a:extLst>
              </p:cNvPr>
              <p:cNvPicPr/>
              <p:nvPr/>
            </p:nvPicPr>
            <p:blipFill>
              <a:blip r:embed="rId5"/>
              <a:stretch>
                <a:fillRect/>
              </a:stretch>
            </p:blipFill>
            <p:spPr>
              <a:xfrm>
                <a:off x="663840" y="2428920"/>
                <a:ext cx="6280200" cy="2559240"/>
              </a:xfrm>
              <a:prstGeom prst="rect">
                <a:avLst/>
              </a:prstGeom>
            </p:spPr>
          </p:pic>
        </mc:Fallback>
      </mc:AlternateContent>
    </p:spTree>
    <p:extLst>
      <p:ext uri="{BB962C8B-B14F-4D97-AF65-F5344CB8AC3E}">
        <p14:creationId xmlns:p14="http://schemas.microsoft.com/office/powerpoint/2010/main" val="8388989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613AF38-2FD5-4BAB-8B52-4105083C8425}"/>
              </a:ext>
            </a:extLst>
          </p:cNvPr>
          <p:cNvSpPr txBox="1"/>
          <p:nvPr/>
        </p:nvSpPr>
        <p:spPr>
          <a:xfrm>
            <a:off x="694046" y="400050"/>
            <a:ext cx="10667373" cy="1200329"/>
          </a:xfrm>
          <a:prstGeom prst="rect">
            <a:avLst/>
          </a:prstGeom>
          <a:noFill/>
        </p:spPr>
        <p:txBody>
          <a:bodyPr wrap="square" rtlCol="0">
            <a:spAutoFit/>
          </a:bodyPr>
          <a:lstStyle/>
          <a:p>
            <a:pPr algn="just"/>
            <a:r>
              <a:rPr lang="en-US" b="1" dirty="0" err="1"/>
              <a:t>Ejemplo</a:t>
            </a:r>
            <a:r>
              <a:rPr lang="en-US" b="1" dirty="0"/>
              <a:t>: La </a:t>
            </a:r>
            <a:r>
              <a:rPr lang="en-US" b="1" dirty="0" err="1"/>
              <a:t>leucemia</a:t>
            </a:r>
            <a:r>
              <a:rPr lang="en-US" b="1" dirty="0"/>
              <a:t> </a:t>
            </a:r>
            <a:r>
              <a:rPr lang="en-US" b="1" dirty="0" err="1"/>
              <a:t>mielobl</a:t>
            </a:r>
            <a:r>
              <a:rPr lang="es-EC" b="1" dirty="0" err="1"/>
              <a:t>ástica</a:t>
            </a:r>
            <a:r>
              <a:rPr lang="es-EC" b="1" dirty="0"/>
              <a:t> aguda es uno de los cánceres más mortales. Se estudia la </a:t>
            </a:r>
            <a:r>
              <a:rPr lang="es-EC" b="1" dirty="0" err="1"/>
              <a:t>v.a.</a:t>
            </a:r>
            <a:r>
              <a:rPr lang="es-EC" b="1" dirty="0"/>
              <a:t> X: el tiempo en meses que sobrevive un paciente después del diagnóstico inicial de la enfermedad. Se supone que X está </a:t>
            </a:r>
            <a:r>
              <a:rPr lang="es-EC" b="1" dirty="0">
                <a:solidFill>
                  <a:srgbClr val="FF0000"/>
                </a:solidFill>
              </a:rPr>
              <a:t>normalmente distribuida</a:t>
            </a:r>
            <a:r>
              <a:rPr lang="es-EC" b="1" dirty="0"/>
              <a:t>. Se realizan </a:t>
            </a:r>
            <a:r>
              <a:rPr lang="es-EC" b="1" dirty="0">
                <a:solidFill>
                  <a:srgbClr val="FF0000"/>
                </a:solidFill>
              </a:rPr>
              <a:t>11 mediciones </a:t>
            </a:r>
            <a:r>
              <a:rPr lang="es-EC" b="1" dirty="0"/>
              <a:t>y se obtiene una </a:t>
            </a:r>
            <a:r>
              <a:rPr lang="es-EC" b="1" dirty="0" err="1">
                <a:solidFill>
                  <a:srgbClr val="FF0000"/>
                </a:solidFill>
              </a:rPr>
              <a:t>cuasidesviación</a:t>
            </a:r>
            <a:r>
              <a:rPr lang="es-EC" b="1" dirty="0">
                <a:solidFill>
                  <a:srgbClr val="FF0000"/>
                </a:solidFill>
              </a:rPr>
              <a:t> estándar de 18 meses</a:t>
            </a:r>
            <a:r>
              <a:rPr lang="es-EC" b="1" dirty="0"/>
              <a:t>. Obtener la probabilidad de que la media no difiera de la media poblacional en más de 4 unidades.</a:t>
            </a:r>
          </a:p>
        </p:txBody>
      </p:sp>
      <p:sp>
        <p:nvSpPr>
          <p:cNvPr id="6" name="TextBox 5">
            <a:extLst>
              <a:ext uri="{FF2B5EF4-FFF2-40B4-BE49-F238E27FC236}">
                <a16:creationId xmlns:a16="http://schemas.microsoft.com/office/drawing/2014/main" id="{8F329214-2A2C-4913-BA00-D42FA5C40587}"/>
              </a:ext>
            </a:extLst>
          </p:cNvPr>
          <p:cNvSpPr txBox="1"/>
          <p:nvPr/>
        </p:nvSpPr>
        <p:spPr>
          <a:xfrm>
            <a:off x="694046" y="1711375"/>
            <a:ext cx="10667373" cy="1338828"/>
          </a:xfrm>
          <a:prstGeom prst="rect">
            <a:avLst/>
          </a:prstGeom>
          <a:noFill/>
        </p:spPr>
        <p:txBody>
          <a:bodyPr wrap="square">
            <a:spAutoFit/>
          </a:bodyPr>
          <a:lstStyle/>
          <a:p>
            <a:r>
              <a:rPr lang="es-EC" dirty="0"/>
              <a:t>Solución:</a:t>
            </a:r>
          </a:p>
          <a:p>
            <a:endParaRPr lang="es-EC" sz="900" dirty="0"/>
          </a:p>
          <a:p>
            <a:r>
              <a:rPr lang="es-EC" dirty="0"/>
              <a:t>En el ejemplo se indica que la </a:t>
            </a:r>
            <a:r>
              <a:rPr lang="es-EC" dirty="0" err="1"/>
              <a:t>v.a.</a:t>
            </a:r>
            <a:r>
              <a:rPr lang="es-EC" dirty="0"/>
              <a:t> X proviene de una distribución normal. También se indica de forma tácita que no se conoce la varianza de la población (esto se refleja cuando se dice que se a través de 11 mediciones se ha logrado determinar la </a:t>
            </a:r>
            <a:r>
              <a:rPr lang="es-EC" dirty="0" err="1"/>
              <a:t>cuasidesviación</a:t>
            </a:r>
            <a:r>
              <a:rPr lang="es-EC" dirty="0"/>
              <a:t> estándar), por lo tanto se puede indicar que, aplicando el TLC se tiene:</a:t>
            </a:r>
          </a:p>
        </p:txBody>
      </p:sp>
      <p:pic>
        <p:nvPicPr>
          <p:cNvPr id="7" name="Picture 6">
            <a:extLst>
              <a:ext uri="{FF2B5EF4-FFF2-40B4-BE49-F238E27FC236}">
                <a16:creationId xmlns:a16="http://schemas.microsoft.com/office/drawing/2014/main" id="{8A57FDCE-99E9-466A-AE02-65F2F40305BC}"/>
              </a:ext>
            </a:extLst>
          </p:cNvPr>
          <p:cNvPicPr>
            <a:picLocks noChangeAspect="1"/>
          </p:cNvPicPr>
          <p:nvPr/>
        </p:nvPicPr>
        <p:blipFill>
          <a:blip r:embed="rId3"/>
          <a:stretch>
            <a:fillRect/>
          </a:stretch>
        </p:blipFill>
        <p:spPr>
          <a:xfrm>
            <a:off x="758190" y="3161199"/>
            <a:ext cx="1257300" cy="866775"/>
          </a:xfrm>
          <a:prstGeom prst="rect">
            <a:avLst/>
          </a:prstGeom>
        </p:spPr>
      </p:pic>
      <p:pic>
        <p:nvPicPr>
          <p:cNvPr id="9" name="Picture 8">
            <a:extLst>
              <a:ext uri="{FF2B5EF4-FFF2-40B4-BE49-F238E27FC236}">
                <a16:creationId xmlns:a16="http://schemas.microsoft.com/office/drawing/2014/main" id="{7F8390C2-FB40-42BA-8DE8-B29DF83945E9}"/>
              </a:ext>
            </a:extLst>
          </p:cNvPr>
          <p:cNvPicPr>
            <a:picLocks noChangeAspect="1"/>
          </p:cNvPicPr>
          <p:nvPr/>
        </p:nvPicPr>
        <p:blipFill>
          <a:blip r:embed="rId4"/>
          <a:stretch>
            <a:fillRect/>
          </a:stretch>
        </p:blipFill>
        <p:spPr>
          <a:xfrm>
            <a:off x="2015490" y="3161199"/>
            <a:ext cx="1400175" cy="828675"/>
          </a:xfrm>
          <a:prstGeom prst="rect">
            <a:avLst/>
          </a:prstGeom>
        </p:spPr>
      </p:pic>
      <p:pic>
        <p:nvPicPr>
          <p:cNvPr id="10" name="Picture 9">
            <a:extLst>
              <a:ext uri="{FF2B5EF4-FFF2-40B4-BE49-F238E27FC236}">
                <a16:creationId xmlns:a16="http://schemas.microsoft.com/office/drawing/2014/main" id="{C25FE296-EA41-4E3B-8DE8-4B6C615A2D16}"/>
              </a:ext>
            </a:extLst>
          </p:cNvPr>
          <p:cNvPicPr>
            <a:picLocks noChangeAspect="1"/>
          </p:cNvPicPr>
          <p:nvPr/>
        </p:nvPicPr>
        <p:blipFill>
          <a:blip r:embed="rId5"/>
          <a:stretch>
            <a:fillRect/>
          </a:stretch>
        </p:blipFill>
        <p:spPr>
          <a:xfrm>
            <a:off x="3600450" y="3474423"/>
            <a:ext cx="647700" cy="333375"/>
          </a:xfrm>
          <a:prstGeom prst="rect">
            <a:avLst/>
          </a:prstGeom>
        </p:spPr>
      </p:pic>
      <p:pic>
        <p:nvPicPr>
          <p:cNvPr id="12" name="Picture 11">
            <a:extLst>
              <a:ext uri="{FF2B5EF4-FFF2-40B4-BE49-F238E27FC236}">
                <a16:creationId xmlns:a16="http://schemas.microsoft.com/office/drawing/2014/main" id="{5F93AB09-82C3-4D78-995F-BC59F53FA51E}"/>
              </a:ext>
            </a:extLst>
          </p:cNvPr>
          <p:cNvPicPr>
            <a:picLocks noChangeAspect="1"/>
          </p:cNvPicPr>
          <p:nvPr/>
        </p:nvPicPr>
        <p:blipFill>
          <a:blip r:embed="rId6"/>
          <a:stretch>
            <a:fillRect/>
          </a:stretch>
        </p:blipFill>
        <p:spPr>
          <a:xfrm>
            <a:off x="6027732" y="3962611"/>
            <a:ext cx="4410075" cy="971550"/>
          </a:xfrm>
          <a:prstGeom prst="rect">
            <a:avLst/>
          </a:prstGeom>
        </p:spPr>
      </p:pic>
      <p:pic>
        <p:nvPicPr>
          <p:cNvPr id="13" name="Picture 12">
            <a:extLst>
              <a:ext uri="{FF2B5EF4-FFF2-40B4-BE49-F238E27FC236}">
                <a16:creationId xmlns:a16="http://schemas.microsoft.com/office/drawing/2014/main" id="{5AC4E957-5737-4DA4-9D48-E6C1E7564610}"/>
              </a:ext>
            </a:extLst>
          </p:cNvPr>
          <p:cNvPicPr>
            <a:picLocks noChangeAspect="1"/>
          </p:cNvPicPr>
          <p:nvPr/>
        </p:nvPicPr>
        <p:blipFill>
          <a:blip r:embed="rId7"/>
          <a:stretch>
            <a:fillRect/>
          </a:stretch>
        </p:blipFill>
        <p:spPr>
          <a:xfrm>
            <a:off x="910590" y="4043959"/>
            <a:ext cx="4953000" cy="657225"/>
          </a:xfrm>
          <a:prstGeom prst="rect">
            <a:avLst/>
          </a:prstGeom>
        </p:spPr>
      </p:pic>
      <p:pic>
        <p:nvPicPr>
          <p:cNvPr id="14" name="Picture 13">
            <a:extLst>
              <a:ext uri="{FF2B5EF4-FFF2-40B4-BE49-F238E27FC236}">
                <a16:creationId xmlns:a16="http://schemas.microsoft.com/office/drawing/2014/main" id="{A77CCB2B-4857-4443-A1DB-88E98A8F38A4}"/>
              </a:ext>
            </a:extLst>
          </p:cNvPr>
          <p:cNvPicPr>
            <a:picLocks noChangeAspect="1"/>
          </p:cNvPicPr>
          <p:nvPr/>
        </p:nvPicPr>
        <p:blipFill>
          <a:blip r:embed="rId8"/>
          <a:stretch>
            <a:fillRect/>
          </a:stretch>
        </p:blipFill>
        <p:spPr>
          <a:xfrm>
            <a:off x="10437807" y="4334086"/>
            <a:ext cx="219075" cy="228600"/>
          </a:xfrm>
          <a:prstGeom prst="rect">
            <a:avLst/>
          </a:prstGeom>
        </p:spPr>
      </p:pic>
      <p:pic>
        <p:nvPicPr>
          <p:cNvPr id="15" name="Picture 14">
            <a:extLst>
              <a:ext uri="{FF2B5EF4-FFF2-40B4-BE49-F238E27FC236}">
                <a16:creationId xmlns:a16="http://schemas.microsoft.com/office/drawing/2014/main" id="{446B6CD7-C0DA-4036-A696-15E693010F5F}"/>
              </a:ext>
            </a:extLst>
          </p:cNvPr>
          <p:cNvPicPr>
            <a:picLocks noChangeAspect="1"/>
          </p:cNvPicPr>
          <p:nvPr/>
        </p:nvPicPr>
        <p:blipFill>
          <a:blip r:embed="rId9"/>
          <a:stretch>
            <a:fillRect/>
          </a:stretch>
        </p:blipFill>
        <p:spPr>
          <a:xfrm>
            <a:off x="896302" y="5133797"/>
            <a:ext cx="2905125" cy="400050"/>
          </a:xfrm>
          <a:prstGeom prst="rect">
            <a:avLst/>
          </a:prstGeom>
        </p:spPr>
      </p:pic>
      <p:pic>
        <p:nvPicPr>
          <p:cNvPr id="16" name="Picture 15">
            <a:extLst>
              <a:ext uri="{FF2B5EF4-FFF2-40B4-BE49-F238E27FC236}">
                <a16:creationId xmlns:a16="http://schemas.microsoft.com/office/drawing/2014/main" id="{23F07BAF-0957-453B-BB72-0A8F1975C64E}"/>
              </a:ext>
            </a:extLst>
          </p:cNvPr>
          <p:cNvPicPr>
            <a:picLocks noChangeAspect="1"/>
          </p:cNvPicPr>
          <p:nvPr/>
        </p:nvPicPr>
        <p:blipFill>
          <a:blip r:embed="rId10"/>
          <a:stretch>
            <a:fillRect/>
          </a:stretch>
        </p:blipFill>
        <p:spPr>
          <a:xfrm>
            <a:off x="3924300" y="5170322"/>
            <a:ext cx="4733925" cy="457200"/>
          </a:xfrm>
          <a:prstGeom prst="rect">
            <a:avLst/>
          </a:prstGeom>
        </p:spPr>
      </p:pic>
    </p:spTree>
    <p:extLst>
      <p:ext uri="{BB962C8B-B14F-4D97-AF65-F5344CB8AC3E}">
        <p14:creationId xmlns:p14="http://schemas.microsoft.com/office/powerpoint/2010/main" val="14649961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14966B1-FA1E-4857-AE57-D92E66644AFF}"/>
              </a:ext>
            </a:extLst>
          </p:cNvPr>
          <p:cNvSpPr txBox="1"/>
          <p:nvPr/>
        </p:nvSpPr>
        <p:spPr>
          <a:xfrm>
            <a:off x="694046" y="400050"/>
            <a:ext cx="10667373" cy="1477328"/>
          </a:xfrm>
          <a:prstGeom prst="rect">
            <a:avLst/>
          </a:prstGeom>
          <a:noFill/>
        </p:spPr>
        <p:txBody>
          <a:bodyPr wrap="square" rtlCol="0">
            <a:spAutoFit/>
          </a:bodyPr>
          <a:lstStyle/>
          <a:p>
            <a:pPr algn="just"/>
            <a:r>
              <a:rPr lang="en-US" b="1" dirty="0" err="1"/>
              <a:t>Ejemplo</a:t>
            </a:r>
            <a:r>
              <a:rPr lang="en-US" b="1" dirty="0"/>
              <a:t>: </a:t>
            </a:r>
            <a:r>
              <a:rPr lang="es-EC" b="1" dirty="0"/>
              <a:t>Se investiga la resistencia a la presión de botellas de vidrio recicladas. El fabricante envía lotes de estas botellas a la embotelladora. Se sabe que la resistencia a la presión de estas botellas es una </a:t>
            </a:r>
            <a:r>
              <a:rPr lang="es-EC" b="1" dirty="0" err="1"/>
              <a:t>v.a.</a:t>
            </a:r>
            <a:r>
              <a:rPr lang="es-EC" b="1" dirty="0"/>
              <a:t> con </a:t>
            </a:r>
            <a:r>
              <a:rPr lang="es-EC" b="1" dirty="0">
                <a:solidFill>
                  <a:srgbClr val="FF0000"/>
                </a:solidFill>
              </a:rPr>
              <a:t>distribución normal cuya desviación estándar es 3 unidades</a:t>
            </a:r>
            <a:r>
              <a:rPr lang="es-EC" b="1" dirty="0"/>
              <a:t>. Se selecciona una </a:t>
            </a:r>
            <a:r>
              <a:rPr lang="es-EC" b="1" dirty="0">
                <a:solidFill>
                  <a:srgbClr val="FF0000"/>
                </a:solidFill>
              </a:rPr>
              <a:t>muestra aleatoria </a:t>
            </a:r>
            <a:r>
              <a:rPr lang="es-EC" b="1" dirty="0"/>
              <a:t>(</a:t>
            </a:r>
            <a:r>
              <a:rPr lang="es-EC" b="1" dirty="0" err="1"/>
              <a:t>m.a</a:t>
            </a:r>
            <a:r>
              <a:rPr lang="es-EC" b="1" dirty="0"/>
              <a:t>.) de </a:t>
            </a:r>
            <a:r>
              <a:rPr lang="es-EC" b="1" dirty="0">
                <a:solidFill>
                  <a:srgbClr val="FF0000"/>
                </a:solidFill>
              </a:rPr>
              <a:t>25</a:t>
            </a:r>
            <a:r>
              <a:rPr lang="es-EC" b="1" dirty="0"/>
              <a:t> </a:t>
            </a:r>
            <a:r>
              <a:rPr lang="es-EC" b="1" dirty="0">
                <a:solidFill>
                  <a:srgbClr val="FF0000"/>
                </a:solidFill>
              </a:rPr>
              <a:t>botellas</a:t>
            </a:r>
            <a:r>
              <a:rPr lang="es-EC" b="1" dirty="0"/>
              <a:t>. Obtener la probabilidad de que el valor de la varianza muestral sea mayor de 15.48 unidades cuadradas. </a:t>
            </a:r>
          </a:p>
        </p:txBody>
      </p:sp>
      <p:pic>
        <p:nvPicPr>
          <p:cNvPr id="4" name="Picture 3">
            <a:extLst>
              <a:ext uri="{FF2B5EF4-FFF2-40B4-BE49-F238E27FC236}">
                <a16:creationId xmlns:a16="http://schemas.microsoft.com/office/drawing/2014/main" id="{C1185626-3B02-43F2-B983-E960EE21497B}"/>
              </a:ext>
            </a:extLst>
          </p:cNvPr>
          <p:cNvPicPr>
            <a:picLocks noChangeAspect="1"/>
          </p:cNvPicPr>
          <p:nvPr/>
        </p:nvPicPr>
        <p:blipFill>
          <a:blip r:embed="rId2"/>
          <a:stretch>
            <a:fillRect/>
          </a:stretch>
        </p:blipFill>
        <p:spPr>
          <a:xfrm>
            <a:off x="694046" y="2553652"/>
            <a:ext cx="2657475" cy="333375"/>
          </a:xfrm>
          <a:prstGeom prst="rect">
            <a:avLst/>
          </a:prstGeom>
        </p:spPr>
      </p:pic>
      <p:sp>
        <p:nvSpPr>
          <p:cNvPr id="6" name="TextBox 5">
            <a:extLst>
              <a:ext uri="{FF2B5EF4-FFF2-40B4-BE49-F238E27FC236}">
                <a16:creationId xmlns:a16="http://schemas.microsoft.com/office/drawing/2014/main" id="{F63BD4EA-A284-4A6C-8B65-730488B80A4E}"/>
              </a:ext>
            </a:extLst>
          </p:cNvPr>
          <p:cNvSpPr txBox="1"/>
          <p:nvPr/>
        </p:nvSpPr>
        <p:spPr>
          <a:xfrm>
            <a:off x="694046" y="2019419"/>
            <a:ext cx="6097904" cy="369332"/>
          </a:xfrm>
          <a:prstGeom prst="rect">
            <a:avLst/>
          </a:prstGeom>
          <a:noFill/>
        </p:spPr>
        <p:txBody>
          <a:bodyPr wrap="square">
            <a:spAutoFit/>
          </a:bodyPr>
          <a:lstStyle/>
          <a:p>
            <a:r>
              <a:rPr lang="es-EC" dirty="0"/>
              <a:t>Solución:</a:t>
            </a:r>
          </a:p>
        </p:txBody>
      </p:sp>
      <p:pic>
        <p:nvPicPr>
          <p:cNvPr id="7" name="Picture 6">
            <a:extLst>
              <a:ext uri="{FF2B5EF4-FFF2-40B4-BE49-F238E27FC236}">
                <a16:creationId xmlns:a16="http://schemas.microsoft.com/office/drawing/2014/main" id="{51BFE365-4C55-4389-8DE7-8BB7325FB235}"/>
              </a:ext>
            </a:extLst>
          </p:cNvPr>
          <p:cNvPicPr>
            <a:picLocks noChangeAspect="1"/>
          </p:cNvPicPr>
          <p:nvPr/>
        </p:nvPicPr>
        <p:blipFill>
          <a:blip r:embed="rId3"/>
          <a:stretch>
            <a:fillRect/>
          </a:stretch>
        </p:blipFill>
        <p:spPr>
          <a:xfrm>
            <a:off x="694046" y="3057525"/>
            <a:ext cx="1219200" cy="742950"/>
          </a:xfrm>
          <a:prstGeom prst="rect">
            <a:avLst/>
          </a:prstGeom>
        </p:spPr>
      </p:pic>
      <p:pic>
        <p:nvPicPr>
          <p:cNvPr id="8" name="Picture 7">
            <a:extLst>
              <a:ext uri="{FF2B5EF4-FFF2-40B4-BE49-F238E27FC236}">
                <a16:creationId xmlns:a16="http://schemas.microsoft.com/office/drawing/2014/main" id="{437C86D9-A343-4316-B5E5-3AB553AD76B3}"/>
              </a:ext>
            </a:extLst>
          </p:cNvPr>
          <p:cNvPicPr>
            <a:picLocks noChangeAspect="1"/>
          </p:cNvPicPr>
          <p:nvPr/>
        </p:nvPicPr>
        <p:blipFill>
          <a:blip r:embed="rId4"/>
          <a:stretch>
            <a:fillRect/>
          </a:stretch>
        </p:blipFill>
        <p:spPr>
          <a:xfrm>
            <a:off x="2922896" y="3233735"/>
            <a:ext cx="857250" cy="390525"/>
          </a:xfrm>
          <a:prstGeom prst="rect">
            <a:avLst/>
          </a:prstGeom>
        </p:spPr>
      </p:pic>
      <p:pic>
        <p:nvPicPr>
          <p:cNvPr id="10" name="Picture 9">
            <a:extLst>
              <a:ext uri="{FF2B5EF4-FFF2-40B4-BE49-F238E27FC236}">
                <a16:creationId xmlns:a16="http://schemas.microsoft.com/office/drawing/2014/main" id="{1BEB9FD5-C17C-4205-AC4D-45952EAC9DE7}"/>
              </a:ext>
            </a:extLst>
          </p:cNvPr>
          <p:cNvPicPr>
            <a:picLocks noChangeAspect="1"/>
          </p:cNvPicPr>
          <p:nvPr/>
        </p:nvPicPr>
        <p:blipFill>
          <a:blip r:embed="rId5"/>
          <a:stretch>
            <a:fillRect/>
          </a:stretch>
        </p:blipFill>
        <p:spPr>
          <a:xfrm>
            <a:off x="1917368" y="3100386"/>
            <a:ext cx="876300" cy="657225"/>
          </a:xfrm>
          <a:prstGeom prst="rect">
            <a:avLst/>
          </a:prstGeom>
        </p:spPr>
      </p:pic>
      <p:pic>
        <p:nvPicPr>
          <p:cNvPr id="12" name="Picture 11">
            <a:extLst>
              <a:ext uri="{FF2B5EF4-FFF2-40B4-BE49-F238E27FC236}">
                <a16:creationId xmlns:a16="http://schemas.microsoft.com/office/drawing/2014/main" id="{512FC332-06AB-494D-91BC-709898E53D4E}"/>
              </a:ext>
            </a:extLst>
          </p:cNvPr>
          <p:cNvPicPr>
            <a:picLocks noChangeAspect="1"/>
          </p:cNvPicPr>
          <p:nvPr/>
        </p:nvPicPr>
        <p:blipFill>
          <a:blip r:embed="rId6"/>
          <a:stretch>
            <a:fillRect/>
          </a:stretch>
        </p:blipFill>
        <p:spPr>
          <a:xfrm>
            <a:off x="713096" y="4778904"/>
            <a:ext cx="5276850" cy="885825"/>
          </a:xfrm>
          <a:prstGeom prst="rect">
            <a:avLst/>
          </a:prstGeom>
        </p:spPr>
      </p:pic>
      <p:pic>
        <p:nvPicPr>
          <p:cNvPr id="13" name="Picture 12">
            <a:extLst>
              <a:ext uri="{FF2B5EF4-FFF2-40B4-BE49-F238E27FC236}">
                <a16:creationId xmlns:a16="http://schemas.microsoft.com/office/drawing/2014/main" id="{82AB0F4E-B162-495D-B83C-ED9D297FB4EF}"/>
              </a:ext>
            </a:extLst>
          </p:cNvPr>
          <p:cNvPicPr>
            <a:picLocks noChangeAspect="1"/>
          </p:cNvPicPr>
          <p:nvPr/>
        </p:nvPicPr>
        <p:blipFill>
          <a:blip r:embed="rId7"/>
          <a:stretch>
            <a:fillRect/>
          </a:stretch>
        </p:blipFill>
        <p:spPr>
          <a:xfrm>
            <a:off x="694046" y="3885353"/>
            <a:ext cx="4743450" cy="781050"/>
          </a:xfrm>
          <a:prstGeom prst="rect">
            <a:avLst/>
          </a:prstGeom>
        </p:spPr>
      </p:pic>
    </p:spTree>
    <p:extLst>
      <p:ext uri="{BB962C8B-B14F-4D97-AF65-F5344CB8AC3E}">
        <p14:creationId xmlns:p14="http://schemas.microsoft.com/office/powerpoint/2010/main" val="30428548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EBFDCB-2623-48EC-A153-E7E2D0430CD2}"/>
              </a:ext>
            </a:extLst>
          </p:cNvPr>
          <p:cNvSpPr txBox="1"/>
          <p:nvPr/>
        </p:nvSpPr>
        <p:spPr>
          <a:xfrm>
            <a:off x="685800" y="422911"/>
            <a:ext cx="10709910" cy="1754326"/>
          </a:xfrm>
          <a:prstGeom prst="rect">
            <a:avLst/>
          </a:prstGeom>
          <a:noFill/>
        </p:spPr>
        <p:txBody>
          <a:bodyPr wrap="square" rtlCol="0">
            <a:spAutoFit/>
          </a:bodyPr>
          <a:lstStyle/>
          <a:p>
            <a:pPr algn="just"/>
            <a:r>
              <a:rPr lang="es-EC" b="1" dirty="0"/>
              <a:t>En dos ciudades, A y B, próximas a una central nuclear se están analizando los niveles de radiación. Los niveles de radiación, X</a:t>
            </a:r>
            <a:r>
              <a:rPr lang="es-EC" b="1" baseline="-25000" dirty="0"/>
              <a:t>A</a:t>
            </a:r>
            <a:r>
              <a:rPr lang="es-EC" b="1" dirty="0"/>
              <a:t> y X</a:t>
            </a:r>
            <a:r>
              <a:rPr lang="es-EC" b="1" baseline="-25000" dirty="0"/>
              <a:t>B</a:t>
            </a:r>
            <a:r>
              <a:rPr lang="es-EC" b="1" dirty="0"/>
              <a:t>, siguen </a:t>
            </a:r>
            <a:r>
              <a:rPr lang="es-EC" b="1" dirty="0">
                <a:solidFill>
                  <a:srgbClr val="FF0000"/>
                </a:solidFill>
              </a:rPr>
              <a:t>distribuciones normales de varianzas 6.2 y 5.3 </a:t>
            </a:r>
            <a:r>
              <a:rPr lang="es-EC" b="1" dirty="0"/>
              <a:t>respectivamente. Se realizan </a:t>
            </a:r>
            <a:r>
              <a:rPr lang="es-EC" b="1" dirty="0">
                <a:solidFill>
                  <a:srgbClr val="FF0000"/>
                </a:solidFill>
              </a:rPr>
              <a:t>16 mediciones</a:t>
            </a:r>
            <a:r>
              <a:rPr lang="es-EC" b="1" dirty="0"/>
              <a:t> en la ciudad A y </a:t>
            </a:r>
            <a:r>
              <a:rPr lang="es-EC" b="1" dirty="0">
                <a:solidFill>
                  <a:srgbClr val="FF0000"/>
                </a:solidFill>
              </a:rPr>
              <a:t>21 en la ciudad B</a:t>
            </a:r>
            <a:r>
              <a:rPr lang="es-EC" b="1" dirty="0"/>
              <a:t>. Unos análisis previos han detectado que el índice en la ciudad A está aumentando de forma alarmante. Por ello, se realizará un plan de evacuación de la ciudad A si la varianza muestral en dicha ciudad es por lo menos el triple que la varianza muestral de la ciudad B. Obtener la probabilidad de que se realice el plan de evacuación de la ciudad.</a:t>
            </a:r>
          </a:p>
        </p:txBody>
      </p:sp>
      <p:pic>
        <p:nvPicPr>
          <p:cNvPr id="3" name="Picture 2">
            <a:extLst>
              <a:ext uri="{FF2B5EF4-FFF2-40B4-BE49-F238E27FC236}">
                <a16:creationId xmlns:a16="http://schemas.microsoft.com/office/drawing/2014/main" id="{834954C9-A56F-4617-9B99-4E12086D0F9E}"/>
              </a:ext>
            </a:extLst>
          </p:cNvPr>
          <p:cNvPicPr>
            <a:picLocks noChangeAspect="1"/>
          </p:cNvPicPr>
          <p:nvPr/>
        </p:nvPicPr>
        <p:blipFill>
          <a:blip r:embed="rId2"/>
          <a:stretch>
            <a:fillRect/>
          </a:stretch>
        </p:blipFill>
        <p:spPr>
          <a:xfrm>
            <a:off x="685800" y="3009899"/>
            <a:ext cx="2533650" cy="838200"/>
          </a:xfrm>
          <a:prstGeom prst="rect">
            <a:avLst/>
          </a:prstGeom>
        </p:spPr>
      </p:pic>
      <p:sp>
        <p:nvSpPr>
          <p:cNvPr id="4" name="TextBox 3">
            <a:extLst>
              <a:ext uri="{FF2B5EF4-FFF2-40B4-BE49-F238E27FC236}">
                <a16:creationId xmlns:a16="http://schemas.microsoft.com/office/drawing/2014/main" id="{6E079DED-8A89-40C4-BD4E-E4D70AFD7786}"/>
              </a:ext>
            </a:extLst>
          </p:cNvPr>
          <p:cNvSpPr txBox="1"/>
          <p:nvPr/>
        </p:nvSpPr>
        <p:spPr>
          <a:xfrm>
            <a:off x="685800" y="2408902"/>
            <a:ext cx="6097904" cy="369332"/>
          </a:xfrm>
          <a:prstGeom prst="rect">
            <a:avLst/>
          </a:prstGeom>
          <a:noFill/>
        </p:spPr>
        <p:txBody>
          <a:bodyPr wrap="square">
            <a:spAutoFit/>
          </a:bodyPr>
          <a:lstStyle/>
          <a:p>
            <a:r>
              <a:rPr lang="es-EC" dirty="0"/>
              <a:t>Solución:</a:t>
            </a:r>
          </a:p>
        </p:txBody>
      </p:sp>
      <p:pic>
        <p:nvPicPr>
          <p:cNvPr id="5" name="Picture 4">
            <a:extLst>
              <a:ext uri="{FF2B5EF4-FFF2-40B4-BE49-F238E27FC236}">
                <a16:creationId xmlns:a16="http://schemas.microsoft.com/office/drawing/2014/main" id="{1EB05194-998D-425E-A12D-F6D697098780}"/>
              </a:ext>
            </a:extLst>
          </p:cNvPr>
          <p:cNvPicPr>
            <a:picLocks noChangeAspect="1"/>
          </p:cNvPicPr>
          <p:nvPr/>
        </p:nvPicPr>
        <p:blipFill>
          <a:blip r:embed="rId3"/>
          <a:stretch>
            <a:fillRect/>
          </a:stretch>
        </p:blipFill>
        <p:spPr>
          <a:xfrm>
            <a:off x="685800" y="4079764"/>
            <a:ext cx="6305550" cy="914400"/>
          </a:xfrm>
          <a:prstGeom prst="rect">
            <a:avLst/>
          </a:prstGeom>
        </p:spPr>
      </p:pic>
      <p:pic>
        <p:nvPicPr>
          <p:cNvPr id="6" name="Picture 5">
            <a:extLst>
              <a:ext uri="{FF2B5EF4-FFF2-40B4-BE49-F238E27FC236}">
                <a16:creationId xmlns:a16="http://schemas.microsoft.com/office/drawing/2014/main" id="{8E3DC4A7-47EC-4094-89B8-FF4A4C39D31D}"/>
              </a:ext>
            </a:extLst>
          </p:cNvPr>
          <p:cNvPicPr>
            <a:picLocks noChangeAspect="1"/>
          </p:cNvPicPr>
          <p:nvPr/>
        </p:nvPicPr>
        <p:blipFill>
          <a:blip r:embed="rId4"/>
          <a:stretch>
            <a:fillRect/>
          </a:stretch>
        </p:blipFill>
        <p:spPr>
          <a:xfrm>
            <a:off x="7076122" y="4417901"/>
            <a:ext cx="257175" cy="238125"/>
          </a:xfrm>
          <a:prstGeom prst="rect">
            <a:avLst/>
          </a:prstGeom>
        </p:spPr>
      </p:pic>
      <p:pic>
        <p:nvPicPr>
          <p:cNvPr id="7" name="Picture 6">
            <a:extLst>
              <a:ext uri="{FF2B5EF4-FFF2-40B4-BE49-F238E27FC236}">
                <a16:creationId xmlns:a16="http://schemas.microsoft.com/office/drawing/2014/main" id="{0F359091-0716-4C57-B8D5-A666E0261080}"/>
              </a:ext>
            </a:extLst>
          </p:cNvPr>
          <p:cNvPicPr>
            <a:picLocks noChangeAspect="1"/>
          </p:cNvPicPr>
          <p:nvPr/>
        </p:nvPicPr>
        <p:blipFill>
          <a:blip r:embed="rId5"/>
          <a:stretch>
            <a:fillRect/>
          </a:stretch>
        </p:blipFill>
        <p:spPr>
          <a:xfrm>
            <a:off x="685800" y="5360101"/>
            <a:ext cx="5724525" cy="781050"/>
          </a:xfrm>
          <a:prstGeom prst="rect">
            <a:avLst/>
          </a:prstGeom>
        </p:spPr>
      </p:pic>
    </p:spTree>
    <p:extLst>
      <p:ext uri="{BB962C8B-B14F-4D97-AF65-F5344CB8AC3E}">
        <p14:creationId xmlns:p14="http://schemas.microsoft.com/office/powerpoint/2010/main" val="3720358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631110" y="297698"/>
            <a:ext cx="7495257" cy="646331"/>
          </a:xfrm>
          <a:prstGeom prst="rect">
            <a:avLst/>
          </a:prstGeom>
          <a:noFill/>
        </p:spPr>
        <p:txBody>
          <a:bodyPr wrap="none" rtlCol="0">
            <a:spAutoFit/>
          </a:bodyPr>
          <a:lstStyle/>
          <a:p>
            <a:r>
              <a:rPr lang="es-EC" sz="3600" b="1" dirty="0"/>
              <a:t>ESTIMACIÓN – Intervalos de confianza</a:t>
            </a:r>
            <a:endParaRPr lang="es-EC" sz="4000" b="1" dirty="0"/>
          </a:p>
        </p:txBody>
      </p:sp>
      <p:sp>
        <p:nvSpPr>
          <p:cNvPr id="3" name="Rectángulo 2"/>
          <p:cNvSpPr/>
          <p:nvPr/>
        </p:nvSpPr>
        <p:spPr>
          <a:xfrm>
            <a:off x="631110" y="1259026"/>
            <a:ext cx="4702890" cy="523220"/>
          </a:xfrm>
          <a:prstGeom prst="rect">
            <a:avLst/>
          </a:prstGeom>
        </p:spPr>
        <p:txBody>
          <a:bodyPr wrap="square">
            <a:spAutoFit/>
          </a:bodyPr>
          <a:lstStyle/>
          <a:p>
            <a:r>
              <a:rPr lang="es-EC" sz="2800" b="1" dirty="0"/>
              <a:t>Intervalo para la media  </a:t>
            </a:r>
            <a:r>
              <a:rPr lang="el-GR" sz="2800" b="1" dirty="0">
                <a:latin typeface="Trebuchet MS" panose="020B0603020202020204" pitchFamily="34" charset="0"/>
              </a:rPr>
              <a:t>μ</a:t>
            </a:r>
            <a:endParaRPr lang="es-EC" sz="2800" b="1" dirty="0"/>
          </a:p>
        </p:txBody>
      </p:sp>
      <mc:AlternateContent xmlns:mc="http://schemas.openxmlformats.org/markup-compatibility/2006" xmlns:a14="http://schemas.microsoft.com/office/drawing/2010/main">
        <mc:Choice Requires="a14">
          <p:sp>
            <p:nvSpPr>
              <p:cNvPr id="4" name="Rectángulo 3"/>
              <p:cNvSpPr/>
              <p:nvPr/>
            </p:nvSpPr>
            <p:spPr>
              <a:xfrm>
                <a:off x="631110" y="2097243"/>
                <a:ext cx="10448370" cy="470000"/>
              </a:xfrm>
              <a:prstGeom prst="rect">
                <a:avLst/>
              </a:prstGeom>
            </p:spPr>
            <p:txBody>
              <a:bodyPr wrap="square">
                <a:spAutoFit/>
              </a:bodyPr>
              <a:lstStyle/>
              <a:p>
                <a:r>
                  <a:rPr lang="es-EC" sz="2400" dirty="0"/>
                  <a:t>Sean </a:t>
                </a:r>
                <a14:m>
                  <m:oMath xmlns:m="http://schemas.openxmlformats.org/officeDocument/2006/math">
                    <m:acc>
                      <m:accPr>
                        <m:chr m:val="̅"/>
                        <m:ctrlPr>
                          <a:rPr lang="es-EC" sz="2400" i="1">
                            <a:solidFill>
                              <a:srgbClr val="000000"/>
                            </a:solidFill>
                            <a:latin typeface="Cambria Math" panose="02040503050406030204" pitchFamily="18" charset="0"/>
                          </a:rPr>
                        </m:ctrlPr>
                      </m:accPr>
                      <m:e>
                        <m:r>
                          <a:rPr lang="es-EC" sz="2400" i="1">
                            <a:solidFill>
                              <a:srgbClr val="000000"/>
                            </a:solidFill>
                            <a:latin typeface="Cambria Math" panose="02040503050406030204" pitchFamily="18" charset="0"/>
                          </a:rPr>
                          <m:t>𝑋</m:t>
                        </m:r>
                      </m:e>
                    </m:acc>
                  </m:oMath>
                </a14:m>
                <a:r>
                  <a:rPr lang="es-EC" sz="2400" dirty="0"/>
                  <a:t>  y </a:t>
                </a:r>
                <a14:m>
                  <m:oMath xmlns:m="http://schemas.openxmlformats.org/officeDocument/2006/math">
                    <m:sSup>
                      <m:sSupPr>
                        <m:ctrlPr>
                          <a:rPr lang="es-EC" sz="2400" i="1">
                            <a:latin typeface="Cambria Math" panose="02040503050406030204" pitchFamily="18" charset="0"/>
                          </a:rPr>
                        </m:ctrlPr>
                      </m:sSupPr>
                      <m:e>
                        <m:r>
                          <a:rPr lang="es-EC" sz="2400" i="1">
                            <a:latin typeface="Cambria Math" panose="02040503050406030204" pitchFamily="18" charset="0"/>
                          </a:rPr>
                          <m:t>𝑠</m:t>
                        </m:r>
                      </m:e>
                      <m:sup>
                        <m:r>
                          <a:rPr lang="es-EC" sz="2400" i="1">
                            <a:latin typeface="Cambria Math" panose="02040503050406030204" pitchFamily="18" charset="0"/>
                          </a:rPr>
                          <m:t>2</m:t>
                        </m:r>
                      </m:sup>
                    </m:sSup>
                  </m:oMath>
                </a14:m>
                <a:r>
                  <a:rPr lang="es-EC" sz="2400" dirty="0"/>
                  <a:t> la media y la varianza de una muestra aleatoria tamaño n siendo que</a:t>
                </a:r>
              </a:p>
            </p:txBody>
          </p:sp>
        </mc:Choice>
        <mc:Fallback xmlns="">
          <p:sp>
            <p:nvSpPr>
              <p:cNvPr id="4" name="Rectángulo 3"/>
              <p:cNvSpPr>
                <a:spLocks noRot="1" noChangeAspect="1" noMove="1" noResize="1" noEditPoints="1" noAdjustHandles="1" noChangeArrowheads="1" noChangeShapeType="1" noTextEdit="1"/>
              </p:cNvSpPr>
              <p:nvPr/>
            </p:nvSpPr>
            <p:spPr>
              <a:xfrm>
                <a:off x="631110" y="2097243"/>
                <a:ext cx="10448370" cy="470000"/>
              </a:xfrm>
              <a:prstGeom prst="rect">
                <a:avLst/>
              </a:prstGeom>
              <a:blipFill rotWithShape="0">
                <a:blip r:embed="rId2"/>
                <a:stretch>
                  <a:fillRect l="-933" t="-7792" b="-29870"/>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5" name="CuadroTexto 4"/>
              <p:cNvSpPr txBox="1"/>
              <p:nvPr/>
            </p:nvSpPr>
            <p:spPr>
              <a:xfrm>
                <a:off x="4712507" y="2695805"/>
                <a:ext cx="1663725" cy="10758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C" sz="2400" b="0" i="1" smtClean="0">
                          <a:latin typeface="Cambria Math" panose="02040503050406030204" pitchFamily="18" charset="0"/>
                        </a:rPr>
                        <m:t>𝑍</m:t>
                      </m:r>
                      <m:r>
                        <a:rPr lang="es-EC" sz="2400" b="0" i="1" smtClean="0">
                          <a:latin typeface="Cambria Math" panose="02040503050406030204" pitchFamily="18" charset="0"/>
                        </a:rPr>
                        <m:t>=</m:t>
                      </m:r>
                      <m:f>
                        <m:fPr>
                          <m:ctrlPr>
                            <a:rPr lang="es-EC" sz="2400" b="0" i="1" smtClean="0">
                              <a:latin typeface="Cambria Math" panose="02040503050406030204" pitchFamily="18" charset="0"/>
                            </a:rPr>
                          </m:ctrlPr>
                        </m:fPr>
                        <m:num>
                          <m:d>
                            <m:dPr>
                              <m:ctrlPr>
                                <a:rPr lang="es-EC" sz="2400" b="0" i="1" smtClean="0">
                                  <a:latin typeface="Cambria Math" panose="02040503050406030204" pitchFamily="18" charset="0"/>
                                </a:rPr>
                              </m:ctrlPr>
                            </m:dPr>
                            <m:e>
                              <m:acc>
                                <m:accPr>
                                  <m:chr m:val="̅"/>
                                  <m:ctrlPr>
                                    <a:rPr lang="es-EC" sz="2400" b="0" i="1" smtClean="0">
                                      <a:latin typeface="Cambria Math" panose="02040503050406030204" pitchFamily="18" charset="0"/>
                                    </a:rPr>
                                  </m:ctrlPr>
                                </m:accPr>
                                <m:e>
                                  <m:r>
                                    <a:rPr lang="es-EC" sz="2400" b="0" i="1" smtClean="0">
                                      <a:latin typeface="Cambria Math" panose="02040503050406030204" pitchFamily="18" charset="0"/>
                                    </a:rPr>
                                    <m:t>𝑋</m:t>
                                  </m:r>
                                </m:e>
                              </m:acc>
                              <m:r>
                                <a:rPr lang="es-EC" sz="2400" b="0" i="1" smtClean="0">
                                  <a:latin typeface="Cambria Math" panose="02040503050406030204" pitchFamily="18" charset="0"/>
                                </a:rPr>
                                <m:t>−</m:t>
                              </m:r>
                              <m:r>
                                <a:rPr lang="es-EC" sz="2400" b="0" i="1" smtClean="0">
                                  <a:latin typeface="Cambria Math" panose="02040503050406030204" pitchFamily="18" charset="0"/>
                                  <a:ea typeface="Cambria Math" panose="02040503050406030204" pitchFamily="18" charset="0"/>
                                </a:rPr>
                                <m:t>𝜇</m:t>
                              </m:r>
                            </m:e>
                          </m:d>
                        </m:num>
                        <m:den>
                          <m:f>
                            <m:fPr>
                              <m:ctrlPr>
                                <a:rPr lang="es-EC" sz="2400" b="0" i="1" smtClean="0">
                                  <a:latin typeface="Cambria Math" panose="02040503050406030204" pitchFamily="18" charset="0"/>
                                  <a:ea typeface="Cambria Math" panose="02040503050406030204" pitchFamily="18" charset="0"/>
                                </a:rPr>
                              </m:ctrlPr>
                            </m:fPr>
                            <m:num>
                              <m:r>
                                <a:rPr lang="es-EC" sz="2400" i="1">
                                  <a:latin typeface="Cambria Math" panose="02040503050406030204" pitchFamily="18" charset="0"/>
                                  <a:ea typeface="Cambria Math" panose="02040503050406030204" pitchFamily="18" charset="0"/>
                                </a:rPr>
                                <m:t>𝜎</m:t>
                              </m:r>
                            </m:num>
                            <m:den>
                              <m:rad>
                                <m:radPr>
                                  <m:degHide m:val="on"/>
                                  <m:ctrlPr>
                                    <a:rPr lang="es-EC" sz="2400" b="0" i="1" smtClean="0">
                                      <a:latin typeface="Cambria Math" panose="02040503050406030204" pitchFamily="18" charset="0"/>
                                      <a:ea typeface="Cambria Math" panose="02040503050406030204" pitchFamily="18" charset="0"/>
                                    </a:rPr>
                                  </m:ctrlPr>
                                </m:radPr>
                                <m:deg/>
                                <m:e>
                                  <m:r>
                                    <a:rPr lang="es-EC" sz="2400" b="0" i="1" smtClean="0">
                                      <a:latin typeface="Cambria Math" panose="02040503050406030204" pitchFamily="18" charset="0"/>
                                      <a:ea typeface="Cambria Math" panose="02040503050406030204" pitchFamily="18" charset="0"/>
                                    </a:rPr>
                                    <m:t>𝑛</m:t>
                                  </m:r>
                                </m:e>
                              </m:rad>
                            </m:den>
                          </m:f>
                        </m:den>
                      </m:f>
                    </m:oMath>
                  </m:oMathPara>
                </a14:m>
                <a:endParaRPr lang="es-EC" sz="2400" dirty="0"/>
              </a:p>
            </p:txBody>
          </p:sp>
        </mc:Choice>
        <mc:Fallback xmlns="">
          <p:sp>
            <p:nvSpPr>
              <p:cNvPr id="5" name="CuadroTexto 4"/>
              <p:cNvSpPr txBox="1">
                <a:spLocks noRot="1" noChangeAspect="1" noMove="1" noResize="1" noEditPoints="1" noAdjustHandles="1" noChangeArrowheads="1" noChangeShapeType="1" noTextEdit="1"/>
              </p:cNvSpPr>
              <p:nvPr/>
            </p:nvSpPr>
            <p:spPr>
              <a:xfrm>
                <a:off x="4712507" y="2695805"/>
                <a:ext cx="1663725" cy="1075807"/>
              </a:xfrm>
              <a:prstGeom prst="rect">
                <a:avLst/>
              </a:prstGeom>
              <a:blipFill rotWithShape="0">
                <a:blip r:embed="rId3"/>
                <a:stretch>
                  <a:fillRect/>
                </a:stretch>
              </a:blipFill>
            </p:spPr>
            <p:txBody>
              <a:bodyPr/>
              <a:lstStyle/>
              <a:p>
                <a:r>
                  <a:rPr lang="es-EC">
                    <a:noFill/>
                  </a:rPr>
                  <a:t> </a:t>
                </a:r>
              </a:p>
            </p:txBody>
          </p:sp>
        </mc:Fallback>
      </mc:AlternateContent>
      <p:sp>
        <p:nvSpPr>
          <p:cNvPr id="6" name="CuadroTexto 5"/>
          <p:cNvSpPr txBox="1"/>
          <p:nvPr/>
        </p:nvSpPr>
        <p:spPr>
          <a:xfrm>
            <a:off x="600075" y="3789793"/>
            <a:ext cx="2787366" cy="461665"/>
          </a:xfrm>
          <a:prstGeom prst="rect">
            <a:avLst/>
          </a:prstGeom>
          <a:noFill/>
        </p:spPr>
        <p:txBody>
          <a:bodyPr wrap="none" rtlCol="0">
            <a:spAutoFit/>
          </a:bodyPr>
          <a:lstStyle/>
          <a:p>
            <a:r>
              <a:rPr lang="es-EC" sz="2400" dirty="0"/>
              <a:t>Podemos establecer:</a:t>
            </a:r>
          </a:p>
        </p:txBody>
      </p:sp>
      <mc:AlternateContent xmlns:mc="http://schemas.openxmlformats.org/markup-compatibility/2006" xmlns:a14="http://schemas.microsoft.com/office/drawing/2010/main">
        <mc:Choice Requires="a14">
          <p:sp>
            <p:nvSpPr>
              <p:cNvPr id="7" name="CuadroTexto 6"/>
              <p:cNvSpPr txBox="1"/>
              <p:nvPr/>
            </p:nvSpPr>
            <p:spPr>
              <a:xfrm>
                <a:off x="3532408" y="4202839"/>
                <a:ext cx="4023922" cy="6235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C" sz="2800" b="0" i="1" smtClean="0">
                          <a:latin typeface="Cambria Math" panose="02040503050406030204" pitchFamily="18" charset="0"/>
                        </a:rPr>
                        <m:t>𝑃</m:t>
                      </m:r>
                      <m:d>
                        <m:dPr>
                          <m:ctrlPr>
                            <a:rPr lang="es-EC" sz="2800" b="0" i="1" smtClean="0">
                              <a:latin typeface="Cambria Math" panose="02040503050406030204" pitchFamily="18" charset="0"/>
                            </a:rPr>
                          </m:ctrlPr>
                        </m:dPr>
                        <m:e>
                          <m:sSub>
                            <m:sSubPr>
                              <m:ctrlPr>
                                <a:rPr lang="es-EC" sz="2800" b="0" i="1" smtClean="0">
                                  <a:latin typeface="Cambria Math" panose="02040503050406030204" pitchFamily="18" charset="0"/>
                                </a:rPr>
                              </m:ctrlPr>
                            </m:sSubPr>
                            <m:e>
                              <m:r>
                                <a:rPr lang="es-EC" sz="2800" b="0" i="1" smtClean="0">
                                  <a:latin typeface="Cambria Math" panose="02040503050406030204" pitchFamily="18" charset="0"/>
                                </a:rPr>
                                <m:t>−</m:t>
                              </m:r>
                              <m:r>
                                <a:rPr lang="es-EC" sz="2800" b="0" i="1" smtClean="0">
                                  <a:latin typeface="Cambria Math" panose="02040503050406030204" pitchFamily="18" charset="0"/>
                                </a:rPr>
                                <m:t>𝑧</m:t>
                              </m:r>
                            </m:e>
                            <m:sub>
                              <m:f>
                                <m:fPr>
                                  <m:ctrlPr>
                                    <a:rPr lang="es-EC" sz="2800" b="0" i="1" smtClean="0">
                                      <a:latin typeface="Cambria Math" panose="02040503050406030204" pitchFamily="18" charset="0"/>
                                      <a:ea typeface="Cambria Math" panose="02040503050406030204" pitchFamily="18" charset="0"/>
                                    </a:rPr>
                                  </m:ctrlPr>
                                </m:fPr>
                                <m:num>
                                  <m:r>
                                    <a:rPr lang="es-EC" sz="2800" b="0" i="1" smtClean="0">
                                      <a:latin typeface="Cambria Math" panose="02040503050406030204" pitchFamily="18" charset="0"/>
                                      <a:ea typeface="Cambria Math" panose="02040503050406030204" pitchFamily="18" charset="0"/>
                                    </a:rPr>
                                    <m:t>𝛼</m:t>
                                  </m:r>
                                </m:num>
                                <m:den>
                                  <m:r>
                                    <a:rPr lang="es-EC" sz="2800" b="0" i="1" smtClean="0">
                                      <a:latin typeface="Cambria Math" panose="02040503050406030204" pitchFamily="18" charset="0"/>
                                      <a:ea typeface="Cambria Math" panose="02040503050406030204" pitchFamily="18" charset="0"/>
                                    </a:rPr>
                                    <m:t>2</m:t>
                                  </m:r>
                                </m:den>
                              </m:f>
                            </m:sub>
                          </m:sSub>
                          <m:r>
                            <a:rPr lang="es-EC" sz="2800" b="0" i="1" smtClean="0">
                              <a:latin typeface="Cambria Math" panose="02040503050406030204" pitchFamily="18" charset="0"/>
                            </a:rPr>
                            <m:t>&lt;</m:t>
                          </m:r>
                          <m:r>
                            <a:rPr lang="es-EC" sz="2800" b="0" i="1" smtClean="0">
                              <a:latin typeface="Cambria Math" panose="02040503050406030204" pitchFamily="18" charset="0"/>
                            </a:rPr>
                            <m:t>𝑍</m:t>
                          </m:r>
                          <m:r>
                            <a:rPr lang="es-EC" sz="2800" b="0" i="1" smtClean="0">
                              <a:latin typeface="Cambria Math" panose="02040503050406030204" pitchFamily="18" charset="0"/>
                            </a:rPr>
                            <m:t>&lt;</m:t>
                          </m:r>
                          <m:sSub>
                            <m:sSubPr>
                              <m:ctrlPr>
                                <a:rPr lang="es-EC" sz="2800" i="1">
                                  <a:latin typeface="Cambria Math" panose="02040503050406030204" pitchFamily="18" charset="0"/>
                                </a:rPr>
                              </m:ctrlPr>
                            </m:sSubPr>
                            <m:e>
                              <m:r>
                                <a:rPr lang="es-EC" sz="2800" b="0" i="1" smtClean="0">
                                  <a:latin typeface="Cambria Math" panose="02040503050406030204" pitchFamily="18" charset="0"/>
                                </a:rPr>
                                <m:t>𝑧</m:t>
                              </m:r>
                            </m:e>
                            <m:sub>
                              <m:f>
                                <m:fPr>
                                  <m:ctrlPr>
                                    <a:rPr lang="es-EC" sz="2800" i="1">
                                      <a:latin typeface="Cambria Math" panose="02040503050406030204" pitchFamily="18" charset="0"/>
                                      <a:ea typeface="Cambria Math" panose="02040503050406030204" pitchFamily="18" charset="0"/>
                                    </a:rPr>
                                  </m:ctrlPr>
                                </m:fPr>
                                <m:num>
                                  <m:r>
                                    <a:rPr lang="es-EC" sz="2800" i="1">
                                      <a:latin typeface="Cambria Math" panose="02040503050406030204" pitchFamily="18" charset="0"/>
                                      <a:ea typeface="Cambria Math" panose="02040503050406030204" pitchFamily="18" charset="0"/>
                                    </a:rPr>
                                    <m:t>𝛼</m:t>
                                  </m:r>
                                </m:num>
                                <m:den>
                                  <m:r>
                                    <a:rPr lang="es-EC" sz="2800" i="1">
                                      <a:latin typeface="Cambria Math" panose="02040503050406030204" pitchFamily="18" charset="0"/>
                                      <a:ea typeface="Cambria Math" panose="02040503050406030204" pitchFamily="18" charset="0"/>
                                    </a:rPr>
                                    <m:t>2</m:t>
                                  </m:r>
                                </m:den>
                              </m:f>
                            </m:sub>
                          </m:sSub>
                        </m:e>
                      </m:d>
                      <m:r>
                        <a:rPr lang="es-EC" sz="2800" b="0" i="1" smtClean="0">
                          <a:latin typeface="Cambria Math" panose="02040503050406030204" pitchFamily="18" charset="0"/>
                          <a:ea typeface="Cambria Math" panose="02040503050406030204" pitchFamily="18" charset="0"/>
                        </a:rPr>
                        <m:t>=1−</m:t>
                      </m:r>
                      <m:r>
                        <a:rPr lang="es-EC" sz="2800" b="0" i="1" smtClean="0">
                          <a:latin typeface="Cambria Math" panose="02040503050406030204" pitchFamily="18" charset="0"/>
                          <a:ea typeface="Cambria Math" panose="02040503050406030204" pitchFamily="18" charset="0"/>
                        </a:rPr>
                        <m:t>𝛼</m:t>
                      </m:r>
                    </m:oMath>
                  </m:oMathPara>
                </a14:m>
                <a:endParaRPr lang="es-EC" sz="2800" dirty="0"/>
              </a:p>
            </p:txBody>
          </p:sp>
        </mc:Choice>
        <mc:Fallback xmlns="">
          <p:sp>
            <p:nvSpPr>
              <p:cNvPr id="7" name="CuadroTexto 6"/>
              <p:cNvSpPr txBox="1">
                <a:spLocks noRot="1" noChangeAspect="1" noMove="1" noResize="1" noEditPoints="1" noAdjustHandles="1" noChangeArrowheads="1" noChangeShapeType="1" noTextEdit="1"/>
              </p:cNvSpPr>
              <p:nvPr/>
            </p:nvSpPr>
            <p:spPr>
              <a:xfrm>
                <a:off x="3532408" y="4202839"/>
                <a:ext cx="4023922" cy="623504"/>
              </a:xfrm>
              <a:prstGeom prst="rect">
                <a:avLst/>
              </a:prstGeom>
              <a:blipFill rotWithShape="0">
                <a:blip r:embed="rId4"/>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8" name="CuadroTexto 7"/>
              <p:cNvSpPr txBox="1"/>
              <p:nvPr/>
            </p:nvSpPr>
            <p:spPr>
              <a:xfrm>
                <a:off x="878999" y="5097450"/>
                <a:ext cx="4455001" cy="11890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C" sz="2400" b="0" i="1" smtClean="0">
                          <a:latin typeface="Cambria Math" panose="02040503050406030204" pitchFamily="18" charset="0"/>
                        </a:rPr>
                        <m:t>𝑃</m:t>
                      </m:r>
                      <m:d>
                        <m:dPr>
                          <m:ctrlPr>
                            <a:rPr lang="es-EC" sz="2400" b="0" i="1" smtClean="0">
                              <a:latin typeface="Cambria Math" panose="02040503050406030204" pitchFamily="18" charset="0"/>
                            </a:rPr>
                          </m:ctrlPr>
                        </m:dPr>
                        <m:e>
                          <m:sSub>
                            <m:sSubPr>
                              <m:ctrlPr>
                                <a:rPr lang="es-EC" sz="2400" b="0" i="1" smtClean="0">
                                  <a:latin typeface="Cambria Math" panose="02040503050406030204" pitchFamily="18" charset="0"/>
                                </a:rPr>
                              </m:ctrlPr>
                            </m:sSubPr>
                            <m:e>
                              <m:r>
                                <a:rPr lang="es-EC" sz="2400" b="0" i="1" smtClean="0">
                                  <a:latin typeface="Cambria Math" panose="02040503050406030204" pitchFamily="18" charset="0"/>
                                </a:rPr>
                                <m:t>−</m:t>
                              </m:r>
                              <m:r>
                                <a:rPr lang="es-EC" sz="2400" b="0" i="1" smtClean="0">
                                  <a:latin typeface="Cambria Math" panose="02040503050406030204" pitchFamily="18" charset="0"/>
                                </a:rPr>
                                <m:t>𝑧</m:t>
                              </m:r>
                            </m:e>
                            <m:sub>
                              <m:f>
                                <m:fPr>
                                  <m:ctrlPr>
                                    <a:rPr lang="es-EC" sz="2400" b="0" i="1" smtClean="0">
                                      <a:latin typeface="Cambria Math" panose="02040503050406030204" pitchFamily="18" charset="0"/>
                                      <a:ea typeface="Cambria Math" panose="02040503050406030204" pitchFamily="18" charset="0"/>
                                    </a:rPr>
                                  </m:ctrlPr>
                                </m:fPr>
                                <m:num>
                                  <m:r>
                                    <a:rPr lang="es-EC" sz="2400" b="0" i="1" smtClean="0">
                                      <a:latin typeface="Cambria Math" panose="02040503050406030204" pitchFamily="18" charset="0"/>
                                      <a:ea typeface="Cambria Math" panose="02040503050406030204" pitchFamily="18" charset="0"/>
                                    </a:rPr>
                                    <m:t>𝛼</m:t>
                                  </m:r>
                                </m:num>
                                <m:den>
                                  <m:r>
                                    <a:rPr lang="es-EC" sz="2400" b="0" i="1" smtClean="0">
                                      <a:latin typeface="Cambria Math" panose="02040503050406030204" pitchFamily="18" charset="0"/>
                                      <a:ea typeface="Cambria Math" panose="02040503050406030204" pitchFamily="18" charset="0"/>
                                    </a:rPr>
                                    <m:t>2</m:t>
                                  </m:r>
                                </m:den>
                              </m:f>
                            </m:sub>
                          </m:sSub>
                          <m:r>
                            <a:rPr lang="es-EC" sz="2400" b="0" i="1" smtClean="0">
                              <a:latin typeface="Cambria Math" panose="02040503050406030204" pitchFamily="18" charset="0"/>
                            </a:rPr>
                            <m:t>&lt;</m:t>
                          </m:r>
                          <m:f>
                            <m:fPr>
                              <m:ctrlPr>
                                <a:rPr lang="es-EC" sz="2400" i="1">
                                  <a:latin typeface="Cambria Math" panose="02040503050406030204" pitchFamily="18" charset="0"/>
                                </a:rPr>
                              </m:ctrlPr>
                            </m:fPr>
                            <m:num>
                              <m:d>
                                <m:dPr>
                                  <m:ctrlPr>
                                    <a:rPr lang="es-EC" sz="2400" i="1">
                                      <a:latin typeface="Cambria Math" panose="02040503050406030204" pitchFamily="18" charset="0"/>
                                    </a:rPr>
                                  </m:ctrlPr>
                                </m:dPr>
                                <m:e>
                                  <m:acc>
                                    <m:accPr>
                                      <m:chr m:val="̅"/>
                                      <m:ctrlPr>
                                        <a:rPr lang="es-EC" sz="2400" i="1">
                                          <a:latin typeface="Cambria Math" panose="02040503050406030204" pitchFamily="18" charset="0"/>
                                        </a:rPr>
                                      </m:ctrlPr>
                                    </m:accPr>
                                    <m:e>
                                      <m:r>
                                        <a:rPr lang="es-EC" sz="2400" i="1">
                                          <a:latin typeface="Cambria Math" panose="02040503050406030204" pitchFamily="18" charset="0"/>
                                        </a:rPr>
                                        <m:t>𝑋</m:t>
                                      </m:r>
                                    </m:e>
                                  </m:acc>
                                  <m:r>
                                    <a:rPr lang="es-EC" sz="2400" i="1">
                                      <a:latin typeface="Cambria Math" panose="02040503050406030204" pitchFamily="18" charset="0"/>
                                    </a:rPr>
                                    <m:t>−</m:t>
                                  </m:r>
                                  <m:r>
                                    <a:rPr lang="es-EC" sz="2400" i="1">
                                      <a:latin typeface="Cambria Math" panose="02040503050406030204" pitchFamily="18" charset="0"/>
                                      <a:ea typeface="Cambria Math" panose="02040503050406030204" pitchFamily="18" charset="0"/>
                                    </a:rPr>
                                    <m:t>𝜇</m:t>
                                  </m:r>
                                </m:e>
                              </m:d>
                            </m:num>
                            <m:den>
                              <m:f>
                                <m:fPr>
                                  <m:ctrlPr>
                                    <a:rPr lang="es-EC" sz="2400" i="1">
                                      <a:latin typeface="Cambria Math" panose="02040503050406030204" pitchFamily="18" charset="0"/>
                                      <a:ea typeface="Cambria Math" panose="02040503050406030204" pitchFamily="18" charset="0"/>
                                    </a:rPr>
                                  </m:ctrlPr>
                                </m:fPr>
                                <m:num>
                                  <m:r>
                                    <a:rPr lang="es-EC" sz="2400" i="1">
                                      <a:latin typeface="Cambria Math" panose="02040503050406030204" pitchFamily="18" charset="0"/>
                                      <a:ea typeface="Cambria Math" panose="02040503050406030204" pitchFamily="18" charset="0"/>
                                    </a:rPr>
                                    <m:t>𝜎</m:t>
                                  </m:r>
                                </m:num>
                                <m:den>
                                  <m:rad>
                                    <m:radPr>
                                      <m:degHide m:val="on"/>
                                      <m:ctrlPr>
                                        <a:rPr lang="es-EC" sz="2400" i="1">
                                          <a:latin typeface="Cambria Math" panose="02040503050406030204" pitchFamily="18" charset="0"/>
                                          <a:ea typeface="Cambria Math" panose="02040503050406030204" pitchFamily="18" charset="0"/>
                                        </a:rPr>
                                      </m:ctrlPr>
                                    </m:radPr>
                                    <m:deg/>
                                    <m:e>
                                      <m:r>
                                        <a:rPr lang="es-EC" sz="2400" i="1">
                                          <a:latin typeface="Cambria Math" panose="02040503050406030204" pitchFamily="18" charset="0"/>
                                          <a:ea typeface="Cambria Math" panose="02040503050406030204" pitchFamily="18" charset="0"/>
                                        </a:rPr>
                                        <m:t>𝑛</m:t>
                                      </m:r>
                                    </m:e>
                                  </m:rad>
                                </m:den>
                              </m:f>
                            </m:den>
                          </m:f>
                          <m:r>
                            <a:rPr lang="es-EC" sz="2400" b="0" i="1" smtClean="0">
                              <a:latin typeface="Cambria Math" panose="02040503050406030204" pitchFamily="18" charset="0"/>
                            </a:rPr>
                            <m:t>&lt;</m:t>
                          </m:r>
                          <m:sSub>
                            <m:sSubPr>
                              <m:ctrlPr>
                                <a:rPr lang="es-EC" sz="2400" i="1">
                                  <a:latin typeface="Cambria Math" panose="02040503050406030204" pitchFamily="18" charset="0"/>
                                </a:rPr>
                              </m:ctrlPr>
                            </m:sSubPr>
                            <m:e>
                              <m:r>
                                <a:rPr lang="es-EC" sz="2400" b="0" i="1" smtClean="0">
                                  <a:latin typeface="Cambria Math" panose="02040503050406030204" pitchFamily="18" charset="0"/>
                                </a:rPr>
                                <m:t>𝑧</m:t>
                              </m:r>
                            </m:e>
                            <m:sub>
                              <m:f>
                                <m:fPr>
                                  <m:ctrlPr>
                                    <a:rPr lang="es-EC" sz="2400" i="1">
                                      <a:latin typeface="Cambria Math" panose="02040503050406030204" pitchFamily="18" charset="0"/>
                                      <a:ea typeface="Cambria Math" panose="02040503050406030204" pitchFamily="18" charset="0"/>
                                    </a:rPr>
                                  </m:ctrlPr>
                                </m:fPr>
                                <m:num>
                                  <m:r>
                                    <a:rPr lang="es-EC" sz="2400" i="1">
                                      <a:latin typeface="Cambria Math" panose="02040503050406030204" pitchFamily="18" charset="0"/>
                                      <a:ea typeface="Cambria Math" panose="02040503050406030204" pitchFamily="18" charset="0"/>
                                    </a:rPr>
                                    <m:t>𝛼</m:t>
                                  </m:r>
                                </m:num>
                                <m:den>
                                  <m:r>
                                    <a:rPr lang="es-EC" sz="2400" i="1">
                                      <a:latin typeface="Cambria Math" panose="02040503050406030204" pitchFamily="18" charset="0"/>
                                      <a:ea typeface="Cambria Math" panose="02040503050406030204" pitchFamily="18" charset="0"/>
                                    </a:rPr>
                                    <m:t>2</m:t>
                                  </m:r>
                                </m:den>
                              </m:f>
                            </m:sub>
                          </m:sSub>
                        </m:e>
                      </m:d>
                      <m:r>
                        <a:rPr lang="es-EC" sz="2400" b="0" i="1" smtClean="0">
                          <a:latin typeface="Cambria Math" panose="02040503050406030204" pitchFamily="18" charset="0"/>
                          <a:ea typeface="Cambria Math" panose="02040503050406030204" pitchFamily="18" charset="0"/>
                        </a:rPr>
                        <m:t>=1−</m:t>
                      </m:r>
                      <m:r>
                        <a:rPr lang="es-EC" sz="2400" b="0" i="1" smtClean="0">
                          <a:latin typeface="Cambria Math" panose="02040503050406030204" pitchFamily="18" charset="0"/>
                          <a:ea typeface="Cambria Math" panose="02040503050406030204" pitchFamily="18" charset="0"/>
                        </a:rPr>
                        <m:t>𝛼</m:t>
                      </m:r>
                    </m:oMath>
                  </m:oMathPara>
                </a14:m>
                <a:endParaRPr lang="es-EC" sz="2400" dirty="0"/>
              </a:p>
            </p:txBody>
          </p:sp>
        </mc:Choice>
        <mc:Fallback xmlns="">
          <p:sp>
            <p:nvSpPr>
              <p:cNvPr id="8" name="CuadroTexto 7"/>
              <p:cNvSpPr txBox="1">
                <a:spLocks noRot="1" noChangeAspect="1" noMove="1" noResize="1" noEditPoints="1" noAdjustHandles="1" noChangeArrowheads="1" noChangeShapeType="1" noTextEdit="1"/>
              </p:cNvSpPr>
              <p:nvPr/>
            </p:nvSpPr>
            <p:spPr>
              <a:xfrm>
                <a:off x="878999" y="5097450"/>
                <a:ext cx="4455001" cy="1189043"/>
              </a:xfrm>
              <a:prstGeom prst="rect">
                <a:avLst/>
              </a:prstGeom>
              <a:blipFill rotWithShape="0">
                <a:blip r:embed="rId5"/>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9" name="CuadroTexto 8"/>
              <p:cNvSpPr txBox="1"/>
              <p:nvPr/>
            </p:nvSpPr>
            <p:spPr>
              <a:xfrm>
                <a:off x="5675192" y="5135220"/>
                <a:ext cx="5775235" cy="8298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C" sz="2400" b="0" i="1" smtClean="0">
                          <a:latin typeface="Cambria Math" panose="02040503050406030204" pitchFamily="18" charset="0"/>
                          <a:ea typeface="Cambria Math" panose="02040503050406030204" pitchFamily="18" charset="0"/>
                        </a:rPr>
                        <m:t>→</m:t>
                      </m:r>
                      <m:r>
                        <a:rPr lang="es-EC" sz="2400" b="0" i="1" smtClean="0">
                          <a:latin typeface="Cambria Math" panose="02040503050406030204" pitchFamily="18" charset="0"/>
                        </a:rPr>
                        <m:t>𝑃</m:t>
                      </m:r>
                      <m:d>
                        <m:dPr>
                          <m:ctrlPr>
                            <a:rPr lang="es-EC" sz="2400" b="0" i="1" smtClean="0">
                              <a:latin typeface="Cambria Math" panose="02040503050406030204" pitchFamily="18" charset="0"/>
                            </a:rPr>
                          </m:ctrlPr>
                        </m:dPr>
                        <m:e>
                          <m:sSub>
                            <m:sSubPr>
                              <m:ctrlPr>
                                <a:rPr lang="es-EC" sz="2400" b="0" i="1" smtClean="0">
                                  <a:latin typeface="Cambria Math" panose="02040503050406030204" pitchFamily="18" charset="0"/>
                                </a:rPr>
                              </m:ctrlPr>
                            </m:sSubPr>
                            <m:e>
                              <m:acc>
                                <m:accPr>
                                  <m:chr m:val="̅"/>
                                  <m:ctrlPr>
                                    <a:rPr lang="es-EC" sz="2400" i="1">
                                      <a:latin typeface="Cambria Math" panose="02040503050406030204" pitchFamily="18" charset="0"/>
                                    </a:rPr>
                                  </m:ctrlPr>
                                </m:accPr>
                                <m:e>
                                  <m:r>
                                    <a:rPr lang="es-EC" sz="2400" i="1">
                                      <a:latin typeface="Cambria Math" panose="02040503050406030204" pitchFamily="18" charset="0"/>
                                    </a:rPr>
                                    <m:t>𝑋</m:t>
                                  </m:r>
                                </m:e>
                              </m:acc>
                              <m:r>
                                <a:rPr lang="es-EC" sz="2400" b="0" i="1" smtClean="0">
                                  <a:latin typeface="Cambria Math" panose="02040503050406030204" pitchFamily="18" charset="0"/>
                                </a:rPr>
                                <m:t>−</m:t>
                              </m:r>
                              <m:f>
                                <m:fPr>
                                  <m:ctrlPr>
                                    <a:rPr lang="es-EC" sz="2400" i="1">
                                      <a:latin typeface="Cambria Math" panose="02040503050406030204" pitchFamily="18" charset="0"/>
                                      <a:ea typeface="Cambria Math" panose="02040503050406030204" pitchFamily="18" charset="0"/>
                                    </a:rPr>
                                  </m:ctrlPr>
                                </m:fPr>
                                <m:num>
                                  <m:r>
                                    <a:rPr lang="es-EC" sz="2400" i="1">
                                      <a:latin typeface="Cambria Math" panose="02040503050406030204" pitchFamily="18" charset="0"/>
                                      <a:ea typeface="Cambria Math" panose="02040503050406030204" pitchFamily="18" charset="0"/>
                                    </a:rPr>
                                    <m:t>𝜎</m:t>
                                  </m:r>
                                </m:num>
                                <m:den>
                                  <m:rad>
                                    <m:radPr>
                                      <m:degHide m:val="on"/>
                                      <m:ctrlPr>
                                        <a:rPr lang="es-EC" sz="2400" i="1">
                                          <a:latin typeface="Cambria Math" panose="02040503050406030204" pitchFamily="18" charset="0"/>
                                          <a:ea typeface="Cambria Math" panose="02040503050406030204" pitchFamily="18" charset="0"/>
                                        </a:rPr>
                                      </m:ctrlPr>
                                    </m:radPr>
                                    <m:deg/>
                                    <m:e>
                                      <m:r>
                                        <a:rPr lang="es-EC" sz="2400" i="1">
                                          <a:latin typeface="Cambria Math" panose="02040503050406030204" pitchFamily="18" charset="0"/>
                                          <a:ea typeface="Cambria Math" panose="02040503050406030204" pitchFamily="18" charset="0"/>
                                        </a:rPr>
                                        <m:t>𝑛</m:t>
                                      </m:r>
                                    </m:e>
                                  </m:rad>
                                </m:den>
                              </m:f>
                              <m:r>
                                <a:rPr lang="es-EC" sz="2400" b="0" i="1" smtClean="0">
                                  <a:latin typeface="Cambria Math" panose="02040503050406030204" pitchFamily="18" charset="0"/>
                                </a:rPr>
                                <m:t>𝑧</m:t>
                              </m:r>
                            </m:e>
                            <m:sub>
                              <m:f>
                                <m:fPr>
                                  <m:ctrlPr>
                                    <a:rPr lang="es-EC" sz="2400" b="0" i="1" smtClean="0">
                                      <a:latin typeface="Cambria Math" panose="02040503050406030204" pitchFamily="18" charset="0"/>
                                      <a:ea typeface="Cambria Math" panose="02040503050406030204" pitchFamily="18" charset="0"/>
                                    </a:rPr>
                                  </m:ctrlPr>
                                </m:fPr>
                                <m:num>
                                  <m:r>
                                    <a:rPr lang="es-EC" sz="2400" b="0" i="1" smtClean="0">
                                      <a:latin typeface="Cambria Math" panose="02040503050406030204" pitchFamily="18" charset="0"/>
                                      <a:ea typeface="Cambria Math" panose="02040503050406030204" pitchFamily="18" charset="0"/>
                                    </a:rPr>
                                    <m:t>𝛼</m:t>
                                  </m:r>
                                </m:num>
                                <m:den>
                                  <m:r>
                                    <a:rPr lang="es-EC" sz="2400" b="0" i="1" smtClean="0">
                                      <a:latin typeface="Cambria Math" panose="02040503050406030204" pitchFamily="18" charset="0"/>
                                      <a:ea typeface="Cambria Math" panose="02040503050406030204" pitchFamily="18" charset="0"/>
                                    </a:rPr>
                                    <m:t>2</m:t>
                                  </m:r>
                                </m:den>
                              </m:f>
                            </m:sub>
                          </m:sSub>
                          <m:r>
                            <a:rPr lang="es-EC" sz="2400" b="0" i="1" smtClean="0">
                              <a:latin typeface="Cambria Math" panose="02040503050406030204" pitchFamily="18" charset="0"/>
                            </a:rPr>
                            <m:t>&lt;</m:t>
                          </m:r>
                          <m:r>
                            <a:rPr lang="es-EC" sz="2400" i="1">
                              <a:latin typeface="Cambria Math" panose="02040503050406030204" pitchFamily="18" charset="0"/>
                              <a:ea typeface="Cambria Math" panose="02040503050406030204" pitchFamily="18" charset="0"/>
                            </a:rPr>
                            <m:t>𝜇</m:t>
                          </m:r>
                          <m:r>
                            <a:rPr lang="es-EC" sz="2400" b="0" i="1" smtClean="0">
                              <a:latin typeface="Cambria Math" panose="02040503050406030204" pitchFamily="18" charset="0"/>
                            </a:rPr>
                            <m:t>&lt;</m:t>
                          </m:r>
                          <m:acc>
                            <m:accPr>
                              <m:chr m:val="̅"/>
                              <m:ctrlPr>
                                <a:rPr lang="es-EC" sz="2400" i="1">
                                  <a:latin typeface="Cambria Math" panose="02040503050406030204" pitchFamily="18" charset="0"/>
                                </a:rPr>
                              </m:ctrlPr>
                            </m:accPr>
                            <m:e>
                              <m:r>
                                <a:rPr lang="es-EC" sz="2400" i="1">
                                  <a:latin typeface="Cambria Math" panose="02040503050406030204" pitchFamily="18" charset="0"/>
                                </a:rPr>
                                <m:t>𝑋</m:t>
                              </m:r>
                            </m:e>
                          </m:acc>
                          <m:r>
                            <a:rPr lang="es-EC" sz="2400" b="0" i="1" smtClean="0">
                              <a:latin typeface="Cambria Math" panose="02040503050406030204" pitchFamily="18" charset="0"/>
                            </a:rPr>
                            <m:t>+</m:t>
                          </m:r>
                          <m:sSub>
                            <m:sSubPr>
                              <m:ctrlPr>
                                <a:rPr lang="es-EC" sz="2400" i="1">
                                  <a:latin typeface="Cambria Math" panose="02040503050406030204" pitchFamily="18" charset="0"/>
                                </a:rPr>
                              </m:ctrlPr>
                            </m:sSubPr>
                            <m:e>
                              <m:f>
                                <m:fPr>
                                  <m:ctrlPr>
                                    <a:rPr lang="es-EC" sz="2400" i="1">
                                      <a:latin typeface="Cambria Math" panose="02040503050406030204" pitchFamily="18" charset="0"/>
                                      <a:ea typeface="Cambria Math" panose="02040503050406030204" pitchFamily="18" charset="0"/>
                                    </a:rPr>
                                  </m:ctrlPr>
                                </m:fPr>
                                <m:num>
                                  <m:r>
                                    <a:rPr lang="es-EC" sz="2400" i="1">
                                      <a:latin typeface="Cambria Math" panose="02040503050406030204" pitchFamily="18" charset="0"/>
                                      <a:ea typeface="Cambria Math" panose="02040503050406030204" pitchFamily="18" charset="0"/>
                                    </a:rPr>
                                    <m:t>𝜎</m:t>
                                  </m:r>
                                </m:num>
                                <m:den>
                                  <m:rad>
                                    <m:radPr>
                                      <m:degHide m:val="on"/>
                                      <m:ctrlPr>
                                        <a:rPr lang="es-EC" sz="2400" i="1">
                                          <a:latin typeface="Cambria Math" panose="02040503050406030204" pitchFamily="18" charset="0"/>
                                          <a:ea typeface="Cambria Math" panose="02040503050406030204" pitchFamily="18" charset="0"/>
                                        </a:rPr>
                                      </m:ctrlPr>
                                    </m:radPr>
                                    <m:deg/>
                                    <m:e>
                                      <m:r>
                                        <a:rPr lang="es-EC" sz="2400" i="1">
                                          <a:latin typeface="Cambria Math" panose="02040503050406030204" pitchFamily="18" charset="0"/>
                                          <a:ea typeface="Cambria Math" panose="02040503050406030204" pitchFamily="18" charset="0"/>
                                        </a:rPr>
                                        <m:t>𝑛</m:t>
                                      </m:r>
                                    </m:e>
                                  </m:rad>
                                </m:den>
                              </m:f>
                              <m:r>
                                <a:rPr lang="es-EC" sz="2400" b="0" i="1" smtClean="0">
                                  <a:latin typeface="Cambria Math" panose="02040503050406030204" pitchFamily="18" charset="0"/>
                                </a:rPr>
                                <m:t>𝑧</m:t>
                              </m:r>
                            </m:e>
                            <m:sub>
                              <m:f>
                                <m:fPr>
                                  <m:ctrlPr>
                                    <a:rPr lang="es-EC" sz="2400" i="1">
                                      <a:latin typeface="Cambria Math" panose="02040503050406030204" pitchFamily="18" charset="0"/>
                                      <a:ea typeface="Cambria Math" panose="02040503050406030204" pitchFamily="18" charset="0"/>
                                    </a:rPr>
                                  </m:ctrlPr>
                                </m:fPr>
                                <m:num>
                                  <m:r>
                                    <a:rPr lang="es-EC" sz="2400" i="1">
                                      <a:latin typeface="Cambria Math" panose="02040503050406030204" pitchFamily="18" charset="0"/>
                                      <a:ea typeface="Cambria Math" panose="02040503050406030204" pitchFamily="18" charset="0"/>
                                    </a:rPr>
                                    <m:t>𝛼</m:t>
                                  </m:r>
                                </m:num>
                                <m:den>
                                  <m:r>
                                    <a:rPr lang="es-EC" sz="2400" i="1">
                                      <a:latin typeface="Cambria Math" panose="02040503050406030204" pitchFamily="18" charset="0"/>
                                      <a:ea typeface="Cambria Math" panose="02040503050406030204" pitchFamily="18" charset="0"/>
                                    </a:rPr>
                                    <m:t>2</m:t>
                                  </m:r>
                                </m:den>
                              </m:f>
                            </m:sub>
                          </m:sSub>
                        </m:e>
                      </m:d>
                      <m:r>
                        <a:rPr lang="es-EC" sz="2400" b="0" i="1" smtClean="0">
                          <a:latin typeface="Cambria Math" panose="02040503050406030204" pitchFamily="18" charset="0"/>
                          <a:ea typeface="Cambria Math" panose="02040503050406030204" pitchFamily="18" charset="0"/>
                        </a:rPr>
                        <m:t>=1−</m:t>
                      </m:r>
                      <m:r>
                        <a:rPr lang="es-EC" sz="2400" b="0" i="1" smtClean="0">
                          <a:latin typeface="Cambria Math" panose="02040503050406030204" pitchFamily="18" charset="0"/>
                          <a:ea typeface="Cambria Math" panose="02040503050406030204" pitchFamily="18" charset="0"/>
                        </a:rPr>
                        <m:t>𝛼</m:t>
                      </m:r>
                    </m:oMath>
                  </m:oMathPara>
                </a14:m>
                <a:endParaRPr lang="es-EC" sz="2400" dirty="0"/>
              </a:p>
            </p:txBody>
          </p:sp>
        </mc:Choice>
        <mc:Fallback xmlns="">
          <p:sp>
            <p:nvSpPr>
              <p:cNvPr id="9" name="CuadroTexto 8"/>
              <p:cNvSpPr txBox="1">
                <a:spLocks noRot="1" noChangeAspect="1" noMove="1" noResize="1" noEditPoints="1" noAdjustHandles="1" noChangeArrowheads="1" noChangeShapeType="1" noTextEdit="1"/>
              </p:cNvSpPr>
              <p:nvPr/>
            </p:nvSpPr>
            <p:spPr>
              <a:xfrm>
                <a:off x="5675192" y="5135220"/>
                <a:ext cx="5775235" cy="829843"/>
              </a:xfrm>
              <a:prstGeom prst="rect">
                <a:avLst/>
              </a:prstGeom>
              <a:blipFill rotWithShape="0">
                <a:blip r:embed="rId6"/>
                <a:stretch>
                  <a:fillRect/>
                </a:stretch>
              </a:blipFill>
            </p:spPr>
            <p:txBody>
              <a:bodyPr/>
              <a:lstStyle/>
              <a:p>
                <a:r>
                  <a:rPr lang="es-EC">
                    <a:noFill/>
                  </a:rPr>
                  <a:t> </a:t>
                </a:r>
              </a:p>
            </p:txBody>
          </p:sp>
        </mc:Fallback>
      </mc:AlternateContent>
    </p:spTree>
    <p:extLst>
      <p:ext uri="{BB962C8B-B14F-4D97-AF65-F5344CB8AC3E}">
        <p14:creationId xmlns:p14="http://schemas.microsoft.com/office/powerpoint/2010/main" val="41556744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631110" y="297698"/>
            <a:ext cx="7495257" cy="646331"/>
          </a:xfrm>
          <a:prstGeom prst="rect">
            <a:avLst/>
          </a:prstGeom>
          <a:noFill/>
        </p:spPr>
        <p:txBody>
          <a:bodyPr wrap="none" rtlCol="0">
            <a:spAutoFit/>
          </a:bodyPr>
          <a:lstStyle/>
          <a:p>
            <a:r>
              <a:rPr lang="es-EC" sz="3600" b="1" dirty="0"/>
              <a:t>ESTIMACIÓN – Intervalos de confianza</a:t>
            </a:r>
            <a:endParaRPr lang="es-EC" sz="4000" b="1" dirty="0"/>
          </a:p>
        </p:txBody>
      </p:sp>
      <p:sp>
        <p:nvSpPr>
          <p:cNvPr id="3" name="Rectángulo 2"/>
          <p:cNvSpPr/>
          <p:nvPr/>
        </p:nvSpPr>
        <p:spPr>
          <a:xfrm>
            <a:off x="631110" y="1259026"/>
            <a:ext cx="4702890" cy="523220"/>
          </a:xfrm>
          <a:prstGeom prst="rect">
            <a:avLst/>
          </a:prstGeom>
        </p:spPr>
        <p:txBody>
          <a:bodyPr wrap="square">
            <a:spAutoFit/>
          </a:bodyPr>
          <a:lstStyle/>
          <a:p>
            <a:r>
              <a:rPr lang="es-EC" sz="2800" b="1" dirty="0"/>
              <a:t>Intervalo para la media  </a:t>
            </a:r>
            <a:r>
              <a:rPr lang="el-GR" sz="2800" b="1" dirty="0">
                <a:latin typeface="Trebuchet MS" panose="020B0603020202020204" pitchFamily="34" charset="0"/>
              </a:rPr>
              <a:t>μ</a:t>
            </a:r>
            <a:endParaRPr lang="es-EC" sz="2800" b="1" dirty="0"/>
          </a:p>
        </p:txBody>
      </p:sp>
      <p:sp>
        <p:nvSpPr>
          <p:cNvPr id="4" name="Rectángulo 3"/>
          <p:cNvSpPr/>
          <p:nvPr/>
        </p:nvSpPr>
        <p:spPr>
          <a:xfrm>
            <a:off x="631110" y="2097243"/>
            <a:ext cx="10448370" cy="470000"/>
          </a:xfrm>
          <a:prstGeom prst="rect">
            <a:avLst/>
          </a:prstGeom>
        </p:spPr>
        <p:txBody>
          <a:bodyPr wrap="square">
            <a:spAutoFit/>
          </a:bodyPr>
          <a:lstStyle/>
          <a:p>
            <a:r>
              <a:rPr lang="es-EC" sz="2400" dirty="0"/>
              <a:t>De tal manera que:</a:t>
            </a:r>
          </a:p>
        </p:txBody>
      </p:sp>
      <mc:AlternateContent xmlns:mc="http://schemas.openxmlformats.org/markup-compatibility/2006" xmlns:a14="http://schemas.microsoft.com/office/drawing/2010/main">
        <mc:Choice Requires="a14">
          <p:sp>
            <p:nvSpPr>
              <p:cNvPr id="10" name="Rectángulo 9"/>
              <p:cNvSpPr/>
              <p:nvPr/>
            </p:nvSpPr>
            <p:spPr>
              <a:xfrm>
                <a:off x="1453290" y="2838350"/>
                <a:ext cx="3306418" cy="652486"/>
              </a:xfrm>
              <a:prstGeom prst="rect">
                <a:avLst/>
              </a:prstGeom>
            </p:spPr>
            <p:txBody>
              <a:bodyPr wrap="none">
                <a:spAutoFit/>
              </a:bodyPr>
              <a:lstStyle/>
              <a:p>
                <a:r>
                  <a:rPr lang="es-EC" sz="2400" dirty="0"/>
                  <a:t>Límite inferior: </a:t>
                </a:r>
                <a14:m>
                  <m:oMath xmlns:m="http://schemas.openxmlformats.org/officeDocument/2006/math">
                    <m:sSub>
                      <m:sSubPr>
                        <m:ctrlPr>
                          <a:rPr lang="es-EC" sz="2400" i="1">
                            <a:latin typeface="Cambria Math" panose="02040503050406030204" pitchFamily="18" charset="0"/>
                          </a:rPr>
                        </m:ctrlPr>
                      </m:sSubPr>
                      <m:e>
                        <m:acc>
                          <m:accPr>
                            <m:chr m:val="̅"/>
                            <m:ctrlPr>
                              <a:rPr lang="es-EC" sz="2400" i="1">
                                <a:latin typeface="Cambria Math" panose="02040503050406030204" pitchFamily="18" charset="0"/>
                              </a:rPr>
                            </m:ctrlPr>
                          </m:accPr>
                          <m:e>
                            <m:r>
                              <a:rPr lang="es-EC" sz="2400" i="1">
                                <a:latin typeface="Cambria Math" panose="02040503050406030204" pitchFamily="18" charset="0"/>
                              </a:rPr>
                              <m:t>𝑋</m:t>
                            </m:r>
                          </m:e>
                        </m:acc>
                        <m:r>
                          <a:rPr lang="es-EC" sz="2400" i="1">
                            <a:latin typeface="Cambria Math" panose="02040503050406030204" pitchFamily="18" charset="0"/>
                          </a:rPr>
                          <m:t>−</m:t>
                        </m:r>
                        <m:f>
                          <m:fPr>
                            <m:ctrlPr>
                              <a:rPr lang="es-EC" sz="2400" i="1">
                                <a:latin typeface="Cambria Math" panose="02040503050406030204" pitchFamily="18" charset="0"/>
                                <a:ea typeface="Cambria Math" panose="02040503050406030204" pitchFamily="18" charset="0"/>
                              </a:rPr>
                            </m:ctrlPr>
                          </m:fPr>
                          <m:num>
                            <m:r>
                              <a:rPr lang="es-EC" sz="2400" i="1">
                                <a:latin typeface="Cambria Math" panose="02040503050406030204" pitchFamily="18" charset="0"/>
                                <a:ea typeface="Cambria Math" panose="02040503050406030204" pitchFamily="18" charset="0"/>
                              </a:rPr>
                              <m:t>𝜎</m:t>
                            </m:r>
                          </m:num>
                          <m:den>
                            <m:rad>
                              <m:radPr>
                                <m:degHide m:val="on"/>
                                <m:ctrlPr>
                                  <a:rPr lang="es-EC" sz="2400" i="1">
                                    <a:latin typeface="Cambria Math" panose="02040503050406030204" pitchFamily="18" charset="0"/>
                                    <a:ea typeface="Cambria Math" panose="02040503050406030204" pitchFamily="18" charset="0"/>
                                  </a:rPr>
                                </m:ctrlPr>
                              </m:radPr>
                              <m:deg/>
                              <m:e>
                                <m:r>
                                  <a:rPr lang="es-EC" sz="2400" i="1">
                                    <a:latin typeface="Cambria Math" panose="02040503050406030204" pitchFamily="18" charset="0"/>
                                    <a:ea typeface="Cambria Math" panose="02040503050406030204" pitchFamily="18" charset="0"/>
                                  </a:rPr>
                                  <m:t>𝑛</m:t>
                                </m:r>
                              </m:e>
                            </m:rad>
                          </m:den>
                        </m:f>
                        <m:r>
                          <a:rPr lang="es-EC" sz="2400" i="1">
                            <a:latin typeface="Cambria Math" panose="02040503050406030204" pitchFamily="18" charset="0"/>
                          </a:rPr>
                          <m:t>𝑧</m:t>
                        </m:r>
                      </m:e>
                      <m:sub>
                        <m:f>
                          <m:fPr>
                            <m:ctrlPr>
                              <a:rPr lang="es-EC" sz="2400" i="1">
                                <a:latin typeface="Cambria Math" panose="02040503050406030204" pitchFamily="18" charset="0"/>
                                <a:ea typeface="Cambria Math" panose="02040503050406030204" pitchFamily="18" charset="0"/>
                              </a:rPr>
                            </m:ctrlPr>
                          </m:fPr>
                          <m:num>
                            <m:r>
                              <a:rPr lang="es-EC" sz="2400" i="1">
                                <a:latin typeface="Cambria Math" panose="02040503050406030204" pitchFamily="18" charset="0"/>
                                <a:ea typeface="Cambria Math" panose="02040503050406030204" pitchFamily="18" charset="0"/>
                              </a:rPr>
                              <m:t>𝛼</m:t>
                            </m:r>
                          </m:num>
                          <m:den>
                            <m:r>
                              <a:rPr lang="es-EC" sz="2400" i="1">
                                <a:latin typeface="Cambria Math" panose="02040503050406030204" pitchFamily="18" charset="0"/>
                                <a:ea typeface="Cambria Math" panose="02040503050406030204" pitchFamily="18" charset="0"/>
                              </a:rPr>
                              <m:t>2</m:t>
                            </m:r>
                          </m:den>
                        </m:f>
                      </m:sub>
                    </m:sSub>
                  </m:oMath>
                </a14:m>
                <a:endParaRPr lang="es-EC" sz="2400" dirty="0"/>
              </a:p>
            </p:txBody>
          </p:sp>
        </mc:Choice>
        <mc:Fallback xmlns="">
          <p:sp>
            <p:nvSpPr>
              <p:cNvPr id="10" name="Rectángulo 9"/>
              <p:cNvSpPr>
                <a:spLocks noRot="1" noChangeAspect="1" noMove="1" noResize="1" noEditPoints="1" noAdjustHandles="1" noChangeArrowheads="1" noChangeShapeType="1" noTextEdit="1"/>
              </p:cNvSpPr>
              <p:nvPr/>
            </p:nvSpPr>
            <p:spPr>
              <a:xfrm>
                <a:off x="1453290" y="2838350"/>
                <a:ext cx="3306418" cy="652486"/>
              </a:xfrm>
              <a:prstGeom prst="rect">
                <a:avLst/>
              </a:prstGeom>
              <a:blipFill rotWithShape="0">
                <a:blip r:embed="rId2"/>
                <a:stretch>
                  <a:fillRect l="-2762" t="-935"/>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11" name="Rectángulo 10"/>
              <p:cNvSpPr/>
              <p:nvPr/>
            </p:nvSpPr>
            <p:spPr>
              <a:xfrm>
                <a:off x="6733495" y="2797504"/>
                <a:ext cx="3432927" cy="652486"/>
              </a:xfrm>
              <a:prstGeom prst="rect">
                <a:avLst/>
              </a:prstGeom>
            </p:spPr>
            <p:txBody>
              <a:bodyPr wrap="none">
                <a:spAutoFit/>
              </a:bodyPr>
              <a:lstStyle/>
              <a:p>
                <a:r>
                  <a:rPr lang="es-EC" sz="2400" dirty="0"/>
                  <a:t>Límite superior: </a:t>
                </a:r>
                <a14:m>
                  <m:oMath xmlns:m="http://schemas.openxmlformats.org/officeDocument/2006/math">
                    <m:sSub>
                      <m:sSubPr>
                        <m:ctrlPr>
                          <a:rPr lang="es-EC" sz="2400" i="1">
                            <a:latin typeface="Cambria Math" panose="02040503050406030204" pitchFamily="18" charset="0"/>
                          </a:rPr>
                        </m:ctrlPr>
                      </m:sSubPr>
                      <m:e>
                        <m:acc>
                          <m:accPr>
                            <m:chr m:val="̅"/>
                            <m:ctrlPr>
                              <a:rPr lang="es-EC" sz="2400" i="1">
                                <a:latin typeface="Cambria Math" panose="02040503050406030204" pitchFamily="18" charset="0"/>
                              </a:rPr>
                            </m:ctrlPr>
                          </m:accPr>
                          <m:e>
                            <m:r>
                              <a:rPr lang="es-EC" sz="2400" i="1">
                                <a:latin typeface="Cambria Math" panose="02040503050406030204" pitchFamily="18" charset="0"/>
                              </a:rPr>
                              <m:t>𝑋</m:t>
                            </m:r>
                          </m:e>
                        </m:acc>
                        <m:r>
                          <a:rPr lang="es-EC" sz="2400" b="0" i="1" smtClean="0">
                            <a:latin typeface="Cambria Math" panose="02040503050406030204" pitchFamily="18" charset="0"/>
                          </a:rPr>
                          <m:t>+</m:t>
                        </m:r>
                        <m:f>
                          <m:fPr>
                            <m:ctrlPr>
                              <a:rPr lang="es-EC" sz="2400" i="1">
                                <a:latin typeface="Cambria Math" panose="02040503050406030204" pitchFamily="18" charset="0"/>
                                <a:ea typeface="Cambria Math" panose="02040503050406030204" pitchFamily="18" charset="0"/>
                              </a:rPr>
                            </m:ctrlPr>
                          </m:fPr>
                          <m:num>
                            <m:r>
                              <a:rPr lang="es-EC" sz="2400" i="1">
                                <a:latin typeface="Cambria Math" panose="02040503050406030204" pitchFamily="18" charset="0"/>
                                <a:ea typeface="Cambria Math" panose="02040503050406030204" pitchFamily="18" charset="0"/>
                              </a:rPr>
                              <m:t>𝜎</m:t>
                            </m:r>
                          </m:num>
                          <m:den>
                            <m:rad>
                              <m:radPr>
                                <m:degHide m:val="on"/>
                                <m:ctrlPr>
                                  <a:rPr lang="es-EC" sz="2400" i="1">
                                    <a:latin typeface="Cambria Math" panose="02040503050406030204" pitchFamily="18" charset="0"/>
                                    <a:ea typeface="Cambria Math" panose="02040503050406030204" pitchFamily="18" charset="0"/>
                                  </a:rPr>
                                </m:ctrlPr>
                              </m:radPr>
                              <m:deg/>
                              <m:e>
                                <m:r>
                                  <a:rPr lang="es-EC" sz="2400" i="1">
                                    <a:latin typeface="Cambria Math" panose="02040503050406030204" pitchFamily="18" charset="0"/>
                                    <a:ea typeface="Cambria Math" panose="02040503050406030204" pitchFamily="18" charset="0"/>
                                  </a:rPr>
                                  <m:t>𝑛</m:t>
                                </m:r>
                              </m:e>
                            </m:rad>
                          </m:den>
                        </m:f>
                        <m:r>
                          <a:rPr lang="es-EC" sz="2400" i="1">
                            <a:latin typeface="Cambria Math" panose="02040503050406030204" pitchFamily="18" charset="0"/>
                          </a:rPr>
                          <m:t>𝑧</m:t>
                        </m:r>
                      </m:e>
                      <m:sub>
                        <m:f>
                          <m:fPr>
                            <m:ctrlPr>
                              <a:rPr lang="es-EC" sz="2400" i="1">
                                <a:latin typeface="Cambria Math" panose="02040503050406030204" pitchFamily="18" charset="0"/>
                                <a:ea typeface="Cambria Math" panose="02040503050406030204" pitchFamily="18" charset="0"/>
                              </a:rPr>
                            </m:ctrlPr>
                          </m:fPr>
                          <m:num>
                            <m:r>
                              <a:rPr lang="es-EC" sz="2400" i="1">
                                <a:latin typeface="Cambria Math" panose="02040503050406030204" pitchFamily="18" charset="0"/>
                                <a:ea typeface="Cambria Math" panose="02040503050406030204" pitchFamily="18" charset="0"/>
                              </a:rPr>
                              <m:t>𝛼</m:t>
                            </m:r>
                          </m:num>
                          <m:den>
                            <m:r>
                              <a:rPr lang="es-EC" sz="2400" i="1">
                                <a:latin typeface="Cambria Math" panose="02040503050406030204" pitchFamily="18" charset="0"/>
                                <a:ea typeface="Cambria Math" panose="02040503050406030204" pitchFamily="18" charset="0"/>
                              </a:rPr>
                              <m:t>2</m:t>
                            </m:r>
                          </m:den>
                        </m:f>
                      </m:sub>
                    </m:sSub>
                  </m:oMath>
                </a14:m>
                <a:endParaRPr lang="es-EC" sz="2400" dirty="0"/>
              </a:p>
            </p:txBody>
          </p:sp>
        </mc:Choice>
        <mc:Fallback xmlns="">
          <p:sp>
            <p:nvSpPr>
              <p:cNvPr id="11" name="Rectángulo 10"/>
              <p:cNvSpPr>
                <a:spLocks noRot="1" noChangeAspect="1" noMove="1" noResize="1" noEditPoints="1" noAdjustHandles="1" noChangeArrowheads="1" noChangeShapeType="1" noTextEdit="1"/>
              </p:cNvSpPr>
              <p:nvPr/>
            </p:nvSpPr>
            <p:spPr>
              <a:xfrm>
                <a:off x="6733495" y="2797504"/>
                <a:ext cx="3432927" cy="652486"/>
              </a:xfrm>
              <a:prstGeom prst="rect">
                <a:avLst/>
              </a:prstGeom>
              <a:blipFill rotWithShape="0">
                <a:blip r:embed="rId3"/>
                <a:stretch>
                  <a:fillRect l="-2842" t="-935"/>
                </a:stretch>
              </a:blipFill>
            </p:spPr>
            <p:txBody>
              <a:bodyPr/>
              <a:lstStyle/>
              <a:p>
                <a:r>
                  <a:rPr lang="es-EC">
                    <a:noFill/>
                  </a:rPr>
                  <a:t> </a:t>
                </a:r>
              </a:p>
            </p:txBody>
          </p:sp>
        </mc:Fallback>
      </mc:AlternateContent>
      <p:pic>
        <p:nvPicPr>
          <p:cNvPr id="12" name="Imagen 11"/>
          <p:cNvPicPr>
            <a:picLocks noChangeAspect="1"/>
          </p:cNvPicPr>
          <p:nvPr/>
        </p:nvPicPr>
        <p:blipFill>
          <a:blip r:embed="rId4"/>
          <a:stretch>
            <a:fillRect/>
          </a:stretch>
        </p:blipFill>
        <p:spPr>
          <a:xfrm>
            <a:off x="2411055" y="3761943"/>
            <a:ext cx="6888480" cy="2828925"/>
          </a:xfrm>
          <a:prstGeom prst="rect">
            <a:avLst/>
          </a:prstGeom>
        </p:spPr>
      </p:pic>
    </p:spTree>
    <p:extLst>
      <p:ext uri="{BB962C8B-B14F-4D97-AF65-F5344CB8AC3E}">
        <p14:creationId xmlns:p14="http://schemas.microsoft.com/office/powerpoint/2010/main" val="40963920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631110" y="297698"/>
            <a:ext cx="7495257" cy="646331"/>
          </a:xfrm>
          <a:prstGeom prst="rect">
            <a:avLst/>
          </a:prstGeom>
          <a:noFill/>
        </p:spPr>
        <p:txBody>
          <a:bodyPr wrap="none" rtlCol="0">
            <a:spAutoFit/>
          </a:bodyPr>
          <a:lstStyle/>
          <a:p>
            <a:r>
              <a:rPr lang="es-EC" sz="3600" b="1" dirty="0"/>
              <a:t>ESTIMACIÓN – Intervalos de confianza</a:t>
            </a:r>
            <a:endParaRPr lang="es-EC" sz="4000" b="1" dirty="0"/>
          </a:p>
        </p:txBody>
      </p:sp>
      <p:sp>
        <p:nvSpPr>
          <p:cNvPr id="3" name="Rectángulo 2"/>
          <p:cNvSpPr/>
          <p:nvPr/>
        </p:nvSpPr>
        <p:spPr>
          <a:xfrm>
            <a:off x="631110" y="1259026"/>
            <a:ext cx="4702890" cy="523220"/>
          </a:xfrm>
          <a:prstGeom prst="rect">
            <a:avLst/>
          </a:prstGeom>
        </p:spPr>
        <p:txBody>
          <a:bodyPr wrap="square">
            <a:spAutoFit/>
          </a:bodyPr>
          <a:lstStyle/>
          <a:p>
            <a:r>
              <a:rPr lang="es-EC" sz="2800" b="1" dirty="0"/>
              <a:t>Tamaño de muestra - </a:t>
            </a:r>
            <a:r>
              <a:rPr lang="el-GR" sz="2800" b="1" dirty="0"/>
              <a:t>μ</a:t>
            </a:r>
            <a:endParaRPr lang="es-EC" sz="2800" b="1" dirty="0"/>
          </a:p>
        </p:txBody>
      </p:sp>
      <mc:AlternateContent xmlns:mc="http://schemas.openxmlformats.org/markup-compatibility/2006" xmlns:a14="http://schemas.microsoft.com/office/drawing/2010/main">
        <mc:Choice Requires="a14">
          <p:sp>
            <p:nvSpPr>
              <p:cNvPr id="4" name="CuadroTexto 3"/>
              <p:cNvSpPr txBox="1"/>
              <p:nvPr/>
            </p:nvSpPr>
            <p:spPr>
              <a:xfrm>
                <a:off x="4645478" y="2189576"/>
                <a:ext cx="1608454"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C" sz="2800" b="0" i="1" smtClean="0">
                          <a:latin typeface="Cambria Math" panose="02040503050406030204" pitchFamily="18" charset="0"/>
                        </a:rPr>
                        <m:t>𝑒</m:t>
                      </m:r>
                      <m:r>
                        <a:rPr lang="es-EC" sz="2800" b="0" i="1" smtClean="0">
                          <a:latin typeface="Cambria Math" panose="02040503050406030204" pitchFamily="18" charset="0"/>
                        </a:rPr>
                        <m:t>=</m:t>
                      </m:r>
                      <m:r>
                        <a:rPr lang="es-EC" sz="2800" b="0" i="1" smtClean="0">
                          <a:latin typeface="Cambria Math" panose="02040503050406030204" pitchFamily="18" charset="0"/>
                          <a:ea typeface="Cambria Math" panose="02040503050406030204" pitchFamily="18" charset="0"/>
                        </a:rPr>
                        <m:t>𝜇</m:t>
                      </m:r>
                      <m:r>
                        <a:rPr lang="es-EC" sz="2800" b="0" i="1" smtClean="0">
                          <a:latin typeface="Cambria Math" panose="02040503050406030204" pitchFamily="18" charset="0"/>
                          <a:ea typeface="Cambria Math" panose="02040503050406030204" pitchFamily="18" charset="0"/>
                        </a:rPr>
                        <m:t>−</m:t>
                      </m:r>
                      <m:acc>
                        <m:accPr>
                          <m:chr m:val="̅"/>
                          <m:ctrlPr>
                            <a:rPr lang="es-EC" sz="2800" b="0" i="1" smtClean="0">
                              <a:latin typeface="Cambria Math" panose="02040503050406030204" pitchFamily="18" charset="0"/>
                              <a:ea typeface="Cambria Math" panose="02040503050406030204" pitchFamily="18" charset="0"/>
                            </a:rPr>
                          </m:ctrlPr>
                        </m:accPr>
                        <m:e>
                          <m:r>
                            <a:rPr lang="es-EC" sz="2800" b="0" i="1" smtClean="0">
                              <a:latin typeface="Cambria Math" panose="02040503050406030204" pitchFamily="18" charset="0"/>
                              <a:ea typeface="Cambria Math" panose="02040503050406030204" pitchFamily="18" charset="0"/>
                            </a:rPr>
                            <m:t>𝑋</m:t>
                          </m:r>
                        </m:e>
                      </m:acc>
                    </m:oMath>
                  </m:oMathPara>
                </a14:m>
                <a:endParaRPr lang="es-EC" sz="2800" dirty="0"/>
              </a:p>
            </p:txBody>
          </p:sp>
        </mc:Choice>
        <mc:Fallback xmlns="">
          <p:sp>
            <p:nvSpPr>
              <p:cNvPr id="4" name="CuadroTexto 3"/>
              <p:cNvSpPr txBox="1">
                <a:spLocks noRot="1" noChangeAspect="1" noMove="1" noResize="1" noEditPoints="1" noAdjustHandles="1" noChangeArrowheads="1" noChangeShapeType="1" noTextEdit="1"/>
              </p:cNvSpPr>
              <p:nvPr/>
            </p:nvSpPr>
            <p:spPr>
              <a:xfrm>
                <a:off x="4645478" y="2189576"/>
                <a:ext cx="1608454" cy="430887"/>
              </a:xfrm>
              <a:prstGeom prst="rect">
                <a:avLst/>
              </a:prstGeom>
              <a:blipFill rotWithShape="0">
                <a:blip r:embed="rId2"/>
                <a:stretch>
                  <a:fillRect/>
                </a:stretch>
              </a:blipFill>
            </p:spPr>
            <p:txBody>
              <a:bodyPr/>
              <a:lstStyle/>
              <a:p>
                <a:r>
                  <a:rPr lang="es-EC">
                    <a:noFill/>
                  </a:rPr>
                  <a:t> </a:t>
                </a:r>
              </a:p>
            </p:txBody>
          </p:sp>
        </mc:Fallback>
      </mc:AlternateContent>
      <p:sp>
        <p:nvSpPr>
          <p:cNvPr id="5" name="CuadroTexto 4"/>
          <p:cNvSpPr txBox="1"/>
          <p:nvPr/>
        </p:nvSpPr>
        <p:spPr>
          <a:xfrm>
            <a:off x="631110" y="2097243"/>
            <a:ext cx="2280561" cy="461665"/>
          </a:xfrm>
          <a:prstGeom prst="rect">
            <a:avLst/>
          </a:prstGeom>
          <a:noFill/>
        </p:spPr>
        <p:txBody>
          <a:bodyPr wrap="none" rtlCol="0">
            <a:spAutoFit/>
          </a:bodyPr>
          <a:lstStyle/>
          <a:p>
            <a:r>
              <a:rPr lang="es-EC" sz="2400" dirty="0"/>
              <a:t>Si consideramos:</a:t>
            </a:r>
          </a:p>
        </p:txBody>
      </p:sp>
      <mc:AlternateContent xmlns:mc="http://schemas.openxmlformats.org/markup-compatibility/2006" xmlns:a14="http://schemas.microsoft.com/office/drawing/2010/main">
        <mc:Choice Requires="a14">
          <p:sp>
            <p:nvSpPr>
              <p:cNvPr id="6" name="CuadroTexto 5"/>
              <p:cNvSpPr txBox="1"/>
              <p:nvPr/>
            </p:nvSpPr>
            <p:spPr>
              <a:xfrm>
                <a:off x="4573696" y="3241153"/>
                <a:ext cx="1752018" cy="87504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C" sz="3200" b="0" i="1" smtClean="0">
                          <a:latin typeface="Cambria Math" panose="02040503050406030204" pitchFamily="18" charset="0"/>
                        </a:rPr>
                        <m:t>𝑒</m:t>
                      </m:r>
                      <m:r>
                        <a:rPr lang="es-EC" sz="3200" b="0" i="1" smtClean="0">
                          <a:latin typeface="Cambria Math" panose="02040503050406030204" pitchFamily="18" charset="0"/>
                        </a:rPr>
                        <m:t>=</m:t>
                      </m:r>
                      <m:sSub>
                        <m:sSubPr>
                          <m:ctrlPr>
                            <a:rPr lang="es-EC" sz="2800" i="1">
                              <a:latin typeface="Cambria Math" panose="02040503050406030204" pitchFamily="18" charset="0"/>
                            </a:rPr>
                          </m:ctrlPr>
                        </m:sSubPr>
                        <m:e>
                          <m:f>
                            <m:fPr>
                              <m:ctrlPr>
                                <a:rPr lang="es-EC" sz="2800" i="1">
                                  <a:latin typeface="Cambria Math" panose="02040503050406030204" pitchFamily="18" charset="0"/>
                                  <a:ea typeface="Cambria Math" panose="02040503050406030204" pitchFamily="18" charset="0"/>
                                </a:rPr>
                              </m:ctrlPr>
                            </m:fPr>
                            <m:num>
                              <m:r>
                                <a:rPr lang="es-EC" sz="2800" i="1">
                                  <a:latin typeface="Cambria Math" panose="02040503050406030204" pitchFamily="18" charset="0"/>
                                  <a:ea typeface="Cambria Math" panose="02040503050406030204" pitchFamily="18" charset="0"/>
                                </a:rPr>
                                <m:t>𝜎</m:t>
                              </m:r>
                            </m:num>
                            <m:den>
                              <m:rad>
                                <m:radPr>
                                  <m:degHide m:val="on"/>
                                  <m:ctrlPr>
                                    <a:rPr lang="es-EC" sz="2800" i="1">
                                      <a:latin typeface="Cambria Math" panose="02040503050406030204" pitchFamily="18" charset="0"/>
                                      <a:ea typeface="Cambria Math" panose="02040503050406030204" pitchFamily="18" charset="0"/>
                                    </a:rPr>
                                  </m:ctrlPr>
                                </m:radPr>
                                <m:deg/>
                                <m:e>
                                  <m:r>
                                    <a:rPr lang="es-EC" sz="2800" i="1">
                                      <a:latin typeface="Cambria Math" panose="02040503050406030204" pitchFamily="18" charset="0"/>
                                      <a:ea typeface="Cambria Math" panose="02040503050406030204" pitchFamily="18" charset="0"/>
                                    </a:rPr>
                                    <m:t>𝑛</m:t>
                                  </m:r>
                                </m:e>
                              </m:rad>
                            </m:den>
                          </m:f>
                          <m:r>
                            <a:rPr lang="es-EC" sz="2800" b="0" i="1" smtClean="0">
                              <a:latin typeface="Cambria Math" panose="02040503050406030204" pitchFamily="18" charset="0"/>
                            </a:rPr>
                            <m:t>𝑍</m:t>
                          </m:r>
                        </m:e>
                        <m:sub>
                          <m:f>
                            <m:fPr>
                              <m:ctrlPr>
                                <a:rPr lang="es-EC" sz="2800" i="1">
                                  <a:latin typeface="Cambria Math" panose="02040503050406030204" pitchFamily="18" charset="0"/>
                                  <a:ea typeface="Cambria Math" panose="02040503050406030204" pitchFamily="18" charset="0"/>
                                </a:rPr>
                              </m:ctrlPr>
                            </m:fPr>
                            <m:num>
                              <m:r>
                                <a:rPr lang="es-EC" sz="2800" i="1">
                                  <a:latin typeface="Cambria Math" panose="02040503050406030204" pitchFamily="18" charset="0"/>
                                  <a:ea typeface="Cambria Math" panose="02040503050406030204" pitchFamily="18" charset="0"/>
                                </a:rPr>
                                <m:t>𝛼</m:t>
                              </m:r>
                            </m:num>
                            <m:den>
                              <m:r>
                                <a:rPr lang="es-EC" sz="2800" i="1">
                                  <a:latin typeface="Cambria Math" panose="02040503050406030204" pitchFamily="18" charset="0"/>
                                  <a:ea typeface="Cambria Math" panose="02040503050406030204" pitchFamily="18" charset="0"/>
                                </a:rPr>
                                <m:t>2</m:t>
                              </m:r>
                            </m:den>
                          </m:f>
                        </m:sub>
                      </m:sSub>
                    </m:oMath>
                  </m:oMathPara>
                </a14:m>
                <a:endParaRPr lang="es-EC" sz="2800" dirty="0"/>
              </a:p>
            </p:txBody>
          </p:sp>
        </mc:Choice>
        <mc:Fallback xmlns="">
          <p:sp>
            <p:nvSpPr>
              <p:cNvPr id="6" name="CuadroTexto 5"/>
              <p:cNvSpPr txBox="1">
                <a:spLocks noRot="1" noChangeAspect="1" noMove="1" noResize="1" noEditPoints="1" noAdjustHandles="1" noChangeArrowheads="1" noChangeShapeType="1" noTextEdit="1"/>
              </p:cNvSpPr>
              <p:nvPr/>
            </p:nvSpPr>
            <p:spPr>
              <a:xfrm>
                <a:off x="4573696" y="3241153"/>
                <a:ext cx="1752018" cy="875048"/>
              </a:xfrm>
              <a:prstGeom prst="rect">
                <a:avLst/>
              </a:prstGeom>
              <a:blipFill rotWithShape="0">
                <a:blip r:embed="rId3"/>
                <a:stretch>
                  <a:fillRect/>
                </a:stretch>
              </a:blipFill>
            </p:spPr>
            <p:txBody>
              <a:bodyPr/>
              <a:lstStyle/>
              <a:p>
                <a:r>
                  <a:rPr lang="es-EC">
                    <a:noFill/>
                  </a:rPr>
                  <a:t> </a:t>
                </a:r>
              </a:p>
            </p:txBody>
          </p:sp>
        </mc:Fallback>
      </mc:AlternateContent>
      <p:sp>
        <p:nvSpPr>
          <p:cNvPr id="7" name="CuadroTexto 6"/>
          <p:cNvSpPr txBox="1"/>
          <p:nvPr/>
        </p:nvSpPr>
        <p:spPr>
          <a:xfrm>
            <a:off x="701994" y="3447844"/>
            <a:ext cx="1899046" cy="461665"/>
          </a:xfrm>
          <a:prstGeom prst="rect">
            <a:avLst/>
          </a:prstGeom>
          <a:noFill/>
        </p:spPr>
        <p:txBody>
          <a:bodyPr wrap="none" rtlCol="0">
            <a:spAutoFit/>
          </a:bodyPr>
          <a:lstStyle/>
          <a:p>
            <a:r>
              <a:rPr lang="es-EC" sz="2400" dirty="0"/>
              <a:t>Sustituyendo:</a:t>
            </a:r>
          </a:p>
        </p:txBody>
      </p:sp>
      <p:sp>
        <p:nvSpPr>
          <p:cNvPr id="8" name="CuadroTexto 7"/>
          <p:cNvSpPr txBox="1"/>
          <p:nvPr/>
        </p:nvSpPr>
        <p:spPr>
          <a:xfrm>
            <a:off x="821867" y="4860806"/>
            <a:ext cx="1752403" cy="461665"/>
          </a:xfrm>
          <a:prstGeom prst="rect">
            <a:avLst/>
          </a:prstGeom>
          <a:noFill/>
        </p:spPr>
        <p:txBody>
          <a:bodyPr wrap="none" rtlCol="0">
            <a:spAutoFit/>
          </a:bodyPr>
          <a:lstStyle/>
          <a:p>
            <a:r>
              <a:rPr lang="es-EC" sz="2400" dirty="0"/>
              <a:t>Despejando:</a:t>
            </a:r>
          </a:p>
        </p:txBody>
      </p:sp>
      <mc:AlternateContent xmlns:mc="http://schemas.openxmlformats.org/markup-compatibility/2006" xmlns:a14="http://schemas.microsoft.com/office/drawing/2010/main">
        <mc:Choice Requires="a14">
          <p:sp>
            <p:nvSpPr>
              <p:cNvPr id="9" name="CuadroTexto 8"/>
              <p:cNvSpPr txBox="1"/>
              <p:nvPr/>
            </p:nvSpPr>
            <p:spPr>
              <a:xfrm>
                <a:off x="4573696" y="4654114"/>
                <a:ext cx="2420856" cy="10608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C" sz="3600" b="0" i="1" smtClean="0">
                          <a:latin typeface="Cambria Math" panose="02040503050406030204" pitchFamily="18" charset="0"/>
                        </a:rPr>
                        <m:t>𝑛</m:t>
                      </m:r>
                      <m:r>
                        <a:rPr lang="es-EC" sz="3600" b="0" i="1" smtClean="0">
                          <a:latin typeface="Cambria Math" panose="02040503050406030204" pitchFamily="18" charset="0"/>
                        </a:rPr>
                        <m:t>=</m:t>
                      </m:r>
                      <m:sSup>
                        <m:sSupPr>
                          <m:ctrlPr>
                            <a:rPr lang="es-EC" sz="2800" i="1" smtClean="0">
                              <a:latin typeface="Cambria Math" panose="02040503050406030204" pitchFamily="18" charset="0"/>
                              <a:ea typeface="Cambria Math" panose="02040503050406030204" pitchFamily="18" charset="0"/>
                            </a:rPr>
                          </m:ctrlPr>
                        </m:sSupPr>
                        <m:e>
                          <m:d>
                            <m:dPr>
                              <m:ctrlPr>
                                <a:rPr lang="es-EC" sz="2800" i="1">
                                  <a:latin typeface="Cambria Math" panose="02040503050406030204" pitchFamily="18" charset="0"/>
                                  <a:ea typeface="Cambria Math" panose="02040503050406030204" pitchFamily="18" charset="0"/>
                                </a:rPr>
                              </m:ctrlPr>
                            </m:dPr>
                            <m:e>
                              <m:f>
                                <m:fPr>
                                  <m:ctrlPr>
                                    <a:rPr lang="es-EC" sz="3200" i="1">
                                      <a:latin typeface="Cambria Math" panose="02040503050406030204" pitchFamily="18" charset="0"/>
                                      <a:ea typeface="Cambria Math" panose="02040503050406030204" pitchFamily="18" charset="0"/>
                                    </a:rPr>
                                  </m:ctrlPr>
                                </m:fPr>
                                <m:num>
                                  <m:r>
                                    <a:rPr lang="es-EC" sz="3200" i="1">
                                      <a:latin typeface="Cambria Math" panose="02040503050406030204" pitchFamily="18" charset="0"/>
                                      <a:ea typeface="Cambria Math" panose="02040503050406030204" pitchFamily="18" charset="0"/>
                                    </a:rPr>
                                    <m:t>𝜎</m:t>
                                  </m:r>
                                  <m:sSub>
                                    <m:sSubPr>
                                      <m:ctrlPr>
                                        <a:rPr lang="es-EC" sz="2800" i="1">
                                          <a:latin typeface="Cambria Math" panose="02040503050406030204" pitchFamily="18" charset="0"/>
                                        </a:rPr>
                                      </m:ctrlPr>
                                    </m:sSubPr>
                                    <m:e>
                                      <m:r>
                                        <a:rPr lang="es-EC" sz="2800" i="1">
                                          <a:latin typeface="Cambria Math" panose="02040503050406030204" pitchFamily="18" charset="0"/>
                                        </a:rPr>
                                        <m:t>𝑍</m:t>
                                      </m:r>
                                    </m:e>
                                    <m:sub>
                                      <m:f>
                                        <m:fPr>
                                          <m:type m:val="skw"/>
                                          <m:ctrlPr>
                                            <a:rPr lang="es-EC" sz="2800" i="1">
                                              <a:latin typeface="Cambria Math" panose="02040503050406030204" pitchFamily="18" charset="0"/>
                                            </a:rPr>
                                          </m:ctrlPr>
                                        </m:fPr>
                                        <m:num>
                                          <m:r>
                                            <a:rPr lang="es-EC" sz="2800" i="1">
                                              <a:latin typeface="Cambria Math" panose="02040503050406030204" pitchFamily="18" charset="0"/>
                                              <a:ea typeface="Cambria Math" panose="02040503050406030204" pitchFamily="18" charset="0"/>
                                            </a:rPr>
                                            <m:t>𝛼</m:t>
                                          </m:r>
                                        </m:num>
                                        <m:den>
                                          <m:r>
                                            <a:rPr lang="es-EC" sz="2800" i="1">
                                              <a:latin typeface="Cambria Math" panose="02040503050406030204" pitchFamily="18" charset="0"/>
                                            </a:rPr>
                                            <m:t>2</m:t>
                                          </m:r>
                                        </m:den>
                                      </m:f>
                                    </m:sub>
                                  </m:sSub>
                                </m:num>
                                <m:den>
                                  <m:r>
                                    <a:rPr lang="es-EC" sz="2800" i="1">
                                      <a:latin typeface="Cambria Math" panose="02040503050406030204" pitchFamily="18" charset="0"/>
                                      <a:ea typeface="Cambria Math" panose="02040503050406030204" pitchFamily="18" charset="0"/>
                                    </a:rPr>
                                    <m:t>𝑒</m:t>
                                  </m:r>
                                </m:den>
                              </m:f>
                            </m:e>
                          </m:d>
                        </m:e>
                        <m:sup>
                          <m:r>
                            <a:rPr lang="es-EC" sz="2800" b="0" i="1" smtClean="0">
                              <a:latin typeface="Cambria Math" panose="02040503050406030204" pitchFamily="18" charset="0"/>
                              <a:ea typeface="Cambria Math" panose="02040503050406030204" pitchFamily="18" charset="0"/>
                            </a:rPr>
                            <m:t>2</m:t>
                          </m:r>
                        </m:sup>
                      </m:sSup>
                    </m:oMath>
                  </m:oMathPara>
                </a14:m>
                <a:endParaRPr lang="es-EC" sz="2800" dirty="0"/>
              </a:p>
            </p:txBody>
          </p:sp>
        </mc:Choice>
        <mc:Fallback xmlns="">
          <p:sp>
            <p:nvSpPr>
              <p:cNvPr id="9" name="CuadroTexto 8"/>
              <p:cNvSpPr txBox="1">
                <a:spLocks noRot="1" noChangeAspect="1" noMove="1" noResize="1" noEditPoints="1" noAdjustHandles="1" noChangeArrowheads="1" noChangeShapeType="1" noTextEdit="1"/>
              </p:cNvSpPr>
              <p:nvPr/>
            </p:nvSpPr>
            <p:spPr>
              <a:xfrm>
                <a:off x="4573696" y="4654114"/>
                <a:ext cx="2420856" cy="1060868"/>
              </a:xfrm>
              <a:prstGeom prst="rect">
                <a:avLst/>
              </a:prstGeom>
              <a:blipFill rotWithShape="0">
                <a:blip r:embed="rId4"/>
                <a:stretch>
                  <a:fillRect/>
                </a:stretch>
              </a:blipFill>
            </p:spPr>
            <p:txBody>
              <a:bodyPr/>
              <a:lstStyle/>
              <a:p>
                <a:r>
                  <a:rPr lang="es-EC">
                    <a:noFill/>
                  </a:rPr>
                  <a:t> </a:t>
                </a:r>
              </a:p>
            </p:txBody>
          </p:sp>
        </mc:Fallback>
      </mc:AlternateContent>
    </p:spTree>
    <p:extLst>
      <p:ext uri="{BB962C8B-B14F-4D97-AF65-F5344CB8AC3E}">
        <p14:creationId xmlns:p14="http://schemas.microsoft.com/office/powerpoint/2010/main" val="14599906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631110" y="297698"/>
            <a:ext cx="7495257" cy="646331"/>
          </a:xfrm>
          <a:prstGeom prst="rect">
            <a:avLst/>
          </a:prstGeom>
          <a:noFill/>
        </p:spPr>
        <p:txBody>
          <a:bodyPr wrap="none" rtlCol="0">
            <a:spAutoFit/>
          </a:bodyPr>
          <a:lstStyle/>
          <a:p>
            <a:r>
              <a:rPr lang="es-EC" sz="3600" b="1" dirty="0"/>
              <a:t>ESTIMACIÓN – Intervalos de confianza</a:t>
            </a:r>
            <a:endParaRPr lang="es-EC" sz="4000" b="1" dirty="0"/>
          </a:p>
        </p:txBody>
      </p:sp>
      <p:sp>
        <p:nvSpPr>
          <p:cNvPr id="3" name="Rectángulo 2"/>
          <p:cNvSpPr/>
          <p:nvPr/>
        </p:nvSpPr>
        <p:spPr>
          <a:xfrm>
            <a:off x="631110" y="1259026"/>
            <a:ext cx="7019370" cy="523220"/>
          </a:xfrm>
          <a:prstGeom prst="rect">
            <a:avLst/>
          </a:prstGeom>
        </p:spPr>
        <p:txBody>
          <a:bodyPr wrap="square">
            <a:spAutoFit/>
          </a:bodyPr>
          <a:lstStyle/>
          <a:p>
            <a:r>
              <a:rPr lang="es-EC" sz="2800" b="1" dirty="0"/>
              <a:t>Intervalo para la media  </a:t>
            </a:r>
            <a:r>
              <a:rPr lang="el-GR" sz="2800" b="1" dirty="0">
                <a:latin typeface="Trebuchet MS" panose="020B0603020202020204" pitchFamily="34" charset="0"/>
              </a:rPr>
              <a:t>μ</a:t>
            </a:r>
            <a:r>
              <a:rPr lang="es-EC" sz="2800" b="1" dirty="0">
                <a:latin typeface="Trebuchet MS" panose="020B0603020202020204" pitchFamily="34" charset="0"/>
              </a:rPr>
              <a:t> – </a:t>
            </a:r>
            <a:r>
              <a:rPr lang="el-GR" sz="2800" b="1" dirty="0">
                <a:latin typeface="MS Mincho"/>
              </a:rPr>
              <a:t>σ</a:t>
            </a:r>
            <a:r>
              <a:rPr lang="es-EC" sz="2800" b="1" dirty="0">
                <a:latin typeface="MS Mincho"/>
              </a:rPr>
              <a:t> desconocida</a:t>
            </a:r>
            <a:endParaRPr lang="es-EC" sz="2800" b="1" dirty="0"/>
          </a:p>
        </p:txBody>
      </p:sp>
      <mc:AlternateContent xmlns:mc="http://schemas.openxmlformats.org/markup-compatibility/2006" xmlns:a14="http://schemas.microsoft.com/office/drawing/2010/main">
        <mc:Choice Requires="a14">
          <p:sp>
            <p:nvSpPr>
              <p:cNvPr id="4" name="CuadroTexto 3"/>
              <p:cNvSpPr txBox="1"/>
              <p:nvPr/>
            </p:nvSpPr>
            <p:spPr>
              <a:xfrm>
                <a:off x="2779592" y="2635860"/>
                <a:ext cx="5377178" cy="8298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C" sz="2400" b="0" i="1" smtClean="0">
                          <a:latin typeface="Cambria Math" panose="02040503050406030204" pitchFamily="18" charset="0"/>
                        </a:rPr>
                        <m:t>𝑃</m:t>
                      </m:r>
                      <m:d>
                        <m:dPr>
                          <m:ctrlPr>
                            <a:rPr lang="es-EC" sz="2400" b="0" i="1" smtClean="0">
                              <a:latin typeface="Cambria Math" panose="02040503050406030204" pitchFamily="18" charset="0"/>
                            </a:rPr>
                          </m:ctrlPr>
                        </m:dPr>
                        <m:e>
                          <m:sSub>
                            <m:sSubPr>
                              <m:ctrlPr>
                                <a:rPr lang="es-EC" sz="2400" b="0" i="1" smtClean="0">
                                  <a:latin typeface="Cambria Math" panose="02040503050406030204" pitchFamily="18" charset="0"/>
                                </a:rPr>
                              </m:ctrlPr>
                            </m:sSubPr>
                            <m:e>
                              <m:acc>
                                <m:accPr>
                                  <m:chr m:val="̅"/>
                                  <m:ctrlPr>
                                    <a:rPr lang="es-EC" sz="2400" i="1">
                                      <a:latin typeface="Cambria Math" panose="02040503050406030204" pitchFamily="18" charset="0"/>
                                    </a:rPr>
                                  </m:ctrlPr>
                                </m:accPr>
                                <m:e>
                                  <m:r>
                                    <a:rPr lang="es-EC" sz="2400" i="1">
                                      <a:latin typeface="Cambria Math" panose="02040503050406030204" pitchFamily="18" charset="0"/>
                                    </a:rPr>
                                    <m:t>𝑋</m:t>
                                  </m:r>
                                </m:e>
                              </m:acc>
                              <m:r>
                                <a:rPr lang="es-EC" sz="2400" b="0" i="1" smtClean="0">
                                  <a:latin typeface="Cambria Math" panose="02040503050406030204" pitchFamily="18" charset="0"/>
                                </a:rPr>
                                <m:t>−</m:t>
                              </m:r>
                              <m:f>
                                <m:fPr>
                                  <m:ctrlPr>
                                    <a:rPr lang="es-EC" sz="2400" i="1">
                                      <a:latin typeface="Cambria Math" panose="02040503050406030204" pitchFamily="18" charset="0"/>
                                      <a:ea typeface="Cambria Math" panose="02040503050406030204" pitchFamily="18" charset="0"/>
                                    </a:rPr>
                                  </m:ctrlPr>
                                </m:fPr>
                                <m:num>
                                  <m:r>
                                    <a:rPr lang="es-EC" sz="2400" b="0" i="1" smtClean="0">
                                      <a:latin typeface="Cambria Math" panose="02040503050406030204" pitchFamily="18" charset="0"/>
                                      <a:ea typeface="Cambria Math" panose="02040503050406030204" pitchFamily="18" charset="0"/>
                                    </a:rPr>
                                    <m:t>𝑠</m:t>
                                  </m:r>
                                </m:num>
                                <m:den>
                                  <m:rad>
                                    <m:radPr>
                                      <m:degHide m:val="on"/>
                                      <m:ctrlPr>
                                        <a:rPr lang="es-EC" sz="2400" i="1">
                                          <a:latin typeface="Cambria Math" panose="02040503050406030204" pitchFamily="18" charset="0"/>
                                          <a:ea typeface="Cambria Math" panose="02040503050406030204" pitchFamily="18" charset="0"/>
                                        </a:rPr>
                                      </m:ctrlPr>
                                    </m:radPr>
                                    <m:deg/>
                                    <m:e>
                                      <m:r>
                                        <a:rPr lang="es-EC" sz="2400" i="1">
                                          <a:latin typeface="Cambria Math" panose="02040503050406030204" pitchFamily="18" charset="0"/>
                                          <a:ea typeface="Cambria Math" panose="02040503050406030204" pitchFamily="18" charset="0"/>
                                        </a:rPr>
                                        <m:t>𝑛</m:t>
                                      </m:r>
                                    </m:e>
                                  </m:rad>
                                </m:den>
                              </m:f>
                              <m:r>
                                <a:rPr lang="es-EC" sz="2400" b="0" i="1" smtClean="0">
                                  <a:latin typeface="Cambria Math" panose="02040503050406030204" pitchFamily="18" charset="0"/>
                                  <a:ea typeface="Cambria Math" panose="02040503050406030204" pitchFamily="18" charset="0"/>
                                </a:rPr>
                                <m:t>𝑡</m:t>
                              </m:r>
                            </m:e>
                            <m:sub>
                              <m:f>
                                <m:fPr>
                                  <m:ctrlPr>
                                    <a:rPr lang="es-EC" sz="2400" b="0" i="1" smtClean="0">
                                      <a:latin typeface="Cambria Math" panose="02040503050406030204" pitchFamily="18" charset="0"/>
                                      <a:ea typeface="Cambria Math" panose="02040503050406030204" pitchFamily="18" charset="0"/>
                                    </a:rPr>
                                  </m:ctrlPr>
                                </m:fPr>
                                <m:num>
                                  <m:r>
                                    <a:rPr lang="es-EC" sz="2400" b="0" i="1" smtClean="0">
                                      <a:latin typeface="Cambria Math" panose="02040503050406030204" pitchFamily="18" charset="0"/>
                                      <a:ea typeface="Cambria Math" panose="02040503050406030204" pitchFamily="18" charset="0"/>
                                    </a:rPr>
                                    <m:t>𝛼</m:t>
                                  </m:r>
                                </m:num>
                                <m:den>
                                  <m:r>
                                    <a:rPr lang="es-EC" sz="2400" b="0" i="1" smtClean="0">
                                      <a:latin typeface="Cambria Math" panose="02040503050406030204" pitchFamily="18" charset="0"/>
                                      <a:ea typeface="Cambria Math" panose="02040503050406030204" pitchFamily="18" charset="0"/>
                                    </a:rPr>
                                    <m:t>2</m:t>
                                  </m:r>
                                </m:den>
                              </m:f>
                            </m:sub>
                          </m:sSub>
                          <m:r>
                            <a:rPr lang="es-EC" sz="2400" b="0" i="1" smtClean="0">
                              <a:latin typeface="Cambria Math" panose="02040503050406030204" pitchFamily="18" charset="0"/>
                            </a:rPr>
                            <m:t>&lt;</m:t>
                          </m:r>
                          <m:r>
                            <a:rPr lang="es-EC" sz="2400" i="1">
                              <a:latin typeface="Cambria Math" panose="02040503050406030204" pitchFamily="18" charset="0"/>
                              <a:ea typeface="Cambria Math" panose="02040503050406030204" pitchFamily="18" charset="0"/>
                            </a:rPr>
                            <m:t>𝜇</m:t>
                          </m:r>
                          <m:r>
                            <a:rPr lang="es-EC" sz="2400" b="0" i="1" smtClean="0">
                              <a:latin typeface="Cambria Math" panose="02040503050406030204" pitchFamily="18" charset="0"/>
                            </a:rPr>
                            <m:t>&lt;</m:t>
                          </m:r>
                          <m:acc>
                            <m:accPr>
                              <m:chr m:val="̅"/>
                              <m:ctrlPr>
                                <a:rPr lang="es-EC" sz="2400" i="1">
                                  <a:latin typeface="Cambria Math" panose="02040503050406030204" pitchFamily="18" charset="0"/>
                                </a:rPr>
                              </m:ctrlPr>
                            </m:accPr>
                            <m:e>
                              <m:r>
                                <a:rPr lang="es-EC" sz="2400" i="1">
                                  <a:latin typeface="Cambria Math" panose="02040503050406030204" pitchFamily="18" charset="0"/>
                                </a:rPr>
                                <m:t>𝑋</m:t>
                              </m:r>
                            </m:e>
                          </m:acc>
                          <m:r>
                            <a:rPr lang="es-EC" sz="2400" b="0" i="1" smtClean="0">
                              <a:latin typeface="Cambria Math" panose="02040503050406030204" pitchFamily="18" charset="0"/>
                            </a:rPr>
                            <m:t>+</m:t>
                          </m:r>
                          <m:sSub>
                            <m:sSubPr>
                              <m:ctrlPr>
                                <a:rPr lang="es-EC" sz="2400" i="1">
                                  <a:latin typeface="Cambria Math" panose="02040503050406030204" pitchFamily="18" charset="0"/>
                                </a:rPr>
                              </m:ctrlPr>
                            </m:sSubPr>
                            <m:e>
                              <m:f>
                                <m:fPr>
                                  <m:ctrlPr>
                                    <a:rPr lang="es-EC" sz="2400" i="1">
                                      <a:latin typeface="Cambria Math" panose="02040503050406030204" pitchFamily="18" charset="0"/>
                                      <a:ea typeface="Cambria Math" panose="02040503050406030204" pitchFamily="18" charset="0"/>
                                    </a:rPr>
                                  </m:ctrlPr>
                                </m:fPr>
                                <m:num>
                                  <m:r>
                                    <a:rPr lang="es-EC" sz="2400" b="0" i="1" smtClean="0">
                                      <a:latin typeface="Cambria Math" panose="02040503050406030204" pitchFamily="18" charset="0"/>
                                      <a:ea typeface="Cambria Math" panose="02040503050406030204" pitchFamily="18" charset="0"/>
                                    </a:rPr>
                                    <m:t>𝑠</m:t>
                                  </m:r>
                                </m:num>
                                <m:den>
                                  <m:rad>
                                    <m:radPr>
                                      <m:degHide m:val="on"/>
                                      <m:ctrlPr>
                                        <a:rPr lang="es-EC" sz="2400" i="1">
                                          <a:latin typeface="Cambria Math" panose="02040503050406030204" pitchFamily="18" charset="0"/>
                                          <a:ea typeface="Cambria Math" panose="02040503050406030204" pitchFamily="18" charset="0"/>
                                        </a:rPr>
                                      </m:ctrlPr>
                                    </m:radPr>
                                    <m:deg/>
                                    <m:e>
                                      <m:r>
                                        <a:rPr lang="es-EC" sz="2400" i="1">
                                          <a:latin typeface="Cambria Math" panose="02040503050406030204" pitchFamily="18" charset="0"/>
                                          <a:ea typeface="Cambria Math" panose="02040503050406030204" pitchFamily="18" charset="0"/>
                                        </a:rPr>
                                        <m:t>𝑛</m:t>
                                      </m:r>
                                    </m:e>
                                  </m:rad>
                                </m:den>
                              </m:f>
                              <m:r>
                                <a:rPr lang="es-EC" sz="2400" b="0" i="1" smtClean="0">
                                  <a:latin typeface="Cambria Math" panose="02040503050406030204" pitchFamily="18" charset="0"/>
                                  <a:ea typeface="Cambria Math" panose="02040503050406030204" pitchFamily="18" charset="0"/>
                                </a:rPr>
                                <m:t>𝑡</m:t>
                              </m:r>
                            </m:e>
                            <m:sub>
                              <m:f>
                                <m:fPr>
                                  <m:ctrlPr>
                                    <a:rPr lang="es-EC" sz="2400" i="1">
                                      <a:latin typeface="Cambria Math" panose="02040503050406030204" pitchFamily="18" charset="0"/>
                                      <a:ea typeface="Cambria Math" panose="02040503050406030204" pitchFamily="18" charset="0"/>
                                    </a:rPr>
                                  </m:ctrlPr>
                                </m:fPr>
                                <m:num>
                                  <m:r>
                                    <a:rPr lang="es-EC" sz="2400" i="1">
                                      <a:latin typeface="Cambria Math" panose="02040503050406030204" pitchFamily="18" charset="0"/>
                                      <a:ea typeface="Cambria Math" panose="02040503050406030204" pitchFamily="18" charset="0"/>
                                    </a:rPr>
                                    <m:t>𝛼</m:t>
                                  </m:r>
                                </m:num>
                                <m:den>
                                  <m:r>
                                    <a:rPr lang="es-EC" sz="2400" i="1">
                                      <a:latin typeface="Cambria Math" panose="02040503050406030204" pitchFamily="18" charset="0"/>
                                      <a:ea typeface="Cambria Math" panose="02040503050406030204" pitchFamily="18" charset="0"/>
                                    </a:rPr>
                                    <m:t>2</m:t>
                                  </m:r>
                                </m:den>
                              </m:f>
                            </m:sub>
                          </m:sSub>
                        </m:e>
                      </m:d>
                      <m:r>
                        <a:rPr lang="es-EC" sz="2400" b="0" i="1" smtClean="0">
                          <a:latin typeface="Cambria Math" panose="02040503050406030204" pitchFamily="18" charset="0"/>
                          <a:ea typeface="Cambria Math" panose="02040503050406030204" pitchFamily="18" charset="0"/>
                        </a:rPr>
                        <m:t>=1−</m:t>
                      </m:r>
                      <m:r>
                        <a:rPr lang="es-EC" sz="2400" b="0" i="1" smtClean="0">
                          <a:latin typeface="Cambria Math" panose="02040503050406030204" pitchFamily="18" charset="0"/>
                          <a:ea typeface="Cambria Math" panose="02040503050406030204" pitchFamily="18" charset="0"/>
                        </a:rPr>
                        <m:t>𝛼</m:t>
                      </m:r>
                    </m:oMath>
                  </m:oMathPara>
                </a14:m>
                <a:endParaRPr lang="es-EC" sz="2400" dirty="0"/>
              </a:p>
            </p:txBody>
          </p:sp>
        </mc:Choice>
        <mc:Fallback xmlns="">
          <p:sp>
            <p:nvSpPr>
              <p:cNvPr id="4" name="CuadroTexto 3"/>
              <p:cNvSpPr txBox="1">
                <a:spLocks noRot="1" noChangeAspect="1" noMove="1" noResize="1" noEditPoints="1" noAdjustHandles="1" noChangeArrowheads="1" noChangeShapeType="1" noTextEdit="1"/>
              </p:cNvSpPr>
              <p:nvPr/>
            </p:nvSpPr>
            <p:spPr>
              <a:xfrm>
                <a:off x="2779592" y="2635860"/>
                <a:ext cx="5377178" cy="829843"/>
              </a:xfrm>
              <a:prstGeom prst="rect">
                <a:avLst/>
              </a:prstGeom>
              <a:blipFill rotWithShape="0">
                <a:blip r:embed="rId2"/>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5" name="CuadroTexto 4"/>
              <p:cNvSpPr txBox="1"/>
              <p:nvPr/>
            </p:nvSpPr>
            <p:spPr>
              <a:xfrm>
                <a:off x="944880" y="4419600"/>
                <a:ext cx="10205679" cy="502445"/>
              </a:xfrm>
              <a:prstGeom prst="rect">
                <a:avLst/>
              </a:prstGeom>
              <a:noFill/>
            </p:spPr>
            <p:txBody>
              <a:bodyPr wrap="none" rtlCol="0">
                <a:spAutoFit/>
              </a:bodyPr>
              <a:lstStyle/>
              <a:p>
                <a:r>
                  <a:rPr lang="es-EC" sz="2400" dirty="0"/>
                  <a:t>Donde </a:t>
                </a:r>
                <a14:m>
                  <m:oMath xmlns:m="http://schemas.openxmlformats.org/officeDocument/2006/math">
                    <m:sSub>
                      <m:sSubPr>
                        <m:ctrlPr>
                          <a:rPr lang="es-EC" sz="2400" i="1" smtClean="0">
                            <a:latin typeface="Cambria Math" panose="02040503050406030204" pitchFamily="18" charset="0"/>
                          </a:rPr>
                        </m:ctrlPr>
                      </m:sSubPr>
                      <m:e>
                        <m:r>
                          <a:rPr lang="es-EC" sz="2400" b="0" i="1" smtClean="0">
                            <a:latin typeface="Cambria Math" panose="02040503050406030204" pitchFamily="18" charset="0"/>
                          </a:rPr>
                          <m:t>𝑡</m:t>
                        </m:r>
                      </m:e>
                      <m:sub>
                        <m:f>
                          <m:fPr>
                            <m:type m:val="skw"/>
                            <m:ctrlPr>
                              <a:rPr lang="es-EC" sz="2400" i="1" smtClean="0">
                                <a:latin typeface="Cambria Math" panose="02040503050406030204" pitchFamily="18" charset="0"/>
                              </a:rPr>
                            </m:ctrlPr>
                          </m:fPr>
                          <m:num>
                            <m:r>
                              <a:rPr lang="es-EC" sz="2400" i="1" smtClean="0">
                                <a:latin typeface="Cambria Math" panose="02040503050406030204" pitchFamily="18" charset="0"/>
                                <a:ea typeface="Cambria Math" panose="02040503050406030204" pitchFamily="18" charset="0"/>
                              </a:rPr>
                              <m:t>𝛼</m:t>
                            </m:r>
                          </m:num>
                          <m:den>
                            <m:r>
                              <a:rPr lang="es-EC" sz="2400" b="0" i="1" smtClean="0">
                                <a:latin typeface="Cambria Math" panose="02040503050406030204" pitchFamily="18" charset="0"/>
                              </a:rPr>
                              <m:t>2</m:t>
                            </m:r>
                          </m:den>
                        </m:f>
                      </m:sub>
                    </m:sSub>
                  </m:oMath>
                </a14:m>
                <a:r>
                  <a:rPr lang="es-EC" sz="2400" dirty="0"/>
                  <a:t> es el valor de la variable aleatoria T con </a:t>
                </a:r>
                <a14:m>
                  <m:oMath xmlns:m="http://schemas.openxmlformats.org/officeDocument/2006/math">
                    <m:r>
                      <a:rPr lang="es-EC" sz="2400" i="1">
                        <a:latin typeface="Cambria Math" panose="02040503050406030204" pitchFamily="18" charset="0"/>
                        <a:ea typeface="Cambria Math" panose="02040503050406030204" pitchFamily="18" charset="0"/>
                      </a:rPr>
                      <m:t>𝜈</m:t>
                    </m:r>
                    <m:r>
                      <a:rPr lang="es-EC" sz="2400" i="1">
                        <a:latin typeface="Cambria Math" panose="02040503050406030204" pitchFamily="18" charset="0"/>
                        <a:ea typeface="Cambria Math" panose="02040503050406030204" pitchFamily="18" charset="0"/>
                      </a:rPr>
                      <m:t>=</m:t>
                    </m:r>
                    <m:r>
                      <a:rPr lang="es-EC" sz="2400" i="1">
                        <a:latin typeface="Cambria Math" panose="02040503050406030204" pitchFamily="18" charset="0"/>
                        <a:ea typeface="Cambria Math" panose="02040503050406030204" pitchFamily="18" charset="0"/>
                      </a:rPr>
                      <m:t>𝑛</m:t>
                    </m:r>
                    <m:r>
                      <a:rPr lang="es-EC" sz="2400" i="1">
                        <a:latin typeface="Cambria Math" panose="02040503050406030204" pitchFamily="18" charset="0"/>
                        <a:ea typeface="Cambria Math" panose="02040503050406030204" pitchFamily="18" charset="0"/>
                      </a:rPr>
                      <m:t>−1</m:t>
                    </m:r>
                  </m:oMath>
                </a14:m>
                <a:r>
                  <a:rPr lang="es-EC" sz="2400" dirty="0"/>
                  <a:t> grados de libertad</a:t>
                </a:r>
              </a:p>
            </p:txBody>
          </p:sp>
        </mc:Choice>
        <mc:Fallback xmlns="">
          <p:sp>
            <p:nvSpPr>
              <p:cNvPr id="5" name="CuadroTexto 4"/>
              <p:cNvSpPr txBox="1">
                <a:spLocks noRot="1" noChangeAspect="1" noMove="1" noResize="1" noEditPoints="1" noAdjustHandles="1" noChangeArrowheads="1" noChangeShapeType="1" noTextEdit="1"/>
              </p:cNvSpPr>
              <p:nvPr/>
            </p:nvSpPr>
            <p:spPr>
              <a:xfrm>
                <a:off x="944880" y="4419600"/>
                <a:ext cx="10205679" cy="502445"/>
              </a:xfrm>
              <a:prstGeom prst="rect">
                <a:avLst/>
              </a:prstGeom>
              <a:blipFill rotWithShape="0">
                <a:blip r:embed="rId3"/>
                <a:stretch>
                  <a:fillRect l="-896" t="-51220" b="-131707"/>
                </a:stretch>
              </a:blipFill>
            </p:spPr>
            <p:txBody>
              <a:bodyPr/>
              <a:lstStyle/>
              <a:p>
                <a:r>
                  <a:rPr lang="es-EC">
                    <a:noFill/>
                  </a:rPr>
                  <a:t> </a:t>
                </a:r>
              </a:p>
            </p:txBody>
          </p:sp>
        </mc:Fallback>
      </mc:AlternateContent>
    </p:spTree>
    <p:extLst>
      <p:ext uri="{BB962C8B-B14F-4D97-AF65-F5344CB8AC3E}">
        <p14:creationId xmlns:p14="http://schemas.microsoft.com/office/powerpoint/2010/main" val="40652123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631110" y="297698"/>
            <a:ext cx="7495257" cy="646331"/>
          </a:xfrm>
          <a:prstGeom prst="rect">
            <a:avLst/>
          </a:prstGeom>
          <a:noFill/>
        </p:spPr>
        <p:txBody>
          <a:bodyPr wrap="none" rtlCol="0">
            <a:spAutoFit/>
          </a:bodyPr>
          <a:lstStyle/>
          <a:p>
            <a:r>
              <a:rPr lang="es-EC" sz="3600" b="1" dirty="0"/>
              <a:t>ESTIMACIÓN – Intervalos de confianza</a:t>
            </a:r>
            <a:endParaRPr lang="es-EC" sz="4000" b="1" dirty="0"/>
          </a:p>
        </p:txBody>
      </p:sp>
      <p:sp>
        <p:nvSpPr>
          <p:cNvPr id="3" name="Rectángulo 2"/>
          <p:cNvSpPr/>
          <p:nvPr/>
        </p:nvSpPr>
        <p:spPr>
          <a:xfrm>
            <a:off x="631110" y="1259026"/>
            <a:ext cx="7019370" cy="523220"/>
          </a:xfrm>
          <a:prstGeom prst="rect">
            <a:avLst/>
          </a:prstGeom>
        </p:spPr>
        <p:txBody>
          <a:bodyPr wrap="square">
            <a:spAutoFit/>
          </a:bodyPr>
          <a:lstStyle/>
          <a:p>
            <a:r>
              <a:rPr lang="es-EC" sz="2800" b="1" dirty="0"/>
              <a:t>Intervalo para </a:t>
            </a:r>
            <a:r>
              <a:rPr lang="es-EC" sz="2800" b="1" dirty="0">
                <a:latin typeface="Trebuchet MS" panose="020B0603020202020204" pitchFamily="34" charset="0"/>
              </a:rPr>
              <a:t>proporción - p</a:t>
            </a:r>
            <a:endParaRPr lang="es-EC" sz="2800" b="1" dirty="0"/>
          </a:p>
        </p:txBody>
      </p:sp>
      <p:sp>
        <p:nvSpPr>
          <p:cNvPr id="4" name="CuadroTexto 3"/>
          <p:cNvSpPr txBox="1"/>
          <p:nvPr/>
        </p:nvSpPr>
        <p:spPr>
          <a:xfrm>
            <a:off x="631110" y="2097243"/>
            <a:ext cx="3572709" cy="461665"/>
          </a:xfrm>
          <a:prstGeom prst="rect">
            <a:avLst/>
          </a:prstGeom>
          <a:noFill/>
        </p:spPr>
        <p:txBody>
          <a:bodyPr wrap="none" rtlCol="0">
            <a:spAutoFit/>
          </a:bodyPr>
          <a:lstStyle/>
          <a:p>
            <a:r>
              <a:rPr lang="es-EC" sz="2400" dirty="0"/>
              <a:t>X: Número de casos a favor</a:t>
            </a:r>
          </a:p>
        </p:txBody>
      </p:sp>
      <mc:AlternateContent xmlns:mc="http://schemas.openxmlformats.org/markup-compatibility/2006" xmlns:a14="http://schemas.microsoft.com/office/drawing/2010/main">
        <mc:Choice Requires="a14">
          <p:sp>
            <p:nvSpPr>
              <p:cNvPr id="5" name="CuadroTexto 4"/>
              <p:cNvSpPr txBox="1"/>
              <p:nvPr/>
            </p:nvSpPr>
            <p:spPr>
              <a:xfrm>
                <a:off x="631110" y="3017520"/>
                <a:ext cx="850682" cy="6914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s-EC" sz="2400" i="1" smtClean="0">
                              <a:latin typeface="Cambria Math" panose="02040503050406030204" pitchFamily="18" charset="0"/>
                            </a:rPr>
                          </m:ctrlPr>
                        </m:accPr>
                        <m:e>
                          <m:r>
                            <a:rPr lang="es-EC" sz="2400" b="0" i="1" smtClean="0">
                              <a:latin typeface="Cambria Math" panose="02040503050406030204" pitchFamily="18" charset="0"/>
                            </a:rPr>
                            <m:t>𝑝</m:t>
                          </m:r>
                        </m:e>
                      </m:acc>
                      <m:r>
                        <a:rPr lang="es-EC" sz="2400" b="0" i="1" smtClean="0">
                          <a:latin typeface="Cambria Math" panose="02040503050406030204" pitchFamily="18" charset="0"/>
                        </a:rPr>
                        <m:t>=</m:t>
                      </m:r>
                      <m:f>
                        <m:fPr>
                          <m:ctrlPr>
                            <a:rPr lang="es-EC" sz="2400" b="0" i="1" smtClean="0">
                              <a:latin typeface="Cambria Math" panose="02040503050406030204" pitchFamily="18" charset="0"/>
                            </a:rPr>
                          </m:ctrlPr>
                        </m:fPr>
                        <m:num>
                          <m:r>
                            <a:rPr lang="es-EC" sz="2400" b="0" i="1" smtClean="0">
                              <a:latin typeface="Cambria Math" panose="02040503050406030204" pitchFamily="18" charset="0"/>
                            </a:rPr>
                            <m:t>𝑋</m:t>
                          </m:r>
                        </m:num>
                        <m:den>
                          <m:r>
                            <a:rPr lang="es-EC" sz="2400" b="0" i="1" smtClean="0">
                              <a:latin typeface="Cambria Math" panose="02040503050406030204" pitchFamily="18" charset="0"/>
                            </a:rPr>
                            <m:t>𝑛</m:t>
                          </m:r>
                        </m:den>
                      </m:f>
                    </m:oMath>
                  </m:oMathPara>
                </a14:m>
                <a:endParaRPr lang="es-EC" sz="2400" dirty="0"/>
              </a:p>
            </p:txBody>
          </p:sp>
        </mc:Choice>
        <mc:Fallback xmlns="">
          <p:sp>
            <p:nvSpPr>
              <p:cNvPr id="5" name="CuadroTexto 4"/>
              <p:cNvSpPr txBox="1">
                <a:spLocks noRot="1" noChangeAspect="1" noMove="1" noResize="1" noEditPoints="1" noAdjustHandles="1" noChangeArrowheads="1" noChangeShapeType="1" noTextEdit="1"/>
              </p:cNvSpPr>
              <p:nvPr/>
            </p:nvSpPr>
            <p:spPr>
              <a:xfrm>
                <a:off x="631110" y="3017520"/>
                <a:ext cx="850682" cy="691471"/>
              </a:xfrm>
              <a:prstGeom prst="rect">
                <a:avLst/>
              </a:prstGeom>
              <a:blipFill rotWithShape="0">
                <a:blip r:embed="rId2"/>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6" name="CuadroTexto 5"/>
              <p:cNvSpPr txBox="1"/>
              <p:nvPr/>
            </p:nvSpPr>
            <p:spPr>
              <a:xfrm>
                <a:off x="2417464" y="3017519"/>
                <a:ext cx="3745128" cy="7017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C" sz="2400" b="0" i="1" smtClean="0">
                          <a:latin typeface="Cambria Math" panose="02040503050406030204" pitchFamily="18" charset="0"/>
                        </a:rPr>
                        <m:t>𝐸</m:t>
                      </m:r>
                      <m:d>
                        <m:dPr>
                          <m:ctrlPr>
                            <a:rPr lang="es-EC" sz="2400" b="0" i="1" smtClean="0">
                              <a:latin typeface="Cambria Math" panose="02040503050406030204" pitchFamily="18" charset="0"/>
                            </a:rPr>
                          </m:ctrlPr>
                        </m:dPr>
                        <m:e>
                          <m:acc>
                            <m:accPr>
                              <m:chr m:val="̂"/>
                              <m:ctrlPr>
                                <a:rPr lang="es-EC" sz="2400" i="1" smtClean="0">
                                  <a:latin typeface="Cambria Math" panose="02040503050406030204" pitchFamily="18" charset="0"/>
                                </a:rPr>
                              </m:ctrlPr>
                            </m:accPr>
                            <m:e>
                              <m:r>
                                <a:rPr lang="es-EC" sz="2400" b="0" i="1" smtClean="0">
                                  <a:latin typeface="Cambria Math" panose="02040503050406030204" pitchFamily="18" charset="0"/>
                                </a:rPr>
                                <m:t>𝑝</m:t>
                              </m:r>
                            </m:e>
                          </m:acc>
                        </m:e>
                      </m:d>
                      <m:r>
                        <a:rPr lang="es-EC" sz="2400" b="0" i="1" smtClean="0">
                          <a:latin typeface="Cambria Math" panose="02040503050406030204" pitchFamily="18" charset="0"/>
                        </a:rPr>
                        <m:t>=</m:t>
                      </m:r>
                      <m:r>
                        <a:rPr lang="es-EC" sz="2400" b="0" i="1" smtClean="0">
                          <a:latin typeface="Cambria Math" panose="02040503050406030204" pitchFamily="18" charset="0"/>
                        </a:rPr>
                        <m:t>𝐸</m:t>
                      </m:r>
                      <m:d>
                        <m:dPr>
                          <m:ctrlPr>
                            <a:rPr lang="es-EC" sz="2400" b="0" i="1" smtClean="0">
                              <a:latin typeface="Cambria Math" panose="02040503050406030204" pitchFamily="18" charset="0"/>
                            </a:rPr>
                          </m:ctrlPr>
                        </m:dPr>
                        <m:e>
                          <m:f>
                            <m:fPr>
                              <m:ctrlPr>
                                <a:rPr lang="es-EC" sz="2400" i="1">
                                  <a:latin typeface="Cambria Math" panose="02040503050406030204" pitchFamily="18" charset="0"/>
                                </a:rPr>
                              </m:ctrlPr>
                            </m:fPr>
                            <m:num>
                              <m:r>
                                <a:rPr lang="es-EC" sz="2400" i="1">
                                  <a:latin typeface="Cambria Math" panose="02040503050406030204" pitchFamily="18" charset="0"/>
                                </a:rPr>
                                <m:t>𝑋</m:t>
                              </m:r>
                            </m:num>
                            <m:den>
                              <m:r>
                                <a:rPr lang="es-EC" sz="2400" i="1">
                                  <a:latin typeface="Cambria Math" panose="02040503050406030204" pitchFamily="18" charset="0"/>
                                </a:rPr>
                                <m:t>𝑛</m:t>
                              </m:r>
                            </m:den>
                          </m:f>
                        </m:e>
                      </m:d>
                      <m:r>
                        <a:rPr lang="es-EC" sz="2400" b="0" i="1" smtClean="0">
                          <a:latin typeface="Cambria Math" panose="02040503050406030204" pitchFamily="18" charset="0"/>
                        </a:rPr>
                        <m:t>=</m:t>
                      </m:r>
                      <m:f>
                        <m:fPr>
                          <m:ctrlPr>
                            <a:rPr lang="es-EC" sz="2400" i="1">
                              <a:latin typeface="Cambria Math" panose="02040503050406030204" pitchFamily="18" charset="0"/>
                            </a:rPr>
                          </m:ctrlPr>
                        </m:fPr>
                        <m:num>
                          <m:r>
                            <a:rPr lang="es-EC" sz="2400" b="0" i="1" smtClean="0">
                              <a:latin typeface="Cambria Math" panose="02040503050406030204" pitchFamily="18" charset="0"/>
                            </a:rPr>
                            <m:t>1</m:t>
                          </m:r>
                        </m:num>
                        <m:den>
                          <m:r>
                            <a:rPr lang="es-EC" sz="2400" i="1">
                              <a:latin typeface="Cambria Math" panose="02040503050406030204" pitchFamily="18" charset="0"/>
                            </a:rPr>
                            <m:t>𝑛</m:t>
                          </m:r>
                        </m:den>
                      </m:f>
                      <m:r>
                        <a:rPr lang="es-EC" sz="2400" b="0" i="1" smtClean="0">
                          <a:latin typeface="Cambria Math" panose="02040503050406030204" pitchFamily="18" charset="0"/>
                        </a:rPr>
                        <m:t>𝐸</m:t>
                      </m:r>
                      <m:d>
                        <m:dPr>
                          <m:ctrlPr>
                            <a:rPr lang="es-EC" sz="2400" b="0" i="1" smtClean="0">
                              <a:latin typeface="Cambria Math" panose="02040503050406030204" pitchFamily="18" charset="0"/>
                            </a:rPr>
                          </m:ctrlPr>
                        </m:dPr>
                        <m:e>
                          <m:r>
                            <a:rPr lang="es-EC" sz="2400" b="0" i="1" smtClean="0">
                              <a:latin typeface="Cambria Math" panose="02040503050406030204" pitchFamily="18" charset="0"/>
                            </a:rPr>
                            <m:t>𝑋</m:t>
                          </m:r>
                        </m:e>
                      </m:d>
                      <m:r>
                        <a:rPr lang="es-EC" sz="2400" b="0" i="1" smtClean="0">
                          <a:latin typeface="Cambria Math" panose="02040503050406030204" pitchFamily="18" charset="0"/>
                        </a:rPr>
                        <m:t>=</m:t>
                      </m:r>
                      <m:r>
                        <a:rPr lang="es-EC" sz="2400" b="0" i="1" smtClean="0">
                          <a:latin typeface="Cambria Math" panose="02040503050406030204" pitchFamily="18" charset="0"/>
                        </a:rPr>
                        <m:t>𝑝</m:t>
                      </m:r>
                    </m:oMath>
                  </m:oMathPara>
                </a14:m>
                <a:endParaRPr lang="es-EC" sz="2400" dirty="0"/>
              </a:p>
            </p:txBody>
          </p:sp>
        </mc:Choice>
        <mc:Fallback xmlns="">
          <p:sp>
            <p:nvSpPr>
              <p:cNvPr id="6" name="CuadroTexto 5"/>
              <p:cNvSpPr txBox="1">
                <a:spLocks noRot="1" noChangeAspect="1" noMove="1" noResize="1" noEditPoints="1" noAdjustHandles="1" noChangeArrowheads="1" noChangeShapeType="1" noTextEdit="1"/>
              </p:cNvSpPr>
              <p:nvPr/>
            </p:nvSpPr>
            <p:spPr>
              <a:xfrm>
                <a:off x="2417464" y="3017519"/>
                <a:ext cx="3745128" cy="701731"/>
              </a:xfrm>
              <a:prstGeom prst="rect">
                <a:avLst/>
              </a:prstGeom>
              <a:blipFill rotWithShape="0">
                <a:blip r:embed="rId3"/>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7" name="CuadroTexto 6"/>
              <p:cNvSpPr txBox="1"/>
              <p:nvPr/>
            </p:nvSpPr>
            <p:spPr>
              <a:xfrm>
                <a:off x="7098264" y="3017519"/>
                <a:ext cx="4051430" cy="7017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C" sz="2400" b="0" i="1" smtClean="0">
                          <a:latin typeface="Cambria Math" panose="02040503050406030204" pitchFamily="18" charset="0"/>
                        </a:rPr>
                        <m:t>𝑉</m:t>
                      </m:r>
                      <m:d>
                        <m:dPr>
                          <m:ctrlPr>
                            <a:rPr lang="es-EC" sz="2400" b="0" i="1" smtClean="0">
                              <a:latin typeface="Cambria Math" panose="02040503050406030204" pitchFamily="18" charset="0"/>
                            </a:rPr>
                          </m:ctrlPr>
                        </m:dPr>
                        <m:e>
                          <m:acc>
                            <m:accPr>
                              <m:chr m:val="̂"/>
                              <m:ctrlPr>
                                <a:rPr lang="es-EC" sz="2400" i="1" smtClean="0">
                                  <a:latin typeface="Cambria Math" panose="02040503050406030204" pitchFamily="18" charset="0"/>
                                </a:rPr>
                              </m:ctrlPr>
                            </m:accPr>
                            <m:e>
                              <m:r>
                                <a:rPr lang="es-EC" sz="2400" b="0" i="1" smtClean="0">
                                  <a:latin typeface="Cambria Math" panose="02040503050406030204" pitchFamily="18" charset="0"/>
                                </a:rPr>
                                <m:t>𝑝</m:t>
                              </m:r>
                            </m:e>
                          </m:acc>
                        </m:e>
                      </m:d>
                      <m:r>
                        <a:rPr lang="es-EC" sz="2400" b="0" i="1" smtClean="0">
                          <a:latin typeface="Cambria Math" panose="02040503050406030204" pitchFamily="18" charset="0"/>
                        </a:rPr>
                        <m:t>=</m:t>
                      </m:r>
                      <m:r>
                        <a:rPr lang="es-EC" sz="2400" b="0" i="1" smtClean="0">
                          <a:latin typeface="Cambria Math" panose="02040503050406030204" pitchFamily="18" charset="0"/>
                        </a:rPr>
                        <m:t>𝑉</m:t>
                      </m:r>
                      <m:d>
                        <m:dPr>
                          <m:ctrlPr>
                            <a:rPr lang="es-EC" sz="2400" b="0" i="1" smtClean="0">
                              <a:latin typeface="Cambria Math" panose="02040503050406030204" pitchFamily="18" charset="0"/>
                            </a:rPr>
                          </m:ctrlPr>
                        </m:dPr>
                        <m:e>
                          <m:f>
                            <m:fPr>
                              <m:ctrlPr>
                                <a:rPr lang="es-EC" sz="2400" i="1">
                                  <a:latin typeface="Cambria Math" panose="02040503050406030204" pitchFamily="18" charset="0"/>
                                </a:rPr>
                              </m:ctrlPr>
                            </m:fPr>
                            <m:num>
                              <m:r>
                                <a:rPr lang="es-EC" sz="2400" i="1">
                                  <a:latin typeface="Cambria Math" panose="02040503050406030204" pitchFamily="18" charset="0"/>
                                </a:rPr>
                                <m:t>𝑋</m:t>
                              </m:r>
                            </m:num>
                            <m:den>
                              <m:r>
                                <a:rPr lang="es-EC" sz="2400" i="1">
                                  <a:latin typeface="Cambria Math" panose="02040503050406030204" pitchFamily="18" charset="0"/>
                                </a:rPr>
                                <m:t>𝑛</m:t>
                              </m:r>
                            </m:den>
                          </m:f>
                        </m:e>
                      </m:d>
                      <m:r>
                        <a:rPr lang="es-EC" sz="2400" b="0" i="1" smtClean="0">
                          <a:latin typeface="Cambria Math" panose="02040503050406030204" pitchFamily="18" charset="0"/>
                        </a:rPr>
                        <m:t>=</m:t>
                      </m:r>
                      <m:f>
                        <m:fPr>
                          <m:ctrlPr>
                            <a:rPr lang="es-EC" sz="2400" i="1">
                              <a:latin typeface="Cambria Math" panose="02040503050406030204" pitchFamily="18" charset="0"/>
                            </a:rPr>
                          </m:ctrlPr>
                        </m:fPr>
                        <m:num>
                          <m:r>
                            <a:rPr lang="es-EC" sz="2400" b="0" i="1" smtClean="0">
                              <a:latin typeface="Cambria Math" panose="02040503050406030204" pitchFamily="18" charset="0"/>
                            </a:rPr>
                            <m:t>1</m:t>
                          </m:r>
                        </m:num>
                        <m:den>
                          <m:sSup>
                            <m:sSupPr>
                              <m:ctrlPr>
                                <a:rPr lang="es-EC" sz="2400" i="1" smtClean="0">
                                  <a:latin typeface="Cambria Math" panose="02040503050406030204" pitchFamily="18" charset="0"/>
                                </a:rPr>
                              </m:ctrlPr>
                            </m:sSupPr>
                            <m:e>
                              <m:r>
                                <a:rPr lang="es-EC" sz="2400" b="0" i="1" smtClean="0">
                                  <a:latin typeface="Cambria Math" panose="02040503050406030204" pitchFamily="18" charset="0"/>
                                </a:rPr>
                                <m:t>𝑛</m:t>
                              </m:r>
                            </m:e>
                            <m:sup>
                              <m:r>
                                <a:rPr lang="es-EC" sz="2400" b="0" i="1" smtClean="0">
                                  <a:latin typeface="Cambria Math" panose="02040503050406030204" pitchFamily="18" charset="0"/>
                                </a:rPr>
                                <m:t>2</m:t>
                              </m:r>
                            </m:sup>
                          </m:sSup>
                        </m:den>
                      </m:f>
                      <m:r>
                        <a:rPr lang="es-EC" sz="2400" b="0" i="1" smtClean="0">
                          <a:latin typeface="Cambria Math" panose="02040503050406030204" pitchFamily="18" charset="0"/>
                        </a:rPr>
                        <m:t>𝑉</m:t>
                      </m:r>
                      <m:d>
                        <m:dPr>
                          <m:ctrlPr>
                            <a:rPr lang="es-EC" sz="2400" b="0" i="1" smtClean="0">
                              <a:latin typeface="Cambria Math" panose="02040503050406030204" pitchFamily="18" charset="0"/>
                            </a:rPr>
                          </m:ctrlPr>
                        </m:dPr>
                        <m:e>
                          <m:r>
                            <a:rPr lang="es-EC" sz="2400" b="0" i="1" smtClean="0">
                              <a:latin typeface="Cambria Math" panose="02040503050406030204" pitchFamily="18" charset="0"/>
                            </a:rPr>
                            <m:t>𝑋</m:t>
                          </m:r>
                        </m:e>
                      </m:d>
                      <m:r>
                        <a:rPr lang="es-EC" sz="2400" b="0" i="1" smtClean="0">
                          <a:latin typeface="Cambria Math" panose="02040503050406030204" pitchFamily="18" charset="0"/>
                        </a:rPr>
                        <m:t>=</m:t>
                      </m:r>
                      <m:f>
                        <m:fPr>
                          <m:ctrlPr>
                            <a:rPr lang="es-EC" sz="2400" b="0" i="1" smtClean="0">
                              <a:latin typeface="Cambria Math" panose="02040503050406030204" pitchFamily="18" charset="0"/>
                            </a:rPr>
                          </m:ctrlPr>
                        </m:fPr>
                        <m:num>
                          <m:r>
                            <a:rPr lang="es-EC" sz="2400" b="0" i="1" smtClean="0">
                              <a:latin typeface="Cambria Math" panose="02040503050406030204" pitchFamily="18" charset="0"/>
                            </a:rPr>
                            <m:t>𝑝𝑞</m:t>
                          </m:r>
                        </m:num>
                        <m:den>
                          <m:r>
                            <a:rPr lang="es-EC" sz="2400" b="0" i="1" smtClean="0">
                              <a:latin typeface="Cambria Math" panose="02040503050406030204" pitchFamily="18" charset="0"/>
                            </a:rPr>
                            <m:t>𝑛</m:t>
                          </m:r>
                        </m:den>
                      </m:f>
                    </m:oMath>
                  </m:oMathPara>
                </a14:m>
                <a:endParaRPr lang="es-EC" sz="2400" dirty="0"/>
              </a:p>
            </p:txBody>
          </p:sp>
        </mc:Choice>
        <mc:Fallback xmlns="">
          <p:sp>
            <p:nvSpPr>
              <p:cNvPr id="7" name="CuadroTexto 6"/>
              <p:cNvSpPr txBox="1">
                <a:spLocks noRot="1" noChangeAspect="1" noMove="1" noResize="1" noEditPoints="1" noAdjustHandles="1" noChangeArrowheads="1" noChangeShapeType="1" noTextEdit="1"/>
              </p:cNvSpPr>
              <p:nvPr/>
            </p:nvSpPr>
            <p:spPr>
              <a:xfrm>
                <a:off x="7098264" y="3017519"/>
                <a:ext cx="4051430" cy="701731"/>
              </a:xfrm>
              <a:prstGeom prst="rect">
                <a:avLst/>
              </a:prstGeom>
              <a:blipFill rotWithShape="0">
                <a:blip r:embed="rId4"/>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8" name="CuadroTexto 7"/>
              <p:cNvSpPr txBox="1"/>
              <p:nvPr/>
            </p:nvSpPr>
            <p:spPr>
              <a:xfrm>
                <a:off x="3532408" y="4202839"/>
                <a:ext cx="4023922" cy="6235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C" sz="2800" b="0" i="1" smtClean="0">
                          <a:latin typeface="Cambria Math" panose="02040503050406030204" pitchFamily="18" charset="0"/>
                        </a:rPr>
                        <m:t>𝑃</m:t>
                      </m:r>
                      <m:d>
                        <m:dPr>
                          <m:ctrlPr>
                            <a:rPr lang="es-EC" sz="2800" b="0" i="1" smtClean="0">
                              <a:latin typeface="Cambria Math" panose="02040503050406030204" pitchFamily="18" charset="0"/>
                            </a:rPr>
                          </m:ctrlPr>
                        </m:dPr>
                        <m:e>
                          <m:sSub>
                            <m:sSubPr>
                              <m:ctrlPr>
                                <a:rPr lang="es-EC" sz="2800" b="0" i="1" smtClean="0">
                                  <a:latin typeface="Cambria Math" panose="02040503050406030204" pitchFamily="18" charset="0"/>
                                </a:rPr>
                              </m:ctrlPr>
                            </m:sSubPr>
                            <m:e>
                              <m:r>
                                <a:rPr lang="es-EC" sz="2800" b="0" i="1" smtClean="0">
                                  <a:latin typeface="Cambria Math" panose="02040503050406030204" pitchFamily="18" charset="0"/>
                                </a:rPr>
                                <m:t>−</m:t>
                              </m:r>
                              <m:r>
                                <a:rPr lang="es-EC" sz="2800" b="0" i="1" smtClean="0">
                                  <a:latin typeface="Cambria Math" panose="02040503050406030204" pitchFamily="18" charset="0"/>
                                </a:rPr>
                                <m:t>𝑧</m:t>
                              </m:r>
                            </m:e>
                            <m:sub>
                              <m:f>
                                <m:fPr>
                                  <m:ctrlPr>
                                    <a:rPr lang="es-EC" sz="2800" b="0" i="1" smtClean="0">
                                      <a:latin typeface="Cambria Math" panose="02040503050406030204" pitchFamily="18" charset="0"/>
                                      <a:ea typeface="Cambria Math" panose="02040503050406030204" pitchFamily="18" charset="0"/>
                                    </a:rPr>
                                  </m:ctrlPr>
                                </m:fPr>
                                <m:num>
                                  <m:r>
                                    <a:rPr lang="es-EC" sz="2800" b="0" i="1" smtClean="0">
                                      <a:latin typeface="Cambria Math" panose="02040503050406030204" pitchFamily="18" charset="0"/>
                                      <a:ea typeface="Cambria Math" panose="02040503050406030204" pitchFamily="18" charset="0"/>
                                    </a:rPr>
                                    <m:t>𝛼</m:t>
                                  </m:r>
                                </m:num>
                                <m:den>
                                  <m:r>
                                    <a:rPr lang="es-EC" sz="2800" b="0" i="1" smtClean="0">
                                      <a:latin typeface="Cambria Math" panose="02040503050406030204" pitchFamily="18" charset="0"/>
                                      <a:ea typeface="Cambria Math" panose="02040503050406030204" pitchFamily="18" charset="0"/>
                                    </a:rPr>
                                    <m:t>2</m:t>
                                  </m:r>
                                </m:den>
                              </m:f>
                            </m:sub>
                          </m:sSub>
                          <m:r>
                            <a:rPr lang="es-EC" sz="2800" b="0" i="1" smtClean="0">
                              <a:latin typeface="Cambria Math" panose="02040503050406030204" pitchFamily="18" charset="0"/>
                            </a:rPr>
                            <m:t>&lt;</m:t>
                          </m:r>
                          <m:r>
                            <a:rPr lang="es-EC" sz="2800" b="0" i="1" smtClean="0">
                              <a:latin typeface="Cambria Math" panose="02040503050406030204" pitchFamily="18" charset="0"/>
                            </a:rPr>
                            <m:t>𝑍</m:t>
                          </m:r>
                          <m:r>
                            <a:rPr lang="es-EC" sz="2800" b="0" i="1" smtClean="0">
                              <a:latin typeface="Cambria Math" panose="02040503050406030204" pitchFamily="18" charset="0"/>
                            </a:rPr>
                            <m:t>&lt;</m:t>
                          </m:r>
                          <m:sSub>
                            <m:sSubPr>
                              <m:ctrlPr>
                                <a:rPr lang="es-EC" sz="2800" i="1">
                                  <a:latin typeface="Cambria Math" panose="02040503050406030204" pitchFamily="18" charset="0"/>
                                </a:rPr>
                              </m:ctrlPr>
                            </m:sSubPr>
                            <m:e>
                              <m:r>
                                <a:rPr lang="es-EC" sz="2800" b="0" i="1" smtClean="0">
                                  <a:latin typeface="Cambria Math" panose="02040503050406030204" pitchFamily="18" charset="0"/>
                                </a:rPr>
                                <m:t>𝑧</m:t>
                              </m:r>
                            </m:e>
                            <m:sub>
                              <m:f>
                                <m:fPr>
                                  <m:ctrlPr>
                                    <a:rPr lang="es-EC" sz="2800" i="1">
                                      <a:latin typeface="Cambria Math" panose="02040503050406030204" pitchFamily="18" charset="0"/>
                                      <a:ea typeface="Cambria Math" panose="02040503050406030204" pitchFamily="18" charset="0"/>
                                    </a:rPr>
                                  </m:ctrlPr>
                                </m:fPr>
                                <m:num>
                                  <m:r>
                                    <a:rPr lang="es-EC" sz="2800" i="1">
                                      <a:latin typeface="Cambria Math" panose="02040503050406030204" pitchFamily="18" charset="0"/>
                                      <a:ea typeface="Cambria Math" panose="02040503050406030204" pitchFamily="18" charset="0"/>
                                    </a:rPr>
                                    <m:t>𝛼</m:t>
                                  </m:r>
                                </m:num>
                                <m:den>
                                  <m:r>
                                    <a:rPr lang="es-EC" sz="2800" i="1">
                                      <a:latin typeface="Cambria Math" panose="02040503050406030204" pitchFamily="18" charset="0"/>
                                      <a:ea typeface="Cambria Math" panose="02040503050406030204" pitchFamily="18" charset="0"/>
                                    </a:rPr>
                                    <m:t>2</m:t>
                                  </m:r>
                                </m:den>
                              </m:f>
                            </m:sub>
                          </m:sSub>
                        </m:e>
                      </m:d>
                      <m:r>
                        <a:rPr lang="es-EC" sz="2800" b="0" i="1" smtClean="0">
                          <a:latin typeface="Cambria Math" panose="02040503050406030204" pitchFamily="18" charset="0"/>
                          <a:ea typeface="Cambria Math" panose="02040503050406030204" pitchFamily="18" charset="0"/>
                        </a:rPr>
                        <m:t>=1−</m:t>
                      </m:r>
                      <m:r>
                        <a:rPr lang="es-EC" sz="2800" b="0" i="1" smtClean="0">
                          <a:latin typeface="Cambria Math" panose="02040503050406030204" pitchFamily="18" charset="0"/>
                          <a:ea typeface="Cambria Math" panose="02040503050406030204" pitchFamily="18" charset="0"/>
                        </a:rPr>
                        <m:t>𝛼</m:t>
                      </m:r>
                    </m:oMath>
                  </m:oMathPara>
                </a14:m>
                <a:endParaRPr lang="es-EC" sz="2800" dirty="0"/>
              </a:p>
            </p:txBody>
          </p:sp>
        </mc:Choice>
        <mc:Fallback xmlns="">
          <p:sp>
            <p:nvSpPr>
              <p:cNvPr id="8" name="CuadroTexto 7"/>
              <p:cNvSpPr txBox="1">
                <a:spLocks noRot="1" noChangeAspect="1" noMove="1" noResize="1" noEditPoints="1" noAdjustHandles="1" noChangeArrowheads="1" noChangeShapeType="1" noTextEdit="1"/>
              </p:cNvSpPr>
              <p:nvPr/>
            </p:nvSpPr>
            <p:spPr>
              <a:xfrm>
                <a:off x="3532408" y="4202839"/>
                <a:ext cx="4023922" cy="623504"/>
              </a:xfrm>
              <a:prstGeom prst="rect">
                <a:avLst/>
              </a:prstGeom>
              <a:blipFill rotWithShape="0">
                <a:blip r:embed="rId5"/>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9" name="CuadroTexto 8"/>
              <p:cNvSpPr txBox="1"/>
              <p:nvPr/>
            </p:nvSpPr>
            <p:spPr>
              <a:xfrm>
                <a:off x="4712506" y="5064036"/>
                <a:ext cx="1631472" cy="117609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C" sz="2400" b="0" i="1" smtClean="0">
                          <a:latin typeface="Cambria Math" panose="02040503050406030204" pitchFamily="18" charset="0"/>
                        </a:rPr>
                        <m:t>𝑍</m:t>
                      </m:r>
                      <m:r>
                        <a:rPr lang="es-EC" sz="2400" b="0" i="1" smtClean="0">
                          <a:latin typeface="Cambria Math" panose="02040503050406030204" pitchFamily="18" charset="0"/>
                        </a:rPr>
                        <m:t>=</m:t>
                      </m:r>
                      <m:f>
                        <m:fPr>
                          <m:ctrlPr>
                            <a:rPr lang="es-EC" sz="2400" b="0" i="1" smtClean="0">
                              <a:latin typeface="Cambria Math" panose="02040503050406030204" pitchFamily="18" charset="0"/>
                            </a:rPr>
                          </m:ctrlPr>
                        </m:fPr>
                        <m:num>
                          <m:d>
                            <m:dPr>
                              <m:ctrlPr>
                                <a:rPr lang="es-EC" sz="2400" b="0" i="1" smtClean="0">
                                  <a:latin typeface="Cambria Math" panose="02040503050406030204" pitchFamily="18" charset="0"/>
                                </a:rPr>
                              </m:ctrlPr>
                            </m:dPr>
                            <m:e>
                              <m:acc>
                                <m:accPr>
                                  <m:chr m:val="̂"/>
                                  <m:ctrlPr>
                                    <a:rPr lang="es-EC" sz="2400" i="1">
                                      <a:latin typeface="Cambria Math" panose="02040503050406030204" pitchFamily="18" charset="0"/>
                                    </a:rPr>
                                  </m:ctrlPr>
                                </m:accPr>
                                <m:e>
                                  <m:r>
                                    <a:rPr lang="es-EC" sz="2400" i="1">
                                      <a:latin typeface="Cambria Math" panose="02040503050406030204" pitchFamily="18" charset="0"/>
                                    </a:rPr>
                                    <m:t>𝑝</m:t>
                                  </m:r>
                                </m:e>
                              </m:acc>
                              <m:r>
                                <a:rPr lang="es-EC" sz="2400" b="0" i="1" smtClean="0">
                                  <a:latin typeface="Cambria Math" panose="02040503050406030204" pitchFamily="18" charset="0"/>
                                </a:rPr>
                                <m:t>−</m:t>
                              </m:r>
                              <m:r>
                                <a:rPr lang="es-EC" sz="2400" b="0" i="1" smtClean="0">
                                  <a:latin typeface="Cambria Math" panose="02040503050406030204" pitchFamily="18" charset="0"/>
                                </a:rPr>
                                <m:t>𝑝</m:t>
                              </m:r>
                            </m:e>
                          </m:d>
                        </m:num>
                        <m:den>
                          <m:rad>
                            <m:radPr>
                              <m:degHide m:val="on"/>
                              <m:ctrlPr>
                                <a:rPr lang="es-EC" sz="2400" b="0" i="1" smtClean="0">
                                  <a:latin typeface="Cambria Math" panose="02040503050406030204" pitchFamily="18" charset="0"/>
                                  <a:ea typeface="Cambria Math" panose="02040503050406030204" pitchFamily="18" charset="0"/>
                                </a:rPr>
                              </m:ctrlPr>
                            </m:radPr>
                            <m:deg/>
                            <m:e>
                              <m:f>
                                <m:fPr>
                                  <m:ctrlPr>
                                    <a:rPr lang="es-EC" sz="2400" i="1">
                                      <a:latin typeface="Cambria Math" panose="02040503050406030204" pitchFamily="18" charset="0"/>
                                      <a:ea typeface="Cambria Math" panose="02040503050406030204" pitchFamily="18" charset="0"/>
                                    </a:rPr>
                                  </m:ctrlPr>
                                </m:fPr>
                                <m:num>
                                  <m:r>
                                    <a:rPr lang="es-EC" sz="2400" b="0" i="1" smtClean="0">
                                      <a:latin typeface="Cambria Math" panose="02040503050406030204" pitchFamily="18" charset="0"/>
                                      <a:ea typeface="Cambria Math" panose="02040503050406030204" pitchFamily="18" charset="0"/>
                                    </a:rPr>
                                    <m:t>𝑝𝑞</m:t>
                                  </m:r>
                                </m:num>
                                <m:den>
                                  <m:r>
                                    <a:rPr lang="es-EC" sz="2400" b="0" i="1" smtClean="0">
                                      <a:latin typeface="Cambria Math" panose="02040503050406030204" pitchFamily="18" charset="0"/>
                                      <a:ea typeface="Cambria Math" panose="02040503050406030204" pitchFamily="18" charset="0"/>
                                    </a:rPr>
                                    <m:t>𝑛</m:t>
                                  </m:r>
                                </m:den>
                              </m:f>
                            </m:e>
                          </m:rad>
                        </m:den>
                      </m:f>
                    </m:oMath>
                  </m:oMathPara>
                </a14:m>
                <a:endParaRPr lang="es-EC" sz="2400" dirty="0"/>
              </a:p>
            </p:txBody>
          </p:sp>
        </mc:Choice>
        <mc:Fallback xmlns="">
          <p:sp>
            <p:nvSpPr>
              <p:cNvPr id="9" name="CuadroTexto 8"/>
              <p:cNvSpPr txBox="1">
                <a:spLocks noRot="1" noChangeAspect="1" noMove="1" noResize="1" noEditPoints="1" noAdjustHandles="1" noChangeArrowheads="1" noChangeShapeType="1" noTextEdit="1"/>
              </p:cNvSpPr>
              <p:nvPr/>
            </p:nvSpPr>
            <p:spPr>
              <a:xfrm>
                <a:off x="4712506" y="5064036"/>
                <a:ext cx="1631472" cy="1176091"/>
              </a:xfrm>
              <a:prstGeom prst="rect">
                <a:avLst/>
              </a:prstGeom>
              <a:blipFill rotWithShape="0">
                <a:blip r:embed="rId6"/>
                <a:stretch>
                  <a:fillRect/>
                </a:stretch>
              </a:blipFill>
            </p:spPr>
            <p:txBody>
              <a:bodyPr/>
              <a:lstStyle/>
              <a:p>
                <a:r>
                  <a:rPr lang="es-EC">
                    <a:noFill/>
                  </a:rPr>
                  <a:t> </a:t>
                </a:r>
              </a:p>
            </p:txBody>
          </p:sp>
        </mc:Fallback>
      </mc:AlternateContent>
    </p:spTree>
    <p:extLst>
      <p:ext uri="{BB962C8B-B14F-4D97-AF65-F5344CB8AC3E}">
        <p14:creationId xmlns:p14="http://schemas.microsoft.com/office/powerpoint/2010/main" val="31501280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631110" y="297698"/>
            <a:ext cx="7495257" cy="646331"/>
          </a:xfrm>
          <a:prstGeom prst="rect">
            <a:avLst/>
          </a:prstGeom>
          <a:noFill/>
        </p:spPr>
        <p:txBody>
          <a:bodyPr wrap="none" rtlCol="0">
            <a:spAutoFit/>
          </a:bodyPr>
          <a:lstStyle/>
          <a:p>
            <a:r>
              <a:rPr lang="es-EC" sz="3600" b="1" dirty="0"/>
              <a:t>ESTIMACIÓN – Intervalos de confianza</a:t>
            </a:r>
            <a:endParaRPr lang="es-EC" sz="4000" b="1" dirty="0"/>
          </a:p>
        </p:txBody>
      </p:sp>
      <p:sp>
        <p:nvSpPr>
          <p:cNvPr id="3" name="Rectángulo 2"/>
          <p:cNvSpPr/>
          <p:nvPr/>
        </p:nvSpPr>
        <p:spPr>
          <a:xfrm>
            <a:off x="631110" y="1259026"/>
            <a:ext cx="7019370" cy="523220"/>
          </a:xfrm>
          <a:prstGeom prst="rect">
            <a:avLst/>
          </a:prstGeom>
        </p:spPr>
        <p:txBody>
          <a:bodyPr wrap="square">
            <a:spAutoFit/>
          </a:bodyPr>
          <a:lstStyle/>
          <a:p>
            <a:r>
              <a:rPr lang="es-EC" sz="2800" b="1" dirty="0"/>
              <a:t>Intervalo para </a:t>
            </a:r>
            <a:r>
              <a:rPr lang="es-EC" sz="2800" b="1" dirty="0">
                <a:latin typeface="Trebuchet MS" panose="020B0603020202020204" pitchFamily="34" charset="0"/>
              </a:rPr>
              <a:t>proporción - p</a:t>
            </a:r>
            <a:endParaRPr lang="es-EC" sz="2800" b="1" dirty="0"/>
          </a:p>
        </p:txBody>
      </p:sp>
      <mc:AlternateContent xmlns:mc="http://schemas.openxmlformats.org/markup-compatibility/2006" xmlns:a14="http://schemas.microsoft.com/office/drawing/2010/main">
        <mc:Choice Requires="a14">
          <p:sp>
            <p:nvSpPr>
              <p:cNvPr id="4" name="CuadroTexto 3"/>
              <p:cNvSpPr txBox="1"/>
              <p:nvPr/>
            </p:nvSpPr>
            <p:spPr>
              <a:xfrm>
                <a:off x="2733872" y="2361540"/>
                <a:ext cx="5822171" cy="8298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C" sz="2400" b="0" i="1" smtClean="0">
                          <a:latin typeface="Cambria Math" panose="02040503050406030204" pitchFamily="18" charset="0"/>
                        </a:rPr>
                        <m:t>𝑃</m:t>
                      </m:r>
                      <m:d>
                        <m:dPr>
                          <m:ctrlPr>
                            <a:rPr lang="es-EC" sz="2400" b="0" i="1" smtClean="0">
                              <a:latin typeface="Cambria Math" panose="02040503050406030204" pitchFamily="18" charset="0"/>
                            </a:rPr>
                          </m:ctrlPr>
                        </m:dPr>
                        <m:e>
                          <m:sSub>
                            <m:sSubPr>
                              <m:ctrlPr>
                                <a:rPr lang="es-EC" sz="2400" b="0" i="1" smtClean="0">
                                  <a:latin typeface="Cambria Math" panose="02040503050406030204" pitchFamily="18" charset="0"/>
                                </a:rPr>
                              </m:ctrlPr>
                            </m:sSubPr>
                            <m:e>
                              <m:acc>
                                <m:accPr>
                                  <m:chr m:val="̂"/>
                                  <m:ctrlPr>
                                    <a:rPr lang="es-EC" sz="2400" b="0" i="1" smtClean="0">
                                      <a:latin typeface="Cambria Math" panose="02040503050406030204" pitchFamily="18" charset="0"/>
                                    </a:rPr>
                                  </m:ctrlPr>
                                </m:accPr>
                                <m:e>
                                  <m:r>
                                    <a:rPr lang="es-EC" sz="2400" b="0" i="1" smtClean="0">
                                      <a:latin typeface="Cambria Math" panose="02040503050406030204" pitchFamily="18" charset="0"/>
                                    </a:rPr>
                                    <m:t>𝑝</m:t>
                                  </m:r>
                                </m:e>
                              </m:acc>
                              <m:r>
                                <a:rPr lang="es-EC" sz="2400" b="0" i="1" smtClean="0">
                                  <a:latin typeface="Cambria Math" panose="02040503050406030204" pitchFamily="18" charset="0"/>
                                </a:rPr>
                                <m:t>−</m:t>
                              </m:r>
                              <m:rad>
                                <m:radPr>
                                  <m:degHide m:val="on"/>
                                  <m:ctrlPr>
                                    <a:rPr lang="es-EC" sz="2400" i="1">
                                      <a:latin typeface="Cambria Math" panose="02040503050406030204" pitchFamily="18" charset="0"/>
                                      <a:ea typeface="Cambria Math" panose="02040503050406030204" pitchFamily="18" charset="0"/>
                                    </a:rPr>
                                  </m:ctrlPr>
                                </m:radPr>
                                <m:deg/>
                                <m:e>
                                  <m:f>
                                    <m:fPr>
                                      <m:ctrlPr>
                                        <a:rPr lang="es-EC" sz="2400" i="1">
                                          <a:latin typeface="Cambria Math" panose="02040503050406030204" pitchFamily="18" charset="0"/>
                                          <a:ea typeface="Cambria Math" panose="02040503050406030204" pitchFamily="18" charset="0"/>
                                        </a:rPr>
                                      </m:ctrlPr>
                                    </m:fPr>
                                    <m:num>
                                      <m:r>
                                        <a:rPr lang="es-EC" sz="2400" i="1">
                                          <a:latin typeface="Cambria Math" panose="02040503050406030204" pitchFamily="18" charset="0"/>
                                          <a:ea typeface="Cambria Math" panose="02040503050406030204" pitchFamily="18" charset="0"/>
                                        </a:rPr>
                                        <m:t>𝑝𝑞</m:t>
                                      </m:r>
                                    </m:num>
                                    <m:den>
                                      <m:r>
                                        <a:rPr lang="es-EC" sz="2400" i="1">
                                          <a:latin typeface="Cambria Math" panose="02040503050406030204" pitchFamily="18" charset="0"/>
                                          <a:ea typeface="Cambria Math" panose="02040503050406030204" pitchFamily="18" charset="0"/>
                                        </a:rPr>
                                        <m:t>𝑛</m:t>
                                      </m:r>
                                    </m:den>
                                  </m:f>
                                </m:e>
                              </m:rad>
                              <m:r>
                                <a:rPr lang="es-EC" sz="2400" b="0" i="1" smtClean="0">
                                  <a:latin typeface="Cambria Math" panose="02040503050406030204" pitchFamily="18" charset="0"/>
                                  <a:ea typeface="Cambria Math" panose="02040503050406030204" pitchFamily="18" charset="0"/>
                                </a:rPr>
                                <m:t>𝑍</m:t>
                              </m:r>
                            </m:e>
                            <m:sub>
                              <m:f>
                                <m:fPr>
                                  <m:ctrlPr>
                                    <a:rPr lang="es-EC" sz="2400" b="0" i="1" smtClean="0">
                                      <a:latin typeface="Cambria Math" panose="02040503050406030204" pitchFamily="18" charset="0"/>
                                      <a:ea typeface="Cambria Math" panose="02040503050406030204" pitchFamily="18" charset="0"/>
                                    </a:rPr>
                                  </m:ctrlPr>
                                </m:fPr>
                                <m:num>
                                  <m:r>
                                    <a:rPr lang="es-EC" sz="2400" b="0" i="1" smtClean="0">
                                      <a:latin typeface="Cambria Math" panose="02040503050406030204" pitchFamily="18" charset="0"/>
                                      <a:ea typeface="Cambria Math" panose="02040503050406030204" pitchFamily="18" charset="0"/>
                                    </a:rPr>
                                    <m:t>𝛼</m:t>
                                  </m:r>
                                </m:num>
                                <m:den>
                                  <m:r>
                                    <a:rPr lang="es-EC" sz="2400" b="0" i="1" smtClean="0">
                                      <a:latin typeface="Cambria Math" panose="02040503050406030204" pitchFamily="18" charset="0"/>
                                      <a:ea typeface="Cambria Math" panose="02040503050406030204" pitchFamily="18" charset="0"/>
                                    </a:rPr>
                                    <m:t>2</m:t>
                                  </m:r>
                                </m:den>
                              </m:f>
                            </m:sub>
                          </m:sSub>
                          <m:r>
                            <a:rPr lang="es-EC" sz="2400" b="0" i="1" smtClean="0">
                              <a:latin typeface="Cambria Math" panose="02040503050406030204" pitchFamily="18" charset="0"/>
                            </a:rPr>
                            <m:t>&lt;</m:t>
                          </m:r>
                          <m:r>
                            <a:rPr lang="es-EC" sz="2400" b="0" i="1" smtClean="0">
                              <a:latin typeface="Cambria Math" panose="02040503050406030204" pitchFamily="18" charset="0"/>
                            </a:rPr>
                            <m:t>𝑝</m:t>
                          </m:r>
                          <m:r>
                            <a:rPr lang="es-EC" sz="2400" b="0" i="1" smtClean="0">
                              <a:latin typeface="Cambria Math" panose="02040503050406030204" pitchFamily="18" charset="0"/>
                            </a:rPr>
                            <m:t>&lt;</m:t>
                          </m:r>
                          <m:acc>
                            <m:accPr>
                              <m:chr m:val="̂"/>
                              <m:ctrlPr>
                                <a:rPr lang="es-EC" sz="2400" i="1">
                                  <a:latin typeface="Cambria Math" panose="02040503050406030204" pitchFamily="18" charset="0"/>
                                </a:rPr>
                              </m:ctrlPr>
                            </m:accPr>
                            <m:e>
                              <m:r>
                                <a:rPr lang="es-EC" sz="2400" i="1">
                                  <a:latin typeface="Cambria Math" panose="02040503050406030204" pitchFamily="18" charset="0"/>
                                </a:rPr>
                                <m:t>𝑝</m:t>
                              </m:r>
                            </m:e>
                          </m:acc>
                          <m:r>
                            <a:rPr lang="es-EC" sz="2400" b="0" i="1" smtClean="0">
                              <a:latin typeface="Cambria Math" panose="02040503050406030204" pitchFamily="18" charset="0"/>
                            </a:rPr>
                            <m:t>+</m:t>
                          </m:r>
                          <m:sSub>
                            <m:sSubPr>
                              <m:ctrlPr>
                                <a:rPr lang="es-EC" sz="2400" i="1">
                                  <a:latin typeface="Cambria Math" panose="02040503050406030204" pitchFamily="18" charset="0"/>
                                </a:rPr>
                              </m:ctrlPr>
                            </m:sSubPr>
                            <m:e>
                              <m:rad>
                                <m:radPr>
                                  <m:degHide m:val="on"/>
                                  <m:ctrlPr>
                                    <a:rPr lang="es-EC" sz="2400" i="1">
                                      <a:latin typeface="Cambria Math" panose="02040503050406030204" pitchFamily="18" charset="0"/>
                                      <a:ea typeface="Cambria Math" panose="02040503050406030204" pitchFamily="18" charset="0"/>
                                    </a:rPr>
                                  </m:ctrlPr>
                                </m:radPr>
                                <m:deg/>
                                <m:e>
                                  <m:f>
                                    <m:fPr>
                                      <m:ctrlPr>
                                        <a:rPr lang="es-EC" sz="2400" i="1">
                                          <a:latin typeface="Cambria Math" panose="02040503050406030204" pitchFamily="18" charset="0"/>
                                          <a:ea typeface="Cambria Math" panose="02040503050406030204" pitchFamily="18" charset="0"/>
                                        </a:rPr>
                                      </m:ctrlPr>
                                    </m:fPr>
                                    <m:num>
                                      <m:r>
                                        <a:rPr lang="es-EC" sz="2400" i="1">
                                          <a:latin typeface="Cambria Math" panose="02040503050406030204" pitchFamily="18" charset="0"/>
                                          <a:ea typeface="Cambria Math" panose="02040503050406030204" pitchFamily="18" charset="0"/>
                                        </a:rPr>
                                        <m:t>𝑝𝑞</m:t>
                                      </m:r>
                                    </m:num>
                                    <m:den>
                                      <m:r>
                                        <a:rPr lang="es-EC" sz="2400" i="1">
                                          <a:latin typeface="Cambria Math" panose="02040503050406030204" pitchFamily="18" charset="0"/>
                                          <a:ea typeface="Cambria Math" panose="02040503050406030204" pitchFamily="18" charset="0"/>
                                        </a:rPr>
                                        <m:t>𝑛</m:t>
                                      </m:r>
                                    </m:den>
                                  </m:f>
                                </m:e>
                              </m:rad>
                              <m:r>
                                <a:rPr lang="es-EC" sz="2400" b="0" i="1" smtClean="0">
                                  <a:latin typeface="Cambria Math" panose="02040503050406030204" pitchFamily="18" charset="0"/>
                                  <a:ea typeface="Cambria Math" panose="02040503050406030204" pitchFamily="18" charset="0"/>
                                </a:rPr>
                                <m:t>𝑍</m:t>
                              </m:r>
                            </m:e>
                            <m:sub>
                              <m:f>
                                <m:fPr>
                                  <m:ctrlPr>
                                    <a:rPr lang="es-EC" sz="2400" i="1">
                                      <a:latin typeface="Cambria Math" panose="02040503050406030204" pitchFamily="18" charset="0"/>
                                      <a:ea typeface="Cambria Math" panose="02040503050406030204" pitchFamily="18" charset="0"/>
                                    </a:rPr>
                                  </m:ctrlPr>
                                </m:fPr>
                                <m:num>
                                  <m:r>
                                    <a:rPr lang="es-EC" sz="2400" i="1">
                                      <a:latin typeface="Cambria Math" panose="02040503050406030204" pitchFamily="18" charset="0"/>
                                      <a:ea typeface="Cambria Math" panose="02040503050406030204" pitchFamily="18" charset="0"/>
                                    </a:rPr>
                                    <m:t>𝛼</m:t>
                                  </m:r>
                                </m:num>
                                <m:den>
                                  <m:r>
                                    <a:rPr lang="es-EC" sz="2400" i="1">
                                      <a:latin typeface="Cambria Math" panose="02040503050406030204" pitchFamily="18" charset="0"/>
                                      <a:ea typeface="Cambria Math" panose="02040503050406030204" pitchFamily="18" charset="0"/>
                                    </a:rPr>
                                    <m:t>2</m:t>
                                  </m:r>
                                </m:den>
                              </m:f>
                            </m:sub>
                          </m:sSub>
                        </m:e>
                      </m:d>
                      <m:r>
                        <a:rPr lang="es-EC" sz="2400" b="0" i="1" smtClean="0">
                          <a:latin typeface="Cambria Math" panose="02040503050406030204" pitchFamily="18" charset="0"/>
                          <a:ea typeface="Cambria Math" panose="02040503050406030204" pitchFamily="18" charset="0"/>
                        </a:rPr>
                        <m:t>=1−</m:t>
                      </m:r>
                      <m:r>
                        <a:rPr lang="es-EC" sz="2400" b="0" i="1" smtClean="0">
                          <a:latin typeface="Cambria Math" panose="02040503050406030204" pitchFamily="18" charset="0"/>
                          <a:ea typeface="Cambria Math" panose="02040503050406030204" pitchFamily="18" charset="0"/>
                        </a:rPr>
                        <m:t>𝛼</m:t>
                      </m:r>
                    </m:oMath>
                  </m:oMathPara>
                </a14:m>
                <a:endParaRPr lang="es-EC" sz="2400" dirty="0"/>
              </a:p>
            </p:txBody>
          </p:sp>
        </mc:Choice>
        <mc:Fallback xmlns="">
          <p:sp>
            <p:nvSpPr>
              <p:cNvPr id="4" name="CuadroTexto 3"/>
              <p:cNvSpPr txBox="1">
                <a:spLocks noRot="1" noChangeAspect="1" noMove="1" noResize="1" noEditPoints="1" noAdjustHandles="1" noChangeArrowheads="1" noChangeShapeType="1" noTextEdit="1"/>
              </p:cNvSpPr>
              <p:nvPr/>
            </p:nvSpPr>
            <p:spPr>
              <a:xfrm>
                <a:off x="2733872" y="2361540"/>
                <a:ext cx="5822171" cy="829843"/>
              </a:xfrm>
              <a:prstGeom prst="rect">
                <a:avLst/>
              </a:prstGeom>
              <a:blipFill rotWithShape="0">
                <a:blip r:embed="rId2"/>
                <a:stretch>
                  <a:fillRect/>
                </a:stretch>
              </a:blipFill>
            </p:spPr>
            <p:txBody>
              <a:bodyPr/>
              <a:lstStyle/>
              <a:p>
                <a:r>
                  <a:rPr lang="es-EC">
                    <a:noFill/>
                  </a:rPr>
                  <a:t> </a:t>
                </a:r>
              </a:p>
            </p:txBody>
          </p:sp>
        </mc:Fallback>
      </mc:AlternateContent>
      <mc:AlternateContent xmlns:mc="http://schemas.openxmlformats.org/markup-compatibility/2006" xmlns:a14="http://schemas.microsoft.com/office/drawing/2010/main">
        <mc:Choice Requires="a14">
          <p:sp>
            <p:nvSpPr>
              <p:cNvPr id="5" name="CuadroTexto 4"/>
              <p:cNvSpPr txBox="1"/>
              <p:nvPr/>
            </p:nvSpPr>
            <p:spPr>
              <a:xfrm>
                <a:off x="2733872" y="4022700"/>
                <a:ext cx="5896742" cy="120289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C" sz="2400" b="0" i="1" smtClean="0">
                          <a:latin typeface="Cambria Math" panose="02040503050406030204" pitchFamily="18" charset="0"/>
                        </a:rPr>
                        <m:t>𝑃</m:t>
                      </m:r>
                      <m:d>
                        <m:dPr>
                          <m:ctrlPr>
                            <a:rPr lang="es-EC" sz="2400" b="0" i="1" smtClean="0">
                              <a:latin typeface="Cambria Math" panose="02040503050406030204" pitchFamily="18" charset="0"/>
                            </a:rPr>
                          </m:ctrlPr>
                        </m:dPr>
                        <m:e>
                          <m:sSub>
                            <m:sSubPr>
                              <m:ctrlPr>
                                <a:rPr lang="es-EC" sz="2400" b="0" i="1" smtClean="0">
                                  <a:latin typeface="Cambria Math" panose="02040503050406030204" pitchFamily="18" charset="0"/>
                                </a:rPr>
                              </m:ctrlPr>
                            </m:sSubPr>
                            <m:e>
                              <m:acc>
                                <m:accPr>
                                  <m:chr m:val="̂"/>
                                  <m:ctrlPr>
                                    <a:rPr lang="es-EC" sz="2400" b="0" i="1" smtClean="0">
                                      <a:latin typeface="Cambria Math" panose="02040503050406030204" pitchFamily="18" charset="0"/>
                                    </a:rPr>
                                  </m:ctrlPr>
                                </m:accPr>
                                <m:e>
                                  <m:r>
                                    <a:rPr lang="es-EC" sz="2400" b="0" i="1" smtClean="0">
                                      <a:latin typeface="Cambria Math" panose="02040503050406030204" pitchFamily="18" charset="0"/>
                                    </a:rPr>
                                    <m:t>𝑝</m:t>
                                  </m:r>
                                </m:e>
                              </m:acc>
                              <m:r>
                                <a:rPr lang="es-EC" sz="2400" b="0" i="1" smtClean="0">
                                  <a:latin typeface="Cambria Math" panose="02040503050406030204" pitchFamily="18" charset="0"/>
                                </a:rPr>
                                <m:t>−</m:t>
                              </m:r>
                              <m:rad>
                                <m:radPr>
                                  <m:degHide m:val="on"/>
                                  <m:ctrlPr>
                                    <a:rPr lang="es-EC" sz="2400" i="1">
                                      <a:latin typeface="Cambria Math" panose="02040503050406030204" pitchFamily="18" charset="0"/>
                                      <a:ea typeface="Cambria Math" panose="02040503050406030204" pitchFamily="18" charset="0"/>
                                    </a:rPr>
                                  </m:ctrlPr>
                                </m:radPr>
                                <m:deg/>
                                <m:e>
                                  <m:f>
                                    <m:fPr>
                                      <m:ctrlPr>
                                        <a:rPr lang="es-EC" sz="2400" i="1">
                                          <a:latin typeface="Cambria Math" panose="02040503050406030204" pitchFamily="18" charset="0"/>
                                          <a:ea typeface="Cambria Math" panose="02040503050406030204" pitchFamily="18" charset="0"/>
                                        </a:rPr>
                                      </m:ctrlPr>
                                    </m:fPr>
                                    <m:num>
                                      <m:acc>
                                        <m:accPr>
                                          <m:chr m:val="̂"/>
                                          <m:ctrlPr>
                                            <a:rPr lang="es-EC" sz="2400" i="1">
                                              <a:latin typeface="Cambria Math" panose="02040503050406030204" pitchFamily="18" charset="0"/>
                                            </a:rPr>
                                          </m:ctrlPr>
                                        </m:accPr>
                                        <m:e>
                                          <m:r>
                                            <a:rPr lang="es-EC" sz="2400" i="1">
                                              <a:latin typeface="Cambria Math" panose="02040503050406030204" pitchFamily="18" charset="0"/>
                                            </a:rPr>
                                            <m:t>𝑝</m:t>
                                          </m:r>
                                        </m:e>
                                      </m:acc>
                                      <m:acc>
                                        <m:accPr>
                                          <m:chr m:val="̂"/>
                                          <m:ctrlPr>
                                            <a:rPr lang="es-EC" sz="2400" i="1">
                                              <a:latin typeface="Cambria Math" panose="02040503050406030204" pitchFamily="18" charset="0"/>
                                            </a:rPr>
                                          </m:ctrlPr>
                                        </m:accPr>
                                        <m:e>
                                          <m:r>
                                            <a:rPr lang="es-EC" sz="2400" b="0" i="1" smtClean="0">
                                              <a:latin typeface="Cambria Math" panose="02040503050406030204" pitchFamily="18" charset="0"/>
                                            </a:rPr>
                                            <m:t>𝑞</m:t>
                                          </m:r>
                                        </m:e>
                                      </m:acc>
                                    </m:num>
                                    <m:den>
                                      <m:r>
                                        <a:rPr lang="es-EC" sz="2400" i="1">
                                          <a:latin typeface="Cambria Math" panose="02040503050406030204" pitchFamily="18" charset="0"/>
                                          <a:ea typeface="Cambria Math" panose="02040503050406030204" pitchFamily="18" charset="0"/>
                                        </a:rPr>
                                        <m:t>𝑛</m:t>
                                      </m:r>
                                    </m:den>
                                  </m:f>
                                </m:e>
                              </m:rad>
                              <m:r>
                                <a:rPr lang="es-EC" sz="2400" b="0" i="1" smtClean="0">
                                  <a:latin typeface="Cambria Math" panose="02040503050406030204" pitchFamily="18" charset="0"/>
                                  <a:ea typeface="Cambria Math" panose="02040503050406030204" pitchFamily="18" charset="0"/>
                                </a:rPr>
                                <m:t>𝑍</m:t>
                              </m:r>
                            </m:e>
                            <m:sub>
                              <m:f>
                                <m:fPr>
                                  <m:ctrlPr>
                                    <a:rPr lang="es-EC" sz="2400" b="0" i="1" smtClean="0">
                                      <a:latin typeface="Cambria Math" panose="02040503050406030204" pitchFamily="18" charset="0"/>
                                      <a:ea typeface="Cambria Math" panose="02040503050406030204" pitchFamily="18" charset="0"/>
                                    </a:rPr>
                                  </m:ctrlPr>
                                </m:fPr>
                                <m:num>
                                  <m:r>
                                    <a:rPr lang="es-EC" sz="2400" b="0" i="1" smtClean="0">
                                      <a:latin typeface="Cambria Math" panose="02040503050406030204" pitchFamily="18" charset="0"/>
                                      <a:ea typeface="Cambria Math" panose="02040503050406030204" pitchFamily="18" charset="0"/>
                                    </a:rPr>
                                    <m:t>𝛼</m:t>
                                  </m:r>
                                </m:num>
                                <m:den>
                                  <m:r>
                                    <a:rPr lang="es-EC" sz="2400" b="0" i="1" smtClean="0">
                                      <a:latin typeface="Cambria Math" panose="02040503050406030204" pitchFamily="18" charset="0"/>
                                      <a:ea typeface="Cambria Math" panose="02040503050406030204" pitchFamily="18" charset="0"/>
                                    </a:rPr>
                                    <m:t>2</m:t>
                                  </m:r>
                                </m:den>
                              </m:f>
                            </m:sub>
                          </m:sSub>
                          <m:r>
                            <a:rPr lang="es-EC" sz="2400" b="0" i="1" smtClean="0">
                              <a:latin typeface="Cambria Math" panose="02040503050406030204" pitchFamily="18" charset="0"/>
                            </a:rPr>
                            <m:t>&lt;</m:t>
                          </m:r>
                          <m:r>
                            <a:rPr lang="es-EC" sz="2400" b="0" i="1" smtClean="0">
                              <a:latin typeface="Cambria Math" panose="02040503050406030204" pitchFamily="18" charset="0"/>
                            </a:rPr>
                            <m:t>𝑝</m:t>
                          </m:r>
                          <m:r>
                            <a:rPr lang="es-EC" sz="2400" b="0" i="1" smtClean="0">
                              <a:latin typeface="Cambria Math" panose="02040503050406030204" pitchFamily="18" charset="0"/>
                            </a:rPr>
                            <m:t>&lt;</m:t>
                          </m:r>
                          <m:acc>
                            <m:accPr>
                              <m:chr m:val="̂"/>
                              <m:ctrlPr>
                                <a:rPr lang="es-EC" sz="2400" i="1">
                                  <a:latin typeface="Cambria Math" panose="02040503050406030204" pitchFamily="18" charset="0"/>
                                </a:rPr>
                              </m:ctrlPr>
                            </m:accPr>
                            <m:e>
                              <m:r>
                                <a:rPr lang="es-EC" sz="2400" i="1">
                                  <a:latin typeface="Cambria Math" panose="02040503050406030204" pitchFamily="18" charset="0"/>
                                </a:rPr>
                                <m:t>𝑝</m:t>
                              </m:r>
                            </m:e>
                          </m:acc>
                          <m:r>
                            <a:rPr lang="es-EC" sz="2400" b="0" i="1" smtClean="0">
                              <a:latin typeface="Cambria Math" panose="02040503050406030204" pitchFamily="18" charset="0"/>
                            </a:rPr>
                            <m:t>+</m:t>
                          </m:r>
                          <m:sSub>
                            <m:sSubPr>
                              <m:ctrlPr>
                                <a:rPr lang="es-EC" sz="2400" i="1">
                                  <a:latin typeface="Cambria Math" panose="02040503050406030204" pitchFamily="18" charset="0"/>
                                </a:rPr>
                              </m:ctrlPr>
                            </m:sSubPr>
                            <m:e>
                              <m:rad>
                                <m:radPr>
                                  <m:degHide m:val="on"/>
                                  <m:ctrlPr>
                                    <a:rPr lang="es-EC" sz="2400" i="1">
                                      <a:latin typeface="Cambria Math" panose="02040503050406030204" pitchFamily="18" charset="0"/>
                                      <a:ea typeface="Cambria Math" panose="02040503050406030204" pitchFamily="18" charset="0"/>
                                    </a:rPr>
                                  </m:ctrlPr>
                                </m:radPr>
                                <m:deg/>
                                <m:e>
                                  <m:f>
                                    <m:fPr>
                                      <m:ctrlPr>
                                        <a:rPr lang="es-EC" sz="2400" i="1">
                                          <a:latin typeface="Cambria Math" panose="02040503050406030204" pitchFamily="18" charset="0"/>
                                          <a:ea typeface="Cambria Math" panose="02040503050406030204" pitchFamily="18" charset="0"/>
                                        </a:rPr>
                                      </m:ctrlPr>
                                    </m:fPr>
                                    <m:num>
                                      <m:acc>
                                        <m:accPr>
                                          <m:chr m:val="̂"/>
                                          <m:ctrlPr>
                                            <a:rPr lang="es-EC" sz="2400" i="1">
                                              <a:latin typeface="Cambria Math" panose="02040503050406030204" pitchFamily="18" charset="0"/>
                                            </a:rPr>
                                          </m:ctrlPr>
                                        </m:accPr>
                                        <m:e>
                                          <m:r>
                                            <a:rPr lang="es-EC" sz="2400" i="1">
                                              <a:latin typeface="Cambria Math" panose="02040503050406030204" pitchFamily="18" charset="0"/>
                                            </a:rPr>
                                            <m:t>𝑝</m:t>
                                          </m:r>
                                        </m:e>
                                      </m:acc>
                                      <m:acc>
                                        <m:accPr>
                                          <m:chr m:val="̂"/>
                                          <m:ctrlPr>
                                            <a:rPr lang="es-EC" sz="2400" i="1">
                                              <a:latin typeface="Cambria Math" panose="02040503050406030204" pitchFamily="18" charset="0"/>
                                            </a:rPr>
                                          </m:ctrlPr>
                                        </m:accPr>
                                        <m:e>
                                          <m:r>
                                            <a:rPr lang="es-EC" sz="2400" i="1">
                                              <a:latin typeface="Cambria Math" panose="02040503050406030204" pitchFamily="18" charset="0"/>
                                            </a:rPr>
                                            <m:t>𝑞</m:t>
                                          </m:r>
                                        </m:e>
                                      </m:acc>
                                    </m:num>
                                    <m:den>
                                      <m:r>
                                        <a:rPr lang="es-EC" sz="2400" i="1">
                                          <a:latin typeface="Cambria Math" panose="02040503050406030204" pitchFamily="18" charset="0"/>
                                          <a:ea typeface="Cambria Math" panose="02040503050406030204" pitchFamily="18" charset="0"/>
                                        </a:rPr>
                                        <m:t>𝑛</m:t>
                                      </m:r>
                                    </m:den>
                                  </m:f>
                                </m:e>
                              </m:rad>
                              <m:r>
                                <a:rPr lang="es-EC" sz="2400" b="0" i="1" smtClean="0">
                                  <a:latin typeface="Cambria Math" panose="02040503050406030204" pitchFamily="18" charset="0"/>
                                  <a:ea typeface="Cambria Math" panose="02040503050406030204" pitchFamily="18" charset="0"/>
                                </a:rPr>
                                <m:t>𝑍</m:t>
                              </m:r>
                            </m:e>
                            <m:sub>
                              <m:f>
                                <m:fPr>
                                  <m:ctrlPr>
                                    <a:rPr lang="es-EC" sz="2400" i="1">
                                      <a:latin typeface="Cambria Math" panose="02040503050406030204" pitchFamily="18" charset="0"/>
                                      <a:ea typeface="Cambria Math" panose="02040503050406030204" pitchFamily="18" charset="0"/>
                                    </a:rPr>
                                  </m:ctrlPr>
                                </m:fPr>
                                <m:num>
                                  <m:r>
                                    <a:rPr lang="es-EC" sz="2400" i="1">
                                      <a:latin typeface="Cambria Math" panose="02040503050406030204" pitchFamily="18" charset="0"/>
                                      <a:ea typeface="Cambria Math" panose="02040503050406030204" pitchFamily="18" charset="0"/>
                                    </a:rPr>
                                    <m:t>𝛼</m:t>
                                  </m:r>
                                </m:num>
                                <m:den>
                                  <m:r>
                                    <a:rPr lang="es-EC" sz="2400" i="1">
                                      <a:latin typeface="Cambria Math" panose="02040503050406030204" pitchFamily="18" charset="0"/>
                                      <a:ea typeface="Cambria Math" panose="02040503050406030204" pitchFamily="18" charset="0"/>
                                    </a:rPr>
                                    <m:t>2</m:t>
                                  </m:r>
                                </m:den>
                              </m:f>
                            </m:sub>
                          </m:sSub>
                        </m:e>
                      </m:d>
                      <m:r>
                        <a:rPr lang="es-EC" sz="2400" b="0" i="1" smtClean="0">
                          <a:latin typeface="Cambria Math" panose="02040503050406030204" pitchFamily="18" charset="0"/>
                          <a:ea typeface="Cambria Math" panose="02040503050406030204" pitchFamily="18" charset="0"/>
                        </a:rPr>
                        <m:t>=1−</m:t>
                      </m:r>
                      <m:r>
                        <a:rPr lang="es-EC" sz="2400" b="0" i="1" smtClean="0">
                          <a:latin typeface="Cambria Math" panose="02040503050406030204" pitchFamily="18" charset="0"/>
                          <a:ea typeface="Cambria Math" panose="02040503050406030204" pitchFamily="18" charset="0"/>
                        </a:rPr>
                        <m:t>𝛼</m:t>
                      </m:r>
                    </m:oMath>
                  </m:oMathPara>
                </a14:m>
                <a:endParaRPr lang="es-EC" sz="2400" dirty="0"/>
              </a:p>
            </p:txBody>
          </p:sp>
        </mc:Choice>
        <mc:Fallback xmlns="">
          <p:sp>
            <p:nvSpPr>
              <p:cNvPr id="5" name="CuadroTexto 4"/>
              <p:cNvSpPr txBox="1">
                <a:spLocks noRot="1" noChangeAspect="1" noMove="1" noResize="1" noEditPoints="1" noAdjustHandles="1" noChangeArrowheads="1" noChangeShapeType="1" noTextEdit="1"/>
              </p:cNvSpPr>
              <p:nvPr/>
            </p:nvSpPr>
            <p:spPr>
              <a:xfrm>
                <a:off x="2733872" y="4022700"/>
                <a:ext cx="5896742" cy="1202893"/>
              </a:xfrm>
              <a:prstGeom prst="rect">
                <a:avLst/>
              </a:prstGeom>
              <a:blipFill rotWithShape="0">
                <a:blip r:embed="rId3"/>
                <a:stretch>
                  <a:fillRect/>
                </a:stretch>
              </a:blipFill>
            </p:spPr>
            <p:txBody>
              <a:bodyPr/>
              <a:lstStyle/>
              <a:p>
                <a:r>
                  <a:rPr lang="es-EC">
                    <a:noFill/>
                  </a:rPr>
                  <a:t> </a:t>
                </a:r>
              </a:p>
            </p:txBody>
          </p:sp>
        </mc:Fallback>
      </mc:AlternateContent>
    </p:spTree>
    <p:extLst>
      <p:ext uri="{BB962C8B-B14F-4D97-AF65-F5344CB8AC3E}">
        <p14:creationId xmlns:p14="http://schemas.microsoft.com/office/powerpoint/2010/main" val="33470458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631110" y="297698"/>
            <a:ext cx="7495257" cy="646331"/>
          </a:xfrm>
          <a:prstGeom prst="rect">
            <a:avLst/>
          </a:prstGeom>
          <a:noFill/>
        </p:spPr>
        <p:txBody>
          <a:bodyPr wrap="none" rtlCol="0">
            <a:spAutoFit/>
          </a:bodyPr>
          <a:lstStyle/>
          <a:p>
            <a:r>
              <a:rPr lang="es-EC" sz="3600" b="1" dirty="0"/>
              <a:t>ESTIMACIÓN – Intervalos de confianza</a:t>
            </a:r>
            <a:endParaRPr lang="es-EC" sz="4000" b="1" dirty="0"/>
          </a:p>
        </p:txBody>
      </p:sp>
      <p:sp>
        <p:nvSpPr>
          <p:cNvPr id="3" name="Rectángulo 2"/>
          <p:cNvSpPr/>
          <p:nvPr/>
        </p:nvSpPr>
        <p:spPr>
          <a:xfrm>
            <a:off x="631110" y="1259026"/>
            <a:ext cx="4702890" cy="523220"/>
          </a:xfrm>
          <a:prstGeom prst="rect">
            <a:avLst/>
          </a:prstGeom>
        </p:spPr>
        <p:txBody>
          <a:bodyPr wrap="square">
            <a:spAutoFit/>
          </a:bodyPr>
          <a:lstStyle/>
          <a:p>
            <a:r>
              <a:rPr lang="es-EC" sz="2800" b="1" dirty="0"/>
              <a:t>Tamaño de muestra - p</a:t>
            </a:r>
          </a:p>
        </p:txBody>
      </p:sp>
      <mc:AlternateContent xmlns:mc="http://schemas.openxmlformats.org/markup-compatibility/2006" xmlns:a14="http://schemas.microsoft.com/office/drawing/2010/main">
        <mc:Choice Requires="a14">
          <p:sp>
            <p:nvSpPr>
              <p:cNvPr id="4" name="CuadroTexto 3"/>
              <p:cNvSpPr txBox="1"/>
              <p:nvPr/>
            </p:nvSpPr>
            <p:spPr>
              <a:xfrm>
                <a:off x="4645478" y="2189576"/>
                <a:ext cx="1756698" cy="48109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C" sz="3200" b="0" i="1" smtClean="0">
                          <a:latin typeface="Cambria Math" panose="02040503050406030204" pitchFamily="18" charset="0"/>
                        </a:rPr>
                        <m:t>𝑒</m:t>
                      </m:r>
                      <m:r>
                        <a:rPr lang="es-EC" sz="3200" b="0" i="1" smtClean="0">
                          <a:latin typeface="Cambria Math" panose="02040503050406030204" pitchFamily="18" charset="0"/>
                        </a:rPr>
                        <m:t>=</m:t>
                      </m:r>
                      <m:r>
                        <a:rPr lang="es-EC" sz="3200" b="0" i="1" smtClean="0">
                          <a:latin typeface="Cambria Math" panose="02040503050406030204" pitchFamily="18" charset="0"/>
                          <a:ea typeface="Cambria Math" panose="02040503050406030204" pitchFamily="18" charset="0"/>
                        </a:rPr>
                        <m:t>𝑝</m:t>
                      </m:r>
                      <m:r>
                        <a:rPr lang="es-EC" sz="3200" b="0" i="1" smtClean="0">
                          <a:latin typeface="Cambria Math" panose="02040503050406030204" pitchFamily="18" charset="0"/>
                          <a:ea typeface="Cambria Math" panose="02040503050406030204" pitchFamily="18" charset="0"/>
                        </a:rPr>
                        <m:t>−</m:t>
                      </m:r>
                      <m:acc>
                        <m:accPr>
                          <m:chr m:val="̂"/>
                          <m:ctrlPr>
                            <a:rPr lang="es-EC" sz="2800" i="1">
                              <a:latin typeface="Cambria Math" panose="02040503050406030204" pitchFamily="18" charset="0"/>
                            </a:rPr>
                          </m:ctrlPr>
                        </m:accPr>
                        <m:e>
                          <m:r>
                            <a:rPr lang="es-EC" sz="2800" i="1">
                              <a:latin typeface="Cambria Math" panose="02040503050406030204" pitchFamily="18" charset="0"/>
                            </a:rPr>
                            <m:t>𝑝</m:t>
                          </m:r>
                        </m:e>
                      </m:acc>
                    </m:oMath>
                  </m:oMathPara>
                </a14:m>
                <a:endParaRPr lang="es-EC" sz="2800" dirty="0"/>
              </a:p>
            </p:txBody>
          </p:sp>
        </mc:Choice>
        <mc:Fallback xmlns="">
          <p:sp>
            <p:nvSpPr>
              <p:cNvPr id="4" name="CuadroTexto 3"/>
              <p:cNvSpPr txBox="1">
                <a:spLocks noRot="1" noChangeAspect="1" noMove="1" noResize="1" noEditPoints="1" noAdjustHandles="1" noChangeArrowheads="1" noChangeShapeType="1" noTextEdit="1"/>
              </p:cNvSpPr>
              <p:nvPr/>
            </p:nvSpPr>
            <p:spPr>
              <a:xfrm>
                <a:off x="4645478" y="2189576"/>
                <a:ext cx="1756698" cy="481094"/>
              </a:xfrm>
              <a:prstGeom prst="rect">
                <a:avLst/>
              </a:prstGeom>
              <a:blipFill rotWithShape="0">
                <a:blip r:embed="rId2"/>
                <a:stretch>
                  <a:fillRect/>
                </a:stretch>
              </a:blipFill>
            </p:spPr>
            <p:txBody>
              <a:bodyPr/>
              <a:lstStyle/>
              <a:p>
                <a:r>
                  <a:rPr lang="es-EC">
                    <a:noFill/>
                  </a:rPr>
                  <a:t> </a:t>
                </a:r>
              </a:p>
            </p:txBody>
          </p:sp>
        </mc:Fallback>
      </mc:AlternateContent>
      <p:sp>
        <p:nvSpPr>
          <p:cNvPr id="5" name="CuadroTexto 4"/>
          <p:cNvSpPr txBox="1"/>
          <p:nvPr/>
        </p:nvSpPr>
        <p:spPr>
          <a:xfrm>
            <a:off x="631110" y="2097243"/>
            <a:ext cx="2280561" cy="461665"/>
          </a:xfrm>
          <a:prstGeom prst="rect">
            <a:avLst/>
          </a:prstGeom>
          <a:noFill/>
        </p:spPr>
        <p:txBody>
          <a:bodyPr wrap="none" rtlCol="0">
            <a:spAutoFit/>
          </a:bodyPr>
          <a:lstStyle/>
          <a:p>
            <a:r>
              <a:rPr lang="es-EC" sz="2400" dirty="0"/>
              <a:t>Si consideramos:</a:t>
            </a:r>
          </a:p>
        </p:txBody>
      </p:sp>
      <mc:AlternateContent xmlns:mc="http://schemas.openxmlformats.org/markup-compatibility/2006" xmlns:a14="http://schemas.microsoft.com/office/drawing/2010/main">
        <mc:Choice Requires="a14">
          <p:sp>
            <p:nvSpPr>
              <p:cNvPr id="6" name="CuadroTexto 5"/>
              <p:cNvSpPr txBox="1"/>
              <p:nvPr/>
            </p:nvSpPr>
            <p:spPr>
              <a:xfrm>
                <a:off x="4573696" y="3241153"/>
                <a:ext cx="2082814" cy="11335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C" sz="3600" b="0" i="1" smtClean="0">
                          <a:latin typeface="Cambria Math" panose="02040503050406030204" pitchFamily="18" charset="0"/>
                        </a:rPr>
                        <m:t>𝑒</m:t>
                      </m:r>
                      <m:r>
                        <a:rPr lang="es-EC" sz="3600" b="0" i="1" smtClean="0">
                          <a:latin typeface="Cambria Math" panose="02040503050406030204" pitchFamily="18" charset="0"/>
                        </a:rPr>
                        <m:t>=</m:t>
                      </m:r>
                      <m:sSub>
                        <m:sSubPr>
                          <m:ctrlPr>
                            <a:rPr lang="es-EC" sz="2800" i="1">
                              <a:latin typeface="Cambria Math" panose="02040503050406030204" pitchFamily="18" charset="0"/>
                            </a:rPr>
                          </m:ctrlPr>
                        </m:sSubPr>
                        <m:e>
                          <m:rad>
                            <m:radPr>
                              <m:degHide m:val="on"/>
                              <m:ctrlPr>
                                <a:rPr lang="es-EC" sz="2800" i="1">
                                  <a:latin typeface="Cambria Math" panose="02040503050406030204" pitchFamily="18" charset="0"/>
                                  <a:ea typeface="Cambria Math" panose="02040503050406030204" pitchFamily="18" charset="0"/>
                                </a:rPr>
                              </m:ctrlPr>
                            </m:radPr>
                            <m:deg/>
                            <m:e>
                              <m:f>
                                <m:fPr>
                                  <m:ctrlPr>
                                    <a:rPr lang="es-EC" sz="2800" i="1">
                                      <a:latin typeface="Cambria Math" panose="02040503050406030204" pitchFamily="18" charset="0"/>
                                      <a:ea typeface="Cambria Math" panose="02040503050406030204" pitchFamily="18" charset="0"/>
                                    </a:rPr>
                                  </m:ctrlPr>
                                </m:fPr>
                                <m:num>
                                  <m:acc>
                                    <m:accPr>
                                      <m:chr m:val="̂"/>
                                      <m:ctrlPr>
                                        <a:rPr lang="es-EC" sz="2800" i="1">
                                          <a:latin typeface="Cambria Math" panose="02040503050406030204" pitchFamily="18" charset="0"/>
                                        </a:rPr>
                                      </m:ctrlPr>
                                    </m:accPr>
                                    <m:e>
                                      <m:r>
                                        <a:rPr lang="es-EC" sz="2800" i="1">
                                          <a:latin typeface="Cambria Math" panose="02040503050406030204" pitchFamily="18" charset="0"/>
                                        </a:rPr>
                                        <m:t>𝑝</m:t>
                                      </m:r>
                                    </m:e>
                                  </m:acc>
                                  <m:acc>
                                    <m:accPr>
                                      <m:chr m:val="̂"/>
                                      <m:ctrlPr>
                                        <a:rPr lang="es-EC" sz="2800" i="1">
                                          <a:latin typeface="Cambria Math" panose="02040503050406030204" pitchFamily="18" charset="0"/>
                                        </a:rPr>
                                      </m:ctrlPr>
                                    </m:accPr>
                                    <m:e>
                                      <m:r>
                                        <a:rPr lang="es-EC" sz="2800" i="1">
                                          <a:latin typeface="Cambria Math" panose="02040503050406030204" pitchFamily="18" charset="0"/>
                                        </a:rPr>
                                        <m:t>𝑞</m:t>
                                      </m:r>
                                    </m:e>
                                  </m:acc>
                                </m:num>
                                <m:den>
                                  <m:r>
                                    <a:rPr lang="es-EC" sz="2800" i="1">
                                      <a:latin typeface="Cambria Math" panose="02040503050406030204" pitchFamily="18" charset="0"/>
                                      <a:ea typeface="Cambria Math" panose="02040503050406030204" pitchFamily="18" charset="0"/>
                                    </a:rPr>
                                    <m:t>𝑛</m:t>
                                  </m:r>
                                </m:den>
                              </m:f>
                            </m:e>
                          </m:rad>
                          <m:r>
                            <a:rPr lang="es-EC" sz="2800" i="1">
                              <a:latin typeface="Cambria Math" panose="02040503050406030204" pitchFamily="18" charset="0"/>
                              <a:ea typeface="Cambria Math" panose="02040503050406030204" pitchFamily="18" charset="0"/>
                            </a:rPr>
                            <m:t>𝑍</m:t>
                          </m:r>
                        </m:e>
                        <m:sub>
                          <m:f>
                            <m:fPr>
                              <m:ctrlPr>
                                <a:rPr lang="es-EC" sz="2800" i="1">
                                  <a:latin typeface="Cambria Math" panose="02040503050406030204" pitchFamily="18" charset="0"/>
                                  <a:ea typeface="Cambria Math" panose="02040503050406030204" pitchFamily="18" charset="0"/>
                                </a:rPr>
                              </m:ctrlPr>
                            </m:fPr>
                            <m:num>
                              <m:r>
                                <a:rPr lang="es-EC" sz="2800" i="1">
                                  <a:latin typeface="Cambria Math" panose="02040503050406030204" pitchFamily="18" charset="0"/>
                                  <a:ea typeface="Cambria Math" panose="02040503050406030204" pitchFamily="18" charset="0"/>
                                </a:rPr>
                                <m:t>𝛼</m:t>
                              </m:r>
                            </m:num>
                            <m:den>
                              <m:r>
                                <a:rPr lang="es-EC" sz="2800" i="1">
                                  <a:latin typeface="Cambria Math" panose="02040503050406030204" pitchFamily="18" charset="0"/>
                                  <a:ea typeface="Cambria Math" panose="02040503050406030204" pitchFamily="18" charset="0"/>
                                </a:rPr>
                                <m:t>2</m:t>
                              </m:r>
                            </m:den>
                          </m:f>
                        </m:sub>
                      </m:sSub>
                    </m:oMath>
                  </m:oMathPara>
                </a14:m>
                <a:endParaRPr lang="es-EC" sz="2800" dirty="0"/>
              </a:p>
            </p:txBody>
          </p:sp>
        </mc:Choice>
        <mc:Fallback xmlns="">
          <p:sp>
            <p:nvSpPr>
              <p:cNvPr id="6" name="CuadroTexto 5"/>
              <p:cNvSpPr txBox="1">
                <a:spLocks noRot="1" noChangeAspect="1" noMove="1" noResize="1" noEditPoints="1" noAdjustHandles="1" noChangeArrowheads="1" noChangeShapeType="1" noTextEdit="1"/>
              </p:cNvSpPr>
              <p:nvPr/>
            </p:nvSpPr>
            <p:spPr>
              <a:xfrm>
                <a:off x="4573696" y="3241153"/>
                <a:ext cx="2082814" cy="1133515"/>
              </a:xfrm>
              <a:prstGeom prst="rect">
                <a:avLst/>
              </a:prstGeom>
              <a:blipFill rotWithShape="0">
                <a:blip r:embed="rId3"/>
                <a:stretch>
                  <a:fillRect/>
                </a:stretch>
              </a:blipFill>
            </p:spPr>
            <p:txBody>
              <a:bodyPr/>
              <a:lstStyle/>
              <a:p>
                <a:r>
                  <a:rPr lang="es-EC">
                    <a:noFill/>
                  </a:rPr>
                  <a:t> </a:t>
                </a:r>
              </a:p>
            </p:txBody>
          </p:sp>
        </mc:Fallback>
      </mc:AlternateContent>
      <p:sp>
        <p:nvSpPr>
          <p:cNvPr id="7" name="CuadroTexto 6"/>
          <p:cNvSpPr txBox="1"/>
          <p:nvPr/>
        </p:nvSpPr>
        <p:spPr>
          <a:xfrm>
            <a:off x="701994" y="3447844"/>
            <a:ext cx="1899046" cy="461665"/>
          </a:xfrm>
          <a:prstGeom prst="rect">
            <a:avLst/>
          </a:prstGeom>
          <a:noFill/>
        </p:spPr>
        <p:txBody>
          <a:bodyPr wrap="none" rtlCol="0">
            <a:spAutoFit/>
          </a:bodyPr>
          <a:lstStyle/>
          <a:p>
            <a:r>
              <a:rPr lang="es-EC" sz="2400" dirty="0"/>
              <a:t>Sustituyendo:</a:t>
            </a:r>
          </a:p>
        </p:txBody>
      </p:sp>
      <p:sp>
        <p:nvSpPr>
          <p:cNvPr id="8" name="CuadroTexto 7"/>
          <p:cNvSpPr txBox="1"/>
          <p:nvPr/>
        </p:nvSpPr>
        <p:spPr>
          <a:xfrm>
            <a:off x="821867" y="4860806"/>
            <a:ext cx="1752403" cy="461665"/>
          </a:xfrm>
          <a:prstGeom prst="rect">
            <a:avLst/>
          </a:prstGeom>
          <a:noFill/>
        </p:spPr>
        <p:txBody>
          <a:bodyPr wrap="none" rtlCol="0">
            <a:spAutoFit/>
          </a:bodyPr>
          <a:lstStyle/>
          <a:p>
            <a:r>
              <a:rPr lang="es-EC" sz="2400" dirty="0"/>
              <a:t>Despejando:</a:t>
            </a:r>
          </a:p>
        </p:txBody>
      </p:sp>
      <mc:AlternateContent xmlns:mc="http://schemas.openxmlformats.org/markup-compatibility/2006" xmlns:a14="http://schemas.microsoft.com/office/drawing/2010/main">
        <mc:Choice Requires="a14">
          <p:sp>
            <p:nvSpPr>
              <p:cNvPr id="9" name="CuadroTexto 8"/>
              <p:cNvSpPr txBox="1"/>
              <p:nvPr/>
            </p:nvSpPr>
            <p:spPr>
              <a:xfrm>
                <a:off x="4645478" y="4967794"/>
                <a:ext cx="1826269" cy="9894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C" sz="2800" b="0" i="1" smtClean="0">
                          <a:latin typeface="Cambria Math" panose="02040503050406030204" pitchFamily="18" charset="0"/>
                        </a:rPr>
                        <m:t>𝑛</m:t>
                      </m:r>
                      <m:r>
                        <a:rPr lang="es-EC" sz="2800" b="0" i="1" smtClean="0">
                          <a:latin typeface="Cambria Math" panose="02040503050406030204" pitchFamily="18" charset="0"/>
                        </a:rPr>
                        <m:t>=</m:t>
                      </m:r>
                      <m:f>
                        <m:fPr>
                          <m:ctrlPr>
                            <a:rPr lang="es-EC" sz="2800" b="0" i="1" smtClean="0">
                              <a:latin typeface="Cambria Math" panose="02040503050406030204" pitchFamily="18" charset="0"/>
                            </a:rPr>
                          </m:ctrlPr>
                        </m:fPr>
                        <m:num>
                          <m:acc>
                            <m:accPr>
                              <m:chr m:val="̂"/>
                              <m:ctrlPr>
                                <a:rPr lang="es-EC" sz="2800" i="1">
                                  <a:latin typeface="Cambria Math" panose="02040503050406030204" pitchFamily="18" charset="0"/>
                                </a:rPr>
                              </m:ctrlPr>
                            </m:accPr>
                            <m:e>
                              <m:r>
                                <a:rPr lang="es-EC" sz="2800" i="1">
                                  <a:latin typeface="Cambria Math" panose="02040503050406030204" pitchFamily="18" charset="0"/>
                                </a:rPr>
                                <m:t>𝑝</m:t>
                              </m:r>
                            </m:e>
                          </m:acc>
                          <m:acc>
                            <m:accPr>
                              <m:chr m:val="̂"/>
                              <m:ctrlPr>
                                <a:rPr lang="es-EC" sz="2800" i="1">
                                  <a:latin typeface="Cambria Math" panose="02040503050406030204" pitchFamily="18" charset="0"/>
                                </a:rPr>
                              </m:ctrlPr>
                            </m:accPr>
                            <m:e>
                              <m:r>
                                <a:rPr lang="es-EC" sz="2800" i="1">
                                  <a:latin typeface="Cambria Math" panose="02040503050406030204" pitchFamily="18" charset="0"/>
                                </a:rPr>
                                <m:t>𝑞</m:t>
                              </m:r>
                            </m:e>
                          </m:acc>
                          <m:sSubSup>
                            <m:sSubSupPr>
                              <m:ctrlPr>
                                <a:rPr lang="es-EC" sz="2800" i="1">
                                  <a:latin typeface="Cambria Math" panose="02040503050406030204" pitchFamily="18" charset="0"/>
                                </a:rPr>
                              </m:ctrlPr>
                            </m:sSubSupPr>
                            <m:e>
                              <m:r>
                                <a:rPr lang="es-EC" sz="2800" i="1">
                                  <a:latin typeface="Cambria Math" panose="02040503050406030204" pitchFamily="18" charset="0"/>
                                </a:rPr>
                                <m:t>𝑍</m:t>
                              </m:r>
                            </m:e>
                            <m:sub>
                              <m:f>
                                <m:fPr>
                                  <m:type m:val="skw"/>
                                  <m:ctrlPr>
                                    <a:rPr lang="es-EC" sz="2800" i="1">
                                      <a:latin typeface="Cambria Math" panose="02040503050406030204" pitchFamily="18" charset="0"/>
                                    </a:rPr>
                                  </m:ctrlPr>
                                </m:fPr>
                                <m:num>
                                  <m:r>
                                    <a:rPr lang="es-EC" sz="2800" i="1">
                                      <a:latin typeface="Cambria Math" panose="02040503050406030204" pitchFamily="18" charset="0"/>
                                      <a:ea typeface="Cambria Math" panose="02040503050406030204" pitchFamily="18" charset="0"/>
                                    </a:rPr>
                                    <m:t>𝛼</m:t>
                                  </m:r>
                                </m:num>
                                <m:den>
                                  <m:r>
                                    <a:rPr lang="es-EC" sz="2800" i="1">
                                      <a:latin typeface="Cambria Math" panose="02040503050406030204" pitchFamily="18" charset="0"/>
                                    </a:rPr>
                                    <m:t>2</m:t>
                                  </m:r>
                                </m:den>
                              </m:f>
                            </m:sub>
                            <m:sup>
                              <m:r>
                                <a:rPr lang="es-EC" sz="2800" i="1">
                                  <a:latin typeface="Cambria Math" panose="02040503050406030204" pitchFamily="18" charset="0"/>
                                </a:rPr>
                                <m:t>2</m:t>
                              </m:r>
                            </m:sup>
                          </m:sSubSup>
                        </m:num>
                        <m:den>
                          <m:sSup>
                            <m:sSupPr>
                              <m:ctrlPr>
                                <a:rPr lang="es-EC" sz="2800" b="0" i="1" smtClean="0">
                                  <a:latin typeface="Cambria Math" panose="02040503050406030204" pitchFamily="18" charset="0"/>
                                </a:rPr>
                              </m:ctrlPr>
                            </m:sSupPr>
                            <m:e>
                              <m:r>
                                <a:rPr lang="es-EC" sz="2800" b="0" i="1" smtClean="0">
                                  <a:latin typeface="Cambria Math" panose="02040503050406030204" pitchFamily="18" charset="0"/>
                                </a:rPr>
                                <m:t>𝑒</m:t>
                              </m:r>
                            </m:e>
                            <m:sup>
                              <m:r>
                                <a:rPr lang="es-EC" sz="2800" b="0" i="1" smtClean="0">
                                  <a:latin typeface="Cambria Math" panose="02040503050406030204" pitchFamily="18" charset="0"/>
                                </a:rPr>
                                <m:t>2</m:t>
                              </m:r>
                            </m:sup>
                          </m:sSup>
                        </m:den>
                      </m:f>
                    </m:oMath>
                  </m:oMathPara>
                </a14:m>
                <a:endParaRPr lang="es-EC" sz="2800" dirty="0"/>
              </a:p>
            </p:txBody>
          </p:sp>
        </mc:Choice>
        <mc:Fallback xmlns="">
          <p:sp>
            <p:nvSpPr>
              <p:cNvPr id="9" name="CuadroTexto 8"/>
              <p:cNvSpPr txBox="1">
                <a:spLocks noRot="1" noChangeAspect="1" noMove="1" noResize="1" noEditPoints="1" noAdjustHandles="1" noChangeArrowheads="1" noChangeShapeType="1" noTextEdit="1"/>
              </p:cNvSpPr>
              <p:nvPr/>
            </p:nvSpPr>
            <p:spPr>
              <a:xfrm>
                <a:off x="4645478" y="4967794"/>
                <a:ext cx="1826269" cy="989438"/>
              </a:xfrm>
              <a:prstGeom prst="rect">
                <a:avLst/>
              </a:prstGeom>
              <a:blipFill rotWithShape="0">
                <a:blip r:embed="rId4"/>
                <a:stretch>
                  <a:fillRect/>
                </a:stretch>
              </a:blipFill>
            </p:spPr>
            <p:txBody>
              <a:bodyPr/>
              <a:lstStyle/>
              <a:p>
                <a:r>
                  <a:rPr lang="es-EC">
                    <a:noFill/>
                  </a:rPr>
                  <a:t> </a:t>
                </a:r>
              </a:p>
            </p:txBody>
          </p:sp>
        </mc:Fallback>
      </mc:AlternateContent>
    </p:spTree>
    <p:extLst>
      <p:ext uri="{BB962C8B-B14F-4D97-AF65-F5344CB8AC3E}">
        <p14:creationId xmlns:p14="http://schemas.microsoft.com/office/powerpoint/2010/main" val="12728070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n 11"/>
          <p:cNvPicPr>
            <a:picLocks noChangeAspect="1"/>
          </p:cNvPicPr>
          <p:nvPr/>
        </p:nvPicPr>
        <p:blipFill>
          <a:blip r:embed="rId2"/>
          <a:stretch>
            <a:fillRect/>
          </a:stretch>
        </p:blipFill>
        <p:spPr>
          <a:xfrm>
            <a:off x="6176999" y="792481"/>
            <a:ext cx="5786401" cy="2304996"/>
          </a:xfrm>
          <a:prstGeom prst="rect">
            <a:avLst/>
          </a:prstGeom>
        </p:spPr>
      </p:pic>
      <p:sp>
        <p:nvSpPr>
          <p:cNvPr id="2" name="CuadroTexto 1"/>
          <p:cNvSpPr txBox="1"/>
          <p:nvPr/>
        </p:nvSpPr>
        <p:spPr>
          <a:xfrm>
            <a:off x="631110" y="297698"/>
            <a:ext cx="7495257" cy="646331"/>
          </a:xfrm>
          <a:prstGeom prst="rect">
            <a:avLst/>
          </a:prstGeom>
          <a:noFill/>
        </p:spPr>
        <p:txBody>
          <a:bodyPr wrap="none" rtlCol="0">
            <a:spAutoFit/>
          </a:bodyPr>
          <a:lstStyle/>
          <a:p>
            <a:r>
              <a:rPr lang="es-EC" sz="3600" b="1" dirty="0"/>
              <a:t>ESTIMACIÓN – Intervalos de confianza</a:t>
            </a:r>
            <a:endParaRPr lang="es-EC" sz="4000" b="1" dirty="0"/>
          </a:p>
        </p:txBody>
      </p:sp>
      <p:sp>
        <p:nvSpPr>
          <p:cNvPr id="3" name="Rectángulo 2"/>
          <p:cNvSpPr/>
          <p:nvPr/>
        </p:nvSpPr>
        <p:spPr>
          <a:xfrm>
            <a:off x="631110" y="1032491"/>
            <a:ext cx="7019370" cy="523220"/>
          </a:xfrm>
          <a:prstGeom prst="rect">
            <a:avLst/>
          </a:prstGeom>
        </p:spPr>
        <p:txBody>
          <a:bodyPr wrap="square">
            <a:spAutoFit/>
          </a:bodyPr>
          <a:lstStyle/>
          <a:p>
            <a:r>
              <a:rPr lang="es-EC" sz="2800" b="1" dirty="0"/>
              <a:t>Intervalo para </a:t>
            </a:r>
            <a:r>
              <a:rPr lang="es-EC" sz="2800" b="1" dirty="0">
                <a:latin typeface="Trebuchet MS" panose="020B0603020202020204" pitchFamily="34" charset="0"/>
              </a:rPr>
              <a:t>la varianza - </a:t>
            </a:r>
            <a:r>
              <a:rPr lang="el-GR" sz="2800" b="1" dirty="0">
                <a:latin typeface="MS Mincho"/>
              </a:rPr>
              <a:t>σ</a:t>
            </a:r>
            <a:endParaRPr lang="es-EC" sz="2800" b="1" dirty="0"/>
          </a:p>
        </p:txBody>
      </p:sp>
      <p:sp>
        <p:nvSpPr>
          <p:cNvPr id="4" name="CuadroTexto 3"/>
          <p:cNvSpPr txBox="1"/>
          <p:nvPr/>
        </p:nvSpPr>
        <p:spPr>
          <a:xfrm>
            <a:off x="631110" y="1989341"/>
            <a:ext cx="1473480" cy="461665"/>
          </a:xfrm>
          <a:prstGeom prst="rect">
            <a:avLst/>
          </a:prstGeom>
          <a:noFill/>
        </p:spPr>
        <p:txBody>
          <a:bodyPr wrap="none" rtlCol="0">
            <a:spAutoFit/>
          </a:bodyPr>
          <a:lstStyle/>
          <a:p>
            <a:r>
              <a:rPr lang="es-EC" sz="2400" dirty="0"/>
              <a:t>Dado que:</a:t>
            </a:r>
          </a:p>
        </p:txBody>
      </p:sp>
      <mc:AlternateContent xmlns:mc="http://schemas.openxmlformats.org/markup-compatibility/2006" xmlns:a14="http://schemas.microsoft.com/office/drawing/2010/main">
        <mc:Choice Requires="a14">
          <p:sp>
            <p:nvSpPr>
              <p:cNvPr id="5" name="CuadroTexto 4"/>
              <p:cNvSpPr txBox="1"/>
              <p:nvPr/>
            </p:nvSpPr>
            <p:spPr>
              <a:xfrm>
                <a:off x="2916998" y="1674344"/>
                <a:ext cx="2447593" cy="8645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EC" sz="2800" i="1" dirty="0" smtClean="0">
                              <a:latin typeface="Cambria Math" panose="02040503050406030204" pitchFamily="18" charset="0"/>
                            </a:rPr>
                          </m:ctrlPr>
                        </m:sSupPr>
                        <m:e>
                          <m:r>
                            <m:rPr>
                              <m:sty m:val="p"/>
                            </m:rPr>
                            <a:rPr lang="es-EC" sz="2800" b="0" i="0" dirty="0">
                              <a:latin typeface="Cambria Math" panose="02040503050406030204" pitchFamily="18" charset="0"/>
                              <a:ea typeface="Cambria Math" panose="02040503050406030204" pitchFamily="18" charset="0"/>
                            </a:rPr>
                            <m:t>χ</m:t>
                          </m:r>
                        </m:e>
                        <m:sup>
                          <m:r>
                            <a:rPr lang="es-EC" sz="2800" b="0" i="0" dirty="0">
                              <a:latin typeface="Cambria Math" panose="02040503050406030204" pitchFamily="18" charset="0"/>
                            </a:rPr>
                            <m:t>2</m:t>
                          </m:r>
                        </m:sup>
                      </m:sSup>
                      <m:r>
                        <a:rPr lang="es-EC" sz="2800" b="0" i="0" smtClean="0">
                          <a:latin typeface="Cambria Math" panose="02040503050406030204" pitchFamily="18" charset="0"/>
                        </a:rPr>
                        <m:t>=(</m:t>
                      </m:r>
                      <m:r>
                        <m:rPr>
                          <m:sty m:val="p"/>
                        </m:rPr>
                        <a:rPr lang="es-EC" sz="2800" b="0" i="0" smtClean="0">
                          <a:latin typeface="Cambria Math" panose="02040503050406030204" pitchFamily="18" charset="0"/>
                        </a:rPr>
                        <m:t>n</m:t>
                      </m:r>
                      <m:r>
                        <a:rPr lang="es-EC" sz="2800" b="0" i="0" smtClean="0">
                          <a:latin typeface="Cambria Math" panose="02040503050406030204" pitchFamily="18" charset="0"/>
                        </a:rPr>
                        <m:t>−1)</m:t>
                      </m:r>
                      <m:f>
                        <m:fPr>
                          <m:ctrlPr>
                            <a:rPr lang="es-EC" sz="2800" i="1" smtClean="0">
                              <a:latin typeface="Cambria Math" panose="02040503050406030204" pitchFamily="18" charset="0"/>
                            </a:rPr>
                          </m:ctrlPr>
                        </m:fPr>
                        <m:num>
                          <m:sSup>
                            <m:sSupPr>
                              <m:ctrlPr>
                                <a:rPr lang="es-EC" sz="2800" i="1" dirty="0">
                                  <a:latin typeface="Cambria Math" panose="02040503050406030204" pitchFamily="18" charset="0"/>
                                </a:rPr>
                              </m:ctrlPr>
                            </m:sSupPr>
                            <m:e>
                              <m:r>
                                <m:rPr>
                                  <m:sty m:val="p"/>
                                </m:rPr>
                                <a:rPr lang="es-EC" sz="2800" b="0" i="0" dirty="0" smtClean="0">
                                  <a:latin typeface="Cambria Math" panose="02040503050406030204" pitchFamily="18" charset="0"/>
                                  <a:ea typeface="Cambria Math" panose="02040503050406030204" pitchFamily="18" charset="0"/>
                                </a:rPr>
                                <m:t>s</m:t>
                              </m:r>
                            </m:e>
                            <m:sup>
                              <m:r>
                                <a:rPr lang="es-EC" sz="2800" b="0" i="0" dirty="0">
                                  <a:latin typeface="Cambria Math" panose="02040503050406030204" pitchFamily="18" charset="0"/>
                                </a:rPr>
                                <m:t>2</m:t>
                              </m:r>
                            </m:sup>
                          </m:sSup>
                        </m:num>
                        <m:den>
                          <m:sSup>
                            <m:sSupPr>
                              <m:ctrlPr>
                                <a:rPr lang="es-EC" sz="2800" i="1" dirty="0">
                                  <a:latin typeface="Cambria Math" panose="02040503050406030204" pitchFamily="18" charset="0"/>
                                </a:rPr>
                              </m:ctrlPr>
                            </m:sSupPr>
                            <m:e>
                              <m:r>
                                <m:rPr>
                                  <m:sty m:val="p"/>
                                </m:rPr>
                                <a:rPr lang="es-EC" sz="2800" b="0" i="0" dirty="0" smtClean="0">
                                  <a:latin typeface="Cambria Math" panose="02040503050406030204" pitchFamily="18" charset="0"/>
                                  <a:ea typeface="Cambria Math" panose="02040503050406030204" pitchFamily="18" charset="0"/>
                                </a:rPr>
                                <m:t>σ</m:t>
                              </m:r>
                            </m:e>
                            <m:sup>
                              <m:r>
                                <a:rPr lang="es-EC" sz="2800" b="0" i="0" dirty="0">
                                  <a:latin typeface="Cambria Math" panose="02040503050406030204" pitchFamily="18" charset="0"/>
                                </a:rPr>
                                <m:t>2</m:t>
                              </m:r>
                            </m:sup>
                          </m:sSup>
                        </m:den>
                      </m:f>
                    </m:oMath>
                  </m:oMathPara>
                </a14:m>
                <a:endParaRPr lang="es-EC" sz="2800" dirty="0"/>
              </a:p>
            </p:txBody>
          </p:sp>
        </mc:Choice>
        <mc:Fallback xmlns="">
          <p:sp>
            <p:nvSpPr>
              <p:cNvPr id="5" name="CuadroTexto 4"/>
              <p:cNvSpPr txBox="1">
                <a:spLocks noRot="1" noChangeAspect="1" noMove="1" noResize="1" noEditPoints="1" noAdjustHandles="1" noChangeArrowheads="1" noChangeShapeType="1" noTextEdit="1"/>
              </p:cNvSpPr>
              <p:nvPr/>
            </p:nvSpPr>
            <p:spPr>
              <a:xfrm>
                <a:off x="2916998" y="1674344"/>
                <a:ext cx="2447593" cy="864532"/>
              </a:xfrm>
              <a:prstGeom prst="rect">
                <a:avLst/>
              </a:prstGeom>
              <a:blipFill rotWithShape="0">
                <a:blip r:embed="rId3"/>
                <a:stretch>
                  <a:fillRect/>
                </a:stretch>
              </a:blipFill>
            </p:spPr>
            <p:txBody>
              <a:bodyPr/>
              <a:lstStyle/>
              <a:p>
                <a:r>
                  <a:rPr lang="es-EC">
                    <a:noFill/>
                  </a:rPr>
                  <a:t> </a:t>
                </a:r>
              </a:p>
            </p:txBody>
          </p:sp>
        </mc:Fallback>
      </mc:AlternateContent>
      <p:sp>
        <p:nvSpPr>
          <p:cNvPr id="6" name="CuadroTexto 5"/>
          <p:cNvSpPr txBox="1"/>
          <p:nvPr/>
        </p:nvSpPr>
        <p:spPr>
          <a:xfrm>
            <a:off x="631110" y="3097476"/>
            <a:ext cx="2532809" cy="461665"/>
          </a:xfrm>
          <a:prstGeom prst="rect">
            <a:avLst/>
          </a:prstGeom>
          <a:noFill/>
        </p:spPr>
        <p:txBody>
          <a:bodyPr wrap="none" rtlCol="0">
            <a:spAutoFit/>
          </a:bodyPr>
          <a:lstStyle/>
          <a:p>
            <a:r>
              <a:rPr lang="es-EC" sz="2400" dirty="0"/>
              <a:t>Podemos escribir…</a:t>
            </a:r>
          </a:p>
        </p:txBody>
      </p:sp>
      <mc:AlternateContent xmlns:mc="http://schemas.openxmlformats.org/markup-compatibility/2006" xmlns:a14="http://schemas.microsoft.com/office/drawing/2010/main">
        <mc:Choice Requires="a14">
          <p:sp>
            <p:nvSpPr>
              <p:cNvPr id="7" name="CuadroTexto 6"/>
              <p:cNvSpPr txBox="1"/>
              <p:nvPr/>
            </p:nvSpPr>
            <p:spPr>
              <a:xfrm>
                <a:off x="3554417" y="2923774"/>
                <a:ext cx="4918462" cy="6609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s-EC" sz="2800" b="0" i="0" dirty="0" smtClean="0">
                          <a:latin typeface="Cambria Math" panose="02040503050406030204" pitchFamily="18" charset="0"/>
                        </a:rPr>
                        <m:t>P</m:t>
                      </m:r>
                      <m:d>
                        <m:dPr>
                          <m:ctrlPr>
                            <a:rPr lang="es-EC" sz="2800" b="0" i="1" dirty="0" smtClean="0">
                              <a:latin typeface="Cambria Math" panose="02040503050406030204" pitchFamily="18" charset="0"/>
                            </a:rPr>
                          </m:ctrlPr>
                        </m:dPr>
                        <m:e>
                          <m:sSubSup>
                            <m:sSubSupPr>
                              <m:ctrlPr>
                                <a:rPr lang="es-EC" sz="2800" i="1" dirty="0">
                                  <a:latin typeface="Cambria Math" panose="02040503050406030204" pitchFamily="18" charset="0"/>
                                </a:rPr>
                              </m:ctrlPr>
                            </m:sSubSupPr>
                            <m:e>
                              <m:r>
                                <a:rPr lang="es-EC" sz="2800" i="1" dirty="0">
                                  <a:latin typeface="Cambria Math" panose="02040503050406030204" pitchFamily="18" charset="0"/>
                                  <a:ea typeface="Cambria Math" panose="02040503050406030204" pitchFamily="18" charset="0"/>
                                </a:rPr>
                                <m:t>𝜒</m:t>
                              </m:r>
                            </m:e>
                            <m:sub>
                              <m:r>
                                <a:rPr lang="es-EC" sz="2800" b="0" i="1" dirty="0" smtClean="0">
                                  <a:latin typeface="Cambria Math" panose="02040503050406030204" pitchFamily="18" charset="0"/>
                                  <a:ea typeface="Cambria Math" panose="02040503050406030204" pitchFamily="18" charset="0"/>
                                </a:rPr>
                                <m:t>1−</m:t>
                              </m:r>
                              <m:f>
                                <m:fPr>
                                  <m:type m:val="skw"/>
                                  <m:ctrlPr>
                                    <a:rPr lang="es-EC" sz="2800" i="1">
                                      <a:latin typeface="Cambria Math" panose="02040503050406030204" pitchFamily="18" charset="0"/>
                                    </a:rPr>
                                  </m:ctrlPr>
                                </m:fPr>
                                <m:num>
                                  <m:r>
                                    <a:rPr lang="es-EC" sz="2800" i="1">
                                      <a:latin typeface="Cambria Math" panose="02040503050406030204" pitchFamily="18" charset="0"/>
                                      <a:ea typeface="Cambria Math" panose="02040503050406030204" pitchFamily="18" charset="0"/>
                                    </a:rPr>
                                    <m:t>𝛼</m:t>
                                  </m:r>
                                </m:num>
                                <m:den>
                                  <m:r>
                                    <a:rPr lang="es-EC" sz="2800" i="1">
                                      <a:latin typeface="Cambria Math" panose="02040503050406030204" pitchFamily="18" charset="0"/>
                                    </a:rPr>
                                    <m:t>2</m:t>
                                  </m:r>
                                </m:den>
                              </m:f>
                            </m:sub>
                            <m:sup>
                              <m:r>
                                <a:rPr lang="es-EC" sz="2800" i="1" dirty="0">
                                  <a:latin typeface="Cambria Math" panose="02040503050406030204" pitchFamily="18" charset="0"/>
                                </a:rPr>
                                <m:t>2</m:t>
                              </m:r>
                            </m:sup>
                          </m:sSubSup>
                          <m:r>
                            <a:rPr lang="es-EC" sz="2800" b="0" i="0" dirty="0" smtClean="0">
                              <a:latin typeface="Cambria Math" panose="02040503050406030204" pitchFamily="18" charset="0"/>
                            </a:rPr>
                            <m:t>&lt;</m:t>
                          </m:r>
                          <m:sSup>
                            <m:sSupPr>
                              <m:ctrlPr>
                                <a:rPr lang="es-EC" sz="2800" i="1" dirty="0" smtClean="0">
                                  <a:latin typeface="Cambria Math" panose="02040503050406030204" pitchFamily="18" charset="0"/>
                                </a:rPr>
                              </m:ctrlPr>
                            </m:sSupPr>
                            <m:e>
                              <m:r>
                                <m:rPr>
                                  <m:sty m:val="p"/>
                                </m:rPr>
                                <a:rPr lang="es-EC" sz="2800" b="0" i="0" dirty="0">
                                  <a:latin typeface="Cambria Math" panose="02040503050406030204" pitchFamily="18" charset="0"/>
                                  <a:ea typeface="Cambria Math" panose="02040503050406030204" pitchFamily="18" charset="0"/>
                                </a:rPr>
                                <m:t>χ</m:t>
                              </m:r>
                            </m:e>
                            <m:sup>
                              <m:r>
                                <a:rPr lang="es-EC" sz="2800" b="0" i="0" dirty="0">
                                  <a:latin typeface="Cambria Math" panose="02040503050406030204" pitchFamily="18" charset="0"/>
                                </a:rPr>
                                <m:t>2</m:t>
                              </m:r>
                            </m:sup>
                          </m:sSup>
                          <m:r>
                            <a:rPr lang="es-EC" sz="2800" b="0" i="0" dirty="0" smtClean="0">
                              <a:latin typeface="Cambria Math" panose="02040503050406030204" pitchFamily="18" charset="0"/>
                            </a:rPr>
                            <m:t>&lt;</m:t>
                          </m:r>
                          <m:sSubSup>
                            <m:sSubSupPr>
                              <m:ctrlPr>
                                <a:rPr lang="es-EC" sz="2800" b="0" i="1" dirty="0" smtClean="0">
                                  <a:latin typeface="Cambria Math" panose="02040503050406030204" pitchFamily="18" charset="0"/>
                                </a:rPr>
                              </m:ctrlPr>
                            </m:sSubSupPr>
                            <m:e>
                              <m:r>
                                <a:rPr lang="es-EC" sz="2800" b="0" i="1" dirty="0" smtClean="0">
                                  <a:latin typeface="Cambria Math" panose="02040503050406030204" pitchFamily="18" charset="0"/>
                                  <a:ea typeface="Cambria Math" panose="02040503050406030204" pitchFamily="18" charset="0"/>
                                </a:rPr>
                                <m:t>𝜒</m:t>
                              </m:r>
                            </m:e>
                            <m:sub>
                              <m:f>
                                <m:fPr>
                                  <m:type m:val="skw"/>
                                  <m:ctrlPr>
                                    <a:rPr lang="es-EC" sz="2800" i="1">
                                      <a:latin typeface="Cambria Math" panose="02040503050406030204" pitchFamily="18" charset="0"/>
                                    </a:rPr>
                                  </m:ctrlPr>
                                </m:fPr>
                                <m:num>
                                  <m:r>
                                    <a:rPr lang="es-EC" sz="2800" i="1">
                                      <a:latin typeface="Cambria Math" panose="02040503050406030204" pitchFamily="18" charset="0"/>
                                      <a:ea typeface="Cambria Math" panose="02040503050406030204" pitchFamily="18" charset="0"/>
                                    </a:rPr>
                                    <m:t>𝛼</m:t>
                                  </m:r>
                                </m:num>
                                <m:den>
                                  <m:r>
                                    <a:rPr lang="es-EC" sz="2800" i="1">
                                      <a:latin typeface="Cambria Math" panose="02040503050406030204" pitchFamily="18" charset="0"/>
                                    </a:rPr>
                                    <m:t>2</m:t>
                                  </m:r>
                                </m:den>
                              </m:f>
                            </m:sub>
                            <m:sup>
                              <m:r>
                                <a:rPr lang="es-EC" sz="2800" b="0" i="1" dirty="0" smtClean="0">
                                  <a:latin typeface="Cambria Math" panose="02040503050406030204" pitchFamily="18" charset="0"/>
                                </a:rPr>
                                <m:t>2</m:t>
                              </m:r>
                            </m:sup>
                          </m:sSubSup>
                        </m:e>
                      </m:d>
                      <m:r>
                        <a:rPr lang="es-EC" sz="2800" b="0" i="0" dirty="0" smtClean="0">
                          <a:latin typeface="Cambria Math" panose="02040503050406030204" pitchFamily="18" charset="0"/>
                        </a:rPr>
                        <m:t>=1−</m:t>
                      </m:r>
                      <m:r>
                        <m:rPr>
                          <m:sty m:val="p"/>
                        </m:rPr>
                        <a:rPr lang="el-GR" sz="2800" b="0" i="1" dirty="0" smtClean="0">
                          <a:latin typeface="Cambria Math" panose="02040503050406030204" pitchFamily="18" charset="0"/>
                          <a:ea typeface="Cambria Math" panose="02040503050406030204" pitchFamily="18" charset="0"/>
                        </a:rPr>
                        <m:t>α</m:t>
                      </m:r>
                    </m:oMath>
                  </m:oMathPara>
                </a14:m>
                <a:endParaRPr lang="es-EC" sz="2800" dirty="0"/>
              </a:p>
            </p:txBody>
          </p:sp>
        </mc:Choice>
        <mc:Fallback xmlns="">
          <p:sp>
            <p:nvSpPr>
              <p:cNvPr id="7" name="CuadroTexto 6"/>
              <p:cNvSpPr txBox="1">
                <a:spLocks noRot="1" noChangeAspect="1" noMove="1" noResize="1" noEditPoints="1" noAdjustHandles="1" noChangeArrowheads="1" noChangeShapeType="1" noTextEdit="1"/>
              </p:cNvSpPr>
              <p:nvPr/>
            </p:nvSpPr>
            <p:spPr>
              <a:xfrm>
                <a:off x="3554417" y="2923774"/>
                <a:ext cx="4918462" cy="660950"/>
              </a:xfrm>
              <a:prstGeom prst="rect">
                <a:avLst/>
              </a:prstGeom>
              <a:blipFill rotWithShape="0">
                <a:blip r:embed="rId4"/>
                <a:stretch>
                  <a:fillRect/>
                </a:stretch>
              </a:blipFill>
            </p:spPr>
            <p:txBody>
              <a:bodyPr/>
              <a:lstStyle/>
              <a:p>
                <a:r>
                  <a:rPr lang="es-EC">
                    <a:noFill/>
                  </a:rPr>
                  <a:t> </a:t>
                </a:r>
              </a:p>
            </p:txBody>
          </p:sp>
        </mc:Fallback>
      </mc:AlternateContent>
      <p:sp>
        <p:nvSpPr>
          <p:cNvPr id="8" name="CuadroTexto 7"/>
          <p:cNvSpPr txBox="1"/>
          <p:nvPr/>
        </p:nvSpPr>
        <p:spPr>
          <a:xfrm>
            <a:off x="652508" y="4135747"/>
            <a:ext cx="1870769" cy="461665"/>
          </a:xfrm>
          <a:prstGeom prst="rect">
            <a:avLst/>
          </a:prstGeom>
          <a:noFill/>
        </p:spPr>
        <p:txBody>
          <a:bodyPr wrap="none" rtlCol="0">
            <a:spAutoFit/>
          </a:bodyPr>
          <a:lstStyle/>
          <a:p>
            <a:r>
              <a:rPr lang="es-EC" sz="2400" dirty="0"/>
              <a:t>Sustituimos…</a:t>
            </a:r>
          </a:p>
        </p:txBody>
      </p:sp>
      <mc:AlternateContent xmlns:mc="http://schemas.openxmlformats.org/markup-compatibility/2006" xmlns:a14="http://schemas.microsoft.com/office/drawing/2010/main">
        <mc:Choice Requires="a14">
          <p:sp>
            <p:nvSpPr>
              <p:cNvPr id="9" name="CuadroTexto 8"/>
              <p:cNvSpPr txBox="1"/>
              <p:nvPr/>
            </p:nvSpPr>
            <p:spPr>
              <a:xfrm>
                <a:off x="2916998" y="3829444"/>
                <a:ext cx="6193299" cy="97680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s-EC" sz="2800" b="0" i="0" dirty="0" smtClean="0">
                          <a:latin typeface="Cambria Math" panose="02040503050406030204" pitchFamily="18" charset="0"/>
                        </a:rPr>
                        <m:t>P</m:t>
                      </m:r>
                      <m:d>
                        <m:dPr>
                          <m:ctrlPr>
                            <a:rPr lang="es-EC" sz="2800" b="0" i="1" dirty="0" smtClean="0">
                              <a:latin typeface="Cambria Math" panose="02040503050406030204" pitchFamily="18" charset="0"/>
                            </a:rPr>
                          </m:ctrlPr>
                        </m:dPr>
                        <m:e>
                          <m:sSubSup>
                            <m:sSubSupPr>
                              <m:ctrlPr>
                                <a:rPr lang="es-EC" sz="2800" i="1" dirty="0">
                                  <a:latin typeface="Cambria Math" panose="02040503050406030204" pitchFamily="18" charset="0"/>
                                </a:rPr>
                              </m:ctrlPr>
                            </m:sSubSupPr>
                            <m:e>
                              <m:r>
                                <a:rPr lang="es-EC" sz="2800" i="1" dirty="0">
                                  <a:latin typeface="Cambria Math" panose="02040503050406030204" pitchFamily="18" charset="0"/>
                                  <a:ea typeface="Cambria Math" panose="02040503050406030204" pitchFamily="18" charset="0"/>
                                </a:rPr>
                                <m:t>𝜒</m:t>
                              </m:r>
                            </m:e>
                            <m:sub>
                              <m:r>
                                <a:rPr lang="es-EC" sz="2800" b="0" i="1" dirty="0" smtClean="0">
                                  <a:latin typeface="Cambria Math" panose="02040503050406030204" pitchFamily="18" charset="0"/>
                                  <a:ea typeface="Cambria Math" panose="02040503050406030204" pitchFamily="18" charset="0"/>
                                </a:rPr>
                                <m:t>1−</m:t>
                              </m:r>
                              <m:f>
                                <m:fPr>
                                  <m:type m:val="skw"/>
                                  <m:ctrlPr>
                                    <a:rPr lang="es-EC" sz="2800" i="1">
                                      <a:latin typeface="Cambria Math" panose="02040503050406030204" pitchFamily="18" charset="0"/>
                                    </a:rPr>
                                  </m:ctrlPr>
                                </m:fPr>
                                <m:num>
                                  <m:r>
                                    <a:rPr lang="es-EC" sz="2800" i="1">
                                      <a:latin typeface="Cambria Math" panose="02040503050406030204" pitchFamily="18" charset="0"/>
                                      <a:ea typeface="Cambria Math" panose="02040503050406030204" pitchFamily="18" charset="0"/>
                                    </a:rPr>
                                    <m:t>𝛼</m:t>
                                  </m:r>
                                </m:num>
                                <m:den>
                                  <m:r>
                                    <a:rPr lang="es-EC" sz="2800" i="1">
                                      <a:latin typeface="Cambria Math" panose="02040503050406030204" pitchFamily="18" charset="0"/>
                                    </a:rPr>
                                    <m:t>2</m:t>
                                  </m:r>
                                </m:den>
                              </m:f>
                            </m:sub>
                            <m:sup>
                              <m:r>
                                <a:rPr lang="es-EC" sz="2800" i="1" dirty="0">
                                  <a:latin typeface="Cambria Math" panose="02040503050406030204" pitchFamily="18" charset="0"/>
                                </a:rPr>
                                <m:t>2</m:t>
                              </m:r>
                            </m:sup>
                          </m:sSubSup>
                          <m:r>
                            <a:rPr lang="es-EC" sz="2800" b="0" i="0" dirty="0" smtClean="0">
                              <a:latin typeface="Cambria Math" panose="02040503050406030204" pitchFamily="18" charset="0"/>
                            </a:rPr>
                            <m:t>&lt;</m:t>
                          </m:r>
                          <m:r>
                            <a:rPr lang="es-EC" sz="2800">
                              <a:latin typeface="Cambria Math" panose="02040503050406030204" pitchFamily="18" charset="0"/>
                            </a:rPr>
                            <m:t>(</m:t>
                          </m:r>
                          <m:r>
                            <m:rPr>
                              <m:sty m:val="p"/>
                            </m:rPr>
                            <a:rPr lang="es-EC" sz="2800">
                              <a:latin typeface="Cambria Math" panose="02040503050406030204" pitchFamily="18" charset="0"/>
                            </a:rPr>
                            <m:t>n</m:t>
                          </m:r>
                          <m:r>
                            <a:rPr lang="es-EC" sz="2800">
                              <a:latin typeface="Cambria Math" panose="02040503050406030204" pitchFamily="18" charset="0"/>
                            </a:rPr>
                            <m:t>−1)</m:t>
                          </m:r>
                          <m:f>
                            <m:fPr>
                              <m:ctrlPr>
                                <a:rPr lang="es-EC" sz="2800" i="1">
                                  <a:latin typeface="Cambria Math" panose="02040503050406030204" pitchFamily="18" charset="0"/>
                                </a:rPr>
                              </m:ctrlPr>
                            </m:fPr>
                            <m:num>
                              <m:sSup>
                                <m:sSupPr>
                                  <m:ctrlPr>
                                    <a:rPr lang="es-EC" sz="2800" i="1" dirty="0">
                                      <a:latin typeface="Cambria Math" panose="02040503050406030204" pitchFamily="18" charset="0"/>
                                    </a:rPr>
                                  </m:ctrlPr>
                                </m:sSupPr>
                                <m:e>
                                  <m:r>
                                    <m:rPr>
                                      <m:sty m:val="p"/>
                                    </m:rPr>
                                    <a:rPr lang="es-EC" sz="2800" dirty="0">
                                      <a:latin typeface="Cambria Math" panose="02040503050406030204" pitchFamily="18" charset="0"/>
                                      <a:ea typeface="Cambria Math" panose="02040503050406030204" pitchFamily="18" charset="0"/>
                                    </a:rPr>
                                    <m:t>s</m:t>
                                  </m:r>
                                </m:e>
                                <m:sup>
                                  <m:r>
                                    <a:rPr lang="es-EC" sz="2800" dirty="0">
                                      <a:latin typeface="Cambria Math" panose="02040503050406030204" pitchFamily="18" charset="0"/>
                                    </a:rPr>
                                    <m:t>2</m:t>
                                  </m:r>
                                </m:sup>
                              </m:sSup>
                            </m:num>
                            <m:den>
                              <m:sSup>
                                <m:sSupPr>
                                  <m:ctrlPr>
                                    <a:rPr lang="es-EC" sz="2800" i="1" dirty="0">
                                      <a:latin typeface="Cambria Math" panose="02040503050406030204" pitchFamily="18" charset="0"/>
                                    </a:rPr>
                                  </m:ctrlPr>
                                </m:sSupPr>
                                <m:e>
                                  <m:r>
                                    <m:rPr>
                                      <m:sty m:val="p"/>
                                    </m:rPr>
                                    <a:rPr lang="es-EC" sz="2800" dirty="0">
                                      <a:latin typeface="Cambria Math" panose="02040503050406030204" pitchFamily="18" charset="0"/>
                                      <a:ea typeface="Cambria Math" panose="02040503050406030204" pitchFamily="18" charset="0"/>
                                    </a:rPr>
                                    <m:t>σ</m:t>
                                  </m:r>
                                </m:e>
                                <m:sup>
                                  <m:r>
                                    <a:rPr lang="es-EC" sz="2800" dirty="0">
                                      <a:latin typeface="Cambria Math" panose="02040503050406030204" pitchFamily="18" charset="0"/>
                                    </a:rPr>
                                    <m:t>2</m:t>
                                  </m:r>
                                </m:sup>
                              </m:sSup>
                            </m:den>
                          </m:f>
                          <m:r>
                            <a:rPr lang="es-EC" sz="2800" b="0" i="0" dirty="0" smtClean="0">
                              <a:latin typeface="Cambria Math" panose="02040503050406030204" pitchFamily="18" charset="0"/>
                            </a:rPr>
                            <m:t>&lt;</m:t>
                          </m:r>
                          <m:sSubSup>
                            <m:sSubSupPr>
                              <m:ctrlPr>
                                <a:rPr lang="es-EC" sz="2800" b="0" i="1" dirty="0" smtClean="0">
                                  <a:latin typeface="Cambria Math" panose="02040503050406030204" pitchFamily="18" charset="0"/>
                                </a:rPr>
                              </m:ctrlPr>
                            </m:sSubSupPr>
                            <m:e>
                              <m:r>
                                <a:rPr lang="es-EC" sz="2800" b="0" i="1" dirty="0" smtClean="0">
                                  <a:latin typeface="Cambria Math" panose="02040503050406030204" pitchFamily="18" charset="0"/>
                                  <a:ea typeface="Cambria Math" panose="02040503050406030204" pitchFamily="18" charset="0"/>
                                </a:rPr>
                                <m:t>𝜒</m:t>
                              </m:r>
                            </m:e>
                            <m:sub>
                              <m:f>
                                <m:fPr>
                                  <m:type m:val="skw"/>
                                  <m:ctrlPr>
                                    <a:rPr lang="es-EC" sz="2800" i="1">
                                      <a:latin typeface="Cambria Math" panose="02040503050406030204" pitchFamily="18" charset="0"/>
                                    </a:rPr>
                                  </m:ctrlPr>
                                </m:fPr>
                                <m:num>
                                  <m:r>
                                    <a:rPr lang="es-EC" sz="2800" i="1">
                                      <a:latin typeface="Cambria Math" panose="02040503050406030204" pitchFamily="18" charset="0"/>
                                      <a:ea typeface="Cambria Math" panose="02040503050406030204" pitchFamily="18" charset="0"/>
                                    </a:rPr>
                                    <m:t>𝛼</m:t>
                                  </m:r>
                                </m:num>
                                <m:den>
                                  <m:r>
                                    <a:rPr lang="es-EC" sz="2800" i="1">
                                      <a:latin typeface="Cambria Math" panose="02040503050406030204" pitchFamily="18" charset="0"/>
                                    </a:rPr>
                                    <m:t>2</m:t>
                                  </m:r>
                                </m:den>
                              </m:f>
                            </m:sub>
                            <m:sup>
                              <m:r>
                                <a:rPr lang="es-EC" sz="2800" b="0" i="1" dirty="0" smtClean="0">
                                  <a:latin typeface="Cambria Math" panose="02040503050406030204" pitchFamily="18" charset="0"/>
                                </a:rPr>
                                <m:t>2</m:t>
                              </m:r>
                            </m:sup>
                          </m:sSubSup>
                        </m:e>
                      </m:d>
                      <m:r>
                        <a:rPr lang="es-EC" sz="2800" b="0" i="0" dirty="0" smtClean="0">
                          <a:latin typeface="Cambria Math" panose="02040503050406030204" pitchFamily="18" charset="0"/>
                        </a:rPr>
                        <m:t>=1−</m:t>
                      </m:r>
                      <m:r>
                        <m:rPr>
                          <m:sty m:val="p"/>
                        </m:rPr>
                        <a:rPr lang="el-GR" sz="2800" b="0" i="1" dirty="0" smtClean="0">
                          <a:latin typeface="Cambria Math" panose="02040503050406030204" pitchFamily="18" charset="0"/>
                          <a:ea typeface="Cambria Math" panose="02040503050406030204" pitchFamily="18" charset="0"/>
                        </a:rPr>
                        <m:t>α</m:t>
                      </m:r>
                    </m:oMath>
                  </m:oMathPara>
                </a14:m>
                <a:endParaRPr lang="es-EC" sz="2800" dirty="0"/>
              </a:p>
            </p:txBody>
          </p:sp>
        </mc:Choice>
        <mc:Fallback xmlns="">
          <p:sp>
            <p:nvSpPr>
              <p:cNvPr id="9" name="CuadroTexto 8"/>
              <p:cNvSpPr txBox="1">
                <a:spLocks noRot="1" noChangeAspect="1" noMove="1" noResize="1" noEditPoints="1" noAdjustHandles="1" noChangeArrowheads="1" noChangeShapeType="1" noTextEdit="1"/>
              </p:cNvSpPr>
              <p:nvPr/>
            </p:nvSpPr>
            <p:spPr>
              <a:xfrm>
                <a:off x="2916998" y="3829444"/>
                <a:ext cx="6193299" cy="976806"/>
              </a:xfrm>
              <a:prstGeom prst="rect">
                <a:avLst/>
              </a:prstGeom>
              <a:blipFill rotWithShape="0">
                <a:blip r:embed="rId5"/>
                <a:stretch>
                  <a:fillRect/>
                </a:stretch>
              </a:blipFill>
            </p:spPr>
            <p:txBody>
              <a:bodyPr/>
              <a:lstStyle/>
              <a:p>
                <a:r>
                  <a:rPr lang="es-EC">
                    <a:noFill/>
                  </a:rPr>
                  <a:t> </a:t>
                </a:r>
              </a:p>
            </p:txBody>
          </p:sp>
        </mc:Fallback>
      </mc:AlternateContent>
      <p:sp>
        <p:nvSpPr>
          <p:cNvPr id="10" name="CuadroTexto 9"/>
          <p:cNvSpPr txBox="1"/>
          <p:nvPr/>
        </p:nvSpPr>
        <p:spPr>
          <a:xfrm>
            <a:off x="652508" y="5400667"/>
            <a:ext cx="1925527" cy="461665"/>
          </a:xfrm>
          <a:prstGeom prst="rect">
            <a:avLst/>
          </a:prstGeom>
          <a:noFill/>
        </p:spPr>
        <p:txBody>
          <a:bodyPr wrap="none" rtlCol="0">
            <a:spAutoFit/>
          </a:bodyPr>
          <a:lstStyle/>
          <a:p>
            <a:r>
              <a:rPr lang="es-EC" sz="2400" dirty="0"/>
              <a:t>Despejamos…</a:t>
            </a:r>
          </a:p>
        </p:txBody>
      </p:sp>
      <mc:AlternateContent xmlns:mc="http://schemas.openxmlformats.org/markup-compatibility/2006" xmlns:a14="http://schemas.microsoft.com/office/drawing/2010/main">
        <mc:Choice Requires="a14">
          <p:sp>
            <p:nvSpPr>
              <p:cNvPr id="11" name="CuadroTexto 10"/>
              <p:cNvSpPr txBox="1"/>
              <p:nvPr/>
            </p:nvSpPr>
            <p:spPr>
              <a:xfrm>
                <a:off x="2916998" y="5168744"/>
                <a:ext cx="6358728" cy="138717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s-EC" sz="2800" b="0" i="0" dirty="0" smtClean="0">
                          <a:latin typeface="Cambria Math" panose="02040503050406030204" pitchFamily="18" charset="0"/>
                        </a:rPr>
                        <m:t>P</m:t>
                      </m:r>
                      <m:d>
                        <m:dPr>
                          <m:ctrlPr>
                            <a:rPr lang="es-EC" sz="2800" b="0" i="1" dirty="0" smtClean="0">
                              <a:latin typeface="Cambria Math" panose="02040503050406030204" pitchFamily="18" charset="0"/>
                            </a:rPr>
                          </m:ctrlPr>
                        </m:dPr>
                        <m:e>
                          <m:f>
                            <m:fPr>
                              <m:ctrlPr>
                                <a:rPr lang="es-EC" sz="2800" i="1" dirty="0">
                                  <a:latin typeface="Cambria Math" panose="02040503050406030204" pitchFamily="18" charset="0"/>
                                </a:rPr>
                              </m:ctrlPr>
                            </m:fPr>
                            <m:num>
                              <m:sSup>
                                <m:sSupPr>
                                  <m:ctrlPr>
                                    <a:rPr lang="es-EC" sz="2800" i="1" dirty="0">
                                      <a:latin typeface="Cambria Math" panose="02040503050406030204" pitchFamily="18" charset="0"/>
                                    </a:rPr>
                                  </m:ctrlPr>
                                </m:sSupPr>
                                <m:e>
                                  <m:r>
                                    <a:rPr lang="es-EC" sz="2800" dirty="0">
                                      <a:latin typeface="Cambria Math" panose="02040503050406030204" pitchFamily="18" charset="0"/>
                                    </a:rPr>
                                    <m:t>(</m:t>
                                  </m:r>
                                  <m:r>
                                    <m:rPr>
                                      <m:sty m:val="p"/>
                                    </m:rPr>
                                    <a:rPr lang="es-EC" sz="2800" dirty="0">
                                      <a:latin typeface="Cambria Math" panose="02040503050406030204" pitchFamily="18" charset="0"/>
                                    </a:rPr>
                                    <m:t>n</m:t>
                                  </m:r>
                                  <m:r>
                                    <a:rPr lang="es-EC" sz="2800" dirty="0">
                                      <a:latin typeface="Cambria Math" panose="02040503050406030204" pitchFamily="18" charset="0"/>
                                    </a:rPr>
                                    <m:t>−1)</m:t>
                                  </m:r>
                                  <m:r>
                                    <m:rPr>
                                      <m:sty m:val="p"/>
                                    </m:rPr>
                                    <a:rPr lang="es-EC" sz="2800" dirty="0">
                                      <a:latin typeface="Cambria Math" panose="02040503050406030204" pitchFamily="18" charset="0"/>
                                      <a:ea typeface="Cambria Math" panose="02040503050406030204" pitchFamily="18" charset="0"/>
                                    </a:rPr>
                                    <m:t>s</m:t>
                                  </m:r>
                                </m:e>
                                <m:sup>
                                  <m:r>
                                    <a:rPr lang="es-EC" sz="2800" dirty="0">
                                      <a:latin typeface="Cambria Math" panose="02040503050406030204" pitchFamily="18" charset="0"/>
                                    </a:rPr>
                                    <m:t>2</m:t>
                                  </m:r>
                                </m:sup>
                              </m:sSup>
                            </m:num>
                            <m:den>
                              <m:sSubSup>
                                <m:sSubSupPr>
                                  <m:ctrlPr>
                                    <a:rPr lang="es-EC" sz="2800" i="1" dirty="0">
                                      <a:latin typeface="Cambria Math" panose="02040503050406030204" pitchFamily="18" charset="0"/>
                                    </a:rPr>
                                  </m:ctrlPr>
                                </m:sSubSupPr>
                                <m:e>
                                  <m:r>
                                    <a:rPr lang="es-EC" sz="2800" i="1" dirty="0">
                                      <a:latin typeface="Cambria Math" panose="02040503050406030204" pitchFamily="18" charset="0"/>
                                      <a:ea typeface="Cambria Math" panose="02040503050406030204" pitchFamily="18" charset="0"/>
                                    </a:rPr>
                                    <m:t>𝜒</m:t>
                                  </m:r>
                                </m:e>
                                <m:sub>
                                  <m:f>
                                    <m:fPr>
                                      <m:type m:val="skw"/>
                                      <m:ctrlPr>
                                        <a:rPr lang="es-EC" sz="2800" i="1">
                                          <a:latin typeface="Cambria Math" panose="02040503050406030204" pitchFamily="18" charset="0"/>
                                        </a:rPr>
                                      </m:ctrlPr>
                                    </m:fPr>
                                    <m:num>
                                      <m:r>
                                        <a:rPr lang="es-EC" sz="2800" i="1">
                                          <a:latin typeface="Cambria Math" panose="02040503050406030204" pitchFamily="18" charset="0"/>
                                          <a:ea typeface="Cambria Math" panose="02040503050406030204" pitchFamily="18" charset="0"/>
                                        </a:rPr>
                                        <m:t>𝛼</m:t>
                                      </m:r>
                                    </m:num>
                                    <m:den>
                                      <m:r>
                                        <a:rPr lang="es-EC" sz="2800" i="1">
                                          <a:latin typeface="Cambria Math" panose="02040503050406030204" pitchFamily="18" charset="0"/>
                                        </a:rPr>
                                        <m:t>2</m:t>
                                      </m:r>
                                    </m:den>
                                  </m:f>
                                </m:sub>
                                <m:sup>
                                  <m:r>
                                    <a:rPr lang="es-EC" sz="2800" i="1" dirty="0">
                                      <a:latin typeface="Cambria Math" panose="02040503050406030204" pitchFamily="18" charset="0"/>
                                    </a:rPr>
                                    <m:t>2</m:t>
                                  </m:r>
                                </m:sup>
                              </m:sSubSup>
                            </m:den>
                          </m:f>
                          <m:r>
                            <a:rPr lang="es-EC" sz="2800" b="0" i="0" dirty="0" smtClean="0">
                              <a:latin typeface="Cambria Math" panose="02040503050406030204" pitchFamily="18" charset="0"/>
                            </a:rPr>
                            <m:t>&lt;</m:t>
                          </m:r>
                          <m:sSup>
                            <m:sSupPr>
                              <m:ctrlPr>
                                <a:rPr lang="es-EC" sz="2800" i="1" dirty="0">
                                  <a:latin typeface="Cambria Math" panose="02040503050406030204" pitchFamily="18" charset="0"/>
                                </a:rPr>
                              </m:ctrlPr>
                            </m:sSupPr>
                            <m:e>
                              <m:r>
                                <m:rPr>
                                  <m:sty m:val="p"/>
                                </m:rPr>
                                <a:rPr lang="es-EC" sz="2800" dirty="0">
                                  <a:latin typeface="Cambria Math" panose="02040503050406030204" pitchFamily="18" charset="0"/>
                                  <a:ea typeface="Cambria Math" panose="02040503050406030204" pitchFamily="18" charset="0"/>
                                </a:rPr>
                                <m:t>σ</m:t>
                              </m:r>
                            </m:e>
                            <m:sup>
                              <m:r>
                                <a:rPr lang="es-EC" sz="2800" dirty="0">
                                  <a:latin typeface="Cambria Math" panose="02040503050406030204" pitchFamily="18" charset="0"/>
                                </a:rPr>
                                <m:t>2</m:t>
                              </m:r>
                            </m:sup>
                          </m:sSup>
                          <m:r>
                            <a:rPr lang="es-EC" sz="2800" b="0" i="0" dirty="0" smtClean="0">
                              <a:latin typeface="Cambria Math" panose="02040503050406030204" pitchFamily="18" charset="0"/>
                            </a:rPr>
                            <m:t>&lt;</m:t>
                          </m:r>
                          <m:f>
                            <m:fPr>
                              <m:ctrlPr>
                                <a:rPr lang="es-EC" sz="2800" b="0" i="1" dirty="0" smtClean="0">
                                  <a:latin typeface="Cambria Math" panose="02040503050406030204" pitchFamily="18" charset="0"/>
                                </a:rPr>
                              </m:ctrlPr>
                            </m:fPr>
                            <m:num>
                              <m:sSup>
                                <m:sSupPr>
                                  <m:ctrlPr>
                                    <a:rPr lang="es-EC" sz="2800" i="1" dirty="0">
                                      <a:latin typeface="Cambria Math" panose="02040503050406030204" pitchFamily="18" charset="0"/>
                                    </a:rPr>
                                  </m:ctrlPr>
                                </m:sSupPr>
                                <m:e>
                                  <m:r>
                                    <a:rPr lang="es-EC" sz="2800" b="0" i="0" dirty="0" smtClean="0">
                                      <a:latin typeface="Cambria Math" panose="02040503050406030204" pitchFamily="18" charset="0"/>
                                    </a:rPr>
                                    <m:t>(</m:t>
                                  </m:r>
                                  <m:r>
                                    <m:rPr>
                                      <m:sty m:val="p"/>
                                    </m:rPr>
                                    <a:rPr lang="es-EC" sz="2800" b="0" i="0" dirty="0" smtClean="0">
                                      <a:latin typeface="Cambria Math" panose="02040503050406030204" pitchFamily="18" charset="0"/>
                                    </a:rPr>
                                    <m:t>n</m:t>
                                  </m:r>
                                  <m:r>
                                    <a:rPr lang="es-EC" sz="2800" b="0" i="0" dirty="0" smtClean="0">
                                      <a:latin typeface="Cambria Math" panose="02040503050406030204" pitchFamily="18" charset="0"/>
                                    </a:rPr>
                                    <m:t>−1)</m:t>
                                  </m:r>
                                  <m:r>
                                    <m:rPr>
                                      <m:sty m:val="p"/>
                                    </m:rPr>
                                    <a:rPr lang="es-EC" sz="2800" dirty="0">
                                      <a:latin typeface="Cambria Math" panose="02040503050406030204" pitchFamily="18" charset="0"/>
                                      <a:ea typeface="Cambria Math" panose="02040503050406030204" pitchFamily="18" charset="0"/>
                                    </a:rPr>
                                    <m:t>s</m:t>
                                  </m:r>
                                </m:e>
                                <m:sup>
                                  <m:r>
                                    <a:rPr lang="es-EC" sz="2800" dirty="0">
                                      <a:latin typeface="Cambria Math" panose="02040503050406030204" pitchFamily="18" charset="0"/>
                                    </a:rPr>
                                    <m:t>2</m:t>
                                  </m:r>
                                </m:sup>
                              </m:sSup>
                            </m:num>
                            <m:den>
                              <m:sSubSup>
                                <m:sSubSupPr>
                                  <m:ctrlPr>
                                    <a:rPr lang="es-EC" sz="2800" i="1" dirty="0">
                                      <a:latin typeface="Cambria Math" panose="02040503050406030204" pitchFamily="18" charset="0"/>
                                    </a:rPr>
                                  </m:ctrlPr>
                                </m:sSubSupPr>
                                <m:e>
                                  <m:r>
                                    <a:rPr lang="es-EC" sz="2800" i="1" dirty="0">
                                      <a:latin typeface="Cambria Math" panose="02040503050406030204" pitchFamily="18" charset="0"/>
                                      <a:ea typeface="Cambria Math" panose="02040503050406030204" pitchFamily="18" charset="0"/>
                                    </a:rPr>
                                    <m:t>𝜒</m:t>
                                  </m:r>
                                </m:e>
                                <m:sub>
                                  <m:r>
                                    <a:rPr lang="es-EC" sz="2800" i="1" dirty="0">
                                      <a:latin typeface="Cambria Math" panose="02040503050406030204" pitchFamily="18" charset="0"/>
                                      <a:ea typeface="Cambria Math" panose="02040503050406030204" pitchFamily="18" charset="0"/>
                                    </a:rPr>
                                    <m:t>1−</m:t>
                                  </m:r>
                                  <m:f>
                                    <m:fPr>
                                      <m:type m:val="skw"/>
                                      <m:ctrlPr>
                                        <a:rPr lang="es-EC" sz="2800" i="1">
                                          <a:latin typeface="Cambria Math" panose="02040503050406030204" pitchFamily="18" charset="0"/>
                                        </a:rPr>
                                      </m:ctrlPr>
                                    </m:fPr>
                                    <m:num>
                                      <m:r>
                                        <a:rPr lang="es-EC" sz="2800" i="1">
                                          <a:latin typeface="Cambria Math" panose="02040503050406030204" pitchFamily="18" charset="0"/>
                                          <a:ea typeface="Cambria Math" panose="02040503050406030204" pitchFamily="18" charset="0"/>
                                        </a:rPr>
                                        <m:t>𝛼</m:t>
                                      </m:r>
                                    </m:num>
                                    <m:den>
                                      <m:r>
                                        <a:rPr lang="es-EC" sz="2800" i="1">
                                          <a:latin typeface="Cambria Math" panose="02040503050406030204" pitchFamily="18" charset="0"/>
                                        </a:rPr>
                                        <m:t>2</m:t>
                                      </m:r>
                                    </m:den>
                                  </m:f>
                                </m:sub>
                                <m:sup>
                                  <m:r>
                                    <a:rPr lang="es-EC" sz="2800" i="1" dirty="0">
                                      <a:latin typeface="Cambria Math" panose="02040503050406030204" pitchFamily="18" charset="0"/>
                                    </a:rPr>
                                    <m:t>2</m:t>
                                  </m:r>
                                </m:sup>
                              </m:sSubSup>
                            </m:den>
                          </m:f>
                        </m:e>
                      </m:d>
                      <m:r>
                        <a:rPr lang="es-EC" sz="2800" b="0" i="0" dirty="0" smtClean="0">
                          <a:latin typeface="Cambria Math" panose="02040503050406030204" pitchFamily="18" charset="0"/>
                        </a:rPr>
                        <m:t>=1−</m:t>
                      </m:r>
                      <m:r>
                        <m:rPr>
                          <m:sty m:val="p"/>
                        </m:rPr>
                        <a:rPr lang="el-GR" sz="2800" b="0" i="1" dirty="0" smtClean="0">
                          <a:latin typeface="Cambria Math" panose="02040503050406030204" pitchFamily="18" charset="0"/>
                          <a:ea typeface="Cambria Math" panose="02040503050406030204" pitchFamily="18" charset="0"/>
                        </a:rPr>
                        <m:t>α</m:t>
                      </m:r>
                    </m:oMath>
                  </m:oMathPara>
                </a14:m>
                <a:endParaRPr lang="es-EC" sz="2800" dirty="0"/>
              </a:p>
            </p:txBody>
          </p:sp>
        </mc:Choice>
        <mc:Fallback xmlns="">
          <p:sp>
            <p:nvSpPr>
              <p:cNvPr id="11" name="CuadroTexto 10"/>
              <p:cNvSpPr txBox="1">
                <a:spLocks noRot="1" noChangeAspect="1" noMove="1" noResize="1" noEditPoints="1" noAdjustHandles="1" noChangeArrowheads="1" noChangeShapeType="1" noTextEdit="1"/>
              </p:cNvSpPr>
              <p:nvPr/>
            </p:nvSpPr>
            <p:spPr>
              <a:xfrm>
                <a:off x="2916998" y="5168744"/>
                <a:ext cx="6358728" cy="1387175"/>
              </a:xfrm>
              <a:prstGeom prst="rect">
                <a:avLst/>
              </a:prstGeom>
              <a:blipFill rotWithShape="0">
                <a:blip r:embed="rId6"/>
                <a:stretch>
                  <a:fillRect/>
                </a:stretch>
              </a:blipFill>
            </p:spPr>
            <p:txBody>
              <a:bodyPr/>
              <a:lstStyle/>
              <a:p>
                <a:r>
                  <a:rPr lang="es-EC">
                    <a:noFill/>
                  </a:rPr>
                  <a:t> </a:t>
                </a:r>
              </a:p>
            </p:txBody>
          </p:sp>
        </mc:Fallback>
      </mc:AlternateContent>
    </p:spTree>
    <p:extLst>
      <p:ext uri="{BB962C8B-B14F-4D97-AF65-F5344CB8AC3E}">
        <p14:creationId xmlns:p14="http://schemas.microsoft.com/office/powerpoint/2010/main" val="204448264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32139</TotalTime>
  <Words>1319</Words>
  <Application>Microsoft Office PowerPoint</Application>
  <PresentationFormat>Widescreen</PresentationFormat>
  <Paragraphs>152</Paragraphs>
  <Slides>26</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MS Mincho</vt:lpstr>
      <vt:lpstr>Arial</vt:lpstr>
      <vt:lpstr>Calibri</vt:lpstr>
      <vt:lpstr>Calibri Light</vt:lpstr>
      <vt:lpstr>Cambria Math</vt:lpstr>
      <vt:lpstr>Trebuchet MS</vt:lpstr>
      <vt:lpstr>Tema de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Super Koffre</dc:creator>
  <cp:lastModifiedBy>Heydi Mariana Roa Lopez</cp:lastModifiedBy>
  <cp:revision>62</cp:revision>
  <dcterms:created xsi:type="dcterms:W3CDTF">2020-03-31T02:24:21Z</dcterms:created>
  <dcterms:modified xsi:type="dcterms:W3CDTF">2020-08-16T15:20:02Z</dcterms:modified>
</cp:coreProperties>
</file>
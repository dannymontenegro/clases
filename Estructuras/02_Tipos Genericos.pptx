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8A6A8-7BC9-43D9-9006-6DF175460CAD}" v="54" dt="2020-04-07T04:16:02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83839" autoAdjust="0"/>
  </p:normalViewPr>
  <p:slideViewPr>
    <p:cSldViewPr snapToGrid="0">
      <p:cViewPr varScale="1">
        <p:scale>
          <a:sx n="60" d="100"/>
          <a:sy n="60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9B58A6A8-7BC9-43D9-9006-6DF175460CAD}"/>
    <pc:docChg chg="undo custSel modSld">
      <pc:chgData name="Jocellyn Luna" userId="74d04e64cf87037c" providerId="LiveId" clId="{9B58A6A8-7BC9-43D9-9006-6DF175460CAD}" dt="2020-04-07T04:16:09.573" v="137" actId="1076"/>
      <pc:docMkLst>
        <pc:docMk/>
      </pc:docMkLst>
      <pc:sldChg chg="modSp mod">
        <pc:chgData name="Jocellyn Luna" userId="74d04e64cf87037c" providerId="LiveId" clId="{9B58A6A8-7BC9-43D9-9006-6DF175460CAD}" dt="2020-04-01T21:42:50.355" v="72" actId="20577"/>
        <pc:sldMkLst>
          <pc:docMk/>
          <pc:sldMk cId="705902710" sldId="268"/>
        </pc:sldMkLst>
        <pc:spChg chg="mod">
          <ac:chgData name="Jocellyn Luna" userId="74d04e64cf87037c" providerId="LiveId" clId="{9B58A6A8-7BC9-43D9-9006-6DF175460CAD}" dt="2020-04-01T21:42:50.355" v="72" actId="20577"/>
          <ac:spMkLst>
            <pc:docMk/>
            <pc:sldMk cId="705902710" sldId="268"/>
            <ac:spMk id="3" creationId="{00000000-0000-0000-0000-000000000000}"/>
          </ac:spMkLst>
        </pc:spChg>
      </pc:sldChg>
      <pc:sldChg chg="modSp mod">
        <pc:chgData name="Jocellyn Luna" userId="74d04e64cf87037c" providerId="LiveId" clId="{9B58A6A8-7BC9-43D9-9006-6DF175460CAD}" dt="2020-04-01T21:27:11.052" v="1" actId="1076"/>
        <pc:sldMkLst>
          <pc:docMk/>
          <pc:sldMk cId="1724916766" sldId="269"/>
        </pc:sldMkLst>
        <pc:picChg chg="mod">
          <ac:chgData name="Jocellyn Luna" userId="74d04e64cf87037c" providerId="LiveId" clId="{9B58A6A8-7BC9-43D9-9006-6DF175460CAD}" dt="2020-04-01T21:27:11.052" v="1" actId="1076"/>
          <ac:picMkLst>
            <pc:docMk/>
            <pc:sldMk cId="1724916766" sldId="269"/>
            <ac:picMk id="5" creationId="{00000000-0000-0000-0000-000000000000}"/>
          </ac:picMkLst>
        </pc:picChg>
      </pc:sldChg>
      <pc:sldChg chg="modSp mod">
        <pc:chgData name="Jocellyn Luna" userId="74d04e64cf87037c" providerId="LiveId" clId="{9B58A6A8-7BC9-43D9-9006-6DF175460CAD}" dt="2020-04-01T21:27:18.599" v="3" actId="20577"/>
        <pc:sldMkLst>
          <pc:docMk/>
          <pc:sldMk cId="1097605945" sldId="270"/>
        </pc:sldMkLst>
        <pc:spChg chg="mod">
          <ac:chgData name="Jocellyn Luna" userId="74d04e64cf87037c" providerId="LiveId" clId="{9B58A6A8-7BC9-43D9-9006-6DF175460CAD}" dt="2020-04-01T21:27:18.599" v="3" actId="20577"/>
          <ac:spMkLst>
            <pc:docMk/>
            <pc:sldMk cId="1097605945" sldId="270"/>
            <ac:spMk id="2" creationId="{00000000-0000-0000-0000-000000000000}"/>
          </ac:spMkLst>
        </pc:spChg>
      </pc:sldChg>
      <pc:sldChg chg="modSp mod">
        <pc:chgData name="Jocellyn Luna" userId="74d04e64cf87037c" providerId="LiveId" clId="{9B58A6A8-7BC9-43D9-9006-6DF175460CAD}" dt="2020-04-01T21:27:32.048" v="11" actId="403"/>
        <pc:sldMkLst>
          <pc:docMk/>
          <pc:sldMk cId="2046178646" sldId="271"/>
        </pc:sldMkLst>
        <pc:spChg chg="mod">
          <ac:chgData name="Jocellyn Luna" userId="74d04e64cf87037c" providerId="LiveId" clId="{9B58A6A8-7BC9-43D9-9006-6DF175460CAD}" dt="2020-04-01T21:27:24.191" v="9" actId="20577"/>
          <ac:spMkLst>
            <pc:docMk/>
            <pc:sldMk cId="2046178646" sldId="271"/>
            <ac:spMk id="4" creationId="{00000000-0000-0000-0000-000000000000}"/>
          </ac:spMkLst>
        </pc:spChg>
        <pc:spChg chg="mod">
          <ac:chgData name="Jocellyn Luna" userId="74d04e64cf87037c" providerId="LiveId" clId="{9B58A6A8-7BC9-43D9-9006-6DF175460CAD}" dt="2020-04-01T21:27:32.048" v="11" actId="403"/>
          <ac:spMkLst>
            <pc:docMk/>
            <pc:sldMk cId="2046178646" sldId="271"/>
            <ac:spMk id="5" creationId="{00000000-0000-0000-0000-000000000000}"/>
          </ac:spMkLst>
        </pc:spChg>
      </pc:sldChg>
      <pc:sldChg chg="modSp mod">
        <pc:chgData name="Jocellyn Luna" userId="74d04e64cf87037c" providerId="LiveId" clId="{9B58A6A8-7BC9-43D9-9006-6DF175460CAD}" dt="2020-04-01T21:27:50.820" v="14" actId="255"/>
        <pc:sldMkLst>
          <pc:docMk/>
          <pc:sldMk cId="1681510904" sldId="272"/>
        </pc:sldMkLst>
        <pc:spChg chg="mod">
          <ac:chgData name="Jocellyn Luna" userId="74d04e64cf87037c" providerId="LiveId" clId="{9B58A6A8-7BC9-43D9-9006-6DF175460CAD}" dt="2020-04-01T21:27:42.815" v="13" actId="20577"/>
          <ac:spMkLst>
            <pc:docMk/>
            <pc:sldMk cId="1681510904" sldId="272"/>
            <ac:spMk id="2" creationId="{00000000-0000-0000-0000-000000000000}"/>
          </ac:spMkLst>
        </pc:spChg>
        <pc:spChg chg="mod">
          <ac:chgData name="Jocellyn Luna" userId="74d04e64cf87037c" providerId="LiveId" clId="{9B58A6A8-7BC9-43D9-9006-6DF175460CAD}" dt="2020-04-01T21:27:50.820" v="14" actId="255"/>
          <ac:spMkLst>
            <pc:docMk/>
            <pc:sldMk cId="1681510904" sldId="272"/>
            <ac:spMk id="3" creationId="{00000000-0000-0000-0000-000000000000}"/>
          </ac:spMkLst>
        </pc:spChg>
      </pc:sldChg>
      <pc:sldChg chg="addSp delSp modSp mod addAnim delAnim modAnim">
        <pc:chgData name="Jocellyn Luna" userId="74d04e64cf87037c" providerId="LiveId" clId="{9B58A6A8-7BC9-43D9-9006-6DF175460CAD}" dt="2020-04-07T04:16:09.573" v="137" actId="1076"/>
        <pc:sldMkLst>
          <pc:docMk/>
          <pc:sldMk cId="1119527332" sldId="273"/>
        </pc:sldMkLst>
        <pc:spChg chg="mod">
          <ac:chgData name="Jocellyn Luna" userId="74d04e64cf87037c" providerId="LiveId" clId="{9B58A6A8-7BC9-43D9-9006-6DF175460CAD}" dt="2020-04-01T21:28:06.069" v="17" actId="20577"/>
          <ac:spMkLst>
            <pc:docMk/>
            <pc:sldMk cId="1119527332" sldId="273"/>
            <ac:spMk id="2" creationId="{00000000-0000-0000-0000-000000000000}"/>
          </ac:spMkLst>
        </pc:spChg>
        <pc:spChg chg="add del">
          <ac:chgData name="Jocellyn Luna" userId="74d04e64cf87037c" providerId="LiveId" clId="{9B58A6A8-7BC9-43D9-9006-6DF175460CAD}" dt="2020-04-01T21:28:43.017" v="27" actId="478"/>
          <ac:spMkLst>
            <pc:docMk/>
            <pc:sldMk cId="1119527332" sldId="273"/>
            <ac:spMk id="3" creationId="{926E75AF-627D-43D5-A670-113B5D60EA00}"/>
          </ac:spMkLst>
        </pc:spChg>
        <pc:spChg chg="add del mod">
          <ac:chgData name="Jocellyn Luna" userId="74d04e64cf87037c" providerId="LiveId" clId="{9B58A6A8-7BC9-43D9-9006-6DF175460CAD}" dt="2020-04-01T21:28:55.322" v="30" actId="478"/>
          <ac:spMkLst>
            <pc:docMk/>
            <pc:sldMk cId="1119527332" sldId="273"/>
            <ac:spMk id="7" creationId="{C2830317-9047-4210-9E36-313867CEB85E}"/>
          </ac:spMkLst>
        </pc:spChg>
        <pc:picChg chg="add del mod">
          <ac:chgData name="Jocellyn Luna" userId="74d04e64cf87037c" providerId="LiveId" clId="{9B58A6A8-7BC9-43D9-9006-6DF175460CAD}" dt="2020-04-07T04:15:38.763" v="128"/>
          <ac:picMkLst>
            <pc:docMk/>
            <pc:sldMk cId="1119527332" sldId="273"/>
            <ac:picMk id="3" creationId="{E797BBEB-E039-4668-901A-046B087F1C1B}"/>
          </ac:picMkLst>
        </pc:picChg>
        <pc:picChg chg="add mod">
          <ac:chgData name="Jocellyn Luna" userId="74d04e64cf87037c" providerId="LiveId" clId="{9B58A6A8-7BC9-43D9-9006-6DF175460CAD}" dt="2020-04-07T04:16:09.573" v="137" actId="1076"/>
          <ac:picMkLst>
            <pc:docMk/>
            <pc:sldMk cId="1119527332" sldId="273"/>
            <ac:picMk id="7" creationId="{7F45B501-E61C-4AAC-BBA9-760FC79262F8}"/>
          </ac:picMkLst>
        </pc:picChg>
        <pc:picChg chg="add del mod">
          <ac:chgData name="Jocellyn Luna" userId="74d04e64cf87037c" providerId="LiveId" clId="{9B58A6A8-7BC9-43D9-9006-6DF175460CAD}" dt="2020-04-01T21:32:41.324" v="62" actId="478"/>
          <ac:picMkLst>
            <pc:docMk/>
            <pc:sldMk cId="1119527332" sldId="273"/>
            <ac:picMk id="11" creationId="{00000000-0000-0000-0000-000000000000}"/>
          </ac:picMkLst>
        </pc:picChg>
        <pc:picChg chg="add del mod">
          <ac:chgData name="Jocellyn Luna" userId="74d04e64cf87037c" providerId="LiveId" clId="{9B58A6A8-7BC9-43D9-9006-6DF175460CAD}" dt="2020-04-07T04:15:59.578" v="135" actId="478"/>
          <ac:picMkLst>
            <pc:docMk/>
            <pc:sldMk cId="1119527332" sldId="273"/>
            <ac:picMk id="1030" creationId="{0F001A9B-F097-465C-85D6-460796E9F065}"/>
          </ac:picMkLst>
        </pc:picChg>
      </pc:sldChg>
      <pc:sldChg chg="addSp delSp modSp mod">
        <pc:chgData name="Jocellyn Luna" userId="74d04e64cf87037c" providerId="LiveId" clId="{9B58A6A8-7BC9-43D9-9006-6DF175460CAD}" dt="2020-04-02T04:08:41.835" v="121" actId="1076"/>
        <pc:sldMkLst>
          <pc:docMk/>
          <pc:sldMk cId="88987536" sldId="274"/>
        </pc:sldMkLst>
        <pc:spChg chg="mod">
          <ac:chgData name="Jocellyn Luna" userId="74d04e64cf87037c" providerId="LiveId" clId="{9B58A6A8-7BC9-43D9-9006-6DF175460CAD}" dt="2020-04-01T21:28:14.662" v="25" actId="20577"/>
          <ac:spMkLst>
            <pc:docMk/>
            <pc:sldMk cId="88987536" sldId="274"/>
            <ac:spMk id="2" creationId="{00000000-0000-0000-0000-000000000000}"/>
          </ac:spMkLst>
        </pc:spChg>
        <pc:picChg chg="add del mod">
          <ac:chgData name="Jocellyn Luna" userId="74d04e64cf87037c" providerId="LiveId" clId="{9B58A6A8-7BC9-43D9-9006-6DF175460CAD}" dt="2020-04-02T03:50:31.193" v="77" actId="478"/>
          <ac:picMkLst>
            <pc:docMk/>
            <pc:sldMk cId="88987536" sldId="274"/>
            <ac:picMk id="3" creationId="{EC70E851-D282-432F-A3A9-3118DC2E8DD4}"/>
          </ac:picMkLst>
        </pc:picChg>
        <pc:picChg chg="add del mod">
          <ac:chgData name="Jocellyn Luna" userId="74d04e64cf87037c" providerId="LiveId" clId="{9B58A6A8-7BC9-43D9-9006-6DF175460CAD}" dt="2020-04-02T03:55:35.563" v="82" actId="478"/>
          <ac:picMkLst>
            <pc:docMk/>
            <pc:sldMk cId="88987536" sldId="274"/>
            <ac:picMk id="4" creationId="{DFB025D7-50DD-4EE7-A3C7-7C5BDB312AC1}"/>
          </ac:picMkLst>
        </pc:picChg>
        <pc:picChg chg="del">
          <ac:chgData name="Jocellyn Luna" userId="74d04e64cf87037c" providerId="LiveId" clId="{9B58A6A8-7BC9-43D9-9006-6DF175460CAD}" dt="2020-04-02T03:59:45.940" v="88" actId="478"/>
          <ac:picMkLst>
            <pc:docMk/>
            <pc:sldMk cId="88987536" sldId="274"/>
            <ac:picMk id="5" creationId="{00000000-0000-0000-0000-000000000000}"/>
          </ac:picMkLst>
        </pc:picChg>
        <pc:picChg chg="del">
          <ac:chgData name="Jocellyn Luna" userId="74d04e64cf87037c" providerId="LiveId" clId="{9B58A6A8-7BC9-43D9-9006-6DF175460CAD}" dt="2020-04-02T04:03:19.063" v="99" actId="478"/>
          <ac:picMkLst>
            <pc:docMk/>
            <pc:sldMk cId="88987536" sldId="274"/>
            <ac:picMk id="6" creationId="{00000000-0000-0000-0000-000000000000}"/>
          </ac:picMkLst>
        </pc:picChg>
        <pc:picChg chg="add del mod">
          <ac:chgData name="Jocellyn Luna" userId="74d04e64cf87037c" providerId="LiveId" clId="{9B58A6A8-7BC9-43D9-9006-6DF175460CAD}" dt="2020-04-02T04:08:32.784" v="118" actId="478"/>
          <ac:picMkLst>
            <pc:docMk/>
            <pc:sldMk cId="88987536" sldId="274"/>
            <ac:picMk id="7" creationId="{FE57337F-8E34-46A0-BD58-B64F24449EEC}"/>
          </ac:picMkLst>
        </pc:picChg>
        <pc:picChg chg="add del mod">
          <ac:chgData name="Jocellyn Luna" userId="74d04e64cf87037c" providerId="LiveId" clId="{9B58A6A8-7BC9-43D9-9006-6DF175460CAD}" dt="2020-04-02T04:07:52.500" v="113" actId="478"/>
          <ac:picMkLst>
            <pc:docMk/>
            <pc:sldMk cId="88987536" sldId="274"/>
            <ac:picMk id="8" creationId="{9D91ED49-CCE8-4960-BC51-C3876AE143CF}"/>
          </ac:picMkLst>
        </pc:picChg>
        <pc:picChg chg="add del mod">
          <ac:chgData name="Jocellyn Luna" userId="74d04e64cf87037c" providerId="LiveId" clId="{9B58A6A8-7BC9-43D9-9006-6DF175460CAD}" dt="2020-04-02T04:04:18.062" v="106" actId="478"/>
          <ac:picMkLst>
            <pc:docMk/>
            <pc:sldMk cId="88987536" sldId="274"/>
            <ac:picMk id="9" creationId="{F5466AEF-F01F-4199-8C89-C98EA167F6F5}"/>
          </ac:picMkLst>
        </pc:picChg>
        <pc:picChg chg="add mod modCrop">
          <ac:chgData name="Jocellyn Luna" userId="74d04e64cf87037c" providerId="LiveId" clId="{9B58A6A8-7BC9-43D9-9006-6DF175460CAD}" dt="2020-04-02T04:08:41.835" v="121" actId="1076"/>
          <ac:picMkLst>
            <pc:docMk/>
            <pc:sldMk cId="88987536" sldId="274"/>
            <ac:picMk id="10" creationId="{7E584500-740B-4C96-968B-7C23583AE6C9}"/>
          </ac:picMkLst>
        </pc:picChg>
        <pc:picChg chg="add mod modCrop">
          <ac:chgData name="Jocellyn Luna" userId="74d04e64cf87037c" providerId="LiveId" clId="{9B58A6A8-7BC9-43D9-9006-6DF175460CAD}" dt="2020-04-02T04:08:38.784" v="120" actId="14100"/>
          <ac:picMkLst>
            <pc:docMk/>
            <pc:sldMk cId="88987536" sldId="274"/>
            <ac:picMk id="11" creationId="{5775F922-F343-4C15-B870-A8373E43903E}"/>
          </ac:picMkLst>
        </pc:picChg>
      </pc:sldChg>
      <pc:sldChg chg="modSp mod">
        <pc:chgData name="Jocellyn Luna" userId="74d04e64cf87037c" providerId="LiveId" clId="{9B58A6A8-7BC9-43D9-9006-6DF175460CAD}" dt="2020-04-01T21:42:14.779" v="70" actId="1076"/>
        <pc:sldMkLst>
          <pc:docMk/>
          <pc:sldMk cId="2056569316" sldId="275"/>
        </pc:sldMkLst>
        <pc:spChg chg="mod">
          <ac:chgData name="Jocellyn Luna" userId="74d04e64cf87037c" providerId="LiveId" clId="{9B58A6A8-7BC9-43D9-9006-6DF175460CAD}" dt="2020-04-01T21:42:14.779" v="70" actId="1076"/>
          <ac:spMkLst>
            <pc:docMk/>
            <pc:sldMk cId="2056569316" sldId="27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8A1FC-9B17-4D9C-9478-C4485C61CC0C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863A6-883F-4330-B3E6-0E05434014FC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295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863A6-883F-4330-B3E6-0E05434014FC}" type="slidenum">
              <a:rPr lang="es-EC" smtClean="0"/>
              <a:t>3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7297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863A6-883F-4330-B3E6-0E05434014FC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39994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863A6-883F-4330-B3E6-0E05434014FC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7480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7"/>
            <a:ext cx="12192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1122364"/>
            <a:ext cx="105156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924944"/>
            <a:ext cx="9144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4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3"/>
            <a:ext cx="12192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706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8"/>
            <a:ext cx="12192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sz="18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2363387"/>
            <a:ext cx="105156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907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967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239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8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237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8366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807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250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04442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F3C9-DDB0-423A-917E-1B8F4958CE5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076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6DB43-6D82-455B-9F9C-200443E35C0B}" type="datetimeFigureOut">
              <a:rPr lang="es-EC" smtClean="0"/>
              <a:t>6/4/2020</a:t>
            </a:fld>
            <a:endParaRPr lang="es-EC"/>
          </a:p>
        </p:txBody>
      </p:sp>
      <p:sp>
        <p:nvSpPr>
          <p:cNvPr id="7" name="TextBox 6"/>
          <p:cNvSpPr txBox="1"/>
          <p:nvPr/>
        </p:nvSpPr>
        <p:spPr>
          <a:xfrm>
            <a:off x="3965750" y="6224434"/>
            <a:ext cx="426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8784299" y="6381329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335360" y="6224433"/>
            <a:ext cx="1152128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211354" y="6306086"/>
            <a:ext cx="4102100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8784299" y="6381329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335360" y="6224433"/>
            <a:ext cx="1152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335360" y="6224433"/>
            <a:ext cx="1152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23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Tipos Genéricos</a:t>
            </a:r>
            <a:endParaRPr lang="es-EC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Estructuras de Datos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2694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Problema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ES_tradnl" sz="3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ES_tradnl" sz="3600" dirty="0"/>
              <a:t>Se nos pide diseñar un sistema que permita guardar únicamente un articulo en una Caja Fuerte. </a:t>
            </a:r>
          </a:p>
        </p:txBody>
      </p:sp>
    </p:spTree>
    <p:extLst>
      <p:ext uri="{BB962C8B-B14F-4D97-AF65-F5344CB8AC3E}">
        <p14:creationId xmlns:p14="http://schemas.microsoft.com/office/powerpoint/2010/main" val="16202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901" y="1690688"/>
            <a:ext cx="5924197" cy="417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5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Pero…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2400" dirty="0"/>
              <a:t>Sin embargo, luego se nos informa que se necesita almacenar mas información acerca del articulo, y que de hecho seria conveniente implementar mas </a:t>
            </a:r>
            <a:r>
              <a:rPr lang="es-ES_tradnl" sz="2400" dirty="0" err="1"/>
              <a:t>TDAs</a:t>
            </a:r>
            <a:r>
              <a:rPr lang="es-ES_tradnl" sz="2400" dirty="0"/>
              <a:t> que representen a distintos artículos. Por ejemplo:</a:t>
            </a:r>
          </a:p>
          <a:p>
            <a:pPr marL="0" indent="0">
              <a:buNone/>
            </a:pPr>
            <a:endParaRPr lang="es-ES_tradnl" sz="2400" dirty="0"/>
          </a:p>
          <a:p>
            <a:pPr marL="0" indent="0">
              <a:buNone/>
            </a:pPr>
            <a:r>
              <a:rPr lang="es-ES_tradnl" sz="2400" dirty="0"/>
              <a:t>	TDA </a:t>
            </a:r>
            <a:r>
              <a:rPr lang="es-ES_tradnl" sz="2400" dirty="0" err="1"/>
              <a:t>DiscoDuro</a:t>
            </a:r>
            <a:endParaRPr lang="es-ES_tradnl" sz="2400" dirty="0"/>
          </a:p>
          <a:p>
            <a:pPr marL="0" indent="0">
              <a:buNone/>
            </a:pPr>
            <a:r>
              <a:rPr lang="es-ES_tradnl" sz="2400" dirty="0"/>
              <a:t>	TDA Computadora</a:t>
            </a:r>
          </a:p>
          <a:p>
            <a:pPr marL="0" indent="0">
              <a:buNone/>
            </a:pPr>
            <a:r>
              <a:rPr lang="es-ES_tradnl" sz="2400" dirty="0"/>
              <a:t>	TDA Joya</a:t>
            </a:r>
          </a:p>
        </p:txBody>
      </p:sp>
    </p:spTree>
    <p:extLst>
      <p:ext uri="{BB962C8B-B14F-4D97-AF65-F5344CB8AC3E}">
        <p14:creationId xmlns:p14="http://schemas.microsoft.com/office/powerpoint/2010/main" val="70590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0" y="827505"/>
            <a:ext cx="65024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1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045833"/>
          </a:xfrm>
        </p:spPr>
        <p:txBody>
          <a:bodyPr/>
          <a:lstStyle/>
          <a:p>
            <a:pPr algn="ctr"/>
            <a:r>
              <a:rPr lang="es-ES_tradnl" dirty="0"/>
              <a:t>TDA Genérico!</a:t>
            </a:r>
          </a:p>
        </p:txBody>
      </p:sp>
    </p:spTree>
    <p:extLst>
      <p:ext uri="{BB962C8B-B14F-4D97-AF65-F5344CB8AC3E}">
        <p14:creationId xmlns:p14="http://schemas.microsoft.com/office/powerpoint/2010/main" val="109760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TDA Genérico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_tradnl" sz="2800" dirty="0"/>
              <a:t>Este nuevo TDA permitirá representar cualquier tipo de dato, sea un entero, un real, u otro TDA</a:t>
            </a:r>
          </a:p>
          <a:p>
            <a:endParaRPr lang="es-ES_tradnl" sz="2800" dirty="0"/>
          </a:p>
          <a:p>
            <a:r>
              <a:rPr lang="es-MX" altLang="es-EC" sz="2800" dirty="0"/>
              <a:t>La idea es lograr “almacenar” cualquier tipo de dato dentro de una variable de tipo Generico</a:t>
            </a:r>
          </a:p>
          <a:p>
            <a:endParaRPr lang="es-ES_tradnl" sz="2800" dirty="0"/>
          </a:p>
          <a:p>
            <a:r>
              <a:rPr lang="es-MX" altLang="es-EC" sz="2800" dirty="0"/>
              <a:t>Debe ser posible tanto consultar como modificar</a:t>
            </a:r>
            <a:endParaRPr lang="es-ES_tradnl" sz="2800" dirty="0"/>
          </a:p>
        </p:txBody>
      </p:sp>
    </p:spTree>
    <p:extLst>
      <p:ext uri="{BB962C8B-B14F-4D97-AF65-F5344CB8AC3E}">
        <p14:creationId xmlns:p14="http://schemas.microsoft.com/office/powerpoint/2010/main" val="204617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TDA Genérico en JAVA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sz="2800" dirty="0"/>
              <a:t>En JAVA existen dos formas de implementar: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s-ES_tradnl" sz="2800" dirty="0"/>
              <a:t>Utilizando la clase </a:t>
            </a:r>
            <a:r>
              <a:rPr lang="es-ES_tradnl" sz="2800" dirty="0" err="1"/>
              <a:t>Object</a:t>
            </a:r>
            <a:endParaRPr lang="es-ES_tradnl" sz="28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s-ES_tradnl" sz="2800" dirty="0"/>
              <a:t>Mediante un tipo parametrizado</a:t>
            </a:r>
          </a:p>
        </p:txBody>
      </p:sp>
    </p:spTree>
    <p:extLst>
      <p:ext uri="{BB962C8B-B14F-4D97-AF65-F5344CB8AC3E}">
        <p14:creationId xmlns:p14="http://schemas.microsoft.com/office/powerpoint/2010/main" val="168151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TDA Genérico: </a:t>
            </a:r>
            <a:r>
              <a:rPr lang="es-ES_tradnl" dirty="0" err="1"/>
              <a:t>Object</a:t>
            </a:r>
            <a:endParaRPr lang="es-ES_tradn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2" y="1788662"/>
            <a:ext cx="5893873" cy="408962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r="2368"/>
          <a:stretch/>
        </p:blipFill>
        <p:spPr>
          <a:xfrm>
            <a:off x="6421827" y="2329431"/>
            <a:ext cx="5771118" cy="1589426"/>
          </a:xfrm>
          <a:prstGeom prst="rect">
            <a:avLst/>
          </a:prstGeom>
        </p:spPr>
      </p:pic>
      <p:grpSp>
        <p:nvGrpSpPr>
          <p:cNvPr id="10" name="Agrupar 9"/>
          <p:cNvGrpSpPr/>
          <p:nvPr/>
        </p:nvGrpSpPr>
        <p:grpSpPr>
          <a:xfrm>
            <a:off x="8850086" y="3058830"/>
            <a:ext cx="1714500" cy="2182641"/>
            <a:chOff x="8850086" y="3058830"/>
            <a:chExt cx="1714500" cy="2182641"/>
          </a:xfrm>
        </p:grpSpPr>
        <p:sp>
          <p:nvSpPr>
            <p:cNvPr id="6" name="Elipse 5"/>
            <p:cNvSpPr/>
            <p:nvPr/>
          </p:nvSpPr>
          <p:spPr>
            <a:xfrm>
              <a:off x="8850086" y="3058830"/>
              <a:ext cx="1714500" cy="55517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8" name="Conector recto de flecha 7"/>
            <p:cNvCxnSpPr/>
            <p:nvPr/>
          </p:nvCxnSpPr>
          <p:spPr>
            <a:xfrm flipV="1">
              <a:off x="9707336" y="3614001"/>
              <a:ext cx="0" cy="107229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adroTexto 8"/>
            <p:cNvSpPr txBox="1"/>
            <p:nvPr/>
          </p:nvSpPr>
          <p:spPr>
            <a:xfrm>
              <a:off x="9099734" y="4779806"/>
              <a:ext cx="12152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400" b="1">
                  <a:solidFill>
                    <a:srgbClr val="FF0000"/>
                  </a:solidFill>
                </a:rPr>
                <a:t>Casting!</a:t>
              </a:r>
              <a:endParaRPr lang="es-ES_tradnl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7F45B501-E61C-4AAC-BBA9-760FC792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891" y="3954765"/>
            <a:ext cx="2221195" cy="211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2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TDA Genérico: Tipo parametrizado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584500-740B-4C96-968B-7C23583AE6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21" t="36719" r="35263" b="35899"/>
          <a:stretch/>
        </p:blipFill>
        <p:spPr>
          <a:xfrm>
            <a:off x="5422231" y="2796085"/>
            <a:ext cx="6271314" cy="208449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75F922-F343-4C15-B870-A8373E4390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52" t="21319" r="51053" b="17879"/>
          <a:stretch/>
        </p:blipFill>
        <p:spPr>
          <a:xfrm>
            <a:off x="838200" y="1623462"/>
            <a:ext cx="4006516" cy="450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Convención de nombre en tipo de parámetros </a:t>
            </a:r>
            <a:endParaRPr lang="es-EC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74541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s-ES" sz="2800" dirty="0"/>
              <a:t>Por convención los parámetros son</a:t>
            </a:r>
          </a:p>
          <a:p>
            <a:pPr lvl="1"/>
            <a:r>
              <a:rPr lang="es-ES" sz="2400" dirty="0"/>
              <a:t>Simples</a:t>
            </a:r>
          </a:p>
          <a:p>
            <a:pPr lvl="1"/>
            <a:r>
              <a:rPr lang="es-ES" sz="2400" dirty="0"/>
              <a:t>Letras mayúsculas</a:t>
            </a:r>
          </a:p>
          <a:p>
            <a:pPr lvl="1"/>
            <a:endParaRPr lang="es-ES" sz="2400" dirty="0"/>
          </a:p>
          <a:p>
            <a:r>
              <a:rPr lang="es-ES" sz="2800" dirty="0"/>
              <a:t>Nombres de tipos de parámetros más comúnmente usados</a:t>
            </a:r>
          </a:p>
          <a:p>
            <a:pPr lvl="1"/>
            <a:r>
              <a:rPr lang="en-US" sz="2400" dirty="0"/>
              <a:t>E - Element (</a:t>
            </a:r>
            <a:r>
              <a:rPr lang="en-US" sz="2400" dirty="0" err="1"/>
              <a:t>usado</a:t>
            </a:r>
            <a:r>
              <a:rPr lang="en-US" sz="2400" dirty="0"/>
              <a:t> </a:t>
            </a:r>
            <a:r>
              <a:rPr lang="en-US" sz="2400" dirty="0" err="1"/>
              <a:t>ampliamente</a:t>
            </a:r>
            <a:r>
              <a:rPr lang="en-US" sz="2400" dirty="0"/>
              <a:t> por el Framework de </a:t>
            </a:r>
            <a:r>
              <a:rPr lang="en-US" sz="2400" dirty="0" err="1"/>
              <a:t>Collecciones</a:t>
            </a:r>
            <a:r>
              <a:rPr lang="en-US" sz="2400" dirty="0"/>
              <a:t> Java)</a:t>
            </a:r>
          </a:p>
          <a:p>
            <a:pPr lvl="1"/>
            <a:r>
              <a:rPr lang="en-US" sz="2400" dirty="0"/>
              <a:t>K - Key</a:t>
            </a:r>
          </a:p>
          <a:p>
            <a:pPr lvl="1"/>
            <a:r>
              <a:rPr lang="en-US" sz="2400" dirty="0"/>
              <a:t>N - Number</a:t>
            </a:r>
          </a:p>
          <a:p>
            <a:pPr lvl="1"/>
            <a:r>
              <a:rPr lang="en-US" sz="2400" dirty="0"/>
              <a:t>T - Type</a:t>
            </a:r>
          </a:p>
          <a:p>
            <a:pPr lvl="1"/>
            <a:r>
              <a:rPr lang="en-US" sz="2400" dirty="0"/>
              <a:t>V - Value</a:t>
            </a:r>
          </a:p>
          <a:p>
            <a:pPr lvl="1"/>
            <a:r>
              <a:rPr lang="en-US" sz="2400" dirty="0"/>
              <a:t>S,U,V etc. - 2nd, 3rd, 4th types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20565693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216</Words>
  <Application>Microsoft Office PowerPoint</Application>
  <PresentationFormat>Panorámica</PresentationFormat>
  <Paragraphs>41</Paragraphs>
  <Slides>11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TemaEstructuras</vt:lpstr>
      <vt:lpstr>Tipos Genéricos</vt:lpstr>
      <vt:lpstr>Problema</vt:lpstr>
      <vt:lpstr>Solución</vt:lpstr>
      <vt:lpstr>Pero…</vt:lpstr>
      <vt:lpstr>Presentación de PowerPoint</vt:lpstr>
      <vt:lpstr>TDA Genérico!</vt:lpstr>
      <vt:lpstr>TDA Genérico</vt:lpstr>
      <vt:lpstr>TDA Genérico en JAVA</vt:lpstr>
      <vt:lpstr>TDA Genérico: Object</vt:lpstr>
      <vt:lpstr>TDA Genérico: Tipo parametrizado</vt:lpstr>
      <vt:lpstr>Convención de nombre en tipo de parámetros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Ivan Rodriguez Echeverria</dc:creator>
  <cp:lastModifiedBy>Jocellyn Luna</cp:lastModifiedBy>
  <cp:revision>15</cp:revision>
  <dcterms:created xsi:type="dcterms:W3CDTF">2015-10-27T11:47:57Z</dcterms:created>
  <dcterms:modified xsi:type="dcterms:W3CDTF">2020-04-07T04:17:35Z</dcterms:modified>
</cp:coreProperties>
</file>
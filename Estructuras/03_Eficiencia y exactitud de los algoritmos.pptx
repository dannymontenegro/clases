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411" r:id="rId4"/>
    <p:sldId id="412" r:id="rId5"/>
    <p:sldId id="413" r:id="rId6"/>
    <p:sldId id="414" r:id="rId7"/>
    <p:sldId id="41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451890-63C9-44B0-BBAF-9390F7EF4C50}" v="125" dt="2020-04-02T03:31:12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43"/>
  </p:normalViewPr>
  <p:slideViewPr>
    <p:cSldViewPr>
      <p:cViewPr varScale="1">
        <p:scale>
          <a:sx n="63" d="100"/>
          <a:sy n="63" d="100"/>
        </p:scale>
        <p:origin x="1376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35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cellyn Luna" userId="74d04e64cf87037c" providerId="LiveId" clId="{87451890-63C9-44B0-BBAF-9390F7EF4C50}"/>
    <pc:docChg chg="undo custSel addSld delSld modSld sldOrd modMainMaster">
      <pc:chgData name="Jocellyn Luna" userId="74d04e64cf87037c" providerId="LiveId" clId="{87451890-63C9-44B0-BBAF-9390F7EF4C50}" dt="2020-04-02T03:40:14.489" v="275" actId="12"/>
      <pc:docMkLst>
        <pc:docMk/>
      </pc:docMkLst>
      <pc:sldChg chg="modSp">
        <pc:chgData name="Jocellyn Luna" userId="74d04e64cf87037c" providerId="LiveId" clId="{87451890-63C9-44B0-BBAF-9390F7EF4C50}" dt="2020-04-01T20:51:47.813" v="2"/>
        <pc:sldMkLst>
          <pc:docMk/>
          <pc:sldMk cId="844257126" sldId="256"/>
        </pc:sldMkLst>
        <pc:spChg chg="mod">
          <ac:chgData name="Jocellyn Luna" userId="74d04e64cf87037c" providerId="LiveId" clId="{87451890-63C9-44B0-BBAF-9390F7EF4C50}" dt="2020-04-01T20:51:47.813" v="2"/>
          <ac:spMkLst>
            <pc:docMk/>
            <pc:sldMk cId="844257126" sldId="256"/>
            <ac:spMk id="3" creationId="{00000000-0000-0000-0000-000000000000}"/>
          </ac:spMkLst>
        </pc:spChg>
      </pc:sldChg>
      <pc:sldChg chg="modSp mod">
        <pc:chgData name="Jocellyn Luna" userId="74d04e64cf87037c" providerId="LiveId" clId="{87451890-63C9-44B0-BBAF-9390F7EF4C50}" dt="2020-04-01T20:53:51.392" v="27" actId="1076"/>
        <pc:sldMkLst>
          <pc:docMk/>
          <pc:sldMk cId="1613725816" sldId="258"/>
        </pc:sldMkLst>
        <pc:picChg chg="mod">
          <ac:chgData name="Jocellyn Luna" userId="74d04e64cf87037c" providerId="LiveId" clId="{87451890-63C9-44B0-BBAF-9390F7EF4C50}" dt="2020-04-01T20:53:51.392" v="27" actId="1076"/>
          <ac:picMkLst>
            <pc:docMk/>
            <pc:sldMk cId="1613725816" sldId="258"/>
            <ac:picMk id="8" creationId="{00000000-0000-0000-0000-000000000000}"/>
          </ac:picMkLst>
        </pc:picChg>
      </pc:sldChg>
      <pc:sldChg chg="del">
        <pc:chgData name="Jocellyn Luna" userId="74d04e64cf87037c" providerId="LiveId" clId="{87451890-63C9-44B0-BBAF-9390F7EF4C50}" dt="2020-04-01T20:53:39.451" v="26" actId="47"/>
        <pc:sldMkLst>
          <pc:docMk/>
          <pc:sldMk cId="2066967992" sldId="261"/>
        </pc:sldMkLst>
      </pc:sldChg>
      <pc:sldChg chg="modSp mod">
        <pc:chgData name="Jocellyn Luna" userId="74d04e64cf87037c" providerId="LiveId" clId="{87451890-63C9-44B0-BBAF-9390F7EF4C50}" dt="2020-04-02T03:27:38.039" v="240" actId="1076"/>
        <pc:sldMkLst>
          <pc:docMk/>
          <pc:sldMk cId="31683561" sldId="262"/>
        </pc:sldMkLst>
        <pc:spChg chg="mod">
          <ac:chgData name="Jocellyn Luna" userId="74d04e64cf87037c" providerId="LiveId" clId="{87451890-63C9-44B0-BBAF-9390F7EF4C50}" dt="2020-04-02T03:27:38.039" v="240" actId="1076"/>
          <ac:spMkLst>
            <pc:docMk/>
            <pc:sldMk cId="31683561" sldId="262"/>
            <ac:spMk id="3" creationId="{00000000-0000-0000-0000-000000000000}"/>
          </ac:spMkLst>
        </pc:spChg>
      </pc:sldChg>
      <pc:sldChg chg="del">
        <pc:chgData name="Jocellyn Luna" userId="74d04e64cf87037c" providerId="LiveId" clId="{87451890-63C9-44B0-BBAF-9390F7EF4C50}" dt="2020-04-01T20:54:48.109" v="51" actId="47"/>
        <pc:sldMkLst>
          <pc:docMk/>
          <pc:sldMk cId="2361057507" sldId="263"/>
        </pc:sldMkLst>
      </pc:sldChg>
      <pc:sldChg chg="modSp">
        <pc:chgData name="Jocellyn Luna" userId="74d04e64cf87037c" providerId="LiveId" clId="{87451890-63C9-44B0-BBAF-9390F7EF4C50}" dt="2020-04-01T20:54:56.330" v="52" actId="207"/>
        <pc:sldMkLst>
          <pc:docMk/>
          <pc:sldMk cId="1592715158" sldId="271"/>
        </pc:sldMkLst>
        <pc:spChg chg="mod">
          <ac:chgData name="Jocellyn Luna" userId="74d04e64cf87037c" providerId="LiveId" clId="{87451890-63C9-44B0-BBAF-9390F7EF4C50}" dt="2020-04-01T20:54:56.330" v="52" actId="207"/>
          <ac:spMkLst>
            <pc:docMk/>
            <pc:sldMk cId="1592715158" sldId="271"/>
            <ac:spMk id="4" creationId="{00000000-0000-0000-0000-000000000000}"/>
          </ac:spMkLst>
        </pc:spChg>
      </pc:sldChg>
      <pc:sldChg chg="modSp mod">
        <pc:chgData name="Jocellyn Luna" userId="74d04e64cf87037c" providerId="LiveId" clId="{87451890-63C9-44B0-BBAF-9390F7EF4C50}" dt="2020-04-02T03:27:47.220" v="241" actId="403"/>
        <pc:sldMkLst>
          <pc:docMk/>
          <pc:sldMk cId="1308690938" sldId="274"/>
        </pc:sldMkLst>
        <pc:spChg chg="mod">
          <ac:chgData name="Jocellyn Luna" userId="74d04e64cf87037c" providerId="LiveId" clId="{87451890-63C9-44B0-BBAF-9390F7EF4C50}" dt="2020-04-02T03:27:47.220" v="241" actId="403"/>
          <ac:spMkLst>
            <pc:docMk/>
            <pc:sldMk cId="1308690938" sldId="274"/>
            <ac:spMk id="9219" creationId="{00000000-0000-0000-0000-000000000000}"/>
          </ac:spMkLst>
        </pc:spChg>
      </pc:sldChg>
      <pc:sldChg chg="modSp del mod">
        <pc:chgData name="Jocellyn Luna" userId="74d04e64cf87037c" providerId="LiveId" clId="{87451890-63C9-44B0-BBAF-9390F7EF4C50}" dt="2020-04-01T20:55:17.981" v="57" actId="47"/>
        <pc:sldMkLst>
          <pc:docMk/>
          <pc:sldMk cId="428637039" sldId="276"/>
        </pc:sldMkLst>
        <pc:spChg chg="mod">
          <ac:chgData name="Jocellyn Luna" userId="74d04e64cf87037c" providerId="LiveId" clId="{87451890-63C9-44B0-BBAF-9390F7EF4C50}" dt="2020-04-01T20:55:06.091" v="54" actId="1076"/>
          <ac:spMkLst>
            <pc:docMk/>
            <pc:sldMk cId="428637039" sldId="276"/>
            <ac:spMk id="6" creationId="{00000000-0000-0000-0000-000000000000}"/>
          </ac:spMkLst>
        </pc:spChg>
      </pc:sldChg>
      <pc:sldChg chg="del">
        <pc:chgData name="Jocellyn Luna" userId="74d04e64cf87037c" providerId="LiveId" clId="{87451890-63C9-44B0-BBAF-9390F7EF4C50}" dt="2020-04-01T20:55:35.826" v="63" actId="47"/>
        <pc:sldMkLst>
          <pc:docMk/>
          <pc:sldMk cId="936899031" sldId="277"/>
        </pc:sldMkLst>
      </pc:sldChg>
      <pc:sldChg chg="modSp mod">
        <pc:chgData name="Jocellyn Luna" userId="74d04e64cf87037c" providerId="LiveId" clId="{87451890-63C9-44B0-BBAF-9390F7EF4C50}" dt="2020-04-02T03:29:04.441" v="261" actId="1076"/>
        <pc:sldMkLst>
          <pc:docMk/>
          <pc:sldMk cId="2001860045" sldId="279"/>
        </pc:sldMkLst>
        <pc:spChg chg="mod">
          <ac:chgData name="Jocellyn Luna" userId="74d04e64cf87037c" providerId="LiveId" clId="{87451890-63C9-44B0-BBAF-9390F7EF4C50}" dt="2020-04-02T03:29:04.441" v="261" actId="1076"/>
          <ac:spMkLst>
            <pc:docMk/>
            <pc:sldMk cId="2001860045" sldId="279"/>
            <ac:spMk id="5" creationId="{00000000-0000-0000-0000-000000000000}"/>
          </ac:spMkLst>
        </pc:spChg>
      </pc:sldChg>
      <pc:sldChg chg="modSp mod">
        <pc:chgData name="Jocellyn Luna" userId="74d04e64cf87037c" providerId="LiveId" clId="{87451890-63C9-44B0-BBAF-9390F7EF4C50}" dt="2020-04-02T03:29:15.514" v="263" actId="403"/>
        <pc:sldMkLst>
          <pc:docMk/>
          <pc:sldMk cId="635478766" sldId="280"/>
        </pc:sldMkLst>
        <pc:spChg chg="mod">
          <ac:chgData name="Jocellyn Luna" userId="74d04e64cf87037c" providerId="LiveId" clId="{87451890-63C9-44B0-BBAF-9390F7EF4C50}" dt="2020-04-02T03:29:15.514" v="263" actId="403"/>
          <ac:spMkLst>
            <pc:docMk/>
            <pc:sldMk cId="635478766" sldId="280"/>
            <ac:spMk id="19459" creationId="{00000000-0000-0000-0000-000000000000}"/>
          </ac:spMkLst>
        </pc:spChg>
      </pc:sldChg>
      <pc:sldChg chg="modSp mod">
        <pc:chgData name="Jocellyn Luna" userId="74d04e64cf87037c" providerId="LiveId" clId="{87451890-63C9-44B0-BBAF-9390F7EF4C50}" dt="2020-04-01T20:51:41.877" v="1" actId="27636"/>
        <pc:sldMkLst>
          <pc:docMk/>
          <pc:sldMk cId="1033872389" sldId="282"/>
        </pc:sldMkLst>
        <pc:spChg chg="mod">
          <ac:chgData name="Jocellyn Luna" userId="74d04e64cf87037c" providerId="LiveId" clId="{87451890-63C9-44B0-BBAF-9390F7EF4C50}" dt="2020-04-01T20:51:41.877" v="1" actId="27636"/>
          <ac:spMkLst>
            <pc:docMk/>
            <pc:sldMk cId="1033872389" sldId="282"/>
            <ac:spMk id="4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2T03:30:41.718" v="269"/>
        <pc:sldMkLst>
          <pc:docMk/>
          <pc:sldMk cId="1913207695" sldId="290"/>
        </pc:sldMkLst>
        <pc:spChg chg="del">
          <ac:chgData name="Jocellyn Luna" userId="74d04e64cf87037c" providerId="LiveId" clId="{87451890-63C9-44B0-BBAF-9390F7EF4C50}" dt="2020-04-02T03:30:39.634" v="268" actId="478"/>
          <ac:spMkLst>
            <pc:docMk/>
            <pc:sldMk cId="1913207695" sldId="290"/>
            <ac:spMk id="2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6:18.657" v="67" actId="1076"/>
          <ac:spMkLst>
            <pc:docMk/>
            <pc:sldMk cId="1913207695" sldId="290"/>
            <ac:spMk id="191" creationId="{00000000-0000-0000-0000-000000000000}"/>
          </ac:spMkLst>
        </pc:spChg>
        <pc:spChg chg="add mod">
          <ac:chgData name="Jocellyn Luna" userId="74d04e64cf87037c" providerId="LiveId" clId="{87451890-63C9-44B0-BBAF-9390F7EF4C50}" dt="2020-04-02T03:30:41.718" v="269"/>
          <ac:spMkLst>
            <pc:docMk/>
            <pc:sldMk cId="1913207695" sldId="290"/>
            <ac:spMk id="192" creationId="{B86A53E6-741A-4503-B683-B2705CED2F85}"/>
          </ac:spMkLst>
        </pc:spChg>
        <pc:grpChg chg="mod">
          <ac:chgData name="Jocellyn Luna" userId="74d04e64cf87037c" providerId="LiveId" clId="{87451890-63C9-44B0-BBAF-9390F7EF4C50}" dt="2020-04-01T20:56:21.579" v="68" actId="1076"/>
          <ac:grpSpMkLst>
            <pc:docMk/>
            <pc:sldMk cId="1913207695" sldId="290"/>
            <ac:grpSpMk id="184" creationId="{00000000-0000-0000-0000-000000000000}"/>
          </ac:grpSpMkLst>
        </pc:grpChg>
      </pc:sldChg>
      <pc:sldChg chg="modSp">
        <pc:chgData name="Jocellyn Luna" userId="74d04e64cf87037c" providerId="LiveId" clId="{87451890-63C9-44B0-BBAF-9390F7EF4C50}" dt="2020-04-01T20:57:49.951" v="85" actId="1076"/>
        <pc:sldMkLst>
          <pc:docMk/>
          <pc:sldMk cId="670618901" sldId="293"/>
        </pc:sldMkLst>
        <pc:spChg chg="mod">
          <ac:chgData name="Jocellyn Luna" userId="74d04e64cf87037c" providerId="LiveId" clId="{87451890-63C9-44B0-BBAF-9390F7EF4C50}" dt="2020-04-01T20:57:46.149" v="84" actId="1076"/>
          <ac:spMkLst>
            <pc:docMk/>
            <pc:sldMk cId="670618901" sldId="293"/>
            <ac:spMk id="5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7:40.314" v="83" actId="1076"/>
          <ac:spMkLst>
            <pc:docMk/>
            <pc:sldMk cId="670618901" sldId="293"/>
            <ac:spMk id="7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7:46.149" v="84" actId="1076"/>
          <ac:spMkLst>
            <pc:docMk/>
            <pc:sldMk cId="670618901" sldId="293"/>
            <ac:spMk id="61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7:46.149" v="84" actId="1076"/>
          <ac:spMkLst>
            <pc:docMk/>
            <pc:sldMk cId="670618901" sldId="293"/>
            <ac:spMk id="62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7:46.149" v="84" actId="1076"/>
          <ac:spMkLst>
            <pc:docMk/>
            <pc:sldMk cId="670618901" sldId="293"/>
            <ac:spMk id="63" creationId="{00000000-0000-0000-0000-000000000000}"/>
          </ac:spMkLst>
        </pc:spChg>
        <pc:grpChg chg="mod">
          <ac:chgData name="Jocellyn Luna" userId="74d04e64cf87037c" providerId="LiveId" clId="{87451890-63C9-44B0-BBAF-9390F7EF4C50}" dt="2020-04-01T20:57:49.951" v="85" actId="1076"/>
          <ac:grpSpMkLst>
            <pc:docMk/>
            <pc:sldMk cId="670618901" sldId="293"/>
            <ac:grpSpMk id="35" creationId="{00000000-0000-0000-0000-000000000000}"/>
          </ac:grpSpMkLst>
        </pc:grpChg>
      </pc:sldChg>
      <pc:sldChg chg="modSp del">
        <pc:chgData name="Jocellyn Luna" userId="74d04e64cf87037c" providerId="LiveId" clId="{87451890-63C9-44B0-BBAF-9390F7EF4C50}" dt="2020-04-02T03:27:21.929" v="239" actId="47"/>
        <pc:sldMkLst>
          <pc:docMk/>
          <pc:sldMk cId="2295840815" sldId="297"/>
        </pc:sldMkLst>
        <pc:spChg chg="mod">
          <ac:chgData name="Jocellyn Luna" userId="74d04e64cf87037c" providerId="LiveId" clId="{87451890-63C9-44B0-BBAF-9390F7EF4C50}" dt="2020-04-02T03:26:26.289" v="227" actId="1076"/>
          <ac:spMkLst>
            <pc:docMk/>
            <pc:sldMk cId="2295840815" sldId="297"/>
            <ac:spMk id="7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2T03:26:14.113" v="225" actId="1076"/>
        <pc:sldMkLst>
          <pc:docMk/>
          <pc:sldMk cId="3761501340" sldId="298"/>
        </pc:sldMkLst>
        <pc:spChg chg="add mod">
          <ac:chgData name="Jocellyn Luna" userId="74d04e64cf87037c" providerId="LiveId" clId="{87451890-63C9-44B0-BBAF-9390F7EF4C50}" dt="2020-04-02T03:25:55.923" v="219"/>
          <ac:spMkLst>
            <pc:docMk/>
            <pc:sldMk cId="3761501340" sldId="298"/>
            <ac:spMk id="2" creationId="{2784A74F-5584-45AC-9524-7DBCD9BA3C81}"/>
          </ac:spMkLst>
        </pc:spChg>
        <pc:spChg chg="del">
          <ac:chgData name="Jocellyn Luna" userId="74d04e64cf87037c" providerId="LiveId" clId="{87451890-63C9-44B0-BBAF-9390F7EF4C50}" dt="2020-04-02T03:25:53.231" v="218" actId="478"/>
          <ac:spMkLst>
            <pc:docMk/>
            <pc:sldMk cId="3761501340" sldId="298"/>
            <ac:spMk id="65538" creationId="{00000000-0000-0000-0000-000000000000}"/>
          </ac:spMkLst>
        </pc:spChg>
        <pc:spChg chg="mod">
          <ac:chgData name="Jocellyn Luna" userId="74d04e64cf87037c" providerId="LiveId" clId="{87451890-63C9-44B0-BBAF-9390F7EF4C50}" dt="2020-04-02T03:26:14.113" v="225" actId="1076"/>
          <ac:spMkLst>
            <pc:docMk/>
            <pc:sldMk cId="3761501340" sldId="298"/>
            <ac:spMk id="65539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1T21:08:27.922" v="216" actId="403"/>
        <pc:sldMkLst>
          <pc:docMk/>
          <pc:sldMk cId="3548445196" sldId="299"/>
        </pc:sldMkLst>
        <pc:spChg chg="add mod">
          <ac:chgData name="Jocellyn Luna" userId="74d04e64cf87037c" providerId="LiveId" clId="{87451890-63C9-44B0-BBAF-9390F7EF4C50}" dt="2020-04-01T21:07:41.479" v="206" actId="20577"/>
          <ac:spMkLst>
            <pc:docMk/>
            <pc:sldMk cId="3548445196" sldId="299"/>
            <ac:spMk id="4" creationId="{6A74BC83-716B-4F52-8039-33E46148BC1D}"/>
          </ac:spMkLst>
        </pc:spChg>
        <pc:spChg chg="mod">
          <ac:chgData name="Jocellyn Luna" userId="74d04e64cf87037c" providerId="LiveId" clId="{87451890-63C9-44B0-BBAF-9390F7EF4C50}" dt="2020-04-01T21:08:27.922" v="216" actId="403"/>
          <ac:spMkLst>
            <pc:docMk/>
            <pc:sldMk cId="3548445196" sldId="299"/>
            <ac:spMk id="97282" creationId="{00000000-0000-0000-0000-000000000000}"/>
          </ac:spMkLst>
        </pc:spChg>
        <pc:spChg chg="add del">
          <ac:chgData name="Jocellyn Luna" userId="74d04e64cf87037c" providerId="LiveId" clId="{87451890-63C9-44B0-BBAF-9390F7EF4C50}" dt="2020-04-01T21:07:47.924" v="207" actId="478"/>
          <ac:spMkLst>
            <pc:docMk/>
            <pc:sldMk cId="3548445196" sldId="299"/>
            <ac:spMk id="97283" creationId="{00000000-0000-0000-0000-000000000000}"/>
          </ac:spMkLst>
        </pc:spChg>
      </pc:sldChg>
      <pc:sldChg chg="del">
        <pc:chgData name="Jocellyn Luna" userId="74d04e64cf87037c" providerId="LiveId" clId="{87451890-63C9-44B0-BBAF-9390F7EF4C50}" dt="2020-04-01T21:08:35.340" v="217" actId="47"/>
        <pc:sldMkLst>
          <pc:docMk/>
          <pc:sldMk cId="2199582314" sldId="300"/>
        </pc:sldMkLst>
      </pc:sldChg>
      <pc:sldChg chg="modSp mod">
        <pc:chgData name="Jocellyn Luna" userId="74d04e64cf87037c" providerId="LiveId" clId="{87451890-63C9-44B0-BBAF-9390F7EF4C50}" dt="2020-04-01T20:56:13.926" v="66" actId="12"/>
        <pc:sldMkLst>
          <pc:docMk/>
          <pc:sldMk cId="3049822942" sldId="301"/>
        </pc:sldMkLst>
        <pc:spChg chg="mod">
          <ac:chgData name="Jocellyn Luna" userId="74d04e64cf87037c" providerId="LiveId" clId="{87451890-63C9-44B0-BBAF-9390F7EF4C50}" dt="2020-04-01T20:56:13.926" v="66" actId="12"/>
          <ac:spMkLst>
            <pc:docMk/>
            <pc:sldMk cId="3049822942" sldId="301"/>
            <ac:spMk id="37891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2T03:30:30.555" v="267"/>
        <pc:sldMkLst>
          <pc:docMk/>
          <pc:sldMk cId="3760943895" sldId="302"/>
        </pc:sldMkLst>
        <pc:spChg chg="add mod">
          <ac:chgData name="Jocellyn Luna" userId="74d04e64cf87037c" providerId="LiveId" clId="{87451890-63C9-44B0-BBAF-9390F7EF4C50}" dt="2020-04-02T03:30:30.555" v="267"/>
          <ac:spMkLst>
            <pc:docMk/>
            <pc:sldMk cId="3760943895" sldId="302"/>
            <ac:spMk id="2" creationId="{B054A321-DF54-44EB-9B1C-B2B2AEB1B841}"/>
          </ac:spMkLst>
        </pc:spChg>
        <pc:spChg chg="del">
          <ac:chgData name="Jocellyn Luna" userId="74d04e64cf87037c" providerId="LiveId" clId="{87451890-63C9-44B0-BBAF-9390F7EF4C50}" dt="2020-04-02T03:30:27.859" v="266" actId="478"/>
          <ac:spMkLst>
            <pc:docMk/>
            <pc:sldMk cId="3760943895" sldId="302"/>
            <ac:spMk id="6041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7:33.207" v="82" actId="166"/>
          <ac:spMkLst>
            <pc:docMk/>
            <pc:sldMk cId="3760943895" sldId="302"/>
            <ac:spMk id="60443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7:09.258" v="77" actId="1076"/>
          <ac:spMkLst>
            <pc:docMk/>
            <pc:sldMk cId="3760943895" sldId="302"/>
            <ac:spMk id="60466" creationId="{00000000-0000-0000-0000-000000000000}"/>
          </ac:spMkLst>
        </pc:spChg>
        <pc:grpChg chg="mod">
          <ac:chgData name="Jocellyn Luna" userId="74d04e64cf87037c" providerId="LiveId" clId="{87451890-63C9-44B0-BBAF-9390F7EF4C50}" dt="2020-04-01T20:56:38.081" v="70" actId="1076"/>
          <ac:grpSpMkLst>
            <pc:docMk/>
            <pc:sldMk cId="3760943895" sldId="302"/>
            <ac:grpSpMk id="60420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38.081" v="70" actId="1076"/>
          <ac:grpSpMkLst>
            <pc:docMk/>
            <pc:sldMk cId="3760943895" sldId="302"/>
            <ac:grpSpMk id="60421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38.081" v="70" actId="1076"/>
          <ac:grpSpMkLst>
            <pc:docMk/>
            <pc:sldMk cId="3760943895" sldId="302"/>
            <ac:grpSpMk id="60422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38.081" v="70" actId="1076"/>
          <ac:grpSpMkLst>
            <pc:docMk/>
            <pc:sldMk cId="3760943895" sldId="302"/>
            <ac:grpSpMk id="60426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38.081" v="70" actId="1076"/>
          <ac:grpSpMkLst>
            <pc:docMk/>
            <pc:sldMk cId="3760943895" sldId="302"/>
            <ac:grpSpMk id="60431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38.081" v="70" actId="1076"/>
          <ac:grpSpMkLst>
            <pc:docMk/>
            <pc:sldMk cId="3760943895" sldId="302"/>
            <ac:grpSpMk id="60436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38.081" v="70" actId="1076"/>
          <ac:grpSpMkLst>
            <pc:docMk/>
            <pc:sldMk cId="3760943895" sldId="302"/>
            <ac:grpSpMk id="60441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45.009" v="71" actId="1076"/>
          <ac:grpSpMkLst>
            <pc:docMk/>
            <pc:sldMk cId="3760943895" sldId="302"/>
            <ac:grpSpMk id="60446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7:05.103" v="76" actId="1076"/>
          <ac:grpSpMkLst>
            <pc:docMk/>
            <pc:sldMk cId="3760943895" sldId="302"/>
            <ac:grpSpMk id="60450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7:05.103" v="76" actId="1076"/>
          <ac:grpSpMkLst>
            <pc:docMk/>
            <pc:sldMk cId="3760943895" sldId="302"/>
            <ac:grpSpMk id="60451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7:05.103" v="76" actId="1076"/>
          <ac:grpSpMkLst>
            <pc:docMk/>
            <pc:sldMk cId="3760943895" sldId="302"/>
            <ac:grpSpMk id="60454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7:05.103" v="76" actId="1076"/>
          <ac:grpSpMkLst>
            <pc:docMk/>
            <pc:sldMk cId="3760943895" sldId="302"/>
            <ac:grpSpMk id="60457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7:05.103" v="76" actId="1076"/>
          <ac:grpSpMkLst>
            <pc:docMk/>
            <pc:sldMk cId="3760943895" sldId="302"/>
            <ac:grpSpMk id="60460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7:09.258" v="77" actId="1076"/>
          <ac:grpSpMkLst>
            <pc:docMk/>
            <pc:sldMk cId="3760943895" sldId="302"/>
            <ac:grpSpMk id="60463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54.748" v="74" actId="1076"/>
          <ac:grpSpMkLst>
            <pc:docMk/>
            <pc:sldMk cId="3760943895" sldId="302"/>
            <ac:grpSpMk id="60468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0:56:47.198" v="72" actId="1076"/>
          <ac:grpSpMkLst>
            <pc:docMk/>
            <pc:sldMk cId="3760943895" sldId="302"/>
            <ac:grpSpMk id="60473" creationId="{00000000-0000-0000-0000-000000000000}"/>
          </ac:grpSpMkLst>
        </pc:grpChg>
        <pc:graphicFrameChg chg="mod">
          <ac:chgData name="Jocellyn Luna" userId="74d04e64cf87037c" providerId="LiveId" clId="{87451890-63C9-44B0-BBAF-9390F7EF4C50}" dt="2020-04-01T20:56:57.678" v="75" actId="1076"/>
          <ac:graphicFrameMkLst>
            <pc:docMk/>
            <pc:sldMk cId="3760943895" sldId="302"/>
            <ac:graphicFrameMk id="60472" creationId="{00000000-0000-0000-0000-000000000000}"/>
          </ac:graphicFrameMkLst>
        </pc:graphicFrameChg>
      </pc:sldChg>
      <pc:sldChg chg="addSp delSp modSp">
        <pc:chgData name="Jocellyn Luna" userId="74d04e64cf87037c" providerId="LiveId" clId="{87451890-63C9-44B0-BBAF-9390F7EF4C50}" dt="2020-04-02T03:30:08.029" v="265"/>
        <pc:sldMkLst>
          <pc:docMk/>
          <pc:sldMk cId="1654501976" sldId="303"/>
        </pc:sldMkLst>
        <pc:spChg chg="add mod">
          <ac:chgData name="Jocellyn Luna" userId="74d04e64cf87037c" providerId="LiveId" clId="{87451890-63C9-44B0-BBAF-9390F7EF4C50}" dt="2020-04-02T03:30:08.029" v="265"/>
          <ac:spMkLst>
            <pc:docMk/>
            <pc:sldMk cId="1654501976" sldId="303"/>
            <ac:spMk id="2" creationId="{E2A70D37-02B5-4EEF-AC3D-3AB624884BB6}"/>
          </ac:spMkLst>
        </pc:spChg>
        <pc:spChg chg="del">
          <ac:chgData name="Jocellyn Luna" userId="74d04e64cf87037c" providerId="LiveId" clId="{87451890-63C9-44B0-BBAF-9390F7EF4C50}" dt="2020-04-02T03:30:05.980" v="264" actId="478"/>
          <ac:spMkLst>
            <pc:docMk/>
            <pc:sldMk cId="1654501976" sldId="303"/>
            <ac:spMk id="98306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2.695" v="64" actId="1076"/>
          <ac:spMkLst>
            <pc:docMk/>
            <pc:sldMk cId="1654501976" sldId="303"/>
            <ac:spMk id="9830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9.516" v="65" actId="1076"/>
          <ac:spMkLst>
            <pc:docMk/>
            <pc:sldMk cId="1654501976" sldId="303"/>
            <ac:spMk id="98309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9.516" v="65" actId="1076"/>
          <ac:spMkLst>
            <pc:docMk/>
            <pc:sldMk cId="1654501976" sldId="303"/>
            <ac:spMk id="98310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9.516" v="65" actId="1076"/>
          <ac:spMkLst>
            <pc:docMk/>
            <pc:sldMk cId="1654501976" sldId="303"/>
            <ac:spMk id="98311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9.516" v="65" actId="1076"/>
          <ac:spMkLst>
            <pc:docMk/>
            <pc:sldMk cId="1654501976" sldId="303"/>
            <ac:spMk id="98312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9.516" v="65" actId="1076"/>
          <ac:spMkLst>
            <pc:docMk/>
            <pc:sldMk cId="1654501976" sldId="303"/>
            <ac:spMk id="98313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9.516" v="65" actId="1076"/>
          <ac:spMkLst>
            <pc:docMk/>
            <pc:sldMk cId="1654501976" sldId="303"/>
            <ac:spMk id="98314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5:59.516" v="65" actId="1076"/>
          <ac:spMkLst>
            <pc:docMk/>
            <pc:sldMk cId="1654501976" sldId="303"/>
            <ac:spMk id="98315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2T03:30:54.797" v="271"/>
        <pc:sldMkLst>
          <pc:docMk/>
          <pc:sldMk cId="350205807" sldId="306"/>
        </pc:sldMkLst>
        <pc:spChg chg="add mod">
          <ac:chgData name="Jocellyn Luna" userId="74d04e64cf87037c" providerId="LiveId" clId="{87451890-63C9-44B0-BBAF-9390F7EF4C50}" dt="2020-04-02T03:30:54.797" v="271"/>
          <ac:spMkLst>
            <pc:docMk/>
            <pc:sldMk cId="350205807" sldId="306"/>
            <ac:spMk id="2" creationId="{1A76D9B8-1EDC-492F-A35A-4C8B905D6EDD}"/>
          </ac:spMkLst>
        </pc:spChg>
        <pc:spChg chg="del">
          <ac:chgData name="Jocellyn Luna" userId="74d04e64cf87037c" providerId="LiveId" clId="{87451890-63C9-44B0-BBAF-9390F7EF4C50}" dt="2020-04-02T03:30:52.435" v="270" actId="478"/>
          <ac:spMkLst>
            <pc:docMk/>
            <pc:sldMk cId="350205807" sldId="306"/>
            <ac:spMk id="103426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7:58.887" v="86" actId="12"/>
          <ac:spMkLst>
            <pc:docMk/>
            <pc:sldMk cId="350205807" sldId="306"/>
            <ac:spMk id="103427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2T03:31:12.897" v="273"/>
        <pc:sldMkLst>
          <pc:docMk/>
          <pc:sldMk cId="486494430" sldId="307"/>
        </pc:sldMkLst>
        <pc:spChg chg="add mod">
          <ac:chgData name="Jocellyn Luna" userId="74d04e64cf87037c" providerId="LiveId" clId="{87451890-63C9-44B0-BBAF-9390F7EF4C50}" dt="2020-04-02T03:31:12.897" v="273"/>
          <ac:spMkLst>
            <pc:docMk/>
            <pc:sldMk cId="486494430" sldId="307"/>
            <ac:spMk id="2" creationId="{F6ADF008-72C6-4EAD-B0E5-3049D14996DC}"/>
          </ac:spMkLst>
        </pc:spChg>
        <pc:spChg chg="del">
          <ac:chgData name="Jocellyn Luna" userId="74d04e64cf87037c" providerId="LiveId" clId="{87451890-63C9-44B0-BBAF-9390F7EF4C50}" dt="2020-04-02T03:31:10.377" v="272" actId="478"/>
          <ac:spMkLst>
            <pc:docMk/>
            <pc:sldMk cId="486494430" sldId="307"/>
            <ac:spMk id="10649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8:09.231" v="87" actId="12"/>
          <ac:spMkLst>
            <pc:docMk/>
            <pc:sldMk cId="486494430" sldId="307"/>
            <ac:spMk id="106499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1T20:59:51.832" v="107" actId="207"/>
        <pc:sldMkLst>
          <pc:docMk/>
          <pc:sldMk cId="2832299528" sldId="309"/>
        </pc:sldMkLst>
        <pc:spChg chg="add mod">
          <ac:chgData name="Jocellyn Luna" userId="74d04e64cf87037c" providerId="LiveId" clId="{87451890-63C9-44B0-BBAF-9390F7EF4C50}" dt="2020-04-01T20:59:33.916" v="104"/>
          <ac:spMkLst>
            <pc:docMk/>
            <pc:sldMk cId="2832299528" sldId="309"/>
            <ac:spMk id="2" creationId="{BC61F895-08E1-4D5F-AC79-AACCAA65FA2C}"/>
          </ac:spMkLst>
        </pc:spChg>
        <pc:spChg chg="del">
          <ac:chgData name="Jocellyn Luna" userId="74d04e64cf87037c" providerId="LiveId" clId="{87451890-63C9-44B0-BBAF-9390F7EF4C50}" dt="2020-04-01T20:59:31.104" v="103" actId="478"/>
          <ac:spMkLst>
            <pc:docMk/>
            <pc:sldMk cId="2832299528" sldId="309"/>
            <ac:spMk id="3481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9:51.832" v="107" actId="207"/>
          <ac:spMkLst>
            <pc:docMk/>
            <pc:sldMk cId="2832299528" sldId="309"/>
            <ac:spMk id="34819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1T21:01:34.414" v="122"/>
        <pc:sldMkLst>
          <pc:docMk/>
          <pc:sldMk cId="1833553264" sldId="310"/>
        </pc:sldMkLst>
        <pc:spChg chg="add mod">
          <ac:chgData name="Jocellyn Luna" userId="74d04e64cf87037c" providerId="LiveId" clId="{87451890-63C9-44B0-BBAF-9390F7EF4C50}" dt="2020-04-01T21:01:34.414" v="122"/>
          <ac:spMkLst>
            <pc:docMk/>
            <pc:sldMk cId="1833553264" sldId="310"/>
            <ac:spMk id="2" creationId="{771575DB-6240-4315-85C7-051BD866D815}"/>
          </ac:spMkLst>
        </pc:spChg>
        <pc:spChg chg="add del mod">
          <ac:chgData name="Jocellyn Luna" userId="74d04e64cf87037c" providerId="LiveId" clId="{87451890-63C9-44B0-BBAF-9390F7EF4C50}" dt="2020-04-01T21:01:32.258" v="121" actId="478"/>
          <ac:spMkLst>
            <pc:docMk/>
            <pc:sldMk cId="1833553264" sldId="310"/>
            <ac:spMk id="62466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0:16.540" v="108" actId="207"/>
          <ac:spMkLst>
            <pc:docMk/>
            <pc:sldMk cId="1833553264" sldId="310"/>
            <ac:spMk id="62470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0:19.399" v="109" actId="207"/>
          <ac:spMkLst>
            <pc:docMk/>
            <pc:sldMk cId="1833553264" sldId="310"/>
            <ac:spMk id="62485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0:21.794" v="110" actId="207"/>
          <ac:spMkLst>
            <pc:docMk/>
            <pc:sldMk cId="1833553264" sldId="310"/>
            <ac:spMk id="62489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0:28.325" v="112" actId="207"/>
          <ac:spMkLst>
            <pc:docMk/>
            <pc:sldMk cId="1833553264" sldId="310"/>
            <ac:spMk id="62499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0:48.652" v="115" actId="207"/>
          <ac:spMkLst>
            <pc:docMk/>
            <pc:sldMk cId="1833553264" sldId="310"/>
            <ac:spMk id="62504" creationId="{00000000-0000-0000-0000-000000000000}"/>
          </ac:spMkLst>
        </pc:spChg>
        <pc:grpChg chg="mod">
          <ac:chgData name="Jocellyn Luna" userId="74d04e64cf87037c" providerId="LiveId" clId="{87451890-63C9-44B0-BBAF-9390F7EF4C50}" dt="2020-04-01T21:00:24.273" v="111" actId="207"/>
          <ac:grpSpMkLst>
            <pc:docMk/>
            <pc:sldMk cId="1833553264" sldId="310"/>
            <ac:grpSpMk id="62498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0:31.070" v="113" actId="207"/>
          <ac:grpSpMkLst>
            <pc:docMk/>
            <pc:sldMk cId="1833553264" sldId="310"/>
            <ac:grpSpMk id="62503" creationId="{00000000-0000-0000-0000-000000000000}"/>
          </ac:grpSpMkLst>
        </pc:grpChg>
      </pc:sldChg>
      <pc:sldChg chg="addSp delSp modSp mod">
        <pc:chgData name="Jocellyn Luna" userId="74d04e64cf87037c" providerId="LiveId" clId="{87451890-63C9-44B0-BBAF-9390F7EF4C50}" dt="2020-04-01T21:02:21.954" v="129"/>
        <pc:sldMkLst>
          <pc:docMk/>
          <pc:sldMk cId="2653938933" sldId="311"/>
        </pc:sldMkLst>
        <pc:spChg chg="add mod">
          <ac:chgData name="Jocellyn Luna" userId="74d04e64cf87037c" providerId="LiveId" clId="{87451890-63C9-44B0-BBAF-9390F7EF4C50}" dt="2020-04-01T21:01:42.588" v="126"/>
          <ac:spMkLst>
            <pc:docMk/>
            <pc:sldMk cId="2653938933" sldId="311"/>
            <ac:spMk id="2" creationId="{C18D83B2-EEB0-4446-91AF-CC7B412CA138}"/>
          </ac:spMkLst>
        </pc:spChg>
        <pc:spChg chg="add del mod">
          <ac:chgData name="Jocellyn Luna" userId="74d04e64cf87037c" providerId="LiveId" clId="{87451890-63C9-44B0-BBAF-9390F7EF4C50}" dt="2020-04-01T21:02:21.459" v="128" actId="478"/>
          <ac:spMkLst>
            <pc:docMk/>
            <pc:sldMk cId="2653938933" sldId="311"/>
            <ac:spMk id="4" creationId="{1AD2795D-3031-417A-A2EA-8E40317459D1}"/>
          </ac:spMkLst>
        </pc:spChg>
        <pc:spChg chg="add">
          <ac:chgData name="Jocellyn Luna" userId="74d04e64cf87037c" providerId="LiveId" clId="{87451890-63C9-44B0-BBAF-9390F7EF4C50}" dt="2020-04-01T21:02:21.954" v="129"/>
          <ac:spMkLst>
            <pc:docMk/>
            <pc:sldMk cId="2653938933" sldId="311"/>
            <ac:spMk id="9" creationId="{8465B68C-F0FE-47B1-B9E2-01C712277018}"/>
          </ac:spMkLst>
        </pc:spChg>
        <pc:spChg chg="add">
          <ac:chgData name="Jocellyn Luna" userId="74d04e64cf87037c" providerId="LiveId" clId="{87451890-63C9-44B0-BBAF-9390F7EF4C50}" dt="2020-04-01T21:02:21.954" v="129"/>
          <ac:spMkLst>
            <pc:docMk/>
            <pc:sldMk cId="2653938933" sldId="311"/>
            <ac:spMk id="11" creationId="{87F6968D-7F3A-4382-92A1-7A173C265E37}"/>
          </ac:spMkLst>
        </pc:spChg>
        <pc:spChg chg="del mod">
          <ac:chgData name="Jocellyn Luna" userId="74d04e64cf87037c" providerId="LiveId" clId="{87451890-63C9-44B0-BBAF-9390F7EF4C50}" dt="2020-04-01T21:01:40.463" v="125" actId="478"/>
          <ac:spMkLst>
            <pc:docMk/>
            <pc:sldMk cId="2653938933" sldId="311"/>
            <ac:spMk id="91138" creationId="{00000000-0000-0000-0000-000000000000}"/>
          </ac:spMkLst>
        </pc:spChg>
        <pc:graphicFrameChg chg="add">
          <ac:chgData name="Jocellyn Luna" userId="74d04e64cf87037c" providerId="LiveId" clId="{87451890-63C9-44B0-BBAF-9390F7EF4C50}" dt="2020-04-01T21:02:21.954" v="129"/>
          <ac:graphicFrameMkLst>
            <pc:docMk/>
            <pc:sldMk cId="2653938933" sldId="311"/>
            <ac:graphicFrameMk id="7" creationId="{0771D76A-E9CC-4DEC-BE4E-AB21A14EFD54}"/>
          </ac:graphicFrameMkLst>
        </pc:graphicFrameChg>
        <pc:graphicFrameChg chg="del mod">
          <ac:chgData name="Jocellyn Luna" userId="74d04e64cf87037c" providerId="LiveId" clId="{87451890-63C9-44B0-BBAF-9390F7EF4C50}" dt="2020-04-01T21:02:19.207" v="127" actId="478"/>
          <ac:graphicFrameMkLst>
            <pc:docMk/>
            <pc:sldMk cId="2653938933" sldId="311"/>
            <ac:graphicFrameMk id="91139" creationId="{00000000-0000-0000-0000-000000000000}"/>
          </ac:graphicFrameMkLst>
        </pc:graphicFrameChg>
        <pc:cxnChg chg="add">
          <ac:chgData name="Jocellyn Luna" userId="74d04e64cf87037c" providerId="LiveId" clId="{87451890-63C9-44B0-BBAF-9390F7EF4C50}" dt="2020-04-01T21:02:21.954" v="129"/>
          <ac:cxnSpMkLst>
            <pc:docMk/>
            <pc:sldMk cId="2653938933" sldId="311"/>
            <ac:cxnSpMk id="8" creationId="{FF523146-B788-48C4-8F87-7BA9F65599A8}"/>
          </ac:cxnSpMkLst>
        </pc:cxnChg>
        <pc:cxnChg chg="add">
          <ac:chgData name="Jocellyn Luna" userId="74d04e64cf87037c" providerId="LiveId" clId="{87451890-63C9-44B0-BBAF-9390F7EF4C50}" dt="2020-04-01T21:02:21.954" v="129"/>
          <ac:cxnSpMkLst>
            <pc:docMk/>
            <pc:sldMk cId="2653938933" sldId="311"/>
            <ac:cxnSpMk id="10" creationId="{7AB20B70-31D8-4BFC-BEF7-21975E558BD1}"/>
          </ac:cxnSpMkLst>
        </pc:cxnChg>
      </pc:sldChg>
      <pc:sldChg chg="addSp delSp modSp">
        <pc:chgData name="Jocellyn Luna" userId="74d04e64cf87037c" providerId="LiveId" clId="{87451890-63C9-44B0-BBAF-9390F7EF4C50}" dt="2020-04-01T21:03:14.228" v="137"/>
        <pc:sldMkLst>
          <pc:docMk/>
          <pc:sldMk cId="1374563362" sldId="312"/>
        </pc:sldMkLst>
        <pc:spChg chg="add mod">
          <ac:chgData name="Jocellyn Luna" userId="74d04e64cf87037c" providerId="LiveId" clId="{87451890-63C9-44B0-BBAF-9390F7EF4C50}" dt="2020-04-01T21:03:14.228" v="137"/>
          <ac:spMkLst>
            <pc:docMk/>
            <pc:sldMk cId="1374563362" sldId="312"/>
            <ac:spMk id="2" creationId="{05E87110-B0D3-4238-B2D2-3551FEFD1344}"/>
          </ac:spMkLst>
        </pc:spChg>
        <pc:spChg chg="del">
          <ac:chgData name="Jocellyn Luna" userId="74d04e64cf87037c" providerId="LiveId" clId="{87451890-63C9-44B0-BBAF-9390F7EF4C50}" dt="2020-04-01T21:03:12.047" v="136" actId="478"/>
          <ac:spMkLst>
            <pc:docMk/>
            <pc:sldMk cId="1374563362" sldId="312"/>
            <ac:spMk id="108546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2:57.952" v="133" actId="1076"/>
          <ac:spMkLst>
            <pc:docMk/>
            <pc:sldMk cId="1374563362" sldId="312"/>
            <ac:spMk id="108552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2:57.952" v="133" actId="1076"/>
          <ac:spMkLst>
            <pc:docMk/>
            <pc:sldMk cId="1374563362" sldId="312"/>
            <ac:spMk id="108557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3:00.929" v="134" actId="1076"/>
          <ac:spMkLst>
            <pc:docMk/>
            <pc:sldMk cId="1374563362" sldId="312"/>
            <ac:spMk id="10855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2:51.069" v="132" actId="1076"/>
          <ac:spMkLst>
            <pc:docMk/>
            <pc:sldMk cId="1374563362" sldId="312"/>
            <ac:spMk id="10857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2:51.069" v="132" actId="1076"/>
          <ac:spMkLst>
            <pc:docMk/>
            <pc:sldMk cId="1374563362" sldId="312"/>
            <ac:spMk id="108579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2:51.069" v="132" actId="1076"/>
          <ac:spMkLst>
            <pc:docMk/>
            <pc:sldMk cId="1374563362" sldId="312"/>
            <ac:spMk id="108580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2:51.069" v="132" actId="1076"/>
          <ac:spMkLst>
            <pc:docMk/>
            <pc:sldMk cId="1374563362" sldId="312"/>
            <ac:spMk id="108581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3:02.595" v="135" actId="1076"/>
          <ac:spMkLst>
            <pc:docMk/>
            <pc:sldMk cId="1374563362" sldId="312"/>
            <ac:spMk id="108582" creationId="{00000000-0000-0000-0000-000000000000}"/>
          </ac:spMkLst>
        </pc:spChg>
        <pc:grpChg chg="mod">
          <ac:chgData name="Jocellyn Luna" userId="74d04e64cf87037c" providerId="LiveId" clId="{87451890-63C9-44B0-BBAF-9390F7EF4C50}" dt="2020-04-01T21:02:51.069" v="132" actId="1076"/>
          <ac:grpSpMkLst>
            <pc:docMk/>
            <pc:sldMk cId="1374563362" sldId="312"/>
            <ac:grpSpMk id="108548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2:51.069" v="132" actId="1076"/>
          <ac:grpSpMkLst>
            <pc:docMk/>
            <pc:sldMk cId="1374563362" sldId="312"/>
            <ac:grpSpMk id="108553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2:51.069" v="132" actId="1076"/>
          <ac:grpSpMkLst>
            <pc:docMk/>
            <pc:sldMk cId="1374563362" sldId="312"/>
            <ac:grpSpMk id="108559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2:51.069" v="132" actId="1076"/>
          <ac:grpSpMkLst>
            <pc:docMk/>
            <pc:sldMk cId="1374563362" sldId="312"/>
            <ac:grpSpMk id="108569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2:51.069" v="132" actId="1076"/>
          <ac:grpSpMkLst>
            <pc:docMk/>
            <pc:sldMk cId="1374563362" sldId="312"/>
            <ac:grpSpMk id="108574" creationId="{00000000-0000-0000-0000-000000000000}"/>
          </ac:grpSpMkLst>
        </pc:grpChg>
      </pc:sldChg>
      <pc:sldChg chg="addSp delSp modSp">
        <pc:chgData name="Jocellyn Luna" userId="74d04e64cf87037c" providerId="LiveId" clId="{87451890-63C9-44B0-BBAF-9390F7EF4C50}" dt="2020-04-01T21:03:21.891" v="139"/>
        <pc:sldMkLst>
          <pc:docMk/>
          <pc:sldMk cId="1833071510" sldId="313"/>
        </pc:sldMkLst>
        <pc:spChg chg="add mod">
          <ac:chgData name="Jocellyn Luna" userId="74d04e64cf87037c" providerId="LiveId" clId="{87451890-63C9-44B0-BBAF-9390F7EF4C50}" dt="2020-04-01T21:03:21.891" v="139"/>
          <ac:spMkLst>
            <pc:docMk/>
            <pc:sldMk cId="1833071510" sldId="313"/>
            <ac:spMk id="2" creationId="{921D3483-B917-474E-81B2-40E8A1C7197F}"/>
          </ac:spMkLst>
        </pc:spChg>
        <pc:spChg chg="del">
          <ac:chgData name="Jocellyn Luna" userId="74d04e64cf87037c" providerId="LiveId" clId="{87451890-63C9-44B0-BBAF-9390F7EF4C50}" dt="2020-04-01T21:03:19.473" v="138" actId="478"/>
          <ac:spMkLst>
            <pc:docMk/>
            <pc:sldMk cId="1833071510" sldId="313"/>
            <ac:spMk id="110594" creationId="{00000000-0000-0000-0000-000000000000}"/>
          </ac:spMkLst>
        </pc:spChg>
      </pc:sldChg>
      <pc:sldChg chg="addSp delSp modSp">
        <pc:chgData name="Jocellyn Luna" userId="74d04e64cf87037c" providerId="LiveId" clId="{87451890-63C9-44B0-BBAF-9390F7EF4C50}" dt="2020-04-01T21:03:40.516" v="143" actId="14100"/>
        <pc:sldMkLst>
          <pc:docMk/>
          <pc:sldMk cId="1251803220" sldId="314"/>
        </pc:sldMkLst>
        <pc:spChg chg="add mod">
          <ac:chgData name="Jocellyn Luna" userId="74d04e64cf87037c" providerId="LiveId" clId="{87451890-63C9-44B0-BBAF-9390F7EF4C50}" dt="2020-04-01T21:03:30.151" v="141"/>
          <ac:spMkLst>
            <pc:docMk/>
            <pc:sldMk cId="1251803220" sldId="314"/>
            <ac:spMk id="2" creationId="{98952787-1C31-4AAF-8412-F28A0CC32C08}"/>
          </ac:spMkLst>
        </pc:spChg>
        <pc:spChg chg="del">
          <ac:chgData name="Jocellyn Luna" userId="74d04e64cf87037c" providerId="LiveId" clId="{87451890-63C9-44B0-BBAF-9390F7EF4C50}" dt="2020-04-01T21:03:28.186" v="140" actId="478"/>
          <ac:spMkLst>
            <pc:docMk/>
            <pc:sldMk cId="1251803220" sldId="314"/>
            <ac:spMk id="77826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3:40.516" v="143" actId="14100"/>
          <ac:spMkLst>
            <pc:docMk/>
            <pc:sldMk cId="1251803220" sldId="314"/>
            <ac:spMk id="77827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3:37.688" v="142" actId="1076"/>
          <ac:spMkLst>
            <pc:docMk/>
            <pc:sldMk cId="1251803220" sldId="314"/>
            <ac:spMk id="77850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3:37.688" v="142" actId="1076"/>
          <ac:spMkLst>
            <pc:docMk/>
            <pc:sldMk cId="1251803220" sldId="314"/>
            <ac:spMk id="77885" creationId="{00000000-0000-0000-0000-000000000000}"/>
          </ac:spMkLst>
        </pc:s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28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29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33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38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42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46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51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54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59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63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67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71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76" creationId="{00000000-0000-0000-0000-000000000000}"/>
          </ac:grpSpMkLst>
        </pc:grpChg>
        <pc:grpChg chg="mod">
          <ac:chgData name="Jocellyn Luna" userId="74d04e64cf87037c" providerId="LiveId" clId="{87451890-63C9-44B0-BBAF-9390F7EF4C50}" dt="2020-04-01T21:03:37.688" v="142" actId="1076"/>
          <ac:grpSpMkLst>
            <pc:docMk/>
            <pc:sldMk cId="1251803220" sldId="314"/>
            <ac:grpSpMk id="77880" creationId="{00000000-0000-0000-0000-000000000000}"/>
          </ac:grpSpMkLst>
        </pc:grpChg>
      </pc:sldChg>
      <pc:sldChg chg="addSp delSp modSp mod">
        <pc:chgData name="Jocellyn Luna" userId="74d04e64cf87037c" providerId="LiveId" clId="{87451890-63C9-44B0-BBAF-9390F7EF4C50}" dt="2020-04-01T21:05:46.982" v="161"/>
        <pc:sldMkLst>
          <pc:docMk/>
          <pc:sldMk cId="221818055" sldId="315"/>
        </pc:sldMkLst>
        <pc:spChg chg="add mod">
          <ac:chgData name="Jocellyn Luna" userId="74d04e64cf87037c" providerId="LiveId" clId="{87451890-63C9-44B0-BBAF-9390F7EF4C50}" dt="2020-04-01T21:05:46.982" v="161"/>
          <ac:spMkLst>
            <pc:docMk/>
            <pc:sldMk cId="221818055" sldId="315"/>
            <ac:spMk id="2" creationId="{3321D4E9-4ED1-4CEE-97F1-7FF673C99C8E}"/>
          </ac:spMkLst>
        </pc:spChg>
        <pc:spChg chg="del">
          <ac:chgData name="Jocellyn Luna" userId="74d04e64cf87037c" providerId="LiveId" clId="{87451890-63C9-44B0-BBAF-9390F7EF4C50}" dt="2020-04-01T21:05:44.904" v="160" actId="478"/>
          <ac:spMkLst>
            <pc:docMk/>
            <pc:sldMk cId="221818055" sldId="315"/>
            <ac:spMk id="11161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4:26.690" v="153" actId="1076"/>
          <ac:spMkLst>
            <pc:docMk/>
            <pc:sldMk cId="221818055" sldId="315"/>
            <ac:spMk id="111619" creationId="{00000000-0000-0000-0000-000000000000}"/>
          </ac:spMkLst>
        </pc:spChg>
        <pc:picChg chg="mod">
          <ac:chgData name="Jocellyn Luna" userId="74d04e64cf87037c" providerId="LiveId" clId="{87451890-63C9-44B0-BBAF-9390F7EF4C50}" dt="2020-04-01T21:04:22.300" v="152" actId="1076"/>
          <ac:picMkLst>
            <pc:docMk/>
            <pc:sldMk cId="221818055" sldId="315"/>
            <ac:picMk id="111620" creationId="{00000000-0000-0000-0000-000000000000}"/>
          </ac:picMkLst>
        </pc:picChg>
      </pc:sldChg>
      <pc:sldChg chg="addSp delSp modSp">
        <pc:chgData name="Jocellyn Luna" userId="74d04e64cf87037c" providerId="LiveId" clId="{87451890-63C9-44B0-BBAF-9390F7EF4C50}" dt="2020-04-01T21:05:34.632" v="159"/>
        <pc:sldMkLst>
          <pc:docMk/>
          <pc:sldMk cId="642652966" sldId="316"/>
        </pc:sldMkLst>
        <pc:spChg chg="add mod">
          <ac:chgData name="Jocellyn Luna" userId="74d04e64cf87037c" providerId="LiveId" clId="{87451890-63C9-44B0-BBAF-9390F7EF4C50}" dt="2020-04-01T21:05:34.632" v="159"/>
          <ac:spMkLst>
            <pc:docMk/>
            <pc:sldMk cId="642652966" sldId="316"/>
            <ac:spMk id="2" creationId="{B019FAA0-4E51-41F5-8A17-269941E63B32}"/>
          </ac:spMkLst>
        </pc:spChg>
        <pc:spChg chg="del">
          <ac:chgData name="Jocellyn Luna" userId="74d04e64cf87037c" providerId="LiveId" clId="{87451890-63C9-44B0-BBAF-9390F7EF4C50}" dt="2020-04-01T21:05:32.289" v="158" actId="478"/>
          <ac:spMkLst>
            <pc:docMk/>
            <pc:sldMk cId="642652966" sldId="316"/>
            <ac:spMk id="112642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1T21:05:23.962" v="157"/>
        <pc:sldMkLst>
          <pc:docMk/>
          <pc:sldMk cId="457765980" sldId="317"/>
        </pc:sldMkLst>
        <pc:spChg chg="add mod">
          <ac:chgData name="Jocellyn Luna" userId="74d04e64cf87037c" providerId="LiveId" clId="{87451890-63C9-44B0-BBAF-9390F7EF4C50}" dt="2020-04-01T21:05:23.962" v="157"/>
          <ac:spMkLst>
            <pc:docMk/>
            <pc:sldMk cId="457765980" sldId="317"/>
            <ac:spMk id="2" creationId="{F0DA6EB7-BD1F-45FB-B7AC-39DEE7908C79}"/>
          </ac:spMkLst>
        </pc:spChg>
        <pc:spChg chg="del">
          <ac:chgData name="Jocellyn Luna" userId="74d04e64cf87037c" providerId="LiveId" clId="{87451890-63C9-44B0-BBAF-9390F7EF4C50}" dt="2020-04-01T21:05:21.644" v="156" actId="478"/>
          <ac:spMkLst>
            <pc:docMk/>
            <pc:sldMk cId="457765980" sldId="317"/>
            <ac:spMk id="44034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5:15.278" v="155" actId="12"/>
          <ac:spMkLst>
            <pc:docMk/>
            <pc:sldMk cId="457765980" sldId="317"/>
            <ac:spMk id="44035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1T21:07:03.201" v="181" actId="404"/>
        <pc:sldMkLst>
          <pc:docMk/>
          <pc:sldMk cId="1970029731" sldId="319"/>
        </pc:sldMkLst>
        <pc:spChg chg="add mod">
          <ac:chgData name="Jocellyn Luna" userId="74d04e64cf87037c" providerId="LiveId" clId="{87451890-63C9-44B0-BBAF-9390F7EF4C50}" dt="2020-04-01T21:06:26.474" v="163"/>
          <ac:spMkLst>
            <pc:docMk/>
            <pc:sldMk cId="1970029731" sldId="319"/>
            <ac:spMk id="2" creationId="{37CDDFD8-451F-4777-90D9-63CE11015ADC}"/>
          </ac:spMkLst>
        </pc:spChg>
        <pc:spChg chg="del">
          <ac:chgData name="Jocellyn Luna" userId="74d04e64cf87037c" providerId="LiveId" clId="{87451890-63C9-44B0-BBAF-9390F7EF4C50}" dt="2020-04-01T21:06:21.210" v="162" actId="478"/>
          <ac:spMkLst>
            <pc:docMk/>
            <pc:sldMk cId="1970029731" sldId="319"/>
            <ac:spMk id="63490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1:07:03.201" v="181" actId="404"/>
          <ac:spMkLst>
            <pc:docMk/>
            <pc:sldMk cId="1970029731" sldId="319"/>
            <ac:spMk id="63491" creationId="{00000000-0000-0000-0000-000000000000}"/>
          </ac:spMkLst>
        </pc:spChg>
      </pc:sldChg>
      <pc:sldChg chg="addSp delSp modSp">
        <pc:chgData name="Jocellyn Luna" userId="74d04e64cf87037c" providerId="LiveId" clId="{87451890-63C9-44B0-BBAF-9390F7EF4C50}" dt="2020-04-01T21:07:19.583" v="183"/>
        <pc:sldMkLst>
          <pc:docMk/>
          <pc:sldMk cId="4291728190" sldId="320"/>
        </pc:sldMkLst>
        <pc:spChg chg="add mod">
          <ac:chgData name="Jocellyn Luna" userId="74d04e64cf87037c" providerId="LiveId" clId="{87451890-63C9-44B0-BBAF-9390F7EF4C50}" dt="2020-04-01T21:07:19.583" v="183"/>
          <ac:spMkLst>
            <pc:docMk/>
            <pc:sldMk cId="4291728190" sldId="320"/>
            <ac:spMk id="2" creationId="{362FA65E-C6E5-4E25-A5B2-E4F2D8F22E07}"/>
          </ac:spMkLst>
        </pc:spChg>
        <pc:spChg chg="del">
          <ac:chgData name="Jocellyn Luna" userId="74d04e64cf87037c" providerId="LiveId" clId="{87451890-63C9-44B0-BBAF-9390F7EF4C50}" dt="2020-04-01T21:07:17.178" v="182" actId="478"/>
          <ac:spMkLst>
            <pc:docMk/>
            <pc:sldMk cId="4291728190" sldId="320"/>
            <ac:spMk id="87042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2T03:40:14.489" v="275" actId="12"/>
        <pc:sldMkLst>
          <pc:docMk/>
          <pc:sldMk cId="2940694578" sldId="345"/>
        </pc:sldMkLst>
        <pc:spChg chg="add mod">
          <ac:chgData name="Jocellyn Luna" userId="74d04e64cf87037c" providerId="LiveId" clId="{87451890-63C9-44B0-BBAF-9390F7EF4C50}" dt="2020-04-01T20:59:22.592" v="102"/>
          <ac:spMkLst>
            <pc:docMk/>
            <pc:sldMk cId="2940694578" sldId="345"/>
            <ac:spMk id="2" creationId="{E609EC5D-A382-4794-B63D-79D9CE073E2E}"/>
          </ac:spMkLst>
        </pc:spChg>
        <pc:spChg chg="del">
          <ac:chgData name="Jocellyn Luna" userId="74d04e64cf87037c" providerId="LiveId" clId="{87451890-63C9-44B0-BBAF-9390F7EF4C50}" dt="2020-04-01T20:59:20.450" v="101" actId="478"/>
          <ac:spMkLst>
            <pc:docMk/>
            <pc:sldMk cId="2940694578" sldId="345"/>
            <ac:spMk id="68610" creationId="{00000000-0000-0000-0000-000000000000}"/>
          </ac:spMkLst>
        </pc:spChg>
        <pc:spChg chg="mod">
          <ac:chgData name="Jocellyn Luna" userId="74d04e64cf87037c" providerId="LiveId" clId="{87451890-63C9-44B0-BBAF-9390F7EF4C50}" dt="2020-04-02T03:40:14.489" v="275" actId="12"/>
          <ac:spMkLst>
            <pc:docMk/>
            <pc:sldMk cId="2940694578" sldId="345"/>
            <ac:spMk id="68611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1T20:58:47.179" v="97"/>
        <pc:sldMkLst>
          <pc:docMk/>
          <pc:sldMk cId="2209133037" sldId="346"/>
        </pc:sldMkLst>
        <pc:spChg chg="add mod">
          <ac:chgData name="Jocellyn Luna" userId="74d04e64cf87037c" providerId="LiveId" clId="{87451890-63C9-44B0-BBAF-9390F7EF4C50}" dt="2020-04-01T20:58:47.179" v="97"/>
          <ac:spMkLst>
            <pc:docMk/>
            <pc:sldMk cId="2209133037" sldId="346"/>
            <ac:spMk id="2" creationId="{04AFF289-975D-4E15-8E94-EABF205DA667}"/>
          </ac:spMkLst>
        </pc:spChg>
        <pc:spChg chg="add del mod">
          <ac:chgData name="Jocellyn Luna" userId="74d04e64cf87037c" providerId="LiveId" clId="{87451890-63C9-44B0-BBAF-9390F7EF4C50}" dt="2020-04-01T20:58:45.046" v="96" actId="478"/>
          <ac:spMkLst>
            <pc:docMk/>
            <pc:sldMk cId="2209133037" sldId="346"/>
            <ac:spMk id="39938" creationId="{00000000-0000-0000-0000-000000000000}"/>
          </ac:spMkLst>
        </pc:spChg>
        <pc:spChg chg="mod">
          <ac:chgData name="Jocellyn Luna" userId="74d04e64cf87037c" providerId="LiveId" clId="{87451890-63C9-44B0-BBAF-9390F7EF4C50}" dt="2020-04-01T20:58:35.630" v="91" actId="12"/>
          <ac:spMkLst>
            <pc:docMk/>
            <pc:sldMk cId="2209133037" sldId="346"/>
            <ac:spMk id="39939" creationId="{00000000-0000-0000-0000-000000000000}"/>
          </ac:spMkLst>
        </pc:spChg>
      </pc:sldChg>
      <pc:sldChg chg="addSp delSp modSp mod">
        <pc:chgData name="Jocellyn Luna" userId="74d04e64cf87037c" providerId="LiveId" clId="{87451890-63C9-44B0-BBAF-9390F7EF4C50}" dt="2020-04-01T20:59:03.986" v="100"/>
        <pc:sldMkLst>
          <pc:docMk/>
          <pc:sldMk cId="2514879678" sldId="347"/>
        </pc:sldMkLst>
        <pc:spChg chg="add del mod">
          <ac:chgData name="Jocellyn Luna" userId="74d04e64cf87037c" providerId="LiveId" clId="{87451890-63C9-44B0-BBAF-9390F7EF4C50}" dt="2020-04-01T20:59:03.453" v="99" actId="478"/>
          <ac:spMkLst>
            <pc:docMk/>
            <pc:sldMk cId="2514879678" sldId="347"/>
            <ac:spMk id="2" creationId="{CEBFAA21-0EF7-47D1-A908-F08C047145F1}"/>
          </ac:spMkLst>
        </pc:spChg>
        <pc:spChg chg="add">
          <ac:chgData name="Jocellyn Luna" userId="74d04e64cf87037c" providerId="LiveId" clId="{87451890-63C9-44B0-BBAF-9390F7EF4C50}" dt="2020-04-01T20:59:03.986" v="100"/>
          <ac:spMkLst>
            <pc:docMk/>
            <pc:sldMk cId="2514879678" sldId="347"/>
            <ac:spMk id="6" creationId="{6935512A-E034-4439-933C-078E6A81030A}"/>
          </ac:spMkLst>
        </pc:spChg>
        <pc:spChg chg="del">
          <ac:chgData name="Jocellyn Luna" userId="74d04e64cf87037c" providerId="LiveId" clId="{87451890-63C9-44B0-BBAF-9390F7EF4C50}" dt="2020-04-01T20:59:01.298" v="98" actId="478"/>
          <ac:spMkLst>
            <pc:docMk/>
            <pc:sldMk cId="2514879678" sldId="347"/>
            <ac:spMk id="93186" creationId="{00000000-0000-0000-0000-000000000000}"/>
          </ac:spMkLst>
        </pc:spChg>
      </pc:sldChg>
      <pc:sldChg chg="modSp add mod ord">
        <pc:chgData name="Jocellyn Luna" userId="74d04e64cf87037c" providerId="LiveId" clId="{87451890-63C9-44B0-BBAF-9390F7EF4C50}" dt="2020-04-01T20:53:37.433" v="25" actId="27636"/>
        <pc:sldMkLst>
          <pc:docMk/>
          <pc:sldMk cId="2617267735" sldId="350"/>
        </pc:sldMkLst>
        <pc:spChg chg="mod">
          <ac:chgData name="Jocellyn Luna" userId="74d04e64cf87037c" providerId="LiveId" clId="{87451890-63C9-44B0-BBAF-9390F7EF4C50}" dt="2020-04-01T20:53:37.433" v="25" actId="27636"/>
          <ac:spMkLst>
            <pc:docMk/>
            <pc:sldMk cId="2617267735" sldId="350"/>
            <ac:spMk id="2" creationId="{B1BD7F75-6EE7-4755-A574-B50EE1CC9543}"/>
          </ac:spMkLst>
        </pc:spChg>
      </pc:sldChg>
      <pc:sldChg chg="modSp add mod">
        <pc:chgData name="Jocellyn Luna" userId="74d04e64cf87037c" providerId="LiveId" clId="{87451890-63C9-44B0-BBAF-9390F7EF4C50}" dt="2020-04-01T20:54:43.694" v="50" actId="20577"/>
        <pc:sldMkLst>
          <pc:docMk/>
          <pc:sldMk cId="2413753139" sldId="351"/>
        </pc:sldMkLst>
        <pc:spChg chg="mod">
          <ac:chgData name="Jocellyn Luna" userId="74d04e64cf87037c" providerId="LiveId" clId="{87451890-63C9-44B0-BBAF-9390F7EF4C50}" dt="2020-04-01T20:54:43.694" v="50" actId="20577"/>
          <ac:spMkLst>
            <pc:docMk/>
            <pc:sldMk cId="2413753139" sldId="351"/>
            <ac:spMk id="2" creationId="{43D02A1A-5FC6-48EC-B961-728D70B49F01}"/>
          </ac:spMkLst>
        </pc:spChg>
      </pc:sldChg>
      <pc:sldChg chg="modSp add mod">
        <pc:chgData name="Jocellyn Luna" userId="74d04e64cf87037c" providerId="LiveId" clId="{87451890-63C9-44B0-BBAF-9390F7EF4C50}" dt="2020-04-01T20:55:11.218" v="56" actId="20577"/>
        <pc:sldMkLst>
          <pc:docMk/>
          <pc:sldMk cId="1155642308" sldId="352"/>
        </pc:sldMkLst>
        <pc:spChg chg="mod">
          <ac:chgData name="Jocellyn Luna" userId="74d04e64cf87037c" providerId="LiveId" clId="{87451890-63C9-44B0-BBAF-9390F7EF4C50}" dt="2020-04-01T20:55:11.218" v="56" actId="20577"/>
          <ac:spMkLst>
            <pc:docMk/>
            <pc:sldMk cId="1155642308" sldId="352"/>
            <ac:spMk id="2" creationId="{DE22C000-63B3-40C2-A583-4428C92007B6}"/>
          </ac:spMkLst>
        </pc:spChg>
      </pc:sldChg>
      <pc:sldChg chg="modSp add mod">
        <pc:chgData name="Jocellyn Luna" userId="74d04e64cf87037c" providerId="LiveId" clId="{87451890-63C9-44B0-BBAF-9390F7EF4C50}" dt="2020-04-01T20:55:33.184" v="62" actId="27636"/>
        <pc:sldMkLst>
          <pc:docMk/>
          <pc:sldMk cId="4223484532" sldId="353"/>
        </pc:sldMkLst>
        <pc:spChg chg="mod">
          <ac:chgData name="Jocellyn Luna" userId="74d04e64cf87037c" providerId="LiveId" clId="{87451890-63C9-44B0-BBAF-9390F7EF4C50}" dt="2020-04-01T20:55:33.184" v="62" actId="27636"/>
          <ac:spMkLst>
            <pc:docMk/>
            <pc:sldMk cId="4223484532" sldId="353"/>
            <ac:spMk id="2" creationId="{A403001C-9EC2-43F7-AE4C-C7B4B848492A}"/>
          </ac:spMkLst>
        </pc:spChg>
      </pc:sldChg>
      <pc:sldChg chg="addSp delSp modSp add mod">
        <pc:chgData name="Jocellyn Luna" userId="74d04e64cf87037c" providerId="LiveId" clId="{87451890-63C9-44B0-BBAF-9390F7EF4C50}" dt="2020-04-01T21:08:19.044" v="213" actId="1076"/>
        <pc:sldMkLst>
          <pc:docMk/>
          <pc:sldMk cId="2645700112" sldId="354"/>
        </pc:sldMkLst>
        <pc:spChg chg="add del mod">
          <ac:chgData name="Jocellyn Luna" userId="74d04e64cf87037c" providerId="LiveId" clId="{87451890-63C9-44B0-BBAF-9390F7EF4C50}" dt="2020-04-01T21:08:14.642" v="212" actId="478"/>
          <ac:spMkLst>
            <pc:docMk/>
            <pc:sldMk cId="2645700112" sldId="354"/>
            <ac:spMk id="2" creationId="{86F5CA71-C4FE-4480-95BF-9231B84EC861}"/>
          </ac:spMkLst>
        </pc:spChg>
        <pc:spChg chg="add mod">
          <ac:chgData name="Jocellyn Luna" userId="74d04e64cf87037c" providerId="LiveId" clId="{87451890-63C9-44B0-BBAF-9390F7EF4C50}" dt="2020-04-01T21:08:19.044" v="213" actId="1076"/>
          <ac:spMkLst>
            <pc:docMk/>
            <pc:sldMk cId="2645700112" sldId="354"/>
            <ac:spMk id="5" creationId="{00DF6846-FC9C-49DD-966E-622759CA26FE}"/>
          </ac:spMkLst>
        </pc:spChg>
        <pc:spChg chg="del">
          <ac:chgData name="Jocellyn Luna" userId="74d04e64cf87037c" providerId="LiveId" clId="{87451890-63C9-44B0-BBAF-9390F7EF4C50}" dt="2020-04-01T21:08:12.314" v="210" actId="478"/>
          <ac:spMkLst>
            <pc:docMk/>
            <pc:sldMk cId="2645700112" sldId="354"/>
            <ac:spMk id="97282" creationId="{00000000-0000-0000-0000-000000000000}"/>
          </ac:spMkLst>
        </pc:spChg>
      </pc:sldChg>
      <pc:sldChg chg="addSp delSp modSp add mod">
        <pc:chgData name="Jocellyn Luna" userId="74d04e64cf87037c" providerId="LiveId" clId="{87451890-63C9-44B0-BBAF-9390F7EF4C50}" dt="2020-04-02T03:27:14.821" v="238" actId="403"/>
        <pc:sldMkLst>
          <pc:docMk/>
          <pc:sldMk cId="2374629121" sldId="355"/>
        </pc:sldMkLst>
        <pc:spChg chg="mod">
          <ac:chgData name="Jocellyn Luna" userId="74d04e64cf87037c" providerId="LiveId" clId="{87451890-63C9-44B0-BBAF-9390F7EF4C50}" dt="2020-04-02T03:26:34.593" v="229" actId="20577"/>
          <ac:spMkLst>
            <pc:docMk/>
            <pc:sldMk cId="2374629121" sldId="355"/>
            <ac:spMk id="2" creationId="{A7785D0F-CC36-4F27-A1C5-C07EAE17E320}"/>
          </ac:spMkLst>
        </pc:spChg>
        <pc:spChg chg="del">
          <ac:chgData name="Jocellyn Luna" userId="74d04e64cf87037c" providerId="LiveId" clId="{87451890-63C9-44B0-BBAF-9390F7EF4C50}" dt="2020-04-02T03:26:53.494" v="231" actId="478"/>
          <ac:spMkLst>
            <pc:docMk/>
            <pc:sldMk cId="2374629121" sldId="355"/>
            <ac:spMk id="3" creationId="{5FA16727-E8CD-47D2-A8EB-15B8A9006195}"/>
          </ac:spMkLst>
        </pc:spChg>
        <pc:spChg chg="add mod">
          <ac:chgData name="Jocellyn Luna" userId="74d04e64cf87037c" providerId="LiveId" clId="{87451890-63C9-44B0-BBAF-9390F7EF4C50}" dt="2020-04-02T03:27:06.097" v="235" actId="14100"/>
          <ac:spMkLst>
            <pc:docMk/>
            <pc:sldMk cId="2374629121" sldId="355"/>
            <ac:spMk id="6" creationId="{F3A85CE6-4A5F-48EF-A6FA-C78BA94CFF13}"/>
          </ac:spMkLst>
        </pc:spChg>
        <pc:spChg chg="add mod">
          <ac:chgData name="Jocellyn Luna" userId="74d04e64cf87037c" providerId="LiveId" clId="{87451890-63C9-44B0-BBAF-9390F7EF4C50}" dt="2020-04-02T03:27:14.821" v="238" actId="403"/>
          <ac:spMkLst>
            <pc:docMk/>
            <pc:sldMk cId="2374629121" sldId="355"/>
            <ac:spMk id="7" creationId="{067B9965-F372-43CB-8C2F-9948079259EB}"/>
          </ac:spMkLst>
        </pc:spChg>
        <pc:picChg chg="add">
          <ac:chgData name="Jocellyn Luna" userId="74d04e64cf87037c" providerId="LiveId" clId="{87451890-63C9-44B0-BBAF-9390F7EF4C50}" dt="2020-04-02T03:26:47.917" v="230"/>
          <ac:picMkLst>
            <pc:docMk/>
            <pc:sldMk cId="2374629121" sldId="355"/>
            <ac:picMk id="4" creationId="{A9B32B5D-54E8-4E28-8E32-36A2F6E06273}"/>
          </ac:picMkLst>
        </pc:picChg>
        <pc:picChg chg="add mod">
          <ac:chgData name="Jocellyn Luna" userId="74d04e64cf87037c" providerId="LiveId" clId="{87451890-63C9-44B0-BBAF-9390F7EF4C50}" dt="2020-04-02T03:27:08.954" v="236" actId="1076"/>
          <ac:picMkLst>
            <pc:docMk/>
            <pc:sldMk cId="2374629121" sldId="355"/>
            <ac:picMk id="5" creationId="{24BC1A78-064A-4DB1-BC9A-511691F01A81}"/>
          </ac:picMkLst>
        </pc:picChg>
      </pc:sldChg>
      <pc:sldMasterChg chg="addSp delSp modSp mod">
        <pc:chgData name="Jocellyn Luna" userId="74d04e64cf87037c" providerId="LiveId" clId="{87451890-63C9-44B0-BBAF-9390F7EF4C50}" dt="2020-04-01T20:52:02.075" v="6" actId="478"/>
        <pc:sldMasterMkLst>
          <pc:docMk/>
          <pc:sldMasterMk cId="3046679269" sldId="2147483696"/>
        </pc:sldMasterMkLst>
        <pc:spChg chg="add del">
          <ac:chgData name="Jocellyn Luna" userId="74d04e64cf87037c" providerId="LiveId" clId="{87451890-63C9-44B0-BBAF-9390F7EF4C50}" dt="2020-04-01T20:51:56" v="3" actId="478"/>
          <ac:spMkLst>
            <pc:docMk/>
            <pc:sldMasterMk cId="3046679269" sldId="2147483696"/>
            <ac:spMk id="13" creationId="{C969B5CC-3368-45FB-8A35-AE1F992E20CF}"/>
          </ac:spMkLst>
        </pc:spChg>
        <pc:spChg chg="add del mod">
          <ac:chgData name="Jocellyn Luna" userId="74d04e64cf87037c" providerId="LiveId" clId="{87451890-63C9-44B0-BBAF-9390F7EF4C50}" dt="2020-04-01T20:52:02.075" v="6" actId="478"/>
          <ac:spMkLst>
            <pc:docMk/>
            <pc:sldMasterMk cId="3046679269" sldId="2147483696"/>
            <ac:spMk id="18" creationId="{45F40F48-DDC8-4E1C-9B82-99ADDA3F9C21}"/>
          </ac:spMkLst>
        </pc:spChg>
        <pc:picChg chg="add del">
          <ac:chgData name="Jocellyn Luna" userId="74d04e64cf87037c" providerId="LiveId" clId="{87451890-63C9-44B0-BBAF-9390F7EF4C50}" dt="2020-04-01T20:51:57.989" v="4" actId="478"/>
          <ac:picMkLst>
            <pc:docMk/>
            <pc:sldMasterMk cId="3046679269" sldId="2147483696"/>
            <ac:picMk id="16" creationId="{ABD42F78-39B0-4FD2-ADB9-4926E54DD31E}"/>
          </ac:picMkLst>
        </pc:picChg>
        <pc:cxnChg chg="add">
          <ac:chgData name="Jocellyn Luna" userId="74d04e64cf87037c" providerId="LiveId" clId="{87451890-63C9-44B0-BBAF-9390F7EF4C50}" dt="2020-04-01T20:51:41.543" v="0"/>
          <ac:cxnSpMkLst>
            <pc:docMk/>
            <pc:sldMasterMk cId="3046679269" sldId="2147483696"/>
            <ac:cxnSpMk id="19" creationId="{0925CDEA-EB30-400B-A776-E597D7F143C9}"/>
          </ac:cxnSpMkLst>
        </pc:cxn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F06BA-3B9B-FF4E-9E38-435A23D19876}" type="datetimeFigureOut">
              <a:rPr lang="es-ES_tradnl" smtClean="0"/>
              <a:t>02/06/2020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FC13D-55E8-5E4C-83EE-DD2212FE7A09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28067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68554-4F8C-124A-B22C-4AC0B67E9F4F}" type="datetimeFigureOut">
              <a:rPr lang="es-ES_tradnl" smtClean="0"/>
              <a:t>02/06/2020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CBA2D-ABA8-C347-A1A3-12FCDB36B40F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3208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7CBA2D-ABA8-C347-A1A3-12FCDB36B40F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52781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140ABC89-FD9A-411E-884A-68B0FA85D313}"/>
              </a:ext>
            </a:extLst>
          </p:cNvPr>
          <p:cNvSpPr/>
          <p:nvPr/>
        </p:nvSpPr>
        <p:spPr>
          <a:xfrm>
            <a:off x="0" y="757646"/>
            <a:ext cx="9144000" cy="348778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8650" y="1122363"/>
            <a:ext cx="7886700" cy="1658565"/>
          </a:xfr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924944"/>
            <a:ext cx="6858000" cy="1189856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260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9D12899-E76F-4E22-AC72-36A08F1D963C}"/>
              </a:ext>
            </a:extLst>
          </p:cNvPr>
          <p:cNvSpPr/>
          <p:nvPr/>
        </p:nvSpPr>
        <p:spPr>
          <a:xfrm>
            <a:off x="0" y="137002"/>
            <a:ext cx="9144000" cy="132603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97914"/>
          </a:xfrm>
        </p:spPr>
        <p:txBody>
          <a:bodyPr>
            <a:noAutofit/>
          </a:bodyPr>
          <a:lstStyle>
            <a:lvl1pPr>
              <a:defRPr lang="es-ES" sz="3600" b="1" kern="120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87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AF4175B-B676-4922-803A-ACD02FD772B9}"/>
              </a:ext>
            </a:extLst>
          </p:cNvPr>
          <p:cNvSpPr/>
          <p:nvPr/>
        </p:nvSpPr>
        <p:spPr>
          <a:xfrm>
            <a:off x="0" y="2363387"/>
            <a:ext cx="9144000" cy="182454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2363387"/>
            <a:ext cx="7886700" cy="1816916"/>
          </a:xfrm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92537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577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543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977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646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729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39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1273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4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E0897-17FA-41B4-BC81-B4554BF25576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2974312" y="6224433"/>
            <a:ext cx="3195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Estructuras</a:t>
            </a:r>
            <a:r>
              <a:rPr lang="en-GB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GB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Datos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GB" sz="1200" dirty="0"/>
              <a:t>  ESPOL 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  2020-1T</a:t>
            </a:r>
          </a:p>
        </p:txBody>
      </p:sp>
      <p:sp>
        <p:nvSpPr>
          <p:cNvPr id="9" name="TextBox 10"/>
          <p:cNvSpPr txBox="1"/>
          <p:nvPr/>
        </p:nvSpPr>
        <p:spPr>
          <a:xfrm>
            <a:off x="6588224" y="6381328"/>
            <a:ext cx="194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 </a:t>
            </a:r>
            <a:fld id="{769EC3EB-CECF-491F-992B-5266FBB70E4B}" type="slidenum">
              <a:rPr lang="en-GB" sz="1200" smtClean="0"/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1200" dirty="0"/>
          </a:p>
        </p:txBody>
      </p:sp>
      <p:cxnSp>
        <p:nvCxnSpPr>
          <p:cNvPr id="10" name="Straight Connector 12"/>
          <p:cNvCxnSpPr/>
          <p:nvPr/>
        </p:nvCxnSpPr>
        <p:spPr>
          <a:xfrm>
            <a:off x="251520" y="6224433"/>
            <a:ext cx="864096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2" name="Picture 2" descr="Identidad FIEC | FIEC">
            <a:extLst>
              <a:ext uri="{FF2B5EF4-FFF2-40B4-BE49-F238E27FC236}">
                <a16:creationId xmlns:a16="http://schemas.microsoft.com/office/drawing/2014/main" id="{B6FE895D-7B04-4074-AFD6-207B76C8A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126" b="26471"/>
          <a:stretch/>
        </p:blipFill>
        <p:spPr bwMode="auto">
          <a:xfrm>
            <a:off x="158515" y="6306085"/>
            <a:ext cx="3076575" cy="47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B3425D30-E4E3-4EBE-8DD0-A8311DF4D896}"/>
              </a:ext>
            </a:extLst>
          </p:cNvPr>
          <p:cNvSpPr txBox="1"/>
          <p:nvPr/>
        </p:nvSpPr>
        <p:spPr>
          <a:xfrm>
            <a:off x="6588224" y="6381328"/>
            <a:ext cx="194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</p:txBody>
      </p:sp>
      <p:cxnSp>
        <p:nvCxnSpPr>
          <p:cNvPr id="15" name="Straight Connector 12">
            <a:extLst>
              <a:ext uri="{FF2B5EF4-FFF2-40B4-BE49-F238E27FC236}">
                <a16:creationId xmlns:a16="http://schemas.microsoft.com/office/drawing/2014/main" id="{A8F495F7-7E72-4C64-8D9E-56F8D949B483}"/>
              </a:ext>
            </a:extLst>
          </p:cNvPr>
          <p:cNvCxnSpPr/>
          <p:nvPr/>
        </p:nvCxnSpPr>
        <p:spPr>
          <a:xfrm>
            <a:off x="251520" y="6224433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2">
            <a:extLst>
              <a:ext uri="{FF2B5EF4-FFF2-40B4-BE49-F238E27FC236}">
                <a16:creationId xmlns:a16="http://schemas.microsoft.com/office/drawing/2014/main" id="{8115E778-0F96-4A58-A0CD-7EE6C85F5367}"/>
              </a:ext>
            </a:extLst>
          </p:cNvPr>
          <p:cNvCxnSpPr/>
          <p:nvPr/>
        </p:nvCxnSpPr>
        <p:spPr>
          <a:xfrm>
            <a:off x="251520" y="6224433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2">
            <a:extLst>
              <a:ext uri="{FF2B5EF4-FFF2-40B4-BE49-F238E27FC236}">
                <a16:creationId xmlns:a16="http://schemas.microsoft.com/office/drawing/2014/main" id="{0925CDEA-EB30-400B-A776-E597D7F143C9}"/>
              </a:ext>
            </a:extLst>
          </p:cNvPr>
          <p:cNvCxnSpPr/>
          <p:nvPr userDrawn="1"/>
        </p:nvCxnSpPr>
        <p:spPr>
          <a:xfrm>
            <a:off x="251520" y="6224433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679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dirty="0"/>
              <a:t>Eficiencia y exactitud de los algoritmos 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Estructuras de Datos</a:t>
            </a:r>
          </a:p>
          <a:p>
            <a:r>
              <a:rPr lang="es-ES_tradnl" dirty="0"/>
              <a:t>CCPG1034</a:t>
            </a:r>
          </a:p>
          <a:p>
            <a:r>
              <a:rPr lang="es-ES_tradnl" dirty="0"/>
              <a:t>Sesión 02</a:t>
            </a:r>
          </a:p>
        </p:txBody>
      </p:sp>
    </p:spTree>
    <p:extLst>
      <p:ext uri="{BB962C8B-B14F-4D97-AF65-F5344CB8AC3E}">
        <p14:creationId xmlns:p14="http://schemas.microsoft.com/office/powerpoint/2010/main" val="844257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Agenda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Eficiencia y exactitud de los algoritmos</a:t>
            </a:r>
          </a:p>
        </p:txBody>
      </p:sp>
    </p:spTree>
    <p:extLst>
      <p:ext uri="{BB962C8B-B14F-4D97-AF65-F5344CB8AC3E}">
        <p14:creationId xmlns:p14="http://schemas.microsoft.com/office/powerpoint/2010/main" val="3632133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76200"/>
            <a:ext cx="7886700" cy="1325563"/>
          </a:xfrm>
        </p:spPr>
        <p:txBody>
          <a:bodyPr/>
          <a:lstStyle/>
          <a:p>
            <a:r>
              <a:rPr lang="es-ES_tradnl" dirty="0"/>
              <a:t>Midiendo la eficiencia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371600"/>
            <a:ext cx="7886700" cy="5181600"/>
          </a:xfrm>
        </p:spPr>
        <p:txBody>
          <a:bodyPr>
            <a:normAutofit fontScale="92500" lnSpcReduction="10000"/>
          </a:bodyPr>
          <a:lstStyle/>
          <a:p>
            <a:r>
              <a:rPr lang="es-ES_tradnl" sz="2800" dirty="0"/>
              <a:t>Como la calcular la eficiencia de un algoritmo?</a:t>
            </a:r>
          </a:p>
          <a:p>
            <a:pPr lvl="1"/>
            <a:r>
              <a:rPr lang="es-ES_tradnl" sz="2400" dirty="0"/>
              <a:t>Ya que las operaciones elementales tienen costo unitario</a:t>
            </a:r>
          </a:p>
          <a:p>
            <a:pPr lvl="1"/>
            <a:r>
              <a:rPr lang="es-ES_tradnl" sz="2400" dirty="0"/>
              <a:t>Podríamos solo tomar en cuenta cuantas veces se realizan las mismas</a:t>
            </a:r>
          </a:p>
          <a:p>
            <a:r>
              <a:rPr lang="es-ES_tradnl" sz="2800" dirty="0"/>
              <a:t>Pero en que unidad resultaría esta medida?</a:t>
            </a:r>
          </a:p>
          <a:p>
            <a:pPr lvl="1"/>
            <a:r>
              <a:rPr lang="es-ES_tradnl" sz="2400" dirty="0"/>
              <a:t>Podría ser en segundos</a:t>
            </a:r>
          </a:p>
          <a:p>
            <a:pPr lvl="2"/>
            <a:r>
              <a:rPr lang="es-ES" dirty="0"/>
              <a:t>Pero dependería mucho del computador usado</a:t>
            </a:r>
          </a:p>
          <a:p>
            <a:r>
              <a:rPr lang="es-ES_tradnl" dirty="0"/>
              <a:t>T(n)</a:t>
            </a:r>
          </a:p>
          <a:p>
            <a:pPr lvl="1"/>
            <a:r>
              <a:rPr lang="es-ES_tradnl" dirty="0"/>
              <a:t>Nos indica el tiempo de ejecución</a:t>
            </a:r>
          </a:p>
          <a:p>
            <a:pPr lvl="1"/>
            <a:endParaRPr lang="es-ES_tradnl" dirty="0"/>
          </a:p>
          <a:p>
            <a:r>
              <a:rPr lang="es-ES_tradnl" dirty="0"/>
              <a:t>Un algoritmo A es “mejor” que otro B si</a:t>
            </a:r>
          </a:p>
          <a:p>
            <a:pPr lvl="1"/>
            <a:r>
              <a:rPr lang="es-ES_tradnl" dirty="0"/>
              <a:t>Al aumentar el tamaño del datos aumenta su tiempo de ejecución en un grado menor al de B</a:t>
            </a:r>
          </a:p>
          <a:p>
            <a:pPr lvl="1"/>
            <a:endParaRPr lang="es-ES_tradnl" dirty="0"/>
          </a:p>
          <a:p>
            <a:r>
              <a:rPr lang="es-ES_tradnl" dirty="0"/>
              <a:t>Lo que nos interesa es la velocidad del crecimiento de T(n)</a:t>
            </a:r>
          </a:p>
          <a:p>
            <a:pPr lvl="1"/>
            <a:r>
              <a:rPr lang="es-ES_tradnl" dirty="0"/>
              <a:t>Y se conoce como Notación Asintótica O(f(n))</a:t>
            </a:r>
          </a:p>
          <a:p>
            <a:pPr lvl="2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91162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8229600" cy="1143000"/>
          </a:xfrm>
        </p:spPr>
        <p:txBody>
          <a:bodyPr/>
          <a:lstStyle/>
          <a:p>
            <a:r>
              <a:rPr lang="es-ES_tradnl" dirty="0"/>
              <a:t>O(f(n))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4224337"/>
            <a:ext cx="7067550" cy="1871663"/>
          </a:xfrm>
        </p:spPr>
        <p:txBody>
          <a:bodyPr>
            <a:normAutofit/>
          </a:bodyPr>
          <a:lstStyle/>
          <a:p>
            <a:r>
              <a:rPr lang="es-ES_tradnl" sz="2000" dirty="0"/>
              <a:t>O(log(n)) no crece mucho</a:t>
            </a:r>
          </a:p>
          <a:p>
            <a:r>
              <a:rPr lang="es-ES_tradnl" sz="2000" dirty="0"/>
              <a:t>O(n!), O(</a:t>
            </a:r>
            <a:r>
              <a:rPr lang="es-ES_tradnl" sz="2000" dirty="0" err="1"/>
              <a:t>a</a:t>
            </a:r>
            <a:r>
              <a:rPr lang="es-ES_tradnl" sz="2000" baseline="30000" dirty="0" err="1"/>
              <a:t>n</a:t>
            </a:r>
            <a:r>
              <a:rPr lang="es-ES_tradnl" sz="2000" dirty="0"/>
              <a:t>) y O(</a:t>
            </a:r>
            <a:r>
              <a:rPr lang="es-ES_tradnl" sz="2000" dirty="0" err="1"/>
              <a:t>n</a:t>
            </a:r>
            <a:r>
              <a:rPr lang="es-ES_tradnl" sz="2000" baseline="30000" dirty="0" err="1"/>
              <a:t>a</a:t>
            </a:r>
            <a:r>
              <a:rPr lang="es-ES_tradnl" sz="2000" dirty="0"/>
              <a:t>) crecen muy rápidamente</a:t>
            </a:r>
          </a:p>
          <a:p>
            <a:r>
              <a:rPr lang="es-ES_tradnl" sz="2000" dirty="0"/>
              <a:t>La mayoría de los algoritmos son O(</a:t>
            </a:r>
            <a:r>
              <a:rPr lang="es-ES_tradnl" sz="2000" dirty="0" err="1"/>
              <a:t>n</a:t>
            </a:r>
            <a:r>
              <a:rPr lang="es-ES_tradnl" sz="2000" baseline="30000" dirty="0" err="1"/>
              <a:t>a</a:t>
            </a:r>
            <a:r>
              <a:rPr lang="es-ES_tradnl" sz="2000" dirty="0"/>
              <a:t>)</a:t>
            </a:r>
          </a:p>
          <a:p>
            <a:r>
              <a:rPr lang="es-ES_tradnl" sz="2000" dirty="0"/>
              <a:t>Lo algoritmos  O(log(n)) son los mas eficientes</a:t>
            </a:r>
          </a:p>
          <a:p>
            <a:r>
              <a:rPr lang="es-ES_tradnl" sz="2000" dirty="0"/>
              <a:t>Es sumamente difícil lograr O(1), pues seria tiempo constante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403350" y="1484313"/>
            <a:ext cx="5832475" cy="2879725"/>
            <a:chOff x="864" y="144"/>
            <a:chExt cx="3984" cy="2160"/>
          </a:xfrm>
        </p:grpSpPr>
        <p:sp>
          <p:nvSpPr>
            <p:cNvPr id="189458" name="Freeform 18" descr="Diagonal hacia abajo ancha"/>
            <p:cNvSpPr>
              <a:spLocks/>
            </p:cNvSpPr>
            <p:nvPr/>
          </p:nvSpPr>
          <p:spPr bwMode="auto">
            <a:xfrm>
              <a:off x="2259" y="432"/>
              <a:ext cx="2157" cy="1634"/>
            </a:xfrm>
            <a:custGeom>
              <a:avLst/>
              <a:gdLst/>
              <a:ahLst/>
              <a:cxnLst>
                <a:cxn ang="0">
                  <a:pos x="0" y="1649"/>
                </a:cxn>
                <a:cxn ang="0">
                  <a:pos x="8" y="1099"/>
                </a:cxn>
                <a:cxn ang="0">
                  <a:pos x="163" y="1037"/>
                </a:cxn>
                <a:cxn ang="0">
                  <a:pos x="651" y="720"/>
                </a:cxn>
                <a:cxn ang="0">
                  <a:pos x="1177" y="0"/>
                </a:cxn>
                <a:cxn ang="0">
                  <a:pos x="2157" y="303"/>
                </a:cxn>
                <a:cxn ang="0">
                  <a:pos x="2157" y="1647"/>
                </a:cxn>
                <a:cxn ang="0">
                  <a:pos x="0" y="1649"/>
                </a:cxn>
              </a:cxnLst>
              <a:rect l="0" t="0" r="r" b="b"/>
              <a:pathLst>
                <a:path w="2157" h="1649">
                  <a:moveTo>
                    <a:pt x="0" y="1649"/>
                  </a:moveTo>
                  <a:lnTo>
                    <a:pt x="8" y="1099"/>
                  </a:lnTo>
                  <a:cubicBezTo>
                    <a:pt x="35" y="997"/>
                    <a:pt x="56" y="1100"/>
                    <a:pt x="163" y="1037"/>
                  </a:cubicBezTo>
                  <a:cubicBezTo>
                    <a:pt x="270" y="974"/>
                    <a:pt x="482" y="893"/>
                    <a:pt x="651" y="720"/>
                  </a:cubicBezTo>
                  <a:cubicBezTo>
                    <a:pt x="846" y="537"/>
                    <a:pt x="1154" y="7"/>
                    <a:pt x="1177" y="0"/>
                  </a:cubicBezTo>
                  <a:cubicBezTo>
                    <a:pt x="1437" y="0"/>
                    <a:pt x="1994" y="29"/>
                    <a:pt x="2157" y="303"/>
                  </a:cubicBezTo>
                  <a:lnTo>
                    <a:pt x="2157" y="1647"/>
                  </a:lnTo>
                  <a:lnTo>
                    <a:pt x="0" y="1649"/>
                  </a:lnTo>
                  <a:close/>
                </a:path>
              </a:pathLst>
            </a:custGeom>
            <a:pattFill prst="wdDnDiag">
              <a:fgClr>
                <a:schemeClr val="folHlink"/>
              </a:fgClr>
              <a:bgClr>
                <a:schemeClr val="bg1"/>
              </a:bgClr>
            </a:patt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9459" name="Line 19"/>
            <p:cNvSpPr>
              <a:spLocks noChangeShapeType="1"/>
            </p:cNvSpPr>
            <p:nvPr/>
          </p:nvSpPr>
          <p:spPr bwMode="auto">
            <a:xfrm>
              <a:off x="960" y="2064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9460" name="Line 20"/>
            <p:cNvSpPr>
              <a:spLocks noChangeShapeType="1"/>
            </p:cNvSpPr>
            <p:nvPr/>
          </p:nvSpPr>
          <p:spPr bwMode="auto">
            <a:xfrm flipV="1">
              <a:off x="1200" y="240"/>
              <a:ext cx="0" cy="2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9461" name="Freeform 21"/>
            <p:cNvSpPr>
              <a:spLocks/>
            </p:cNvSpPr>
            <p:nvPr/>
          </p:nvSpPr>
          <p:spPr bwMode="auto">
            <a:xfrm>
              <a:off x="1200" y="384"/>
              <a:ext cx="2256" cy="1392"/>
            </a:xfrm>
            <a:custGeom>
              <a:avLst/>
              <a:gdLst/>
              <a:ahLst/>
              <a:cxnLst>
                <a:cxn ang="0">
                  <a:pos x="0" y="1392"/>
                </a:cxn>
                <a:cxn ang="0">
                  <a:pos x="432" y="1333"/>
                </a:cxn>
                <a:cxn ang="0">
                  <a:pos x="966" y="1163"/>
                </a:cxn>
                <a:cxn ang="0">
                  <a:pos x="1717" y="737"/>
                </a:cxn>
                <a:cxn ang="0">
                  <a:pos x="2256" y="0"/>
                </a:cxn>
              </a:cxnLst>
              <a:rect l="0" t="0" r="r" b="b"/>
              <a:pathLst>
                <a:path w="2256" h="1392">
                  <a:moveTo>
                    <a:pt x="0" y="1392"/>
                  </a:moveTo>
                  <a:cubicBezTo>
                    <a:pt x="0" y="1392"/>
                    <a:pt x="432" y="1333"/>
                    <a:pt x="432" y="1333"/>
                  </a:cubicBezTo>
                  <a:cubicBezTo>
                    <a:pt x="432" y="1333"/>
                    <a:pt x="752" y="1262"/>
                    <a:pt x="966" y="1163"/>
                  </a:cubicBezTo>
                  <a:cubicBezTo>
                    <a:pt x="1180" y="1064"/>
                    <a:pt x="1502" y="931"/>
                    <a:pt x="1717" y="737"/>
                  </a:cubicBezTo>
                  <a:cubicBezTo>
                    <a:pt x="1932" y="543"/>
                    <a:pt x="2144" y="154"/>
                    <a:pt x="2256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9462" name="Line 22"/>
            <p:cNvSpPr>
              <a:spLocks noChangeShapeType="1"/>
            </p:cNvSpPr>
            <p:nvPr/>
          </p:nvSpPr>
          <p:spPr bwMode="auto">
            <a:xfrm flipV="1">
              <a:off x="1200" y="336"/>
              <a:ext cx="3504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9463" name="Line 23"/>
            <p:cNvSpPr>
              <a:spLocks noChangeShapeType="1"/>
            </p:cNvSpPr>
            <p:nvPr/>
          </p:nvSpPr>
          <p:spPr bwMode="auto">
            <a:xfrm flipV="1">
              <a:off x="1776" y="1152"/>
              <a:ext cx="288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9464" name="Freeform 24"/>
            <p:cNvSpPr>
              <a:spLocks/>
            </p:cNvSpPr>
            <p:nvPr/>
          </p:nvSpPr>
          <p:spPr bwMode="auto">
            <a:xfrm>
              <a:off x="1200" y="624"/>
              <a:ext cx="3648" cy="1680"/>
            </a:xfrm>
            <a:custGeom>
              <a:avLst/>
              <a:gdLst/>
              <a:ahLst/>
              <a:cxnLst>
                <a:cxn ang="0">
                  <a:pos x="0" y="1488"/>
                </a:cxn>
                <a:cxn ang="0">
                  <a:pos x="1199" y="485"/>
                </a:cxn>
                <a:cxn ang="0">
                  <a:pos x="3120" y="0"/>
                </a:cxn>
              </a:cxnLst>
              <a:rect l="0" t="0" r="r" b="b"/>
              <a:pathLst>
                <a:path w="3120" h="1488">
                  <a:moveTo>
                    <a:pt x="0" y="1488"/>
                  </a:moveTo>
                  <a:cubicBezTo>
                    <a:pt x="200" y="1321"/>
                    <a:pt x="679" y="733"/>
                    <a:pt x="1199" y="485"/>
                  </a:cubicBezTo>
                  <a:cubicBezTo>
                    <a:pt x="1719" y="237"/>
                    <a:pt x="2720" y="101"/>
                    <a:pt x="312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9465" name="Freeform 25"/>
            <p:cNvSpPr>
              <a:spLocks/>
            </p:cNvSpPr>
            <p:nvPr/>
          </p:nvSpPr>
          <p:spPr bwMode="auto">
            <a:xfrm>
              <a:off x="1200" y="144"/>
              <a:ext cx="3168" cy="1872"/>
            </a:xfrm>
            <a:custGeom>
              <a:avLst/>
              <a:gdLst/>
              <a:ahLst/>
              <a:cxnLst>
                <a:cxn ang="0">
                  <a:pos x="0" y="1392"/>
                </a:cxn>
                <a:cxn ang="0">
                  <a:pos x="432" y="1333"/>
                </a:cxn>
                <a:cxn ang="0">
                  <a:pos x="966" y="1163"/>
                </a:cxn>
                <a:cxn ang="0">
                  <a:pos x="1717" y="737"/>
                </a:cxn>
                <a:cxn ang="0">
                  <a:pos x="2256" y="0"/>
                </a:cxn>
              </a:cxnLst>
              <a:rect l="0" t="0" r="r" b="b"/>
              <a:pathLst>
                <a:path w="2256" h="1392">
                  <a:moveTo>
                    <a:pt x="0" y="1392"/>
                  </a:moveTo>
                  <a:cubicBezTo>
                    <a:pt x="0" y="1392"/>
                    <a:pt x="432" y="1333"/>
                    <a:pt x="432" y="1333"/>
                  </a:cubicBezTo>
                  <a:cubicBezTo>
                    <a:pt x="432" y="1333"/>
                    <a:pt x="752" y="1262"/>
                    <a:pt x="966" y="1163"/>
                  </a:cubicBezTo>
                  <a:cubicBezTo>
                    <a:pt x="1180" y="1064"/>
                    <a:pt x="1502" y="931"/>
                    <a:pt x="1717" y="737"/>
                  </a:cubicBezTo>
                  <a:cubicBezTo>
                    <a:pt x="1932" y="543"/>
                    <a:pt x="2144" y="154"/>
                    <a:pt x="2256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9466" name="Line 26"/>
            <p:cNvSpPr>
              <a:spLocks noChangeShapeType="1"/>
            </p:cNvSpPr>
            <p:nvPr/>
          </p:nvSpPr>
          <p:spPr bwMode="auto">
            <a:xfrm flipV="1">
              <a:off x="1200" y="1680"/>
              <a:ext cx="336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9467" name="Text Box 27"/>
            <p:cNvSpPr txBox="1">
              <a:spLocks noChangeArrowheads="1"/>
            </p:cNvSpPr>
            <p:nvPr/>
          </p:nvSpPr>
          <p:spPr bwMode="auto">
            <a:xfrm>
              <a:off x="864" y="192"/>
              <a:ext cx="480" cy="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s-ES_tradnl" sz="2400" b="1"/>
                <a:t>R</a:t>
              </a:r>
              <a:r>
                <a:rPr lang="es-ES_tradnl" sz="2400" b="1" baseline="30000"/>
                <a:t>+</a:t>
              </a:r>
              <a:endParaRPr lang="es-ES_tradnl" sz="2400">
                <a:latin typeface="Times New Roman" pitchFamily="18" charset="0"/>
              </a:endParaRPr>
            </a:p>
          </p:txBody>
        </p:sp>
        <p:sp>
          <p:nvSpPr>
            <p:cNvPr id="189468" name="Text Box 28"/>
            <p:cNvSpPr txBox="1">
              <a:spLocks noChangeArrowheads="1"/>
            </p:cNvSpPr>
            <p:nvPr/>
          </p:nvSpPr>
          <p:spPr bwMode="auto">
            <a:xfrm>
              <a:off x="2784" y="336"/>
              <a:ext cx="624" cy="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s-ES_tradnl" sz="2400"/>
                <a:t>c·f(n)</a:t>
              </a:r>
              <a:endParaRPr lang="es-ES_tradnl" sz="2400">
                <a:latin typeface="Times New Roman" pitchFamily="18" charset="0"/>
              </a:endParaRPr>
            </a:p>
          </p:txBody>
        </p:sp>
        <p:sp>
          <p:nvSpPr>
            <p:cNvPr id="189469" name="Text Box 29"/>
            <p:cNvSpPr txBox="1">
              <a:spLocks noChangeArrowheads="1"/>
            </p:cNvSpPr>
            <p:nvPr/>
          </p:nvSpPr>
          <p:spPr bwMode="auto">
            <a:xfrm>
              <a:off x="1441" y="432"/>
              <a:ext cx="670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s-ES_tradnl" sz="2800" b="1"/>
                <a:t>O(f)</a:t>
              </a:r>
              <a:endParaRPr lang="es-ES_tradnl" sz="2400"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290123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>
            <a:normAutofit/>
          </a:bodyPr>
          <a:lstStyle/>
          <a:p>
            <a:r>
              <a:rPr lang="es-EC" dirty="0"/>
              <a:t>¿Cómo </a:t>
            </a:r>
            <a:r>
              <a:rPr lang="es-ES_tradnl" dirty="0"/>
              <a:t>encontrar F(N)?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84338"/>
            <a:ext cx="82296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s-ES_tradnl" sz="2400" dirty="0"/>
              <a:t>Podemos decir que</a:t>
            </a:r>
          </a:p>
          <a:p>
            <a:pPr lvl="1">
              <a:lnSpc>
                <a:spcPct val="90000"/>
              </a:lnSpc>
            </a:pPr>
            <a:r>
              <a:rPr lang="es-ES_tradnl" sz="2000" dirty="0"/>
              <a:t>f(n) “domina” a T(n)</a:t>
            </a:r>
          </a:p>
          <a:p>
            <a:pPr lvl="2">
              <a:lnSpc>
                <a:spcPct val="90000"/>
              </a:lnSpc>
            </a:pPr>
            <a:r>
              <a:rPr lang="es-ES_tradnl" sz="1800" dirty="0"/>
              <a:t>Cuando existe una c constante con la cual c*f(x) &gt;= T(x), para  todo x</a:t>
            </a:r>
          </a:p>
          <a:p>
            <a:pPr lvl="1">
              <a:lnSpc>
                <a:spcPct val="90000"/>
              </a:lnSpc>
            </a:pPr>
            <a:r>
              <a:rPr lang="es-ES_tradnl" sz="2000" dirty="0"/>
              <a:t>Ejemplo:</a:t>
            </a:r>
          </a:p>
        </p:txBody>
      </p:sp>
      <p:sp>
        <p:nvSpPr>
          <p:cNvPr id="165892" name="Rectangle 4"/>
          <p:cNvSpPr>
            <a:spLocks noChangeArrowheads="1"/>
          </p:cNvSpPr>
          <p:nvPr/>
        </p:nvSpPr>
        <p:spPr bwMode="auto">
          <a:xfrm>
            <a:off x="334963" y="3284984"/>
            <a:ext cx="4284662" cy="2838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</a:pP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n * log</a:t>
            </a:r>
            <a:r>
              <a:rPr lang="es-ES_tradnl" i="1" baseline="-25000" dirty="0">
                <a:solidFill>
                  <a:srgbClr val="002850"/>
                </a:solidFill>
                <a:latin typeface="Arial Narrow" pitchFamily="34" charset="0"/>
              </a:rPr>
              <a:t>2 </a:t>
            </a: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n domina a log</a:t>
            </a:r>
            <a:r>
              <a:rPr lang="es-ES_tradnl" i="1" baseline="-25000" dirty="0">
                <a:solidFill>
                  <a:srgbClr val="002850"/>
                </a:solidFill>
                <a:latin typeface="Arial Narrow" pitchFamily="34" charset="0"/>
              </a:rPr>
              <a:t>2 </a:t>
            </a: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n</a:t>
            </a:r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</a:pPr>
            <a:r>
              <a:rPr lang="es-ES_tradnl" i="1" dirty="0" err="1">
                <a:solidFill>
                  <a:srgbClr val="002850"/>
                </a:solidFill>
                <a:latin typeface="Arial Narrow" pitchFamily="34" charset="0"/>
              </a:rPr>
              <a:t>bn</a:t>
            </a: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 domina a </a:t>
            </a:r>
            <a:r>
              <a:rPr lang="es-ES_tradnl" i="1" dirty="0" err="1">
                <a:solidFill>
                  <a:srgbClr val="002850"/>
                </a:solidFill>
                <a:latin typeface="Arial Narrow" pitchFamily="34" charset="0"/>
              </a:rPr>
              <a:t>cn</a:t>
            </a: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, si b&gt;= c</a:t>
            </a:r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</a:pPr>
            <a:r>
              <a:rPr lang="es-ES_tradnl" i="1" dirty="0" err="1">
                <a:solidFill>
                  <a:srgbClr val="002850"/>
                </a:solidFill>
                <a:latin typeface="Arial Narrow" pitchFamily="34" charset="0"/>
              </a:rPr>
              <a:t>n</a:t>
            </a:r>
            <a:r>
              <a:rPr lang="es-ES_tradnl" i="1" baseline="30000" dirty="0" err="1">
                <a:solidFill>
                  <a:srgbClr val="002850"/>
                </a:solidFill>
                <a:latin typeface="Arial Narrow" pitchFamily="34" charset="0"/>
              </a:rPr>
              <a:t>k</a:t>
            </a: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 domina a n</a:t>
            </a:r>
            <a:r>
              <a:rPr lang="es-ES_tradnl" i="1" baseline="30000" dirty="0">
                <a:solidFill>
                  <a:srgbClr val="002850"/>
                </a:solidFill>
                <a:latin typeface="Arial Narrow" pitchFamily="34" charset="0"/>
              </a:rPr>
              <a:t>m </a:t>
            </a: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si k&gt;=m</a:t>
            </a:r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</a:pP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log</a:t>
            </a:r>
            <a:r>
              <a:rPr lang="es-ES_tradnl" i="1" baseline="-25000" dirty="0">
                <a:solidFill>
                  <a:srgbClr val="002850"/>
                </a:solidFill>
                <a:latin typeface="Arial Narrow" pitchFamily="34" charset="0"/>
              </a:rPr>
              <a:t>a </a:t>
            </a: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n domina a </a:t>
            </a:r>
            <a:r>
              <a:rPr lang="es-ES_tradnl" i="1" dirty="0" err="1">
                <a:solidFill>
                  <a:srgbClr val="002850"/>
                </a:solidFill>
                <a:latin typeface="Arial Narrow" pitchFamily="34" charset="0"/>
              </a:rPr>
              <a:t>log</a:t>
            </a:r>
            <a:r>
              <a:rPr lang="es-ES_tradnl" i="1" baseline="-25000" dirty="0" err="1">
                <a:solidFill>
                  <a:srgbClr val="002850"/>
                </a:solidFill>
                <a:latin typeface="Arial Narrow" pitchFamily="34" charset="0"/>
              </a:rPr>
              <a:t>b</a:t>
            </a:r>
            <a:r>
              <a:rPr lang="es-ES_tradnl" i="1" baseline="-25000" dirty="0">
                <a:solidFill>
                  <a:srgbClr val="002850"/>
                </a:solidFill>
                <a:latin typeface="Arial Narrow" pitchFamily="34" charset="0"/>
              </a:rPr>
              <a:t> </a:t>
            </a: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n si b&gt;=a&gt;=1</a:t>
            </a:r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</a:pP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n! Domina a </a:t>
            </a:r>
            <a:r>
              <a:rPr lang="es-ES_tradnl" i="1" dirty="0" err="1">
                <a:solidFill>
                  <a:srgbClr val="002850"/>
                </a:solidFill>
                <a:latin typeface="Arial Narrow" pitchFamily="34" charset="0"/>
              </a:rPr>
              <a:t>b</a:t>
            </a:r>
            <a:r>
              <a:rPr lang="es-ES_tradnl" i="1" baseline="30000" dirty="0" err="1">
                <a:solidFill>
                  <a:srgbClr val="002850"/>
                </a:solidFill>
                <a:latin typeface="Arial Narrow" pitchFamily="34" charset="0"/>
              </a:rPr>
              <a:t>n</a:t>
            </a:r>
            <a:endParaRPr lang="es-ES_tradnl" i="1" baseline="30000" dirty="0">
              <a:solidFill>
                <a:srgbClr val="002850"/>
              </a:solidFill>
              <a:latin typeface="Arial Narrow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rgbClr val="0066FF"/>
              </a:buClr>
              <a:buSzPct val="80000"/>
              <a:buFont typeface="Wingdings" pitchFamily="2" charset="2"/>
              <a:buChar char=""/>
            </a:pPr>
            <a:r>
              <a:rPr lang="es-ES_tradnl" sz="2000" dirty="0" err="1">
                <a:solidFill>
                  <a:srgbClr val="002850"/>
                </a:solidFill>
                <a:latin typeface="Arial Narrow" pitchFamily="34" charset="0"/>
              </a:rPr>
              <a:t>b</a:t>
            </a:r>
            <a:r>
              <a:rPr lang="es-ES_tradnl" sz="2000" baseline="30000" dirty="0" err="1">
                <a:solidFill>
                  <a:srgbClr val="002850"/>
                </a:solidFill>
                <a:latin typeface="Arial Narrow" pitchFamily="34" charset="0"/>
              </a:rPr>
              <a:t>n</a:t>
            </a:r>
            <a:r>
              <a:rPr lang="es-ES_tradnl" sz="2000" dirty="0">
                <a:solidFill>
                  <a:srgbClr val="002850"/>
                </a:solidFill>
                <a:latin typeface="Arial Narrow" pitchFamily="34" charset="0"/>
              </a:rPr>
              <a:t> domina a </a:t>
            </a:r>
            <a:r>
              <a:rPr lang="es-ES_tradnl" sz="2000" dirty="0" err="1">
                <a:solidFill>
                  <a:srgbClr val="002850"/>
                </a:solidFill>
                <a:latin typeface="Arial Narrow" pitchFamily="34" charset="0"/>
              </a:rPr>
              <a:t>n</a:t>
            </a:r>
            <a:r>
              <a:rPr lang="es-ES_tradnl" sz="2000" baseline="30000" dirty="0" err="1">
                <a:solidFill>
                  <a:srgbClr val="002850"/>
                </a:solidFill>
                <a:latin typeface="Arial Narrow" pitchFamily="34" charset="0"/>
              </a:rPr>
              <a:t>a</a:t>
            </a:r>
            <a:r>
              <a:rPr lang="es-ES_tradnl" sz="2000" dirty="0">
                <a:solidFill>
                  <a:srgbClr val="002850"/>
                </a:solidFill>
                <a:latin typeface="Arial Narrow" pitchFamily="34" charset="0"/>
              </a:rPr>
              <a:t> si a &gt;= 0</a:t>
            </a:r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</a:pP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n domina a log</a:t>
            </a:r>
            <a:r>
              <a:rPr lang="es-ES_tradnl" i="1" baseline="-25000" dirty="0">
                <a:solidFill>
                  <a:srgbClr val="002850"/>
                </a:solidFill>
                <a:latin typeface="Arial Narrow" pitchFamily="34" charset="0"/>
              </a:rPr>
              <a:t>a</a:t>
            </a: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 n si a&gt;=1</a:t>
            </a:r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</a:pP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log</a:t>
            </a:r>
            <a:r>
              <a:rPr lang="es-ES_tradnl" i="1" baseline="-25000" dirty="0">
                <a:solidFill>
                  <a:srgbClr val="002850"/>
                </a:solidFill>
                <a:latin typeface="Arial Narrow" pitchFamily="34" charset="0"/>
              </a:rPr>
              <a:t>a</a:t>
            </a: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 n domina a 1 si a &gt;=1</a:t>
            </a:r>
          </a:p>
        </p:txBody>
      </p:sp>
      <p:sp>
        <p:nvSpPr>
          <p:cNvPr id="165893" name="Rectangle 5"/>
          <p:cNvSpPr>
            <a:spLocks noChangeArrowheads="1"/>
          </p:cNvSpPr>
          <p:nvPr/>
        </p:nvSpPr>
        <p:spPr bwMode="auto">
          <a:xfrm>
            <a:off x="3833682" y="3284984"/>
            <a:ext cx="5294312" cy="255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</a:pP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O(c * g) = O(g)</a:t>
            </a:r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</a:pP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O(f ) * O(g) = O(f * g)</a:t>
            </a:r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</a:pP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O(f) / O(g) = O(f/g)</a:t>
            </a:r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"/>
            </a:pP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O(</a:t>
            </a:r>
            <a:r>
              <a:rPr lang="es-ES_tradnl" i="1" dirty="0" err="1">
                <a:solidFill>
                  <a:srgbClr val="002850"/>
                </a:solidFill>
                <a:latin typeface="Arial Narrow" pitchFamily="34" charset="0"/>
              </a:rPr>
              <a:t>f+g</a:t>
            </a:r>
            <a:r>
              <a:rPr lang="es-ES_tradnl" i="1" dirty="0">
                <a:solidFill>
                  <a:srgbClr val="002850"/>
                </a:solidFill>
                <a:latin typeface="Arial Narrow" pitchFamily="34" charset="0"/>
              </a:rPr>
              <a:t>), función dominante entre O(f) y O(g)</a:t>
            </a:r>
          </a:p>
        </p:txBody>
      </p:sp>
    </p:spTree>
    <p:extLst>
      <p:ext uri="{BB962C8B-B14F-4D97-AF65-F5344CB8AC3E}">
        <p14:creationId xmlns:p14="http://schemas.microsoft.com/office/powerpoint/2010/main" val="68224717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76" name="Rectangle 12"/>
          <p:cNvSpPr>
            <a:spLocks noChangeArrowheads="1"/>
          </p:cNvSpPr>
          <p:nvPr/>
        </p:nvSpPr>
        <p:spPr bwMode="auto">
          <a:xfrm>
            <a:off x="609600" y="3048000"/>
            <a:ext cx="5181600" cy="1828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EJEMPLO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98638"/>
            <a:ext cx="8229600" cy="1384300"/>
          </a:xfrm>
        </p:spPr>
        <p:txBody>
          <a:bodyPr/>
          <a:lstStyle/>
          <a:p>
            <a:r>
              <a:rPr lang="es-ES_tradnl"/>
              <a:t>Calculemos O(f(n)) para el siguiente algoritmos</a:t>
            </a:r>
          </a:p>
        </p:txBody>
      </p:sp>
      <p:sp>
        <p:nvSpPr>
          <p:cNvPr id="190473" name="Rectangle 9"/>
          <p:cNvSpPr>
            <a:spLocks noChangeArrowheads="1"/>
          </p:cNvSpPr>
          <p:nvPr/>
        </p:nvSpPr>
        <p:spPr bwMode="auto">
          <a:xfrm>
            <a:off x="762000" y="3352800"/>
            <a:ext cx="2819400" cy="11430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68" name="Text Box 4"/>
          <p:cNvSpPr txBox="1">
            <a:spLocks noChangeArrowheads="1"/>
          </p:cNvSpPr>
          <p:nvPr/>
        </p:nvSpPr>
        <p:spPr bwMode="auto">
          <a:xfrm>
            <a:off x="533400" y="3048000"/>
            <a:ext cx="2262188" cy="180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600">
                <a:latin typeface="Courier New" pitchFamily="49" charset="0"/>
              </a:rPr>
              <a:t>Para i de 1 a n</a:t>
            </a:r>
          </a:p>
          <a:p>
            <a:pPr>
              <a:spcBef>
                <a:spcPct val="50000"/>
              </a:spcBef>
            </a:pPr>
            <a:r>
              <a:rPr lang="es-ES_tradnl" sz="1600">
                <a:latin typeface="Courier New" pitchFamily="49" charset="0"/>
              </a:rPr>
              <a:t>  Para j de 1 a n</a:t>
            </a:r>
          </a:p>
          <a:p>
            <a:pPr>
              <a:spcBef>
                <a:spcPct val="50000"/>
              </a:spcBef>
            </a:pPr>
            <a:r>
              <a:rPr lang="es-ES_tradnl" sz="1600">
                <a:latin typeface="Courier New" pitchFamily="49" charset="0"/>
              </a:rPr>
              <a:t>    escribir i+j</a:t>
            </a:r>
          </a:p>
          <a:p>
            <a:pPr>
              <a:spcBef>
                <a:spcPct val="50000"/>
              </a:spcBef>
            </a:pPr>
            <a:r>
              <a:rPr lang="es-ES_tradnl" sz="1600">
                <a:latin typeface="Courier New" pitchFamily="49" charset="0"/>
              </a:rPr>
              <a:t>  fpara</a:t>
            </a:r>
          </a:p>
          <a:p>
            <a:pPr>
              <a:spcBef>
                <a:spcPct val="50000"/>
              </a:spcBef>
            </a:pPr>
            <a:r>
              <a:rPr lang="es-ES_tradnl" sz="1600">
                <a:latin typeface="Courier New" pitchFamily="49" charset="0"/>
              </a:rPr>
              <a:t>fpara	</a:t>
            </a:r>
          </a:p>
        </p:txBody>
      </p:sp>
      <p:sp>
        <p:nvSpPr>
          <p:cNvPr id="190472" name="AutoShape 8"/>
          <p:cNvSpPr>
            <a:spLocks/>
          </p:cNvSpPr>
          <p:nvPr/>
        </p:nvSpPr>
        <p:spPr bwMode="auto">
          <a:xfrm>
            <a:off x="3657600" y="3352800"/>
            <a:ext cx="304800" cy="1143000"/>
          </a:xfrm>
          <a:prstGeom prst="rightBrace">
            <a:avLst>
              <a:gd name="adj1" fmla="val 31250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75" name="Text Box 11"/>
          <p:cNvSpPr txBox="1">
            <a:spLocks noChangeArrowheads="1"/>
          </p:cNvSpPr>
          <p:nvPr/>
        </p:nvSpPr>
        <p:spPr bwMode="auto">
          <a:xfrm>
            <a:off x="3938588" y="3810000"/>
            <a:ext cx="17764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400">
                <a:latin typeface="Tahoma" pitchFamily="34" charset="0"/>
              </a:rPr>
              <a:t>O(n) * O(1) -&gt; O(n)</a:t>
            </a:r>
          </a:p>
        </p:txBody>
      </p:sp>
      <p:sp>
        <p:nvSpPr>
          <p:cNvPr id="190477" name="AutoShape 13"/>
          <p:cNvSpPr>
            <a:spLocks/>
          </p:cNvSpPr>
          <p:nvPr/>
        </p:nvSpPr>
        <p:spPr bwMode="auto">
          <a:xfrm>
            <a:off x="5791200" y="2971800"/>
            <a:ext cx="228600" cy="1981200"/>
          </a:xfrm>
          <a:prstGeom prst="rightBrace">
            <a:avLst>
              <a:gd name="adj1" fmla="val 72222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78" name="Text Box 14"/>
          <p:cNvSpPr txBox="1">
            <a:spLocks noChangeArrowheads="1"/>
          </p:cNvSpPr>
          <p:nvPr/>
        </p:nvSpPr>
        <p:spPr bwMode="auto">
          <a:xfrm>
            <a:off x="5995988" y="3810000"/>
            <a:ext cx="18399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400">
                <a:latin typeface="Tahoma" pitchFamily="34" charset="0"/>
              </a:rPr>
              <a:t>O(n) * O(n) -&gt; O(n</a:t>
            </a:r>
            <a:r>
              <a:rPr lang="es-ES_tradnl" sz="1400" baseline="30000">
                <a:latin typeface="Tahoma" pitchFamily="34" charset="0"/>
              </a:rPr>
              <a:t>2</a:t>
            </a:r>
            <a:r>
              <a:rPr lang="es-ES_tradnl" sz="1400">
                <a:latin typeface="Tahoma" pitchFamily="34" charset="0"/>
              </a:rPr>
              <a:t>)</a:t>
            </a:r>
          </a:p>
        </p:txBody>
      </p:sp>
      <p:sp>
        <p:nvSpPr>
          <p:cNvPr id="190479" name="Text Box 15"/>
          <p:cNvSpPr txBox="1">
            <a:spLocks noChangeArrowheads="1"/>
          </p:cNvSpPr>
          <p:nvPr/>
        </p:nvSpPr>
        <p:spPr bwMode="auto">
          <a:xfrm>
            <a:off x="2895600" y="3810000"/>
            <a:ext cx="542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400">
                <a:latin typeface="Tahoma" pitchFamily="34" charset="0"/>
              </a:rP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307238030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3213" y="188913"/>
            <a:ext cx="8229600" cy="1143000"/>
          </a:xfrm>
        </p:spPr>
        <p:txBody>
          <a:bodyPr/>
          <a:lstStyle/>
          <a:p>
            <a:r>
              <a:rPr lang="es-ES_tradnl"/>
              <a:t>ASPECTOS IMPORTANTES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s-ES_tradnl" sz="2400"/>
              <a:t>La velocidad de crecimiento no es el único criterio</a:t>
            </a:r>
          </a:p>
          <a:p>
            <a:pPr>
              <a:lnSpc>
                <a:spcPct val="110000"/>
              </a:lnSpc>
            </a:pPr>
            <a:r>
              <a:rPr lang="es-ES_tradnl" sz="2400"/>
              <a:t>Si un programa se va usar varias veces, </a:t>
            </a:r>
          </a:p>
          <a:p>
            <a:pPr lvl="1">
              <a:lnSpc>
                <a:spcPct val="110000"/>
              </a:lnSpc>
            </a:pPr>
            <a:r>
              <a:rPr lang="es-ES_tradnl" sz="2000"/>
              <a:t>Prefiera costo de su escritura y depuración</a:t>
            </a:r>
          </a:p>
          <a:p>
            <a:pPr>
              <a:lnSpc>
                <a:spcPct val="110000"/>
              </a:lnSpc>
            </a:pPr>
            <a:r>
              <a:rPr lang="es-ES_tradnl" sz="2400"/>
              <a:t>Si un programa se va a ejecutar con entradas pequeñas</a:t>
            </a:r>
          </a:p>
          <a:p>
            <a:pPr lvl="1">
              <a:lnSpc>
                <a:spcPct val="110000"/>
              </a:lnSpc>
            </a:pPr>
            <a:r>
              <a:rPr lang="es-ES_tradnl" sz="2000"/>
              <a:t>Puede que la velocidad no sea tan importante como el factor constante</a:t>
            </a:r>
          </a:p>
          <a:p>
            <a:pPr>
              <a:lnSpc>
                <a:spcPct val="110000"/>
              </a:lnSpc>
            </a:pPr>
            <a:r>
              <a:rPr lang="es-ES_tradnl" sz="2400"/>
              <a:t>Un algoritmo eficiente pero complicado</a:t>
            </a:r>
          </a:p>
          <a:p>
            <a:pPr lvl="1">
              <a:lnSpc>
                <a:spcPct val="110000"/>
              </a:lnSpc>
            </a:pPr>
            <a:r>
              <a:rPr lang="es-ES_tradnl" sz="2000"/>
              <a:t>Puede no ser apropiado, por el mantenimiento</a:t>
            </a:r>
          </a:p>
          <a:p>
            <a:pPr>
              <a:lnSpc>
                <a:spcPct val="110000"/>
              </a:lnSpc>
            </a:pPr>
            <a:r>
              <a:rPr lang="es-ES_tradnl" sz="2400"/>
              <a:t>Un algoritmo eficiente pero demasiado pesado</a:t>
            </a:r>
          </a:p>
          <a:p>
            <a:pPr lvl="1">
              <a:lnSpc>
                <a:spcPct val="110000"/>
              </a:lnSpc>
            </a:pPr>
            <a:r>
              <a:rPr lang="es-ES_tradnl" sz="2000"/>
              <a:t>Puede anular la eficiencia</a:t>
            </a:r>
          </a:p>
          <a:p>
            <a:pPr>
              <a:lnSpc>
                <a:spcPct val="110000"/>
              </a:lnSpc>
            </a:pPr>
            <a:r>
              <a:rPr lang="es-ES_tradnl" sz="2400"/>
              <a:t>En los algoritmos numéricos: precisión y estabilidad son tan importantes como la eficiencia</a:t>
            </a:r>
          </a:p>
        </p:txBody>
      </p:sp>
    </p:spTree>
    <p:extLst>
      <p:ext uri="{BB962C8B-B14F-4D97-AF65-F5344CB8AC3E}">
        <p14:creationId xmlns:p14="http://schemas.microsoft.com/office/powerpoint/2010/main" val="41848808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emaEstructura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Estructuras" id="{B9E76A34-6BBA-4E1B-A41D-93456DA2E67E}" vid="{CF3D1E05-6514-47BC-8704-219731990EC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TemaEstructuras</Template>
  <TotalTime>2004</TotalTime>
  <Words>538</Words>
  <Application>Microsoft Office PowerPoint</Application>
  <PresentationFormat>On-screen Show (4:3)</PresentationFormat>
  <Paragraphs>69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Arial Narrow</vt:lpstr>
      <vt:lpstr>Calibri</vt:lpstr>
      <vt:lpstr>Calibri Light</vt:lpstr>
      <vt:lpstr>Courier New</vt:lpstr>
      <vt:lpstr>Tahoma</vt:lpstr>
      <vt:lpstr>Times New Roman</vt:lpstr>
      <vt:lpstr>Wingdings</vt:lpstr>
      <vt:lpstr>TemaEstructuras</vt:lpstr>
      <vt:lpstr>Eficiencia y exactitud de los algoritmos </vt:lpstr>
      <vt:lpstr>Agenda</vt:lpstr>
      <vt:lpstr>Midiendo la eficiencia</vt:lpstr>
      <vt:lpstr>O(f(n))</vt:lpstr>
      <vt:lpstr>¿Cómo encontrar F(N)?</vt:lpstr>
      <vt:lpstr>EJEMPLO</vt:lpstr>
      <vt:lpstr>ASPECTOS IMPORTANTES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Políticas del curso</dc:title>
  <dc:creator>Carlitos</dc:creator>
  <cp:lastModifiedBy>Eduardo  Segundo Cruz  Ramirez</cp:lastModifiedBy>
  <cp:revision>45</cp:revision>
  <dcterms:created xsi:type="dcterms:W3CDTF">2013-05-11T17:47:23Z</dcterms:created>
  <dcterms:modified xsi:type="dcterms:W3CDTF">2020-06-03T04:27:33Z</dcterms:modified>
</cp:coreProperties>
</file>
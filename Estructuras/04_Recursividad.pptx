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58" r:id="rId9"/>
    <p:sldId id="264" r:id="rId10"/>
    <p:sldId id="259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451890-63C9-44B0-BBAF-9390F7EF4C50}" v="125" dt="2020-04-02T03:31:12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3"/>
  </p:normalViewPr>
  <p:slideViewPr>
    <p:cSldViewPr>
      <p:cViewPr>
        <p:scale>
          <a:sx n="35" d="100"/>
          <a:sy n="35" d="100"/>
        </p:scale>
        <p:origin x="2186" y="6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3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87451890-63C9-44B0-BBAF-9390F7EF4C50}"/>
    <pc:docChg chg="undo custSel addSld delSld modSld sldOrd modMainMaster">
      <pc:chgData name="Jocellyn Luna" userId="74d04e64cf87037c" providerId="LiveId" clId="{87451890-63C9-44B0-BBAF-9390F7EF4C50}" dt="2020-04-02T03:40:14.489" v="275" actId="12"/>
      <pc:docMkLst>
        <pc:docMk/>
      </pc:docMkLst>
      <pc:sldChg chg="modSp">
        <pc:chgData name="Jocellyn Luna" userId="74d04e64cf87037c" providerId="LiveId" clId="{87451890-63C9-44B0-BBAF-9390F7EF4C50}" dt="2020-04-01T20:51:47.813" v="2"/>
        <pc:sldMkLst>
          <pc:docMk/>
          <pc:sldMk cId="844257126" sldId="256"/>
        </pc:sldMkLst>
        <pc:spChg chg="mod">
          <ac:chgData name="Jocellyn Luna" userId="74d04e64cf87037c" providerId="LiveId" clId="{87451890-63C9-44B0-BBAF-9390F7EF4C50}" dt="2020-04-01T20:51:47.813" v="2"/>
          <ac:spMkLst>
            <pc:docMk/>
            <pc:sldMk cId="844257126" sldId="256"/>
            <ac:spMk id="3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1T20:53:51.392" v="27" actId="1076"/>
        <pc:sldMkLst>
          <pc:docMk/>
          <pc:sldMk cId="1613725816" sldId="258"/>
        </pc:sldMkLst>
        <pc:picChg chg="mod">
          <ac:chgData name="Jocellyn Luna" userId="74d04e64cf87037c" providerId="LiveId" clId="{87451890-63C9-44B0-BBAF-9390F7EF4C50}" dt="2020-04-01T20:53:51.392" v="27" actId="1076"/>
          <ac:picMkLst>
            <pc:docMk/>
            <pc:sldMk cId="1613725816" sldId="258"/>
            <ac:picMk id="8" creationId="{00000000-0000-0000-0000-000000000000}"/>
          </ac:picMkLst>
        </pc:picChg>
      </pc:sldChg>
      <pc:sldChg chg="del">
        <pc:chgData name="Jocellyn Luna" userId="74d04e64cf87037c" providerId="LiveId" clId="{87451890-63C9-44B0-BBAF-9390F7EF4C50}" dt="2020-04-01T20:53:39.451" v="26" actId="47"/>
        <pc:sldMkLst>
          <pc:docMk/>
          <pc:sldMk cId="2066967992" sldId="261"/>
        </pc:sldMkLst>
      </pc:sldChg>
      <pc:sldChg chg="modSp mod">
        <pc:chgData name="Jocellyn Luna" userId="74d04e64cf87037c" providerId="LiveId" clId="{87451890-63C9-44B0-BBAF-9390F7EF4C50}" dt="2020-04-02T03:27:38.039" v="240" actId="1076"/>
        <pc:sldMkLst>
          <pc:docMk/>
          <pc:sldMk cId="31683561" sldId="262"/>
        </pc:sldMkLst>
        <pc:spChg chg="mod">
          <ac:chgData name="Jocellyn Luna" userId="74d04e64cf87037c" providerId="LiveId" clId="{87451890-63C9-44B0-BBAF-9390F7EF4C50}" dt="2020-04-02T03:27:38.039" v="240" actId="1076"/>
          <ac:spMkLst>
            <pc:docMk/>
            <pc:sldMk cId="31683561" sldId="262"/>
            <ac:spMk id="3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0:54:48.109" v="51" actId="47"/>
        <pc:sldMkLst>
          <pc:docMk/>
          <pc:sldMk cId="2361057507" sldId="263"/>
        </pc:sldMkLst>
      </pc:sldChg>
      <pc:sldChg chg="modSp">
        <pc:chgData name="Jocellyn Luna" userId="74d04e64cf87037c" providerId="LiveId" clId="{87451890-63C9-44B0-BBAF-9390F7EF4C50}" dt="2020-04-01T20:54:56.330" v="52" actId="207"/>
        <pc:sldMkLst>
          <pc:docMk/>
          <pc:sldMk cId="1592715158" sldId="271"/>
        </pc:sldMkLst>
        <pc:spChg chg="mod">
          <ac:chgData name="Jocellyn Luna" userId="74d04e64cf87037c" providerId="LiveId" clId="{87451890-63C9-44B0-BBAF-9390F7EF4C50}" dt="2020-04-01T20:54:56.330" v="52" actId="207"/>
          <ac:spMkLst>
            <pc:docMk/>
            <pc:sldMk cId="1592715158" sldId="271"/>
            <ac:spMk id="4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2T03:27:47.220" v="241" actId="403"/>
        <pc:sldMkLst>
          <pc:docMk/>
          <pc:sldMk cId="1308690938" sldId="274"/>
        </pc:sldMkLst>
        <pc:spChg chg="mod">
          <ac:chgData name="Jocellyn Luna" userId="74d04e64cf87037c" providerId="LiveId" clId="{87451890-63C9-44B0-BBAF-9390F7EF4C50}" dt="2020-04-02T03:27:47.220" v="241" actId="403"/>
          <ac:spMkLst>
            <pc:docMk/>
            <pc:sldMk cId="1308690938" sldId="274"/>
            <ac:spMk id="9219" creationId="{00000000-0000-0000-0000-000000000000}"/>
          </ac:spMkLst>
        </pc:spChg>
      </pc:sldChg>
      <pc:sldChg chg="modSp del mod">
        <pc:chgData name="Jocellyn Luna" userId="74d04e64cf87037c" providerId="LiveId" clId="{87451890-63C9-44B0-BBAF-9390F7EF4C50}" dt="2020-04-01T20:55:17.981" v="57" actId="47"/>
        <pc:sldMkLst>
          <pc:docMk/>
          <pc:sldMk cId="428637039" sldId="276"/>
        </pc:sldMkLst>
        <pc:spChg chg="mod">
          <ac:chgData name="Jocellyn Luna" userId="74d04e64cf87037c" providerId="LiveId" clId="{87451890-63C9-44B0-BBAF-9390F7EF4C50}" dt="2020-04-01T20:55:06.091" v="54" actId="1076"/>
          <ac:spMkLst>
            <pc:docMk/>
            <pc:sldMk cId="428637039" sldId="276"/>
            <ac:spMk id="6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0:55:35.826" v="63" actId="47"/>
        <pc:sldMkLst>
          <pc:docMk/>
          <pc:sldMk cId="936899031" sldId="277"/>
        </pc:sldMkLst>
      </pc:sldChg>
      <pc:sldChg chg="modSp mod">
        <pc:chgData name="Jocellyn Luna" userId="74d04e64cf87037c" providerId="LiveId" clId="{87451890-63C9-44B0-BBAF-9390F7EF4C50}" dt="2020-04-02T03:29:04.441" v="261" actId="1076"/>
        <pc:sldMkLst>
          <pc:docMk/>
          <pc:sldMk cId="2001860045" sldId="279"/>
        </pc:sldMkLst>
        <pc:spChg chg="mod">
          <ac:chgData name="Jocellyn Luna" userId="74d04e64cf87037c" providerId="LiveId" clId="{87451890-63C9-44B0-BBAF-9390F7EF4C50}" dt="2020-04-02T03:29:04.441" v="261" actId="1076"/>
          <ac:spMkLst>
            <pc:docMk/>
            <pc:sldMk cId="2001860045" sldId="279"/>
            <ac:spMk id="5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2T03:29:15.514" v="263" actId="403"/>
        <pc:sldMkLst>
          <pc:docMk/>
          <pc:sldMk cId="635478766" sldId="280"/>
        </pc:sldMkLst>
        <pc:spChg chg="mod">
          <ac:chgData name="Jocellyn Luna" userId="74d04e64cf87037c" providerId="LiveId" clId="{87451890-63C9-44B0-BBAF-9390F7EF4C50}" dt="2020-04-02T03:29:15.514" v="263" actId="403"/>
          <ac:spMkLst>
            <pc:docMk/>
            <pc:sldMk cId="635478766" sldId="280"/>
            <ac:spMk id="19459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1T20:51:41.877" v="1" actId="27636"/>
        <pc:sldMkLst>
          <pc:docMk/>
          <pc:sldMk cId="1033872389" sldId="282"/>
        </pc:sldMkLst>
        <pc:spChg chg="mod">
          <ac:chgData name="Jocellyn Luna" userId="74d04e64cf87037c" providerId="LiveId" clId="{87451890-63C9-44B0-BBAF-9390F7EF4C50}" dt="2020-04-01T20:51:41.877" v="1" actId="27636"/>
          <ac:spMkLst>
            <pc:docMk/>
            <pc:sldMk cId="1033872389" sldId="282"/>
            <ac:spMk id="4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41.718" v="269"/>
        <pc:sldMkLst>
          <pc:docMk/>
          <pc:sldMk cId="1913207695" sldId="290"/>
        </pc:sldMkLst>
        <pc:spChg chg="del">
          <ac:chgData name="Jocellyn Luna" userId="74d04e64cf87037c" providerId="LiveId" clId="{87451890-63C9-44B0-BBAF-9390F7EF4C50}" dt="2020-04-02T03:30:39.634" v="268" actId="478"/>
          <ac:spMkLst>
            <pc:docMk/>
            <pc:sldMk cId="1913207695" sldId="290"/>
            <ac:spMk id="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6:18.657" v="67" actId="1076"/>
          <ac:spMkLst>
            <pc:docMk/>
            <pc:sldMk cId="1913207695" sldId="290"/>
            <ac:spMk id="191" creationId="{00000000-0000-0000-0000-000000000000}"/>
          </ac:spMkLst>
        </pc:spChg>
        <pc:spChg chg="add mod">
          <ac:chgData name="Jocellyn Luna" userId="74d04e64cf87037c" providerId="LiveId" clId="{87451890-63C9-44B0-BBAF-9390F7EF4C50}" dt="2020-04-02T03:30:41.718" v="269"/>
          <ac:spMkLst>
            <pc:docMk/>
            <pc:sldMk cId="1913207695" sldId="290"/>
            <ac:spMk id="192" creationId="{B86A53E6-741A-4503-B683-B2705CED2F85}"/>
          </ac:spMkLst>
        </pc:spChg>
        <pc:grpChg chg="mod">
          <ac:chgData name="Jocellyn Luna" userId="74d04e64cf87037c" providerId="LiveId" clId="{87451890-63C9-44B0-BBAF-9390F7EF4C50}" dt="2020-04-01T20:56:21.579" v="68" actId="1076"/>
          <ac:grpSpMkLst>
            <pc:docMk/>
            <pc:sldMk cId="1913207695" sldId="290"/>
            <ac:grpSpMk id="184" creationId="{00000000-0000-0000-0000-000000000000}"/>
          </ac:grpSpMkLst>
        </pc:grpChg>
      </pc:sldChg>
      <pc:sldChg chg="modSp">
        <pc:chgData name="Jocellyn Luna" userId="74d04e64cf87037c" providerId="LiveId" clId="{87451890-63C9-44B0-BBAF-9390F7EF4C50}" dt="2020-04-01T20:57:49.951" v="85" actId="1076"/>
        <pc:sldMkLst>
          <pc:docMk/>
          <pc:sldMk cId="670618901" sldId="293"/>
        </pc:sldMkLst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5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0.314" v="83" actId="1076"/>
          <ac:spMkLst>
            <pc:docMk/>
            <pc:sldMk cId="670618901" sldId="293"/>
            <ac:spMk id="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3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0:57:49.951" v="85" actId="1076"/>
          <ac:grpSpMkLst>
            <pc:docMk/>
            <pc:sldMk cId="670618901" sldId="293"/>
            <ac:grpSpMk id="35" creationId="{00000000-0000-0000-0000-000000000000}"/>
          </ac:grpSpMkLst>
        </pc:grpChg>
      </pc:sldChg>
      <pc:sldChg chg="modSp del">
        <pc:chgData name="Jocellyn Luna" userId="74d04e64cf87037c" providerId="LiveId" clId="{87451890-63C9-44B0-BBAF-9390F7EF4C50}" dt="2020-04-02T03:27:21.929" v="239" actId="47"/>
        <pc:sldMkLst>
          <pc:docMk/>
          <pc:sldMk cId="2295840815" sldId="297"/>
        </pc:sldMkLst>
        <pc:spChg chg="mod">
          <ac:chgData name="Jocellyn Luna" userId="74d04e64cf87037c" providerId="LiveId" clId="{87451890-63C9-44B0-BBAF-9390F7EF4C50}" dt="2020-04-02T03:26:26.289" v="227" actId="1076"/>
          <ac:spMkLst>
            <pc:docMk/>
            <pc:sldMk cId="2295840815" sldId="297"/>
            <ac:spMk id="7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26:14.113" v="225" actId="1076"/>
        <pc:sldMkLst>
          <pc:docMk/>
          <pc:sldMk cId="3761501340" sldId="298"/>
        </pc:sldMkLst>
        <pc:spChg chg="add mod">
          <ac:chgData name="Jocellyn Luna" userId="74d04e64cf87037c" providerId="LiveId" clId="{87451890-63C9-44B0-BBAF-9390F7EF4C50}" dt="2020-04-02T03:25:55.923" v="219"/>
          <ac:spMkLst>
            <pc:docMk/>
            <pc:sldMk cId="3761501340" sldId="298"/>
            <ac:spMk id="2" creationId="{2784A74F-5584-45AC-9524-7DBCD9BA3C81}"/>
          </ac:spMkLst>
        </pc:spChg>
        <pc:spChg chg="del">
          <ac:chgData name="Jocellyn Luna" userId="74d04e64cf87037c" providerId="LiveId" clId="{87451890-63C9-44B0-BBAF-9390F7EF4C50}" dt="2020-04-02T03:25:53.231" v="218" actId="478"/>
          <ac:spMkLst>
            <pc:docMk/>
            <pc:sldMk cId="3761501340" sldId="298"/>
            <ac:spMk id="65538" creationId="{00000000-0000-0000-0000-000000000000}"/>
          </ac:spMkLst>
        </pc:spChg>
        <pc:spChg chg="mod">
          <ac:chgData name="Jocellyn Luna" userId="74d04e64cf87037c" providerId="LiveId" clId="{87451890-63C9-44B0-BBAF-9390F7EF4C50}" dt="2020-04-02T03:26:14.113" v="225" actId="1076"/>
          <ac:spMkLst>
            <pc:docMk/>
            <pc:sldMk cId="3761501340" sldId="298"/>
            <ac:spMk id="6553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8:27.922" v="216" actId="403"/>
        <pc:sldMkLst>
          <pc:docMk/>
          <pc:sldMk cId="3548445196" sldId="299"/>
        </pc:sldMkLst>
        <pc:spChg chg="add mod">
          <ac:chgData name="Jocellyn Luna" userId="74d04e64cf87037c" providerId="LiveId" clId="{87451890-63C9-44B0-BBAF-9390F7EF4C50}" dt="2020-04-01T21:07:41.479" v="206" actId="20577"/>
          <ac:spMkLst>
            <pc:docMk/>
            <pc:sldMk cId="3548445196" sldId="299"/>
            <ac:spMk id="4" creationId="{6A74BC83-716B-4F52-8039-33E46148BC1D}"/>
          </ac:spMkLst>
        </pc:spChg>
        <pc:spChg chg="mod">
          <ac:chgData name="Jocellyn Luna" userId="74d04e64cf87037c" providerId="LiveId" clId="{87451890-63C9-44B0-BBAF-9390F7EF4C50}" dt="2020-04-01T21:08:27.922" v="216" actId="403"/>
          <ac:spMkLst>
            <pc:docMk/>
            <pc:sldMk cId="3548445196" sldId="299"/>
            <ac:spMk id="97282" creationId="{00000000-0000-0000-0000-000000000000}"/>
          </ac:spMkLst>
        </pc:spChg>
        <pc:spChg chg="add del">
          <ac:chgData name="Jocellyn Luna" userId="74d04e64cf87037c" providerId="LiveId" clId="{87451890-63C9-44B0-BBAF-9390F7EF4C50}" dt="2020-04-01T21:07:47.924" v="207" actId="478"/>
          <ac:spMkLst>
            <pc:docMk/>
            <pc:sldMk cId="3548445196" sldId="299"/>
            <ac:spMk id="97283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1:08:35.340" v="217" actId="47"/>
        <pc:sldMkLst>
          <pc:docMk/>
          <pc:sldMk cId="2199582314" sldId="300"/>
        </pc:sldMkLst>
      </pc:sldChg>
      <pc:sldChg chg="modSp mod">
        <pc:chgData name="Jocellyn Luna" userId="74d04e64cf87037c" providerId="LiveId" clId="{87451890-63C9-44B0-BBAF-9390F7EF4C50}" dt="2020-04-01T20:56:13.926" v="66" actId="12"/>
        <pc:sldMkLst>
          <pc:docMk/>
          <pc:sldMk cId="3049822942" sldId="301"/>
        </pc:sldMkLst>
        <pc:spChg chg="mod">
          <ac:chgData name="Jocellyn Luna" userId="74d04e64cf87037c" providerId="LiveId" clId="{87451890-63C9-44B0-BBAF-9390F7EF4C50}" dt="2020-04-01T20:56:13.926" v="66" actId="12"/>
          <ac:spMkLst>
            <pc:docMk/>
            <pc:sldMk cId="3049822942" sldId="301"/>
            <ac:spMk id="37891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30.555" v="267"/>
        <pc:sldMkLst>
          <pc:docMk/>
          <pc:sldMk cId="3760943895" sldId="302"/>
        </pc:sldMkLst>
        <pc:spChg chg="add mod">
          <ac:chgData name="Jocellyn Luna" userId="74d04e64cf87037c" providerId="LiveId" clId="{87451890-63C9-44B0-BBAF-9390F7EF4C50}" dt="2020-04-02T03:30:30.555" v="267"/>
          <ac:spMkLst>
            <pc:docMk/>
            <pc:sldMk cId="3760943895" sldId="302"/>
            <ac:spMk id="2" creationId="{B054A321-DF54-44EB-9B1C-B2B2AEB1B841}"/>
          </ac:spMkLst>
        </pc:spChg>
        <pc:spChg chg="del">
          <ac:chgData name="Jocellyn Luna" userId="74d04e64cf87037c" providerId="LiveId" clId="{87451890-63C9-44B0-BBAF-9390F7EF4C50}" dt="2020-04-02T03:30:27.859" v="266" actId="478"/>
          <ac:spMkLst>
            <pc:docMk/>
            <pc:sldMk cId="3760943895" sldId="302"/>
            <ac:spMk id="604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33.207" v="82" actId="166"/>
          <ac:spMkLst>
            <pc:docMk/>
            <pc:sldMk cId="3760943895" sldId="302"/>
            <ac:spMk id="60443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09.258" v="77" actId="1076"/>
          <ac:spMkLst>
            <pc:docMk/>
            <pc:sldMk cId="3760943895" sldId="302"/>
            <ac:spMk id="60466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2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3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3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4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45.009" v="71" actId="1076"/>
          <ac:grpSpMkLst>
            <pc:docMk/>
            <pc:sldMk cId="3760943895" sldId="302"/>
            <ac:grpSpMk id="6044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4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7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6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9.258" v="77" actId="1076"/>
          <ac:grpSpMkLst>
            <pc:docMk/>
            <pc:sldMk cId="3760943895" sldId="302"/>
            <ac:grpSpMk id="6046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54.748" v="74" actId="1076"/>
          <ac:grpSpMkLst>
            <pc:docMk/>
            <pc:sldMk cId="3760943895" sldId="302"/>
            <ac:grpSpMk id="6046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47.198" v="72" actId="1076"/>
          <ac:grpSpMkLst>
            <pc:docMk/>
            <pc:sldMk cId="3760943895" sldId="302"/>
            <ac:grpSpMk id="60473" creationId="{00000000-0000-0000-0000-000000000000}"/>
          </ac:grpSpMkLst>
        </pc:grpChg>
        <pc:graphicFrameChg chg="mod">
          <ac:chgData name="Jocellyn Luna" userId="74d04e64cf87037c" providerId="LiveId" clId="{87451890-63C9-44B0-BBAF-9390F7EF4C50}" dt="2020-04-01T20:56:57.678" v="75" actId="1076"/>
          <ac:graphicFrameMkLst>
            <pc:docMk/>
            <pc:sldMk cId="3760943895" sldId="302"/>
            <ac:graphicFrameMk id="60472" creationId="{00000000-0000-0000-0000-000000000000}"/>
          </ac:graphicFrameMkLst>
        </pc:graphicFrameChg>
      </pc:sldChg>
      <pc:sldChg chg="addSp delSp modSp">
        <pc:chgData name="Jocellyn Luna" userId="74d04e64cf87037c" providerId="LiveId" clId="{87451890-63C9-44B0-BBAF-9390F7EF4C50}" dt="2020-04-02T03:30:08.029" v="265"/>
        <pc:sldMkLst>
          <pc:docMk/>
          <pc:sldMk cId="1654501976" sldId="303"/>
        </pc:sldMkLst>
        <pc:spChg chg="add mod">
          <ac:chgData name="Jocellyn Luna" userId="74d04e64cf87037c" providerId="LiveId" clId="{87451890-63C9-44B0-BBAF-9390F7EF4C50}" dt="2020-04-02T03:30:08.029" v="265"/>
          <ac:spMkLst>
            <pc:docMk/>
            <pc:sldMk cId="1654501976" sldId="303"/>
            <ac:spMk id="2" creationId="{E2A70D37-02B5-4EEF-AC3D-3AB624884BB6}"/>
          </ac:spMkLst>
        </pc:spChg>
        <pc:spChg chg="del">
          <ac:chgData name="Jocellyn Luna" userId="74d04e64cf87037c" providerId="LiveId" clId="{87451890-63C9-44B0-BBAF-9390F7EF4C50}" dt="2020-04-02T03:30:05.980" v="264" actId="478"/>
          <ac:spMkLst>
            <pc:docMk/>
            <pc:sldMk cId="1654501976" sldId="303"/>
            <ac:spMk id="9830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2.695" v="64" actId="1076"/>
          <ac:spMkLst>
            <pc:docMk/>
            <pc:sldMk cId="1654501976" sldId="303"/>
            <ac:spMk id="9830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0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3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4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5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54.797" v="271"/>
        <pc:sldMkLst>
          <pc:docMk/>
          <pc:sldMk cId="350205807" sldId="306"/>
        </pc:sldMkLst>
        <pc:spChg chg="add mod">
          <ac:chgData name="Jocellyn Luna" userId="74d04e64cf87037c" providerId="LiveId" clId="{87451890-63C9-44B0-BBAF-9390F7EF4C50}" dt="2020-04-02T03:30:54.797" v="271"/>
          <ac:spMkLst>
            <pc:docMk/>
            <pc:sldMk cId="350205807" sldId="306"/>
            <ac:spMk id="2" creationId="{1A76D9B8-1EDC-492F-A35A-4C8B905D6EDD}"/>
          </ac:spMkLst>
        </pc:spChg>
        <pc:spChg chg="del">
          <ac:chgData name="Jocellyn Luna" userId="74d04e64cf87037c" providerId="LiveId" clId="{87451890-63C9-44B0-BBAF-9390F7EF4C50}" dt="2020-04-02T03:30:52.435" v="270" actId="478"/>
          <ac:spMkLst>
            <pc:docMk/>
            <pc:sldMk cId="350205807" sldId="306"/>
            <ac:spMk id="10342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58.887" v="86" actId="12"/>
          <ac:spMkLst>
            <pc:docMk/>
            <pc:sldMk cId="350205807" sldId="306"/>
            <ac:spMk id="103427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1:12.897" v="273"/>
        <pc:sldMkLst>
          <pc:docMk/>
          <pc:sldMk cId="486494430" sldId="307"/>
        </pc:sldMkLst>
        <pc:spChg chg="add mod">
          <ac:chgData name="Jocellyn Luna" userId="74d04e64cf87037c" providerId="LiveId" clId="{87451890-63C9-44B0-BBAF-9390F7EF4C50}" dt="2020-04-02T03:31:12.897" v="273"/>
          <ac:spMkLst>
            <pc:docMk/>
            <pc:sldMk cId="486494430" sldId="307"/>
            <ac:spMk id="2" creationId="{F6ADF008-72C6-4EAD-B0E5-3049D14996DC}"/>
          </ac:spMkLst>
        </pc:spChg>
        <pc:spChg chg="del">
          <ac:chgData name="Jocellyn Luna" userId="74d04e64cf87037c" providerId="LiveId" clId="{87451890-63C9-44B0-BBAF-9390F7EF4C50}" dt="2020-04-02T03:31:10.377" v="272" actId="478"/>
          <ac:spMkLst>
            <pc:docMk/>
            <pc:sldMk cId="486494430" sldId="307"/>
            <ac:spMk id="10649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8:09.231" v="87" actId="12"/>
          <ac:spMkLst>
            <pc:docMk/>
            <pc:sldMk cId="486494430" sldId="307"/>
            <ac:spMk id="10649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9:51.832" v="107" actId="207"/>
        <pc:sldMkLst>
          <pc:docMk/>
          <pc:sldMk cId="2832299528" sldId="309"/>
        </pc:sldMkLst>
        <pc:spChg chg="add mod">
          <ac:chgData name="Jocellyn Luna" userId="74d04e64cf87037c" providerId="LiveId" clId="{87451890-63C9-44B0-BBAF-9390F7EF4C50}" dt="2020-04-01T20:59:33.916" v="104"/>
          <ac:spMkLst>
            <pc:docMk/>
            <pc:sldMk cId="2832299528" sldId="309"/>
            <ac:spMk id="2" creationId="{BC61F895-08E1-4D5F-AC79-AACCAA65FA2C}"/>
          </ac:spMkLst>
        </pc:spChg>
        <pc:spChg chg="del">
          <ac:chgData name="Jocellyn Luna" userId="74d04e64cf87037c" providerId="LiveId" clId="{87451890-63C9-44B0-BBAF-9390F7EF4C50}" dt="2020-04-01T20:59:31.104" v="103" actId="478"/>
          <ac:spMkLst>
            <pc:docMk/>
            <pc:sldMk cId="2832299528" sldId="309"/>
            <ac:spMk id="348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9:51.832" v="107" actId="207"/>
          <ac:spMkLst>
            <pc:docMk/>
            <pc:sldMk cId="2832299528" sldId="309"/>
            <ac:spMk id="3481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1:34.414" v="122"/>
        <pc:sldMkLst>
          <pc:docMk/>
          <pc:sldMk cId="1833553264" sldId="310"/>
        </pc:sldMkLst>
        <pc:spChg chg="add mod">
          <ac:chgData name="Jocellyn Luna" userId="74d04e64cf87037c" providerId="LiveId" clId="{87451890-63C9-44B0-BBAF-9390F7EF4C50}" dt="2020-04-01T21:01:34.414" v="122"/>
          <ac:spMkLst>
            <pc:docMk/>
            <pc:sldMk cId="1833553264" sldId="310"/>
            <ac:spMk id="2" creationId="{771575DB-6240-4315-85C7-051BD866D815}"/>
          </ac:spMkLst>
        </pc:spChg>
        <pc:spChg chg="add del mod">
          <ac:chgData name="Jocellyn Luna" userId="74d04e64cf87037c" providerId="LiveId" clId="{87451890-63C9-44B0-BBAF-9390F7EF4C50}" dt="2020-04-01T21:01:32.258" v="121" actId="478"/>
          <ac:spMkLst>
            <pc:docMk/>
            <pc:sldMk cId="1833553264" sldId="310"/>
            <ac:spMk id="6246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16.540" v="108" actId="207"/>
          <ac:spMkLst>
            <pc:docMk/>
            <pc:sldMk cId="1833553264" sldId="310"/>
            <ac:spMk id="6247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19.399" v="109" actId="207"/>
          <ac:spMkLst>
            <pc:docMk/>
            <pc:sldMk cId="1833553264" sldId="310"/>
            <ac:spMk id="62485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21.794" v="110" actId="207"/>
          <ac:spMkLst>
            <pc:docMk/>
            <pc:sldMk cId="1833553264" sldId="310"/>
            <ac:spMk id="6248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28.325" v="112" actId="207"/>
          <ac:spMkLst>
            <pc:docMk/>
            <pc:sldMk cId="1833553264" sldId="310"/>
            <ac:spMk id="6249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48.652" v="115" actId="207"/>
          <ac:spMkLst>
            <pc:docMk/>
            <pc:sldMk cId="1833553264" sldId="310"/>
            <ac:spMk id="62504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0:24.273" v="111" actId="207"/>
          <ac:grpSpMkLst>
            <pc:docMk/>
            <pc:sldMk cId="1833553264" sldId="310"/>
            <ac:grpSpMk id="6249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0:31.070" v="113" actId="207"/>
          <ac:grpSpMkLst>
            <pc:docMk/>
            <pc:sldMk cId="1833553264" sldId="310"/>
            <ac:grpSpMk id="62503" creationId="{00000000-0000-0000-0000-000000000000}"/>
          </ac:grpSpMkLst>
        </pc:grpChg>
      </pc:sldChg>
      <pc:sldChg chg="addSp delSp modSp mod">
        <pc:chgData name="Jocellyn Luna" userId="74d04e64cf87037c" providerId="LiveId" clId="{87451890-63C9-44B0-BBAF-9390F7EF4C50}" dt="2020-04-01T21:02:21.954" v="129"/>
        <pc:sldMkLst>
          <pc:docMk/>
          <pc:sldMk cId="2653938933" sldId="311"/>
        </pc:sldMkLst>
        <pc:spChg chg="add mod">
          <ac:chgData name="Jocellyn Luna" userId="74d04e64cf87037c" providerId="LiveId" clId="{87451890-63C9-44B0-BBAF-9390F7EF4C50}" dt="2020-04-01T21:01:42.588" v="126"/>
          <ac:spMkLst>
            <pc:docMk/>
            <pc:sldMk cId="2653938933" sldId="311"/>
            <ac:spMk id="2" creationId="{C18D83B2-EEB0-4446-91AF-CC7B412CA138}"/>
          </ac:spMkLst>
        </pc:spChg>
        <pc:spChg chg="add del mod">
          <ac:chgData name="Jocellyn Luna" userId="74d04e64cf87037c" providerId="LiveId" clId="{87451890-63C9-44B0-BBAF-9390F7EF4C50}" dt="2020-04-01T21:02:21.459" v="128" actId="478"/>
          <ac:spMkLst>
            <pc:docMk/>
            <pc:sldMk cId="2653938933" sldId="311"/>
            <ac:spMk id="4" creationId="{1AD2795D-3031-417A-A2EA-8E40317459D1}"/>
          </ac:spMkLst>
        </pc:spChg>
        <pc:spChg chg="add">
          <ac:chgData name="Jocellyn Luna" userId="74d04e64cf87037c" providerId="LiveId" clId="{87451890-63C9-44B0-BBAF-9390F7EF4C50}" dt="2020-04-01T21:02:21.954" v="129"/>
          <ac:spMkLst>
            <pc:docMk/>
            <pc:sldMk cId="2653938933" sldId="311"/>
            <ac:spMk id="9" creationId="{8465B68C-F0FE-47B1-B9E2-01C712277018}"/>
          </ac:spMkLst>
        </pc:spChg>
        <pc:spChg chg="add">
          <ac:chgData name="Jocellyn Luna" userId="74d04e64cf87037c" providerId="LiveId" clId="{87451890-63C9-44B0-BBAF-9390F7EF4C50}" dt="2020-04-01T21:02:21.954" v="129"/>
          <ac:spMkLst>
            <pc:docMk/>
            <pc:sldMk cId="2653938933" sldId="311"/>
            <ac:spMk id="11" creationId="{87F6968D-7F3A-4382-92A1-7A173C265E37}"/>
          </ac:spMkLst>
        </pc:spChg>
        <pc:spChg chg="del mod">
          <ac:chgData name="Jocellyn Luna" userId="74d04e64cf87037c" providerId="LiveId" clId="{87451890-63C9-44B0-BBAF-9390F7EF4C50}" dt="2020-04-01T21:01:40.463" v="125" actId="478"/>
          <ac:spMkLst>
            <pc:docMk/>
            <pc:sldMk cId="2653938933" sldId="311"/>
            <ac:spMk id="91138" creationId="{00000000-0000-0000-0000-000000000000}"/>
          </ac:spMkLst>
        </pc:spChg>
        <pc:graphicFrameChg chg="add">
          <ac:chgData name="Jocellyn Luna" userId="74d04e64cf87037c" providerId="LiveId" clId="{87451890-63C9-44B0-BBAF-9390F7EF4C50}" dt="2020-04-01T21:02:21.954" v="129"/>
          <ac:graphicFrameMkLst>
            <pc:docMk/>
            <pc:sldMk cId="2653938933" sldId="311"/>
            <ac:graphicFrameMk id="7" creationId="{0771D76A-E9CC-4DEC-BE4E-AB21A14EFD54}"/>
          </ac:graphicFrameMkLst>
        </pc:graphicFrameChg>
        <pc:graphicFrameChg chg="del mod">
          <ac:chgData name="Jocellyn Luna" userId="74d04e64cf87037c" providerId="LiveId" clId="{87451890-63C9-44B0-BBAF-9390F7EF4C50}" dt="2020-04-01T21:02:19.207" v="127" actId="478"/>
          <ac:graphicFrameMkLst>
            <pc:docMk/>
            <pc:sldMk cId="2653938933" sldId="311"/>
            <ac:graphicFrameMk id="91139" creationId="{00000000-0000-0000-0000-000000000000}"/>
          </ac:graphicFrameMkLst>
        </pc:graphicFrameChg>
        <pc:cxnChg chg="add">
          <ac:chgData name="Jocellyn Luna" userId="74d04e64cf87037c" providerId="LiveId" clId="{87451890-63C9-44B0-BBAF-9390F7EF4C50}" dt="2020-04-01T21:02:21.954" v="129"/>
          <ac:cxnSpMkLst>
            <pc:docMk/>
            <pc:sldMk cId="2653938933" sldId="311"/>
            <ac:cxnSpMk id="8" creationId="{FF523146-B788-48C4-8F87-7BA9F65599A8}"/>
          </ac:cxnSpMkLst>
        </pc:cxnChg>
        <pc:cxnChg chg="add">
          <ac:chgData name="Jocellyn Luna" userId="74d04e64cf87037c" providerId="LiveId" clId="{87451890-63C9-44B0-BBAF-9390F7EF4C50}" dt="2020-04-01T21:02:21.954" v="129"/>
          <ac:cxnSpMkLst>
            <pc:docMk/>
            <pc:sldMk cId="2653938933" sldId="311"/>
            <ac:cxnSpMk id="10" creationId="{7AB20B70-31D8-4BFC-BEF7-21975E558BD1}"/>
          </ac:cxnSpMkLst>
        </pc:cxnChg>
      </pc:sldChg>
      <pc:sldChg chg="addSp delSp modSp">
        <pc:chgData name="Jocellyn Luna" userId="74d04e64cf87037c" providerId="LiveId" clId="{87451890-63C9-44B0-BBAF-9390F7EF4C50}" dt="2020-04-01T21:03:14.228" v="137"/>
        <pc:sldMkLst>
          <pc:docMk/>
          <pc:sldMk cId="1374563362" sldId="312"/>
        </pc:sldMkLst>
        <pc:spChg chg="add mod">
          <ac:chgData name="Jocellyn Luna" userId="74d04e64cf87037c" providerId="LiveId" clId="{87451890-63C9-44B0-BBAF-9390F7EF4C50}" dt="2020-04-01T21:03:14.228" v="137"/>
          <ac:spMkLst>
            <pc:docMk/>
            <pc:sldMk cId="1374563362" sldId="312"/>
            <ac:spMk id="2" creationId="{05E87110-B0D3-4238-B2D2-3551FEFD1344}"/>
          </ac:spMkLst>
        </pc:spChg>
        <pc:spChg chg="del">
          <ac:chgData name="Jocellyn Luna" userId="74d04e64cf87037c" providerId="LiveId" clId="{87451890-63C9-44B0-BBAF-9390F7EF4C50}" dt="2020-04-01T21:03:12.047" v="136" actId="478"/>
          <ac:spMkLst>
            <pc:docMk/>
            <pc:sldMk cId="1374563362" sldId="312"/>
            <ac:spMk id="10854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7.952" v="133" actId="1076"/>
          <ac:spMkLst>
            <pc:docMk/>
            <pc:sldMk cId="1374563362" sldId="312"/>
            <ac:spMk id="10855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7.952" v="133" actId="1076"/>
          <ac:spMkLst>
            <pc:docMk/>
            <pc:sldMk cId="1374563362" sldId="312"/>
            <ac:spMk id="10855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00.929" v="134" actId="1076"/>
          <ac:spMkLst>
            <pc:docMk/>
            <pc:sldMk cId="1374563362" sldId="312"/>
            <ac:spMk id="10855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7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7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8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8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02.595" v="135" actId="1076"/>
          <ac:spMkLst>
            <pc:docMk/>
            <pc:sldMk cId="1374563362" sldId="312"/>
            <ac:spMk id="108582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4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5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5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6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74" creationId="{00000000-0000-0000-0000-000000000000}"/>
          </ac:grpSpMkLst>
        </pc:grpChg>
      </pc:sldChg>
      <pc:sldChg chg="addSp delSp modSp">
        <pc:chgData name="Jocellyn Luna" userId="74d04e64cf87037c" providerId="LiveId" clId="{87451890-63C9-44B0-BBAF-9390F7EF4C50}" dt="2020-04-01T21:03:21.891" v="139"/>
        <pc:sldMkLst>
          <pc:docMk/>
          <pc:sldMk cId="1833071510" sldId="313"/>
        </pc:sldMkLst>
        <pc:spChg chg="add mod">
          <ac:chgData name="Jocellyn Luna" userId="74d04e64cf87037c" providerId="LiveId" clId="{87451890-63C9-44B0-BBAF-9390F7EF4C50}" dt="2020-04-01T21:03:21.891" v="139"/>
          <ac:spMkLst>
            <pc:docMk/>
            <pc:sldMk cId="1833071510" sldId="313"/>
            <ac:spMk id="2" creationId="{921D3483-B917-474E-81B2-40E8A1C7197F}"/>
          </ac:spMkLst>
        </pc:spChg>
        <pc:spChg chg="del">
          <ac:chgData name="Jocellyn Luna" userId="74d04e64cf87037c" providerId="LiveId" clId="{87451890-63C9-44B0-BBAF-9390F7EF4C50}" dt="2020-04-01T21:03:19.473" v="138" actId="478"/>
          <ac:spMkLst>
            <pc:docMk/>
            <pc:sldMk cId="1833071510" sldId="313"/>
            <ac:spMk id="110594" creationId="{00000000-0000-0000-0000-000000000000}"/>
          </ac:spMkLst>
        </pc:spChg>
      </pc:sldChg>
      <pc:sldChg chg="addSp delSp modSp">
        <pc:chgData name="Jocellyn Luna" userId="74d04e64cf87037c" providerId="LiveId" clId="{87451890-63C9-44B0-BBAF-9390F7EF4C50}" dt="2020-04-01T21:03:40.516" v="143" actId="14100"/>
        <pc:sldMkLst>
          <pc:docMk/>
          <pc:sldMk cId="1251803220" sldId="314"/>
        </pc:sldMkLst>
        <pc:spChg chg="add mod">
          <ac:chgData name="Jocellyn Luna" userId="74d04e64cf87037c" providerId="LiveId" clId="{87451890-63C9-44B0-BBAF-9390F7EF4C50}" dt="2020-04-01T21:03:30.151" v="141"/>
          <ac:spMkLst>
            <pc:docMk/>
            <pc:sldMk cId="1251803220" sldId="314"/>
            <ac:spMk id="2" creationId="{98952787-1C31-4AAF-8412-F28A0CC32C08}"/>
          </ac:spMkLst>
        </pc:spChg>
        <pc:spChg chg="del">
          <ac:chgData name="Jocellyn Luna" userId="74d04e64cf87037c" providerId="LiveId" clId="{87451890-63C9-44B0-BBAF-9390F7EF4C50}" dt="2020-04-01T21:03:28.186" v="140" actId="478"/>
          <ac:spMkLst>
            <pc:docMk/>
            <pc:sldMk cId="1251803220" sldId="314"/>
            <ac:spMk id="7782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40.516" v="143" actId="14100"/>
          <ac:spMkLst>
            <pc:docMk/>
            <pc:sldMk cId="1251803220" sldId="314"/>
            <ac:spMk id="7782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37.688" v="142" actId="1076"/>
          <ac:spMkLst>
            <pc:docMk/>
            <pc:sldMk cId="1251803220" sldId="314"/>
            <ac:spMk id="7785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37.688" v="142" actId="1076"/>
          <ac:spMkLst>
            <pc:docMk/>
            <pc:sldMk cId="1251803220" sldId="314"/>
            <ac:spMk id="77885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2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2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3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3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42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4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4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6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67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7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7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80" creationId="{00000000-0000-0000-0000-000000000000}"/>
          </ac:grpSpMkLst>
        </pc:grpChg>
      </pc:sldChg>
      <pc:sldChg chg="addSp delSp modSp mod">
        <pc:chgData name="Jocellyn Luna" userId="74d04e64cf87037c" providerId="LiveId" clId="{87451890-63C9-44B0-BBAF-9390F7EF4C50}" dt="2020-04-01T21:05:46.982" v="161"/>
        <pc:sldMkLst>
          <pc:docMk/>
          <pc:sldMk cId="221818055" sldId="315"/>
        </pc:sldMkLst>
        <pc:spChg chg="add mod">
          <ac:chgData name="Jocellyn Luna" userId="74d04e64cf87037c" providerId="LiveId" clId="{87451890-63C9-44B0-BBAF-9390F7EF4C50}" dt="2020-04-01T21:05:46.982" v="161"/>
          <ac:spMkLst>
            <pc:docMk/>
            <pc:sldMk cId="221818055" sldId="315"/>
            <ac:spMk id="2" creationId="{3321D4E9-4ED1-4CEE-97F1-7FF673C99C8E}"/>
          </ac:spMkLst>
        </pc:spChg>
        <pc:spChg chg="del">
          <ac:chgData name="Jocellyn Luna" userId="74d04e64cf87037c" providerId="LiveId" clId="{87451890-63C9-44B0-BBAF-9390F7EF4C50}" dt="2020-04-01T21:05:44.904" v="160" actId="478"/>
          <ac:spMkLst>
            <pc:docMk/>
            <pc:sldMk cId="221818055" sldId="315"/>
            <ac:spMk id="1116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4:26.690" v="153" actId="1076"/>
          <ac:spMkLst>
            <pc:docMk/>
            <pc:sldMk cId="221818055" sldId="315"/>
            <ac:spMk id="111619" creationId="{00000000-0000-0000-0000-000000000000}"/>
          </ac:spMkLst>
        </pc:spChg>
        <pc:picChg chg="mod">
          <ac:chgData name="Jocellyn Luna" userId="74d04e64cf87037c" providerId="LiveId" clId="{87451890-63C9-44B0-BBAF-9390F7EF4C50}" dt="2020-04-01T21:04:22.300" v="152" actId="1076"/>
          <ac:picMkLst>
            <pc:docMk/>
            <pc:sldMk cId="221818055" sldId="315"/>
            <ac:picMk id="111620" creationId="{00000000-0000-0000-0000-000000000000}"/>
          </ac:picMkLst>
        </pc:picChg>
      </pc:sldChg>
      <pc:sldChg chg="addSp delSp modSp">
        <pc:chgData name="Jocellyn Luna" userId="74d04e64cf87037c" providerId="LiveId" clId="{87451890-63C9-44B0-BBAF-9390F7EF4C50}" dt="2020-04-01T21:05:34.632" v="159"/>
        <pc:sldMkLst>
          <pc:docMk/>
          <pc:sldMk cId="642652966" sldId="316"/>
        </pc:sldMkLst>
        <pc:spChg chg="add mod">
          <ac:chgData name="Jocellyn Luna" userId="74d04e64cf87037c" providerId="LiveId" clId="{87451890-63C9-44B0-BBAF-9390F7EF4C50}" dt="2020-04-01T21:05:34.632" v="159"/>
          <ac:spMkLst>
            <pc:docMk/>
            <pc:sldMk cId="642652966" sldId="316"/>
            <ac:spMk id="2" creationId="{B019FAA0-4E51-41F5-8A17-269941E63B32}"/>
          </ac:spMkLst>
        </pc:spChg>
        <pc:spChg chg="del">
          <ac:chgData name="Jocellyn Luna" userId="74d04e64cf87037c" providerId="LiveId" clId="{87451890-63C9-44B0-BBAF-9390F7EF4C50}" dt="2020-04-01T21:05:32.289" v="158" actId="478"/>
          <ac:spMkLst>
            <pc:docMk/>
            <pc:sldMk cId="642652966" sldId="316"/>
            <ac:spMk id="112642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5:23.962" v="157"/>
        <pc:sldMkLst>
          <pc:docMk/>
          <pc:sldMk cId="457765980" sldId="317"/>
        </pc:sldMkLst>
        <pc:spChg chg="add mod">
          <ac:chgData name="Jocellyn Luna" userId="74d04e64cf87037c" providerId="LiveId" clId="{87451890-63C9-44B0-BBAF-9390F7EF4C50}" dt="2020-04-01T21:05:23.962" v="157"/>
          <ac:spMkLst>
            <pc:docMk/>
            <pc:sldMk cId="457765980" sldId="317"/>
            <ac:spMk id="2" creationId="{F0DA6EB7-BD1F-45FB-B7AC-39DEE7908C79}"/>
          </ac:spMkLst>
        </pc:spChg>
        <pc:spChg chg="del">
          <ac:chgData name="Jocellyn Luna" userId="74d04e64cf87037c" providerId="LiveId" clId="{87451890-63C9-44B0-BBAF-9390F7EF4C50}" dt="2020-04-01T21:05:21.644" v="156" actId="478"/>
          <ac:spMkLst>
            <pc:docMk/>
            <pc:sldMk cId="457765980" sldId="317"/>
            <ac:spMk id="44034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5:15.278" v="155" actId="12"/>
          <ac:spMkLst>
            <pc:docMk/>
            <pc:sldMk cId="457765980" sldId="317"/>
            <ac:spMk id="44035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7:03.201" v="181" actId="404"/>
        <pc:sldMkLst>
          <pc:docMk/>
          <pc:sldMk cId="1970029731" sldId="319"/>
        </pc:sldMkLst>
        <pc:spChg chg="add mod">
          <ac:chgData name="Jocellyn Luna" userId="74d04e64cf87037c" providerId="LiveId" clId="{87451890-63C9-44B0-BBAF-9390F7EF4C50}" dt="2020-04-01T21:06:26.474" v="163"/>
          <ac:spMkLst>
            <pc:docMk/>
            <pc:sldMk cId="1970029731" sldId="319"/>
            <ac:spMk id="2" creationId="{37CDDFD8-451F-4777-90D9-63CE11015ADC}"/>
          </ac:spMkLst>
        </pc:spChg>
        <pc:spChg chg="del">
          <ac:chgData name="Jocellyn Luna" userId="74d04e64cf87037c" providerId="LiveId" clId="{87451890-63C9-44B0-BBAF-9390F7EF4C50}" dt="2020-04-01T21:06:21.210" v="162" actId="478"/>
          <ac:spMkLst>
            <pc:docMk/>
            <pc:sldMk cId="1970029731" sldId="319"/>
            <ac:spMk id="6349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7:03.201" v="181" actId="404"/>
          <ac:spMkLst>
            <pc:docMk/>
            <pc:sldMk cId="1970029731" sldId="319"/>
            <ac:spMk id="63491" creationId="{00000000-0000-0000-0000-000000000000}"/>
          </ac:spMkLst>
        </pc:spChg>
      </pc:sldChg>
      <pc:sldChg chg="addSp delSp modSp">
        <pc:chgData name="Jocellyn Luna" userId="74d04e64cf87037c" providerId="LiveId" clId="{87451890-63C9-44B0-BBAF-9390F7EF4C50}" dt="2020-04-01T21:07:19.583" v="183"/>
        <pc:sldMkLst>
          <pc:docMk/>
          <pc:sldMk cId="4291728190" sldId="320"/>
        </pc:sldMkLst>
        <pc:spChg chg="add mod">
          <ac:chgData name="Jocellyn Luna" userId="74d04e64cf87037c" providerId="LiveId" clId="{87451890-63C9-44B0-BBAF-9390F7EF4C50}" dt="2020-04-01T21:07:19.583" v="183"/>
          <ac:spMkLst>
            <pc:docMk/>
            <pc:sldMk cId="4291728190" sldId="320"/>
            <ac:spMk id="2" creationId="{362FA65E-C6E5-4E25-A5B2-E4F2D8F22E07}"/>
          </ac:spMkLst>
        </pc:spChg>
        <pc:spChg chg="del">
          <ac:chgData name="Jocellyn Luna" userId="74d04e64cf87037c" providerId="LiveId" clId="{87451890-63C9-44B0-BBAF-9390F7EF4C50}" dt="2020-04-01T21:07:17.178" v="182" actId="478"/>
          <ac:spMkLst>
            <pc:docMk/>
            <pc:sldMk cId="4291728190" sldId="320"/>
            <ac:spMk id="87042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40:14.489" v="275" actId="12"/>
        <pc:sldMkLst>
          <pc:docMk/>
          <pc:sldMk cId="2940694578" sldId="345"/>
        </pc:sldMkLst>
        <pc:spChg chg="add mod">
          <ac:chgData name="Jocellyn Luna" userId="74d04e64cf87037c" providerId="LiveId" clId="{87451890-63C9-44B0-BBAF-9390F7EF4C50}" dt="2020-04-01T20:59:22.592" v="102"/>
          <ac:spMkLst>
            <pc:docMk/>
            <pc:sldMk cId="2940694578" sldId="345"/>
            <ac:spMk id="2" creationId="{E609EC5D-A382-4794-B63D-79D9CE073E2E}"/>
          </ac:spMkLst>
        </pc:spChg>
        <pc:spChg chg="del">
          <ac:chgData name="Jocellyn Luna" userId="74d04e64cf87037c" providerId="LiveId" clId="{87451890-63C9-44B0-BBAF-9390F7EF4C50}" dt="2020-04-01T20:59:20.450" v="101" actId="478"/>
          <ac:spMkLst>
            <pc:docMk/>
            <pc:sldMk cId="2940694578" sldId="345"/>
            <ac:spMk id="68610" creationId="{00000000-0000-0000-0000-000000000000}"/>
          </ac:spMkLst>
        </pc:spChg>
        <pc:spChg chg="mod">
          <ac:chgData name="Jocellyn Luna" userId="74d04e64cf87037c" providerId="LiveId" clId="{87451890-63C9-44B0-BBAF-9390F7EF4C50}" dt="2020-04-02T03:40:14.489" v="275" actId="12"/>
          <ac:spMkLst>
            <pc:docMk/>
            <pc:sldMk cId="2940694578" sldId="345"/>
            <ac:spMk id="68611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8:47.179" v="97"/>
        <pc:sldMkLst>
          <pc:docMk/>
          <pc:sldMk cId="2209133037" sldId="346"/>
        </pc:sldMkLst>
        <pc:spChg chg="add mod">
          <ac:chgData name="Jocellyn Luna" userId="74d04e64cf87037c" providerId="LiveId" clId="{87451890-63C9-44B0-BBAF-9390F7EF4C50}" dt="2020-04-01T20:58:47.179" v="97"/>
          <ac:spMkLst>
            <pc:docMk/>
            <pc:sldMk cId="2209133037" sldId="346"/>
            <ac:spMk id="2" creationId="{04AFF289-975D-4E15-8E94-EABF205DA667}"/>
          </ac:spMkLst>
        </pc:spChg>
        <pc:spChg chg="add del mod">
          <ac:chgData name="Jocellyn Luna" userId="74d04e64cf87037c" providerId="LiveId" clId="{87451890-63C9-44B0-BBAF-9390F7EF4C50}" dt="2020-04-01T20:58:45.046" v="96" actId="478"/>
          <ac:spMkLst>
            <pc:docMk/>
            <pc:sldMk cId="2209133037" sldId="346"/>
            <ac:spMk id="3993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8:35.630" v="91" actId="12"/>
          <ac:spMkLst>
            <pc:docMk/>
            <pc:sldMk cId="2209133037" sldId="346"/>
            <ac:spMk id="3993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9:03.986" v="100"/>
        <pc:sldMkLst>
          <pc:docMk/>
          <pc:sldMk cId="2514879678" sldId="347"/>
        </pc:sldMkLst>
        <pc:spChg chg="add del mod">
          <ac:chgData name="Jocellyn Luna" userId="74d04e64cf87037c" providerId="LiveId" clId="{87451890-63C9-44B0-BBAF-9390F7EF4C50}" dt="2020-04-01T20:59:03.453" v="99" actId="478"/>
          <ac:spMkLst>
            <pc:docMk/>
            <pc:sldMk cId="2514879678" sldId="347"/>
            <ac:spMk id="2" creationId="{CEBFAA21-0EF7-47D1-A908-F08C047145F1}"/>
          </ac:spMkLst>
        </pc:spChg>
        <pc:spChg chg="add">
          <ac:chgData name="Jocellyn Luna" userId="74d04e64cf87037c" providerId="LiveId" clId="{87451890-63C9-44B0-BBAF-9390F7EF4C50}" dt="2020-04-01T20:59:03.986" v="100"/>
          <ac:spMkLst>
            <pc:docMk/>
            <pc:sldMk cId="2514879678" sldId="347"/>
            <ac:spMk id="6" creationId="{6935512A-E034-4439-933C-078E6A81030A}"/>
          </ac:spMkLst>
        </pc:spChg>
        <pc:spChg chg="del">
          <ac:chgData name="Jocellyn Luna" userId="74d04e64cf87037c" providerId="LiveId" clId="{87451890-63C9-44B0-BBAF-9390F7EF4C50}" dt="2020-04-01T20:59:01.298" v="98" actId="478"/>
          <ac:spMkLst>
            <pc:docMk/>
            <pc:sldMk cId="2514879678" sldId="347"/>
            <ac:spMk id="93186" creationId="{00000000-0000-0000-0000-000000000000}"/>
          </ac:spMkLst>
        </pc:spChg>
      </pc:sldChg>
      <pc:sldChg chg="modSp add mod ord">
        <pc:chgData name="Jocellyn Luna" userId="74d04e64cf87037c" providerId="LiveId" clId="{87451890-63C9-44B0-BBAF-9390F7EF4C50}" dt="2020-04-01T20:53:37.433" v="25" actId="27636"/>
        <pc:sldMkLst>
          <pc:docMk/>
          <pc:sldMk cId="2617267735" sldId="350"/>
        </pc:sldMkLst>
        <pc:spChg chg="mod">
          <ac:chgData name="Jocellyn Luna" userId="74d04e64cf87037c" providerId="LiveId" clId="{87451890-63C9-44B0-BBAF-9390F7EF4C50}" dt="2020-04-01T20:53:37.433" v="25" actId="27636"/>
          <ac:spMkLst>
            <pc:docMk/>
            <pc:sldMk cId="2617267735" sldId="350"/>
            <ac:spMk id="2" creationId="{B1BD7F75-6EE7-4755-A574-B50EE1CC9543}"/>
          </ac:spMkLst>
        </pc:spChg>
      </pc:sldChg>
      <pc:sldChg chg="modSp add mod">
        <pc:chgData name="Jocellyn Luna" userId="74d04e64cf87037c" providerId="LiveId" clId="{87451890-63C9-44B0-BBAF-9390F7EF4C50}" dt="2020-04-01T20:54:43.694" v="50" actId="20577"/>
        <pc:sldMkLst>
          <pc:docMk/>
          <pc:sldMk cId="2413753139" sldId="351"/>
        </pc:sldMkLst>
        <pc:spChg chg="mod">
          <ac:chgData name="Jocellyn Luna" userId="74d04e64cf87037c" providerId="LiveId" clId="{87451890-63C9-44B0-BBAF-9390F7EF4C50}" dt="2020-04-01T20:54:43.694" v="50" actId="20577"/>
          <ac:spMkLst>
            <pc:docMk/>
            <pc:sldMk cId="2413753139" sldId="351"/>
            <ac:spMk id="2" creationId="{43D02A1A-5FC6-48EC-B961-728D70B49F01}"/>
          </ac:spMkLst>
        </pc:spChg>
      </pc:sldChg>
      <pc:sldChg chg="modSp add mod">
        <pc:chgData name="Jocellyn Luna" userId="74d04e64cf87037c" providerId="LiveId" clId="{87451890-63C9-44B0-BBAF-9390F7EF4C50}" dt="2020-04-01T20:55:11.218" v="56" actId="20577"/>
        <pc:sldMkLst>
          <pc:docMk/>
          <pc:sldMk cId="1155642308" sldId="352"/>
        </pc:sldMkLst>
        <pc:spChg chg="mod">
          <ac:chgData name="Jocellyn Luna" userId="74d04e64cf87037c" providerId="LiveId" clId="{87451890-63C9-44B0-BBAF-9390F7EF4C50}" dt="2020-04-01T20:55:11.218" v="56" actId="20577"/>
          <ac:spMkLst>
            <pc:docMk/>
            <pc:sldMk cId="1155642308" sldId="352"/>
            <ac:spMk id="2" creationId="{DE22C000-63B3-40C2-A583-4428C92007B6}"/>
          </ac:spMkLst>
        </pc:spChg>
      </pc:sldChg>
      <pc:sldChg chg="modSp add mod">
        <pc:chgData name="Jocellyn Luna" userId="74d04e64cf87037c" providerId="LiveId" clId="{87451890-63C9-44B0-BBAF-9390F7EF4C50}" dt="2020-04-01T20:55:33.184" v="62" actId="27636"/>
        <pc:sldMkLst>
          <pc:docMk/>
          <pc:sldMk cId="4223484532" sldId="353"/>
        </pc:sldMkLst>
        <pc:spChg chg="mod">
          <ac:chgData name="Jocellyn Luna" userId="74d04e64cf87037c" providerId="LiveId" clId="{87451890-63C9-44B0-BBAF-9390F7EF4C50}" dt="2020-04-01T20:55:33.184" v="62" actId="27636"/>
          <ac:spMkLst>
            <pc:docMk/>
            <pc:sldMk cId="4223484532" sldId="353"/>
            <ac:spMk id="2" creationId="{A403001C-9EC2-43F7-AE4C-C7B4B848492A}"/>
          </ac:spMkLst>
        </pc:spChg>
      </pc:sldChg>
      <pc:sldChg chg="addSp delSp modSp add mod">
        <pc:chgData name="Jocellyn Luna" userId="74d04e64cf87037c" providerId="LiveId" clId="{87451890-63C9-44B0-BBAF-9390F7EF4C50}" dt="2020-04-01T21:08:19.044" v="213" actId="1076"/>
        <pc:sldMkLst>
          <pc:docMk/>
          <pc:sldMk cId="2645700112" sldId="354"/>
        </pc:sldMkLst>
        <pc:spChg chg="add del mod">
          <ac:chgData name="Jocellyn Luna" userId="74d04e64cf87037c" providerId="LiveId" clId="{87451890-63C9-44B0-BBAF-9390F7EF4C50}" dt="2020-04-01T21:08:14.642" v="212" actId="478"/>
          <ac:spMkLst>
            <pc:docMk/>
            <pc:sldMk cId="2645700112" sldId="354"/>
            <ac:spMk id="2" creationId="{86F5CA71-C4FE-4480-95BF-9231B84EC861}"/>
          </ac:spMkLst>
        </pc:spChg>
        <pc:spChg chg="add mod">
          <ac:chgData name="Jocellyn Luna" userId="74d04e64cf87037c" providerId="LiveId" clId="{87451890-63C9-44B0-BBAF-9390F7EF4C50}" dt="2020-04-01T21:08:19.044" v="213" actId="1076"/>
          <ac:spMkLst>
            <pc:docMk/>
            <pc:sldMk cId="2645700112" sldId="354"/>
            <ac:spMk id="5" creationId="{00DF6846-FC9C-49DD-966E-622759CA26FE}"/>
          </ac:spMkLst>
        </pc:spChg>
        <pc:spChg chg="del">
          <ac:chgData name="Jocellyn Luna" userId="74d04e64cf87037c" providerId="LiveId" clId="{87451890-63C9-44B0-BBAF-9390F7EF4C50}" dt="2020-04-01T21:08:12.314" v="210" actId="478"/>
          <ac:spMkLst>
            <pc:docMk/>
            <pc:sldMk cId="2645700112" sldId="354"/>
            <ac:spMk id="97282" creationId="{00000000-0000-0000-0000-000000000000}"/>
          </ac:spMkLst>
        </pc:spChg>
      </pc:sldChg>
      <pc:sldChg chg="addSp delSp modSp add mod">
        <pc:chgData name="Jocellyn Luna" userId="74d04e64cf87037c" providerId="LiveId" clId="{87451890-63C9-44B0-BBAF-9390F7EF4C50}" dt="2020-04-02T03:27:14.821" v="238" actId="403"/>
        <pc:sldMkLst>
          <pc:docMk/>
          <pc:sldMk cId="2374629121" sldId="355"/>
        </pc:sldMkLst>
        <pc:spChg chg="mod">
          <ac:chgData name="Jocellyn Luna" userId="74d04e64cf87037c" providerId="LiveId" clId="{87451890-63C9-44B0-BBAF-9390F7EF4C50}" dt="2020-04-02T03:26:34.593" v="229" actId="20577"/>
          <ac:spMkLst>
            <pc:docMk/>
            <pc:sldMk cId="2374629121" sldId="355"/>
            <ac:spMk id="2" creationId="{A7785D0F-CC36-4F27-A1C5-C07EAE17E320}"/>
          </ac:spMkLst>
        </pc:spChg>
        <pc:spChg chg="del">
          <ac:chgData name="Jocellyn Luna" userId="74d04e64cf87037c" providerId="LiveId" clId="{87451890-63C9-44B0-BBAF-9390F7EF4C50}" dt="2020-04-02T03:26:53.494" v="231" actId="478"/>
          <ac:spMkLst>
            <pc:docMk/>
            <pc:sldMk cId="2374629121" sldId="355"/>
            <ac:spMk id="3" creationId="{5FA16727-E8CD-47D2-A8EB-15B8A9006195}"/>
          </ac:spMkLst>
        </pc:spChg>
        <pc:spChg chg="add mod">
          <ac:chgData name="Jocellyn Luna" userId="74d04e64cf87037c" providerId="LiveId" clId="{87451890-63C9-44B0-BBAF-9390F7EF4C50}" dt="2020-04-02T03:27:06.097" v="235" actId="14100"/>
          <ac:spMkLst>
            <pc:docMk/>
            <pc:sldMk cId="2374629121" sldId="355"/>
            <ac:spMk id="6" creationId="{F3A85CE6-4A5F-48EF-A6FA-C78BA94CFF13}"/>
          </ac:spMkLst>
        </pc:spChg>
        <pc:spChg chg="add mod">
          <ac:chgData name="Jocellyn Luna" userId="74d04e64cf87037c" providerId="LiveId" clId="{87451890-63C9-44B0-BBAF-9390F7EF4C50}" dt="2020-04-02T03:27:14.821" v="238" actId="403"/>
          <ac:spMkLst>
            <pc:docMk/>
            <pc:sldMk cId="2374629121" sldId="355"/>
            <ac:spMk id="7" creationId="{067B9965-F372-43CB-8C2F-9948079259EB}"/>
          </ac:spMkLst>
        </pc:spChg>
        <pc:picChg chg="add">
          <ac:chgData name="Jocellyn Luna" userId="74d04e64cf87037c" providerId="LiveId" clId="{87451890-63C9-44B0-BBAF-9390F7EF4C50}" dt="2020-04-02T03:26:47.917" v="230"/>
          <ac:picMkLst>
            <pc:docMk/>
            <pc:sldMk cId="2374629121" sldId="355"/>
            <ac:picMk id="4" creationId="{A9B32B5D-54E8-4E28-8E32-36A2F6E06273}"/>
          </ac:picMkLst>
        </pc:picChg>
        <pc:picChg chg="add mod">
          <ac:chgData name="Jocellyn Luna" userId="74d04e64cf87037c" providerId="LiveId" clId="{87451890-63C9-44B0-BBAF-9390F7EF4C50}" dt="2020-04-02T03:27:08.954" v="236" actId="1076"/>
          <ac:picMkLst>
            <pc:docMk/>
            <pc:sldMk cId="2374629121" sldId="355"/>
            <ac:picMk id="5" creationId="{24BC1A78-064A-4DB1-BC9A-511691F01A81}"/>
          </ac:picMkLst>
        </pc:picChg>
      </pc:sldChg>
      <pc:sldMasterChg chg="addSp delSp modSp mod">
        <pc:chgData name="Jocellyn Luna" userId="74d04e64cf87037c" providerId="LiveId" clId="{87451890-63C9-44B0-BBAF-9390F7EF4C50}" dt="2020-04-01T20:52:02.075" v="6" actId="478"/>
        <pc:sldMasterMkLst>
          <pc:docMk/>
          <pc:sldMasterMk cId="3046679269" sldId="2147483696"/>
        </pc:sldMasterMkLst>
        <pc:spChg chg="add del">
          <ac:chgData name="Jocellyn Luna" userId="74d04e64cf87037c" providerId="LiveId" clId="{87451890-63C9-44B0-BBAF-9390F7EF4C50}" dt="2020-04-01T20:51:56" v="3" actId="478"/>
          <ac:spMkLst>
            <pc:docMk/>
            <pc:sldMasterMk cId="3046679269" sldId="2147483696"/>
            <ac:spMk id="13" creationId="{C969B5CC-3368-45FB-8A35-AE1F992E20CF}"/>
          </ac:spMkLst>
        </pc:spChg>
        <pc:spChg chg="add del mod">
          <ac:chgData name="Jocellyn Luna" userId="74d04e64cf87037c" providerId="LiveId" clId="{87451890-63C9-44B0-BBAF-9390F7EF4C50}" dt="2020-04-01T20:52:02.075" v="6" actId="478"/>
          <ac:spMkLst>
            <pc:docMk/>
            <pc:sldMasterMk cId="3046679269" sldId="2147483696"/>
            <ac:spMk id="18" creationId="{45F40F48-DDC8-4E1C-9B82-99ADDA3F9C21}"/>
          </ac:spMkLst>
        </pc:spChg>
        <pc:picChg chg="add del">
          <ac:chgData name="Jocellyn Luna" userId="74d04e64cf87037c" providerId="LiveId" clId="{87451890-63C9-44B0-BBAF-9390F7EF4C50}" dt="2020-04-01T20:51:57.989" v="4" actId="478"/>
          <ac:picMkLst>
            <pc:docMk/>
            <pc:sldMasterMk cId="3046679269" sldId="2147483696"/>
            <ac:picMk id="16" creationId="{ABD42F78-39B0-4FD2-ADB9-4926E54DD31E}"/>
          </ac:picMkLst>
        </pc:picChg>
        <pc:cxnChg chg="add">
          <ac:chgData name="Jocellyn Luna" userId="74d04e64cf87037c" providerId="LiveId" clId="{87451890-63C9-44B0-BBAF-9390F7EF4C50}" dt="2020-04-01T20:51:41.543" v="0"/>
          <ac:cxnSpMkLst>
            <pc:docMk/>
            <pc:sldMasterMk cId="3046679269" sldId="2147483696"/>
            <ac:cxnSpMk id="19" creationId="{0925CDEA-EB30-400B-A776-E597D7F143C9}"/>
          </ac:cxnSpMkLst>
        </pc:cxn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F06BA-3B9B-FF4E-9E38-435A23D19876}" type="datetimeFigureOut">
              <a:rPr lang="es-ES_tradnl" smtClean="0"/>
              <a:t>02/06/2020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FC13D-55E8-5E4C-83EE-DD2212FE7A09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28067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68554-4F8C-124A-B22C-4AC0B67E9F4F}" type="datetimeFigureOut">
              <a:rPr lang="es-ES_tradnl" smtClean="0"/>
              <a:t>02/06/2020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CBA2D-ABA8-C347-A1A3-12FCDB36B40F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20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7CBA2D-ABA8-C347-A1A3-12FCDB36B40F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278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6"/>
            <a:ext cx="9144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8650" y="1122363"/>
            <a:ext cx="78867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924944"/>
            <a:ext cx="6858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26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2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7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7"/>
            <a:ext cx="9144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2363387"/>
            <a:ext cx="78867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253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57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54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7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4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72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39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27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4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974312" y="6224433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158515" y="6306085"/>
            <a:ext cx="3076575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0925CDEA-EB30-400B-A776-E597D7F143C9}"/>
              </a:ext>
            </a:extLst>
          </p:cNvPr>
          <p:cNvCxnSpPr/>
          <p:nvPr userDrawn="1"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79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Recursividad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Estructuras de Datos</a:t>
            </a:r>
          </a:p>
          <a:p>
            <a:r>
              <a:rPr lang="es-ES_tradnl" dirty="0"/>
              <a:t>CCPG1034</a:t>
            </a:r>
          </a:p>
          <a:p>
            <a:r>
              <a:rPr lang="es-ES_tradnl" dirty="0"/>
              <a:t>Sesión 02</a:t>
            </a:r>
          </a:p>
        </p:txBody>
      </p:sp>
    </p:spTree>
    <p:extLst>
      <p:ext uri="{BB962C8B-B14F-4D97-AF65-F5344CB8AC3E}">
        <p14:creationId xmlns:p14="http://schemas.microsoft.com/office/powerpoint/2010/main" val="8442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Agenda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Recursividad</a:t>
            </a:r>
          </a:p>
        </p:txBody>
      </p:sp>
    </p:spTree>
    <p:extLst>
      <p:ext uri="{BB962C8B-B14F-4D97-AF65-F5344CB8AC3E}">
        <p14:creationId xmlns:p14="http://schemas.microsoft.com/office/powerpoint/2010/main" val="363213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757E-A4A5-47C6-9AC7-99092B41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Recursi</a:t>
            </a:r>
            <a:r>
              <a:rPr lang="es-419" dirty="0" err="1"/>
              <a:t>vidad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C637-1E9A-4B9B-87DE-9B458E35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Una forma diferente de realizar repeticiones.</a:t>
            </a:r>
          </a:p>
          <a:p>
            <a:r>
              <a:rPr lang="es-419" dirty="0"/>
              <a:t>Recursividad es la técnica por la cual un método realiza una o varias llamadas de si mismo.</a:t>
            </a:r>
          </a:p>
        </p:txBody>
      </p:sp>
    </p:spTree>
    <p:extLst>
      <p:ext uri="{BB962C8B-B14F-4D97-AF65-F5344CB8AC3E}">
        <p14:creationId xmlns:p14="http://schemas.microsoft.com/office/powerpoint/2010/main" val="303322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2378-38B2-44D5-A28F-1D515CFE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Componentes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73B1-218C-401B-98D9-6DF2DBDA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Casos bases (soluciones elementales y directas al problema planteado)</a:t>
            </a:r>
          </a:p>
          <a:p>
            <a:r>
              <a:rPr lang="es-419" dirty="0"/>
              <a:t>Casos recursivos (la llamada al mismo método con una simplificación del problema original)</a:t>
            </a:r>
          </a:p>
          <a:p>
            <a:r>
              <a:rPr lang="es-419" dirty="0"/>
              <a:t>Sí los casos recursivos se utilizan sin una simplificación del problema, nunca convergerán al caso base y provocará un </a:t>
            </a:r>
            <a:r>
              <a:rPr lang="es-419" dirty="0" err="1"/>
              <a:t>Stack</a:t>
            </a:r>
            <a:r>
              <a:rPr lang="es-419" dirty="0"/>
              <a:t> </a:t>
            </a:r>
            <a:r>
              <a:rPr lang="es-419" dirty="0" err="1"/>
              <a:t>overflow</a:t>
            </a:r>
            <a:r>
              <a:rPr lang="es-419" dirty="0"/>
              <a:t>.</a:t>
            </a:r>
          </a:p>
          <a:p>
            <a:r>
              <a:rPr lang="es-419" dirty="0"/>
              <a:t>Siempre debemos procurar que los casos recursivos converjan a los casos 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1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3476-A542-4461-8037-3B01A512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Factorial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960C04-25B8-4A93-A4BF-32AE266B2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2248639"/>
            <a:ext cx="7886700" cy="11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0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F3C6-5DA8-4D17-A020-9AE3A95C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Factorial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4AE0-8230-4796-BACE-2E1E7E7C6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5E8EF-7F36-4BC2-9B56-E01185C6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9360"/>
            <a:ext cx="9144000" cy="249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6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D573-1091-43F5-A0C5-F8BD0819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Factorial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BACC-17C7-42BB-A408-67718352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B6CA6-833A-4E52-933F-F7374B813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772816"/>
            <a:ext cx="5184576" cy="413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0897-2396-4898-BB02-C7DBDE79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búsqueda binaria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F7F6-C5C1-42A9-ADCD-22F83DCE0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613" y="1628800"/>
            <a:ext cx="78867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9" name="Picture 188">
            <a:extLst>
              <a:ext uri="{FF2B5EF4-FFF2-40B4-BE49-F238E27FC236}">
                <a16:creationId xmlns:a16="http://schemas.microsoft.com/office/drawing/2014/main" id="{9E33F90A-7F73-49E0-821B-194949C2D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42" y="1628800"/>
            <a:ext cx="6941715" cy="45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1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045C-6FFB-4BD6-B0F8-6E6BE788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búsqueda binaria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F4DC-6C61-4BFC-B37E-FB54C62D5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7AAA0-616E-4ED0-8153-B984033B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10" y="1825625"/>
            <a:ext cx="79955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39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0897-2396-4898-BB02-C7DBDE79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intercambiar</a:t>
            </a:r>
            <a:endParaRPr lang="en-US" dirty="0"/>
          </a:p>
        </p:txBody>
      </p:sp>
      <p:grpSp>
        <p:nvGrpSpPr>
          <p:cNvPr id="107" name="Group 94">
            <a:extLst>
              <a:ext uri="{FF2B5EF4-FFF2-40B4-BE49-F238E27FC236}">
                <a16:creationId xmlns:a16="http://schemas.microsoft.com/office/drawing/2014/main" id="{73EC12C5-A256-40B8-863C-1E9BEC6448FA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2204864"/>
            <a:ext cx="2667000" cy="793750"/>
            <a:chOff x="960" y="2256"/>
            <a:chExt cx="1680" cy="500"/>
          </a:xfrm>
        </p:grpSpPr>
        <p:grpSp>
          <p:nvGrpSpPr>
            <p:cNvPr id="108" name="Group 13">
              <a:extLst>
                <a:ext uri="{FF2B5EF4-FFF2-40B4-BE49-F238E27FC236}">
                  <a16:creationId xmlns:a16="http://schemas.microsoft.com/office/drawing/2014/main" id="{F9CE5652-D508-4D8D-8F7E-31350556C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256"/>
              <a:ext cx="336" cy="500"/>
              <a:chOff x="960" y="2160"/>
              <a:chExt cx="336" cy="500"/>
            </a:xfrm>
          </p:grpSpPr>
          <p:grpSp>
            <p:nvGrpSpPr>
              <p:cNvPr id="133" name="Group 11">
                <a:extLst>
                  <a:ext uri="{FF2B5EF4-FFF2-40B4-BE49-F238E27FC236}">
                    <a16:creationId xmlns:a16="http://schemas.microsoft.com/office/drawing/2014/main" id="{075F4651-4CC4-428C-BA30-4BA444E954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35" name="Rectangle 7">
                  <a:extLst>
                    <a:ext uri="{FF2B5EF4-FFF2-40B4-BE49-F238E27FC236}">
                      <a16:creationId xmlns:a16="http://schemas.microsoft.com/office/drawing/2014/main" id="{7D0AB2F0-2F28-4EFD-8C52-A992357771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6" name="Text Box 8">
                  <a:extLst>
                    <a:ext uri="{FF2B5EF4-FFF2-40B4-BE49-F238E27FC236}">
                      <a16:creationId xmlns:a16="http://schemas.microsoft.com/office/drawing/2014/main" id="{2359939D-AB18-440A-BE63-4DD01FE655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37" name="Text Box 9">
                  <a:extLst>
                    <a:ext uri="{FF2B5EF4-FFF2-40B4-BE49-F238E27FC236}">
                      <a16:creationId xmlns:a16="http://schemas.microsoft.com/office/drawing/2014/main" id="{D6A886C5-30A9-4B70-BA6D-762725A18F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34" name="Text Box 12">
                <a:extLst>
                  <a:ext uri="{FF2B5EF4-FFF2-40B4-BE49-F238E27FC236}">
                    <a16:creationId xmlns:a16="http://schemas.microsoft.com/office/drawing/2014/main" id="{7CDCD27E-B0BA-4884-A552-0E95F60CC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09" name="Group 44">
              <a:extLst>
                <a:ext uri="{FF2B5EF4-FFF2-40B4-BE49-F238E27FC236}">
                  <a16:creationId xmlns:a16="http://schemas.microsoft.com/office/drawing/2014/main" id="{FFB0DA56-5B13-425B-BF6C-E28C508B70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56"/>
              <a:ext cx="336" cy="500"/>
              <a:chOff x="960" y="2160"/>
              <a:chExt cx="336" cy="500"/>
            </a:xfrm>
          </p:grpSpPr>
          <p:grpSp>
            <p:nvGrpSpPr>
              <p:cNvPr id="128" name="Group 45">
                <a:extLst>
                  <a:ext uri="{FF2B5EF4-FFF2-40B4-BE49-F238E27FC236}">
                    <a16:creationId xmlns:a16="http://schemas.microsoft.com/office/drawing/2014/main" id="{76D3E7AE-DD8D-4874-B16A-03BFA8D118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30" name="Rectangle 46">
                  <a:extLst>
                    <a:ext uri="{FF2B5EF4-FFF2-40B4-BE49-F238E27FC236}">
                      <a16:creationId xmlns:a16="http://schemas.microsoft.com/office/drawing/2014/main" id="{705D09CC-C17A-492F-A393-04CE86D25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1" name="Text Box 47">
                  <a:extLst>
                    <a:ext uri="{FF2B5EF4-FFF2-40B4-BE49-F238E27FC236}">
                      <a16:creationId xmlns:a16="http://schemas.microsoft.com/office/drawing/2014/main" id="{AEAD1D23-223A-4EBF-A58B-1F9AE6C397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32" name="Text Box 48">
                  <a:extLst>
                    <a:ext uri="{FF2B5EF4-FFF2-40B4-BE49-F238E27FC236}">
                      <a16:creationId xmlns:a16="http://schemas.microsoft.com/office/drawing/2014/main" id="{693EB39C-8D66-42B1-A0AA-06D71B6ECD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10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29" name="Text Box 49">
                <a:extLst>
                  <a:ext uri="{FF2B5EF4-FFF2-40B4-BE49-F238E27FC236}">
                    <a16:creationId xmlns:a16="http://schemas.microsoft.com/office/drawing/2014/main" id="{988A1948-4E76-4306-90EC-B63F5E61F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110" name="Group 50">
              <a:extLst>
                <a:ext uri="{FF2B5EF4-FFF2-40B4-BE49-F238E27FC236}">
                  <a16:creationId xmlns:a16="http://schemas.microsoft.com/office/drawing/2014/main" id="{EC8DCE2E-6C0B-4837-8765-4C0C88272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256"/>
              <a:ext cx="336" cy="500"/>
              <a:chOff x="960" y="2160"/>
              <a:chExt cx="336" cy="500"/>
            </a:xfrm>
          </p:grpSpPr>
          <p:grpSp>
            <p:nvGrpSpPr>
              <p:cNvPr id="123" name="Group 51">
                <a:extLst>
                  <a:ext uri="{FF2B5EF4-FFF2-40B4-BE49-F238E27FC236}">
                    <a16:creationId xmlns:a16="http://schemas.microsoft.com/office/drawing/2014/main" id="{B0774C09-28EB-4B27-B7E4-C5DC3485BA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25" name="Rectangle 52">
                  <a:extLst>
                    <a:ext uri="{FF2B5EF4-FFF2-40B4-BE49-F238E27FC236}">
                      <a16:creationId xmlns:a16="http://schemas.microsoft.com/office/drawing/2014/main" id="{D9C80AEC-7F20-4DF8-A26C-468DCADAE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6" name="Text Box 53">
                  <a:extLst>
                    <a:ext uri="{FF2B5EF4-FFF2-40B4-BE49-F238E27FC236}">
                      <a16:creationId xmlns:a16="http://schemas.microsoft.com/office/drawing/2014/main" id="{7CEAE702-D557-4581-88D7-BD79DF0958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27" name="Text Box 54">
                  <a:extLst>
                    <a:ext uri="{FF2B5EF4-FFF2-40B4-BE49-F238E27FC236}">
                      <a16:creationId xmlns:a16="http://schemas.microsoft.com/office/drawing/2014/main" id="{EB18D8FE-42A5-4414-A500-9A6C77FF14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24" name="Text Box 55">
                <a:extLst>
                  <a:ext uri="{FF2B5EF4-FFF2-40B4-BE49-F238E27FC236}">
                    <a16:creationId xmlns:a16="http://schemas.microsoft.com/office/drawing/2014/main" id="{FA8F0E99-B3BC-49FB-926D-13506720F9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111" name="Group 56">
              <a:extLst>
                <a:ext uri="{FF2B5EF4-FFF2-40B4-BE49-F238E27FC236}">
                  <a16:creationId xmlns:a16="http://schemas.microsoft.com/office/drawing/2014/main" id="{AF6FA1B6-4839-437A-87D1-17961CFD8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256"/>
              <a:ext cx="336" cy="500"/>
              <a:chOff x="960" y="2160"/>
              <a:chExt cx="336" cy="500"/>
            </a:xfrm>
          </p:grpSpPr>
          <p:grpSp>
            <p:nvGrpSpPr>
              <p:cNvPr id="118" name="Group 57">
                <a:extLst>
                  <a:ext uri="{FF2B5EF4-FFF2-40B4-BE49-F238E27FC236}">
                    <a16:creationId xmlns:a16="http://schemas.microsoft.com/office/drawing/2014/main" id="{91F9FDAA-EF1D-4789-B263-70148E054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20" name="Rectangle 58">
                  <a:extLst>
                    <a:ext uri="{FF2B5EF4-FFF2-40B4-BE49-F238E27FC236}">
                      <a16:creationId xmlns:a16="http://schemas.microsoft.com/office/drawing/2014/main" id="{113BA6CD-A9F3-4A80-B629-018F0B93AA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1" name="Text Box 59">
                  <a:extLst>
                    <a:ext uri="{FF2B5EF4-FFF2-40B4-BE49-F238E27FC236}">
                      <a16:creationId xmlns:a16="http://schemas.microsoft.com/office/drawing/2014/main" id="{FFD9746B-6317-41C9-8A64-FCF59F1A17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22" name="Text Box 60">
                  <a:extLst>
                    <a:ext uri="{FF2B5EF4-FFF2-40B4-BE49-F238E27FC236}">
                      <a16:creationId xmlns:a16="http://schemas.microsoft.com/office/drawing/2014/main" id="{DE6ACFC9-8672-40FD-868F-3FC530F70E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35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19" name="Text Box 61">
                <a:extLst>
                  <a:ext uri="{FF2B5EF4-FFF2-40B4-BE49-F238E27FC236}">
                    <a16:creationId xmlns:a16="http://schemas.microsoft.com/office/drawing/2014/main" id="{45DCE704-746D-43FC-9EBC-9269E8674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112" name="Group 62">
              <a:extLst>
                <a:ext uri="{FF2B5EF4-FFF2-40B4-BE49-F238E27FC236}">
                  <a16:creationId xmlns:a16="http://schemas.microsoft.com/office/drawing/2014/main" id="{B4588484-1301-430F-A77C-A92896AC66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256"/>
              <a:ext cx="336" cy="500"/>
              <a:chOff x="960" y="2160"/>
              <a:chExt cx="336" cy="500"/>
            </a:xfrm>
          </p:grpSpPr>
          <p:grpSp>
            <p:nvGrpSpPr>
              <p:cNvPr id="113" name="Group 63">
                <a:extLst>
                  <a:ext uri="{FF2B5EF4-FFF2-40B4-BE49-F238E27FC236}">
                    <a16:creationId xmlns:a16="http://schemas.microsoft.com/office/drawing/2014/main" id="{D85B5B8C-3465-46AE-A236-FBE6201A0B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15" name="Rectangle 64">
                  <a:extLst>
                    <a:ext uri="{FF2B5EF4-FFF2-40B4-BE49-F238E27FC236}">
                      <a16:creationId xmlns:a16="http://schemas.microsoft.com/office/drawing/2014/main" id="{1818423D-D463-44AF-B99D-0FD0778FD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6" name="Text Box 65">
                  <a:extLst>
                    <a:ext uri="{FF2B5EF4-FFF2-40B4-BE49-F238E27FC236}">
                      <a16:creationId xmlns:a16="http://schemas.microsoft.com/office/drawing/2014/main" id="{7C2F2964-C49F-4931-8E9E-D4614ABF98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17" name="Text Box 66">
                  <a:extLst>
                    <a:ext uri="{FF2B5EF4-FFF2-40B4-BE49-F238E27FC236}">
                      <a16:creationId xmlns:a16="http://schemas.microsoft.com/office/drawing/2014/main" id="{A5FEBEDC-9C53-4BCE-9A46-AC19928240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40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14" name="Text Box 67">
                <a:extLst>
                  <a:ext uri="{FF2B5EF4-FFF2-40B4-BE49-F238E27FC236}">
                    <a16:creationId xmlns:a16="http://schemas.microsoft.com/office/drawing/2014/main" id="{A3DBFEAA-EFB4-45E9-A113-2FC9F9F34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4</a:t>
                </a:r>
              </a:p>
            </p:txBody>
          </p:sp>
        </p:grp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6F1F3A7-7107-49CC-8C96-9D6F05C2300C}"/>
              </a:ext>
            </a:extLst>
          </p:cNvPr>
          <p:cNvCxnSpPr/>
          <p:nvPr/>
        </p:nvCxnSpPr>
        <p:spPr>
          <a:xfrm>
            <a:off x="488178" y="1722412"/>
            <a:ext cx="0" cy="432048"/>
          </a:xfrm>
          <a:prstGeom prst="straightConnector1">
            <a:avLst/>
          </a:prstGeom>
          <a:ln>
            <a:noFill/>
            <a:tailEnd type="triangle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978E02B-AE50-4413-ADBD-A4250D691154}"/>
              </a:ext>
            </a:extLst>
          </p:cNvPr>
          <p:cNvCxnSpPr/>
          <p:nvPr/>
        </p:nvCxnSpPr>
        <p:spPr>
          <a:xfrm>
            <a:off x="506434" y="1691481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433BBDF-E95C-448C-9F93-1352FDAD173A}"/>
              </a:ext>
            </a:extLst>
          </p:cNvPr>
          <p:cNvSpPr txBox="1"/>
          <p:nvPr/>
        </p:nvSpPr>
        <p:spPr>
          <a:xfrm>
            <a:off x="199922" y="1397064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51A8FA6-19F2-4A4B-BB5A-454B0966B465}"/>
              </a:ext>
            </a:extLst>
          </p:cNvPr>
          <p:cNvCxnSpPr/>
          <p:nvPr/>
        </p:nvCxnSpPr>
        <p:spPr>
          <a:xfrm>
            <a:off x="2631700" y="1691481"/>
            <a:ext cx="0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DEC5C97-71F7-4EE0-A52D-7848B945736B}"/>
              </a:ext>
            </a:extLst>
          </p:cNvPr>
          <p:cNvSpPr txBox="1"/>
          <p:nvPr/>
        </p:nvSpPr>
        <p:spPr>
          <a:xfrm>
            <a:off x="2299390" y="135980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80" name="Group 94">
            <a:extLst>
              <a:ext uri="{FF2B5EF4-FFF2-40B4-BE49-F238E27FC236}">
                <a16:creationId xmlns:a16="http://schemas.microsoft.com/office/drawing/2014/main" id="{2D877A74-5BCB-46FB-8340-41BD1CFD9D7D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4609642"/>
            <a:ext cx="2667000" cy="793750"/>
            <a:chOff x="960" y="2256"/>
            <a:chExt cx="1680" cy="500"/>
          </a:xfrm>
        </p:grpSpPr>
        <p:grpSp>
          <p:nvGrpSpPr>
            <p:cNvPr id="81" name="Group 13">
              <a:extLst>
                <a:ext uri="{FF2B5EF4-FFF2-40B4-BE49-F238E27FC236}">
                  <a16:creationId xmlns:a16="http://schemas.microsoft.com/office/drawing/2014/main" id="{2D4F717A-28A0-42D1-901A-012C8FF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256"/>
              <a:ext cx="336" cy="500"/>
              <a:chOff x="960" y="2160"/>
              <a:chExt cx="336" cy="500"/>
            </a:xfrm>
          </p:grpSpPr>
          <p:grpSp>
            <p:nvGrpSpPr>
              <p:cNvPr id="106" name="Group 11">
                <a:extLst>
                  <a:ext uri="{FF2B5EF4-FFF2-40B4-BE49-F238E27FC236}">
                    <a16:creationId xmlns:a16="http://schemas.microsoft.com/office/drawing/2014/main" id="{EF234343-F56A-4376-9F4F-0CE3207ABC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40" name="Rectangle 7">
                  <a:extLst>
                    <a:ext uri="{FF2B5EF4-FFF2-40B4-BE49-F238E27FC236}">
                      <a16:creationId xmlns:a16="http://schemas.microsoft.com/office/drawing/2014/main" id="{C8D682AE-1866-4916-BC48-6597E9D2B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2" name="Text Box 8">
                  <a:extLst>
                    <a:ext uri="{FF2B5EF4-FFF2-40B4-BE49-F238E27FC236}">
                      <a16:creationId xmlns:a16="http://schemas.microsoft.com/office/drawing/2014/main" id="{B98D7223-3A71-464C-8EFB-F28BAD55E9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43" name="Text Box 9">
                  <a:extLst>
                    <a:ext uri="{FF2B5EF4-FFF2-40B4-BE49-F238E27FC236}">
                      <a16:creationId xmlns:a16="http://schemas.microsoft.com/office/drawing/2014/main" id="{B6DC2608-BA8B-4639-A438-FB14A5F21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40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38" name="Text Box 12">
                <a:extLst>
                  <a:ext uri="{FF2B5EF4-FFF2-40B4-BE49-F238E27FC236}">
                    <a16:creationId xmlns:a16="http://schemas.microsoft.com/office/drawing/2014/main" id="{9F84628B-513B-4352-8B29-D18A1E2CA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82" name="Group 44">
              <a:extLst>
                <a:ext uri="{FF2B5EF4-FFF2-40B4-BE49-F238E27FC236}">
                  <a16:creationId xmlns:a16="http://schemas.microsoft.com/office/drawing/2014/main" id="{833CBB11-4DD6-4430-90B0-09F022421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56"/>
              <a:ext cx="336" cy="500"/>
              <a:chOff x="960" y="2160"/>
              <a:chExt cx="336" cy="500"/>
            </a:xfrm>
          </p:grpSpPr>
          <p:grpSp>
            <p:nvGrpSpPr>
              <p:cNvPr id="101" name="Group 45">
                <a:extLst>
                  <a:ext uri="{FF2B5EF4-FFF2-40B4-BE49-F238E27FC236}">
                    <a16:creationId xmlns:a16="http://schemas.microsoft.com/office/drawing/2014/main" id="{BAA944AA-3E0F-49D7-9011-27FA76208D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103" name="Rectangle 46">
                  <a:extLst>
                    <a:ext uri="{FF2B5EF4-FFF2-40B4-BE49-F238E27FC236}">
                      <a16:creationId xmlns:a16="http://schemas.microsoft.com/office/drawing/2014/main" id="{2E8294BC-2900-4E8B-BBEF-B46312363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" name="Text Box 47">
                  <a:extLst>
                    <a:ext uri="{FF2B5EF4-FFF2-40B4-BE49-F238E27FC236}">
                      <a16:creationId xmlns:a16="http://schemas.microsoft.com/office/drawing/2014/main" id="{88346A5B-DE50-41A2-A69E-7E5916EA06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5" name="Text Box 48">
                  <a:extLst>
                    <a:ext uri="{FF2B5EF4-FFF2-40B4-BE49-F238E27FC236}">
                      <a16:creationId xmlns:a16="http://schemas.microsoft.com/office/drawing/2014/main" id="{E4A4B314-7F11-4672-A009-C6C8D5311C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10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02" name="Text Box 49">
                <a:extLst>
                  <a:ext uri="{FF2B5EF4-FFF2-40B4-BE49-F238E27FC236}">
                    <a16:creationId xmlns:a16="http://schemas.microsoft.com/office/drawing/2014/main" id="{20A1FB11-4D16-4E45-802C-A3A3709EDA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83" name="Group 50">
              <a:extLst>
                <a:ext uri="{FF2B5EF4-FFF2-40B4-BE49-F238E27FC236}">
                  <a16:creationId xmlns:a16="http://schemas.microsoft.com/office/drawing/2014/main" id="{46E58BA4-9951-487D-BC51-F274C1D88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256"/>
              <a:ext cx="336" cy="500"/>
              <a:chOff x="960" y="2160"/>
              <a:chExt cx="336" cy="500"/>
            </a:xfrm>
          </p:grpSpPr>
          <p:grpSp>
            <p:nvGrpSpPr>
              <p:cNvPr id="96" name="Group 51">
                <a:extLst>
                  <a:ext uri="{FF2B5EF4-FFF2-40B4-BE49-F238E27FC236}">
                    <a16:creationId xmlns:a16="http://schemas.microsoft.com/office/drawing/2014/main" id="{666AD07B-C2F3-4EA1-BA2D-21A8C9E4FF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98" name="Rectangle 52">
                  <a:extLst>
                    <a:ext uri="{FF2B5EF4-FFF2-40B4-BE49-F238E27FC236}">
                      <a16:creationId xmlns:a16="http://schemas.microsoft.com/office/drawing/2014/main" id="{6BCF1011-B935-40D1-91D0-AEB773833D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9" name="Text Box 53">
                  <a:extLst>
                    <a:ext uri="{FF2B5EF4-FFF2-40B4-BE49-F238E27FC236}">
                      <a16:creationId xmlns:a16="http://schemas.microsoft.com/office/drawing/2014/main" id="{AD58FD08-E094-4F4C-8594-FE4B72BED5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0" name="Text Box 54">
                  <a:extLst>
                    <a:ext uri="{FF2B5EF4-FFF2-40B4-BE49-F238E27FC236}">
                      <a16:creationId xmlns:a16="http://schemas.microsoft.com/office/drawing/2014/main" id="{2C20FF0B-0594-4E8A-81DD-D9A963A397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97" name="Text Box 55">
                <a:extLst>
                  <a:ext uri="{FF2B5EF4-FFF2-40B4-BE49-F238E27FC236}">
                    <a16:creationId xmlns:a16="http://schemas.microsoft.com/office/drawing/2014/main" id="{908AC41C-A9B6-4FE6-9546-DB36B17E8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84" name="Group 56">
              <a:extLst>
                <a:ext uri="{FF2B5EF4-FFF2-40B4-BE49-F238E27FC236}">
                  <a16:creationId xmlns:a16="http://schemas.microsoft.com/office/drawing/2014/main" id="{121FF70B-6FD6-44FC-B965-98A140A78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256"/>
              <a:ext cx="336" cy="500"/>
              <a:chOff x="960" y="2160"/>
              <a:chExt cx="336" cy="500"/>
            </a:xfrm>
          </p:grpSpPr>
          <p:grpSp>
            <p:nvGrpSpPr>
              <p:cNvPr id="91" name="Group 57">
                <a:extLst>
                  <a:ext uri="{FF2B5EF4-FFF2-40B4-BE49-F238E27FC236}">
                    <a16:creationId xmlns:a16="http://schemas.microsoft.com/office/drawing/2014/main" id="{77A5048A-D859-456F-B42F-C95650C644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93" name="Rectangle 58">
                  <a:extLst>
                    <a:ext uri="{FF2B5EF4-FFF2-40B4-BE49-F238E27FC236}">
                      <a16:creationId xmlns:a16="http://schemas.microsoft.com/office/drawing/2014/main" id="{AD5EC8E9-827B-49E5-95E6-545AEBB790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" name="Text Box 59">
                  <a:extLst>
                    <a:ext uri="{FF2B5EF4-FFF2-40B4-BE49-F238E27FC236}">
                      <a16:creationId xmlns:a16="http://schemas.microsoft.com/office/drawing/2014/main" id="{9B57C897-0ED7-4308-8CB5-BEB8234BFD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5" name="Text Box 60">
                  <a:extLst>
                    <a:ext uri="{FF2B5EF4-FFF2-40B4-BE49-F238E27FC236}">
                      <a16:creationId xmlns:a16="http://schemas.microsoft.com/office/drawing/2014/main" id="{894AF78B-FC12-497E-AE42-2DCE3ED5A8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35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92" name="Text Box 61">
                <a:extLst>
                  <a:ext uri="{FF2B5EF4-FFF2-40B4-BE49-F238E27FC236}">
                    <a16:creationId xmlns:a16="http://schemas.microsoft.com/office/drawing/2014/main" id="{290F9029-34F1-4119-A18B-DAD467670B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85" name="Group 62">
              <a:extLst>
                <a:ext uri="{FF2B5EF4-FFF2-40B4-BE49-F238E27FC236}">
                  <a16:creationId xmlns:a16="http://schemas.microsoft.com/office/drawing/2014/main" id="{84ABA342-7307-428F-BB0F-BA0B3251B6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256"/>
              <a:ext cx="336" cy="500"/>
              <a:chOff x="960" y="2160"/>
              <a:chExt cx="336" cy="500"/>
            </a:xfrm>
          </p:grpSpPr>
          <p:grpSp>
            <p:nvGrpSpPr>
              <p:cNvPr id="86" name="Group 63">
                <a:extLst>
                  <a:ext uri="{FF2B5EF4-FFF2-40B4-BE49-F238E27FC236}">
                    <a16:creationId xmlns:a16="http://schemas.microsoft.com/office/drawing/2014/main" id="{92E13363-0406-4A04-8E66-954493A2EA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88" name="Rectangle 64">
                  <a:extLst>
                    <a:ext uri="{FF2B5EF4-FFF2-40B4-BE49-F238E27FC236}">
                      <a16:creationId xmlns:a16="http://schemas.microsoft.com/office/drawing/2014/main" id="{556D54EA-1528-453B-AF7C-C56189DCE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9" name="Text Box 65">
                  <a:extLst>
                    <a:ext uri="{FF2B5EF4-FFF2-40B4-BE49-F238E27FC236}">
                      <a16:creationId xmlns:a16="http://schemas.microsoft.com/office/drawing/2014/main" id="{0BC7E9BC-8F18-48C2-88FF-B72C2481F5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0" name="Text Box 66">
                  <a:extLst>
                    <a:ext uri="{FF2B5EF4-FFF2-40B4-BE49-F238E27FC236}">
                      <a16:creationId xmlns:a16="http://schemas.microsoft.com/office/drawing/2014/main" id="{C9219A8A-112B-4254-9F3C-F0B4563C41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87" name="Text Box 67">
                <a:extLst>
                  <a:ext uri="{FF2B5EF4-FFF2-40B4-BE49-F238E27FC236}">
                    <a16:creationId xmlns:a16="http://schemas.microsoft.com/office/drawing/2014/main" id="{F39B7DAF-E90F-4B9E-A7D0-520AB47AD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4</a:t>
                </a:r>
              </a:p>
            </p:txBody>
          </p:sp>
        </p:grpSp>
      </p:grp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CBA9DD5-86BB-4935-8BE6-544D5FC33685}"/>
              </a:ext>
            </a:extLst>
          </p:cNvPr>
          <p:cNvCxnSpPr/>
          <p:nvPr/>
        </p:nvCxnSpPr>
        <p:spPr>
          <a:xfrm>
            <a:off x="488178" y="4127190"/>
            <a:ext cx="0" cy="432048"/>
          </a:xfrm>
          <a:prstGeom prst="straightConnector1">
            <a:avLst/>
          </a:prstGeom>
          <a:ln>
            <a:noFill/>
            <a:tailEnd type="triangle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680B084-274F-45E0-A4A2-421250247BF6}"/>
              </a:ext>
            </a:extLst>
          </p:cNvPr>
          <p:cNvCxnSpPr/>
          <p:nvPr/>
        </p:nvCxnSpPr>
        <p:spPr>
          <a:xfrm>
            <a:off x="506434" y="4096259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33A5950D-4A01-4B21-875E-2E9253A3F549}"/>
              </a:ext>
            </a:extLst>
          </p:cNvPr>
          <p:cNvSpPr txBox="1"/>
          <p:nvPr/>
        </p:nvSpPr>
        <p:spPr>
          <a:xfrm>
            <a:off x="199922" y="3826301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6D1393AF-5E3F-4A9E-A4DE-E38ED000641C}"/>
              </a:ext>
            </a:extLst>
          </p:cNvPr>
          <p:cNvCxnSpPr/>
          <p:nvPr/>
        </p:nvCxnSpPr>
        <p:spPr>
          <a:xfrm>
            <a:off x="2631700" y="4096259"/>
            <a:ext cx="0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9ECF99D5-1DBA-4BED-84E5-8371DAF6032F}"/>
              </a:ext>
            </a:extLst>
          </p:cNvPr>
          <p:cNvSpPr txBox="1"/>
          <p:nvPr/>
        </p:nvSpPr>
        <p:spPr>
          <a:xfrm>
            <a:off x="2299390" y="378904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228" name="Group 94">
            <a:extLst>
              <a:ext uri="{FF2B5EF4-FFF2-40B4-BE49-F238E27FC236}">
                <a16:creationId xmlns:a16="http://schemas.microsoft.com/office/drawing/2014/main" id="{9C95CFAA-9AF1-4149-A16F-7887448F6480}"/>
              </a:ext>
            </a:extLst>
          </p:cNvPr>
          <p:cNvGrpSpPr>
            <a:grpSpLocks/>
          </p:cNvGrpSpPr>
          <p:nvPr/>
        </p:nvGrpSpPr>
        <p:grpSpPr bwMode="auto">
          <a:xfrm>
            <a:off x="3132056" y="2190750"/>
            <a:ext cx="2667000" cy="793750"/>
            <a:chOff x="960" y="2256"/>
            <a:chExt cx="1680" cy="500"/>
          </a:xfrm>
        </p:grpSpPr>
        <p:grpSp>
          <p:nvGrpSpPr>
            <p:cNvPr id="229" name="Group 13">
              <a:extLst>
                <a:ext uri="{FF2B5EF4-FFF2-40B4-BE49-F238E27FC236}">
                  <a16:creationId xmlns:a16="http://schemas.microsoft.com/office/drawing/2014/main" id="{17555698-0D6B-4EFF-A84C-88A454F75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256"/>
              <a:ext cx="336" cy="500"/>
              <a:chOff x="960" y="2160"/>
              <a:chExt cx="336" cy="500"/>
            </a:xfrm>
          </p:grpSpPr>
          <p:grpSp>
            <p:nvGrpSpPr>
              <p:cNvPr id="254" name="Group 11">
                <a:extLst>
                  <a:ext uri="{FF2B5EF4-FFF2-40B4-BE49-F238E27FC236}">
                    <a16:creationId xmlns:a16="http://schemas.microsoft.com/office/drawing/2014/main" id="{9703C544-6AC7-4CCD-AF0A-C279B09109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56" name="Rectangle 7">
                  <a:extLst>
                    <a:ext uri="{FF2B5EF4-FFF2-40B4-BE49-F238E27FC236}">
                      <a16:creationId xmlns:a16="http://schemas.microsoft.com/office/drawing/2014/main" id="{A6473035-A769-4686-B441-BE6DE72027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" name="Text Box 8">
                  <a:extLst>
                    <a:ext uri="{FF2B5EF4-FFF2-40B4-BE49-F238E27FC236}">
                      <a16:creationId xmlns:a16="http://schemas.microsoft.com/office/drawing/2014/main" id="{BC4D2CBD-BE8C-4DF1-9C4A-07AD3F05DA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58" name="Text Box 9">
                  <a:extLst>
                    <a:ext uri="{FF2B5EF4-FFF2-40B4-BE49-F238E27FC236}">
                      <a16:creationId xmlns:a16="http://schemas.microsoft.com/office/drawing/2014/main" id="{A4009616-80E6-4725-AA89-000F6BA067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40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55" name="Text Box 12">
                <a:extLst>
                  <a:ext uri="{FF2B5EF4-FFF2-40B4-BE49-F238E27FC236}">
                    <a16:creationId xmlns:a16="http://schemas.microsoft.com/office/drawing/2014/main" id="{0C3AAC27-90E7-4B1B-9F22-4B5841CBC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230" name="Group 44">
              <a:extLst>
                <a:ext uri="{FF2B5EF4-FFF2-40B4-BE49-F238E27FC236}">
                  <a16:creationId xmlns:a16="http://schemas.microsoft.com/office/drawing/2014/main" id="{1666E1FD-C888-4EA8-AAE8-98E938FCA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56"/>
              <a:ext cx="336" cy="500"/>
              <a:chOff x="960" y="2160"/>
              <a:chExt cx="336" cy="500"/>
            </a:xfrm>
          </p:grpSpPr>
          <p:grpSp>
            <p:nvGrpSpPr>
              <p:cNvPr id="249" name="Group 45">
                <a:extLst>
                  <a:ext uri="{FF2B5EF4-FFF2-40B4-BE49-F238E27FC236}">
                    <a16:creationId xmlns:a16="http://schemas.microsoft.com/office/drawing/2014/main" id="{B6096E99-5DDC-421D-A073-B9CEC96D26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51" name="Rectangle 46">
                  <a:extLst>
                    <a:ext uri="{FF2B5EF4-FFF2-40B4-BE49-F238E27FC236}">
                      <a16:creationId xmlns:a16="http://schemas.microsoft.com/office/drawing/2014/main" id="{8A9B2457-A39B-4D32-9C95-7B6D6FC6D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2" name="Text Box 47">
                  <a:extLst>
                    <a:ext uri="{FF2B5EF4-FFF2-40B4-BE49-F238E27FC236}">
                      <a16:creationId xmlns:a16="http://schemas.microsoft.com/office/drawing/2014/main" id="{935C5EF7-AAF9-477E-9F0E-D767C5F38E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53" name="Text Box 48">
                  <a:extLst>
                    <a:ext uri="{FF2B5EF4-FFF2-40B4-BE49-F238E27FC236}">
                      <a16:creationId xmlns:a16="http://schemas.microsoft.com/office/drawing/2014/main" id="{BB29444F-6B76-42CD-92AF-403A5A898E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10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50" name="Text Box 49">
                <a:extLst>
                  <a:ext uri="{FF2B5EF4-FFF2-40B4-BE49-F238E27FC236}">
                    <a16:creationId xmlns:a16="http://schemas.microsoft.com/office/drawing/2014/main" id="{B97BC053-8D7A-4846-BB26-A2FAD65BD5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31" name="Group 50">
              <a:extLst>
                <a:ext uri="{FF2B5EF4-FFF2-40B4-BE49-F238E27FC236}">
                  <a16:creationId xmlns:a16="http://schemas.microsoft.com/office/drawing/2014/main" id="{8442ECBA-247C-4251-A2A9-09496F664A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256"/>
              <a:ext cx="336" cy="500"/>
              <a:chOff x="960" y="2160"/>
              <a:chExt cx="336" cy="500"/>
            </a:xfrm>
          </p:grpSpPr>
          <p:grpSp>
            <p:nvGrpSpPr>
              <p:cNvPr id="244" name="Group 51">
                <a:extLst>
                  <a:ext uri="{FF2B5EF4-FFF2-40B4-BE49-F238E27FC236}">
                    <a16:creationId xmlns:a16="http://schemas.microsoft.com/office/drawing/2014/main" id="{E8F780F8-221B-4CFB-B8C4-76728C5D9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46" name="Rectangle 52">
                  <a:extLst>
                    <a:ext uri="{FF2B5EF4-FFF2-40B4-BE49-F238E27FC236}">
                      <a16:creationId xmlns:a16="http://schemas.microsoft.com/office/drawing/2014/main" id="{DAEF550E-5C3A-4B88-8547-C109A7A0B8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7" name="Text Box 53">
                  <a:extLst>
                    <a:ext uri="{FF2B5EF4-FFF2-40B4-BE49-F238E27FC236}">
                      <a16:creationId xmlns:a16="http://schemas.microsoft.com/office/drawing/2014/main" id="{129DDE9C-5868-4655-8577-1AE88F05A5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48" name="Text Box 54">
                  <a:extLst>
                    <a:ext uri="{FF2B5EF4-FFF2-40B4-BE49-F238E27FC236}">
                      <a16:creationId xmlns:a16="http://schemas.microsoft.com/office/drawing/2014/main" id="{34EA22EE-4BA6-4CC6-839D-DEB8E512E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45" name="Text Box 55">
                <a:extLst>
                  <a:ext uri="{FF2B5EF4-FFF2-40B4-BE49-F238E27FC236}">
                    <a16:creationId xmlns:a16="http://schemas.microsoft.com/office/drawing/2014/main" id="{9FE4FF28-F1E6-48B9-84D4-29508C7C3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232" name="Group 56">
              <a:extLst>
                <a:ext uri="{FF2B5EF4-FFF2-40B4-BE49-F238E27FC236}">
                  <a16:creationId xmlns:a16="http://schemas.microsoft.com/office/drawing/2014/main" id="{3A0373EA-179E-49EF-8C3C-5DCB5AF3A1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256"/>
              <a:ext cx="336" cy="500"/>
              <a:chOff x="960" y="2160"/>
              <a:chExt cx="336" cy="500"/>
            </a:xfrm>
          </p:grpSpPr>
          <p:grpSp>
            <p:nvGrpSpPr>
              <p:cNvPr id="239" name="Group 57">
                <a:extLst>
                  <a:ext uri="{FF2B5EF4-FFF2-40B4-BE49-F238E27FC236}">
                    <a16:creationId xmlns:a16="http://schemas.microsoft.com/office/drawing/2014/main" id="{CAE368A8-AB6C-4784-AAB4-D7BF32A44D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41" name="Rectangle 58">
                  <a:extLst>
                    <a:ext uri="{FF2B5EF4-FFF2-40B4-BE49-F238E27FC236}">
                      <a16:creationId xmlns:a16="http://schemas.microsoft.com/office/drawing/2014/main" id="{970D0E5C-AA2E-4A7B-A515-922191A53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2" name="Text Box 59">
                  <a:extLst>
                    <a:ext uri="{FF2B5EF4-FFF2-40B4-BE49-F238E27FC236}">
                      <a16:creationId xmlns:a16="http://schemas.microsoft.com/office/drawing/2014/main" id="{2FBE0230-8CC3-4425-9CE3-41AB8F5162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43" name="Text Box 60">
                  <a:extLst>
                    <a:ext uri="{FF2B5EF4-FFF2-40B4-BE49-F238E27FC236}">
                      <a16:creationId xmlns:a16="http://schemas.microsoft.com/office/drawing/2014/main" id="{C6CF9782-F6AF-43C9-AC0D-14D6F06D82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35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40" name="Text Box 61">
                <a:extLst>
                  <a:ext uri="{FF2B5EF4-FFF2-40B4-BE49-F238E27FC236}">
                    <a16:creationId xmlns:a16="http://schemas.microsoft.com/office/drawing/2014/main" id="{800BE608-BD15-4F34-A035-1CC8D1BCDA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233" name="Group 62">
              <a:extLst>
                <a:ext uri="{FF2B5EF4-FFF2-40B4-BE49-F238E27FC236}">
                  <a16:creationId xmlns:a16="http://schemas.microsoft.com/office/drawing/2014/main" id="{44911D05-E5A2-4398-BA25-598605556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256"/>
              <a:ext cx="336" cy="500"/>
              <a:chOff x="960" y="2160"/>
              <a:chExt cx="336" cy="500"/>
            </a:xfrm>
          </p:grpSpPr>
          <p:grpSp>
            <p:nvGrpSpPr>
              <p:cNvPr id="234" name="Group 63">
                <a:extLst>
                  <a:ext uri="{FF2B5EF4-FFF2-40B4-BE49-F238E27FC236}">
                    <a16:creationId xmlns:a16="http://schemas.microsoft.com/office/drawing/2014/main" id="{E6F9432C-1194-42F1-A2FA-E95E54CAD1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36" name="Rectangle 64">
                  <a:extLst>
                    <a:ext uri="{FF2B5EF4-FFF2-40B4-BE49-F238E27FC236}">
                      <a16:creationId xmlns:a16="http://schemas.microsoft.com/office/drawing/2014/main" id="{394E9E10-F1CB-4D51-90FD-56064806E2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" name="Text Box 65">
                  <a:extLst>
                    <a:ext uri="{FF2B5EF4-FFF2-40B4-BE49-F238E27FC236}">
                      <a16:creationId xmlns:a16="http://schemas.microsoft.com/office/drawing/2014/main" id="{CFD25FAF-2695-4B5A-B2B0-B42AFA6E50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38" name="Text Box 66">
                  <a:extLst>
                    <a:ext uri="{FF2B5EF4-FFF2-40B4-BE49-F238E27FC236}">
                      <a16:creationId xmlns:a16="http://schemas.microsoft.com/office/drawing/2014/main" id="{008011A4-7227-4321-93BC-F3107CADCF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35" name="Text Box 67">
                <a:extLst>
                  <a:ext uri="{FF2B5EF4-FFF2-40B4-BE49-F238E27FC236}">
                    <a16:creationId xmlns:a16="http://schemas.microsoft.com/office/drawing/2014/main" id="{689D088B-B390-476D-B777-615B93563A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4</a:t>
                </a:r>
              </a:p>
            </p:txBody>
          </p:sp>
        </p:grpSp>
      </p:grp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12719C29-B5B0-4B4D-A42E-5B2919CD3A3D}"/>
              </a:ext>
            </a:extLst>
          </p:cNvPr>
          <p:cNvCxnSpPr/>
          <p:nvPr/>
        </p:nvCxnSpPr>
        <p:spPr>
          <a:xfrm>
            <a:off x="3368714" y="1708298"/>
            <a:ext cx="0" cy="432048"/>
          </a:xfrm>
          <a:prstGeom prst="straightConnector1">
            <a:avLst/>
          </a:prstGeom>
          <a:ln>
            <a:noFill/>
            <a:tailEnd type="triangle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21241693-B1E9-41D9-AE97-FA3123D98A81}"/>
              </a:ext>
            </a:extLst>
          </p:cNvPr>
          <p:cNvCxnSpPr/>
          <p:nvPr/>
        </p:nvCxnSpPr>
        <p:spPr>
          <a:xfrm>
            <a:off x="3932988" y="1677367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A1338404-F36D-4034-9F43-F62AF8247E76}"/>
              </a:ext>
            </a:extLst>
          </p:cNvPr>
          <p:cNvSpPr txBox="1"/>
          <p:nvPr/>
        </p:nvSpPr>
        <p:spPr>
          <a:xfrm>
            <a:off x="3610628" y="1382950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7CF21EFF-116B-4396-8E78-DDEF27E4F9B3}"/>
              </a:ext>
            </a:extLst>
          </p:cNvPr>
          <p:cNvCxnSpPr/>
          <p:nvPr/>
        </p:nvCxnSpPr>
        <p:spPr>
          <a:xfrm>
            <a:off x="4989746" y="1674600"/>
            <a:ext cx="0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FA0B6A3A-C599-4DFD-A19E-18EDB7EB6B39}"/>
              </a:ext>
            </a:extLst>
          </p:cNvPr>
          <p:cNvSpPr txBox="1"/>
          <p:nvPr/>
        </p:nvSpPr>
        <p:spPr>
          <a:xfrm>
            <a:off x="4715955" y="138295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264" name="Group 94">
            <a:extLst>
              <a:ext uri="{FF2B5EF4-FFF2-40B4-BE49-F238E27FC236}">
                <a16:creationId xmlns:a16="http://schemas.microsoft.com/office/drawing/2014/main" id="{A2D2775D-B3B1-4506-B750-0C023E14EF33}"/>
              </a:ext>
            </a:extLst>
          </p:cNvPr>
          <p:cNvGrpSpPr>
            <a:grpSpLocks/>
          </p:cNvGrpSpPr>
          <p:nvPr/>
        </p:nvGrpSpPr>
        <p:grpSpPr bwMode="auto">
          <a:xfrm>
            <a:off x="3132056" y="4595528"/>
            <a:ext cx="2667000" cy="793750"/>
            <a:chOff x="960" y="2256"/>
            <a:chExt cx="1680" cy="500"/>
          </a:xfrm>
        </p:grpSpPr>
        <p:grpSp>
          <p:nvGrpSpPr>
            <p:cNvPr id="265" name="Group 13">
              <a:extLst>
                <a:ext uri="{FF2B5EF4-FFF2-40B4-BE49-F238E27FC236}">
                  <a16:creationId xmlns:a16="http://schemas.microsoft.com/office/drawing/2014/main" id="{423C6F76-A575-45E8-A4B5-84491D477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256"/>
              <a:ext cx="336" cy="500"/>
              <a:chOff x="960" y="2160"/>
              <a:chExt cx="336" cy="500"/>
            </a:xfrm>
          </p:grpSpPr>
          <p:grpSp>
            <p:nvGrpSpPr>
              <p:cNvPr id="290" name="Group 11">
                <a:extLst>
                  <a:ext uri="{FF2B5EF4-FFF2-40B4-BE49-F238E27FC236}">
                    <a16:creationId xmlns:a16="http://schemas.microsoft.com/office/drawing/2014/main" id="{26E3D55A-542C-49A7-B63F-D77EE21D6A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92" name="Rectangle 7">
                  <a:extLst>
                    <a:ext uri="{FF2B5EF4-FFF2-40B4-BE49-F238E27FC236}">
                      <a16:creationId xmlns:a16="http://schemas.microsoft.com/office/drawing/2014/main" id="{2CD48D82-42E8-4581-A866-6805132E7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3" name="Text Box 8">
                  <a:extLst>
                    <a:ext uri="{FF2B5EF4-FFF2-40B4-BE49-F238E27FC236}">
                      <a16:creationId xmlns:a16="http://schemas.microsoft.com/office/drawing/2014/main" id="{96ADC824-4FD3-4B5F-9E61-E8BD81857F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4" name="Text Box 9">
                  <a:extLst>
                    <a:ext uri="{FF2B5EF4-FFF2-40B4-BE49-F238E27FC236}">
                      <a16:creationId xmlns:a16="http://schemas.microsoft.com/office/drawing/2014/main" id="{F5AC44E5-B78F-4205-B856-853FDFA3C2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40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91" name="Text Box 12">
                <a:extLst>
                  <a:ext uri="{FF2B5EF4-FFF2-40B4-BE49-F238E27FC236}">
                    <a16:creationId xmlns:a16="http://schemas.microsoft.com/office/drawing/2014/main" id="{5A32E5BC-2B63-425A-BBD1-7E3323135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266" name="Group 44">
              <a:extLst>
                <a:ext uri="{FF2B5EF4-FFF2-40B4-BE49-F238E27FC236}">
                  <a16:creationId xmlns:a16="http://schemas.microsoft.com/office/drawing/2014/main" id="{0BE2A734-8F7E-44CD-872C-DD1817395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56"/>
              <a:ext cx="336" cy="500"/>
              <a:chOff x="960" y="2160"/>
              <a:chExt cx="336" cy="500"/>
            </a:xfrm>
          </p:grpSpPr>
          <p:grpSp>
            <p:nvGrpSpPr>
              <p:cNvPr id="285" name="Group 45">
                <a:extLst>
                  <a:ext uri="{FF2B5EF4-FFF2-40B4-BE49-F238E27FC236}">
                    <a16:creationId xmlns:a16="http://schemas.microsoft.com/office/drawing/2014/main" id="{4A3723B8-068B-4B6C-AA5C-6533A92EFE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87" name="Rectangle 46">
                  <a:extLst>
                    <a:ext uri="{FF2B5EF4-FFF2-40B4-BE49-F238E27FC236}">
                      <a16:creationId xmlns:a16="http://schemas.microsoft.com/office/drawing/2014/main" id="{C09B12AF-D2AE-4B01-BA18-282DF8C9BE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8" name="Text Box 47">
                  <a:extLst>
                    <a:ext uri="{FF2B5EF4-FFF2-40B4-BE49-F238E27FC236}">
                      <a16:creationId xmlns:a16="http://schemas.microsoft.com/office/drawing/2014/main" id="{C7CDA188-EEFF-4BB4-A013-803EA1A3B8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89" name="Text Box 48">
                  <a:extLst>
                    <a:ext uri="{FF2B5EF4-FFF2-40B4-BE49-F238E27FC236}">
                      <a16:creationId xmlns:a16="http://schemas.microsoft.com/office/drawing/2014/main" id="{281E6E04-E939-4CD3-B6F5-264D9FC325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35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86" name="Text Box 49">
                <a:extLst>
                  <a:ext uri="{FF2B5EF4-FFF2-40B4-BE49-F238E27FC236}">
                    <a16:creationId xmlns:a16="http://schemas.microsoft.com/office/drawing/2014/main" id="{E785B16F-8C64-4D98-8D3E-12AE6AF889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67" name="Group 50">
              <a:extLst>
                <a:ext uri="{FF2B5EF4-FFF2-40B4-BE49-F238E27FC236}">
                  <a16:creationId xmlns:a16="http://schemas.microsoft.com/office/drawing/2014/main" id="{C0D8ECE5-6DBA-40BF-949B-8E964AF30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256"/>
              <a:ext cx="336" cy="500"/>
              <a:chOff x="960" y="2160"/>
              <a:chExt cx="336" cy="500"/>
            </a:xfrm>
          </p:grpSpPr>
          <p:grpSp>
            <p:nvGrpSpPr>
              <p:cNvPr id="280" name="Group 51">
                <a:extLst>
                  <a:ext uri="{FF2B5EF4-FFF2-40B4-BE49-F238E27FC236}">
                    <a16:creationId xmlns:a16="http://schemas.microsoft.com/office/drawing/2014/main" id="{164EDB3F-E42F-4F39-A126-551FCF2C34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82" name="Rectangle 52">
                  <a:extLst>
                    <a:ext uri="{FF2B5EF4-FFF2-40B4-BE49-F238E27FC236}">
                      <a16:creationId xmlns:a16="http://schemas.microsoft.com/office/drawing/2014/main" id="{E519272B-68DB-4CEA-B25F-DD539B9F9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3" name="Text Box 53">
                  <a:extLst>
                    <a:ext uri="{FF2B5EF4-FFF2-40B4-BE49-F238E27FC236}">
                      <a16:creationId xmlns:a16="http://schemas.microsoft.com/office/drawing/2014/main" id="{04937B34-8862-4DFE-8AF3-0D07031159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84" name="Text Box 54">
                  <a:extLst>
                    <a:ext uri="{FF2B5EF4-FFF2-40B4-BE49-F238E27FC236}">
                      <a16:creationId xmlns:a16="http://schemas.microsoft.com/office/drawing/2014/main" id="{2CDDE1E9-3A5A-4DB6-8963-51087AEDE2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81" name="Text Box 55">
                <a:extLst>
                  <a:ext uri="{FF2B5EF4-FFF2-40B4-BE49-F238E27FC236}">
                    <a16:creationId xmlns:a16="http://schemas.microsoft.com/office/drawing/2014/main" id="{E36F04DB-1960-42B4-AFC6-C14D6A281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268" name="Group 56">
              <a:extLst>
                <a:ext uri="{FF2B5EF4-FFF2-40B4-BE49-F238E27FC236}">
                  <a16:creationId xmlns:a16="http://schemas.microsoft.com/office/drawing/2014/main" id="{B7A19E14-0042-4053-A717-32DD66314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256"/>
              <a:ext cx="336" cy="500"/>
              <a:chOff x="960" y="2160"/>
              <a:chExt cx="336" cy="500"/>
            </a:xfrm>
          </p:grpSpPr>
          <p:grpSp>
            <p:nvGrpSpPr>
              <p:cNvPr id="275" name="Group 57">
                <a:extLst>
                  <a:ext uri="{FF2B5EF4-FFF2-40B4-BE49-F238E27FC236}">
                    <a16:creationId xmlns:a16="http://schemas.microsoft.com/office/drawing/2014/main" id="{A7EF9D75-FC28-4D6E-9CC7-FE323838CF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77" name="Rectangle 58">
                  <a:extLst>
                    <a:ext uri="{FF2B5EF4-FFF2-40B4-BE49-F238E27FC236}">
                      <a16:creationId xmlns:a16="http://schemas.microsoft.com/office/drawing/2014/main" id="{0A38B557-CBA9-4712-B01B-5C88615E7B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" name="Text Box 59">
                  <a:extLst>
                    <a:ext uri="{FF2B5EF4-FFF2-40B4-BE49-F238E27FC236}">
                      <a16:creationId xmlns:a16="http://schemas.microsoft.com/office/drawing/2014/main" id="{9B54D9E2-5C5F-4516-B0C9-67C131DDA7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79" name="Text Box 60">
                  <a:extLst>
                    <a:ext uri="{FF2B5EF4-FFF2-40B4-BE49-F238E27FC236}">
                      <a16:creationId xmlns:a16="http://schemas.microsoft.com/office/drawing/2014/main" id="{A2CCCD87-5AE7-44A9-8741-12C2355D49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10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76" name="Text Box 61">
                <a:extLst>
                  <a:ext uri="{FF2B5EF4-FFF2-40B4-BE49-F238E27FC236}">
                    <a16:creationId xmlns:a16="http://schemas.microsoft.com/office/drawing/2014/main" id="{56F5C147-E06D-429D-9641-3D8027DEC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269" name="Group 62">
              <a:extLst>
                <a:ext uri="{FF2B5EF4-FFF2-40B4-BE49-F238E27FC236}">
                  <a16:creationId xmlns:a16="http://schemas.microsoft.com/office/drawing/2014/main" id="{87B3F0C6-EB18-4C50-B5F9-315B3DD13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256"/>
              <a:ext cx="336" cy="500"/>
              <a:chOff x="960" y="2160"/>
              <a:chExt cx="336" cy="500"/>
            </a:xfrm>
          </p:grpSpPr>
          <p:grpSp>
            <p:nvGrpSpPr>
              <p:cNvPr id="270" name="Group 63">
                <a:extLst>
                  <a:ext uri="{FF2B5EF4-FFF2-40B4-BE49-F238E27FC236}">
                    <a16:creationId xmlns:a16="http://schemas.microsoft.com/office/drawing/2014/main" id="{17AB8053-CDB5-4868-8817-B06C7DB7FF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272" name="Rectangle 64">
                  <a:extLst>
                    <a:ext uri="{FF2B5EF4-FFF2-40B4-BE49-F238E27FC236}">
                      <a16:creationId xmlns:a16="http://schemas.microsoft.com/office/drawing/2014/main" id="{93EB97D5-D2BD-41D7-A3A9-859829C84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3" name="Text Box 65">
                  <a:extLst>
                    <a:ext uri="{FF2B5EF4-FFF2-40B4-BE49-F238E27FC236}">
                      <a16:creationId xmlns:a16="http://schemas.microsoft.com/office/drawing/2014/main" id="{8BD8F2A1-109C-4C1A-85A7-98E44A07CA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74" name="Text Box 66">
                  <a:extLst>
                    <a:ext uri="{FF2B5EF4-FFF2-40B4-BE49-F238E27FC236}">
                      <a16:creationId xmlns:a16="http://schemas.microsoft.com/office/drawing/2014/main" id="{74112647-EB0A-4EC0-8817-D62AC02517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71" name="Text Box 67">
                <a:extLst>
                  <a:ext uri="{FF2B5EF4-FFF2-40B4-BE49-F238E27FC236}">
                    <a16:creationId xmlns:a16="http://schemas.microsoft.com/office/drawing/2014/main" id="{0742D7F1-80A7-4BE7-9323-3069A7B6A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4</a:t>
                </a:r>
              </a:p>
            </p:txBody>
          </p:sp>
        </p:grpSp>
      </p:grp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6AE8322-B750-4E16-8B71-83C7B06AC62A}"/>
              </a:ext>
            </a:extLst>
          </p:cNvPr>
          <p:cNvCxnSpPr/>
          <p:nvPr/>
        </p:nvCxnSpPr>
        <p:spPr>
          <a:xfrm>
            <a:off x="3368714" y="4113076"/>
            <a:ext cx="0" cy="432048"/>
          </a:xfrm>
          <a:prstGeom prst="straightConnector1">
            <a:avLst/>
          </a:prstGeom>
          <a:ln>
            <a:noFill/>
            <a:tailEnd type="triangle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EB2EEE93-F0E7-442E-A6C1-75985FD5D78A}"/>
              </a:ext>
            </a:extLst>
          </p:cNvPr>
          <p:cNvCxnSpPr/>
          <p:nvPr/>
        </p:nvCxnSpPr>
        <p:spPr>
          <a:xfrm>
            <a:off x="3932156" y="4077072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95D96B98-B96F-45F4-A1FB-29AC75368EDC}"/>
              </a:ext>
            </a:extLst>
          </p:cNvPr>
          <p:cNvSpPr txBox="1"/>
          <p:nvPr/>
        </p:nvSpPr>
        <p:spPr>
          <a:xfrm>
            <a:off x="3616928" y="3792651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70D1016E-9A48-45C5-BC34-06139112E424}"/>
              </a:ext>
            </a:extLst>
          </p:cNvPr>
          <p:cNvCxnSpPr/>
          <p:nvPr/>
        </p:nvCxnSpPr>
        <p:spPr>
          <a:xfrm>
            <a:off x="5000583" y="4077072"/>
            <a:ext cx="0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9F1DE84A-7E96-4011-B5BE-D09E9399C9BC}"/>
              </a:ext>
            </a:extLst>
          </p:cNvPr>
          <p:cNvSpPr txBox="1"/>
          <p:nvPr/>
        </p:nvSpPr>
        <p:spPr>
          <a:xfrm>
            <a:off x="4731066" y="378904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300" name="Group 94">
            <a:extLst>
              <a:ext uri="{FF2B5EF4-FFF2-40B4-BE49-F238E27FC236}">
                <a16:creationId xmlns:a16="http://schemas.microsoft.com/office/drawing/2014/main" id="{1CE60C64-C04E-4B82-8ADC-4230FDC06A84}"/>
              </a:ext>
            </a:extLst>
          </p:cNvPr>
          <p:cNvGrpSpPr>
            <a:grpSpLocks/>
          </p:cNvGrpSpPr>
          <p:nvPr/>
        </p:nvGrpSpPr>
        <p:grpSpPr bwMode="auto">
          <a:xfrm>
            <a:off x="6019944" y="2174875"/>
            <a:ext cx="2667000" cy="793750"/>
            <a:chOff x="960" y="2256"/>
            <a:chExt cx="1680" cy="500"/>
          </a:xfrm>
        </p:grpSpPr>
        <p:grpSp>
          <p:nvGrpSpPr>
            <p:cNvPr id="301" name="Group 13">
              <a:extLst>
                <a:ext uri="{FF2B5EF4-FFF2-40B4-BE49-F238E27FC236}">
                  <a16:creationId xmlns:a16="http://schemas.microsoft.com/office/drawing/2014/main" id="{6699C5CF-AA1D-48D6-B29A-146C3533F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256"/>
              <a:ext cx="336" cy="500"/>
              <a:chOff x="960" y="2160"/>
              <a:chExt cx="336" cy="500"/>
            </a:xfrm>
          </p:grpSpPr>
          <p:grpSp>
            <p:nvGrpSpPr>
              <p:cNvPr id="326" name="Group 11">
                <a:extLst>
                  <a:ext uri="{FF2B5EF4-FFF2-40B4-BE49-F238E27FC236}">
                    <a16:creationId xmlns:a16="http://schemas.microsoft.com/office/drawing/2014/main" id="{2F9226ED-558F-4549-9DDF-CE33FFED84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328" name="Rectangle 7">
                  <a:extLst>
                    <a:ext uri="{FF2B5EF4-FFF2-40B4-BE49-F238E27FC236}">
                      <a16:creationId xmlns:a16="http://schemas.microsoft.com/office/drawing/2014/main" id="{CD42BEDF-1882-4C4F-B6BB-3CE779092D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9" name="Text Box 8">
                  <a:extLst>
                    <a:ext uri="{FF2B5EF4-FFF2-40B4-BE49-F238E27FC236}">
                      <a16:creationId xmlns:a16="http://schemas.microsoft.com/office/drawing/2014/main" id="{70774AA2-AD51-4D6C-AF0D-59AF13A5B2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30" name="Text Box 9">
                  <a:extLst>
                    <a:ext uri="{FF2B5EF4-FFF2-40B4-BE49-F238E27FC236}">
                      <a16:creationId xmlns:a16="http://schemas.microsoft.com/office/drawing/2014/main" id="{73F6600A-9A8F-45D0-8A89-D92DE52DD8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40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27" name="Text Box 12">
                <a:extLst>
                  <a:ext uri="{FF2B5EF4-FFF2-40B4-BE49-F238E27FC236}">
                    <a16:creationId xmlns:a16="http://schemas.microsoft.com/office/drawing/2014/main" id="{49423DC0-9028-4CBD-A3F5-E39B44BB9C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302" name="Group 44">
              <a:extLst>
                <a:ext uri="{FF2B5EF4-FFF2-40B4-BE49-F238E27FC236}">
                  <a16:creationId xmlns:a16="http://schemas.microsoft.com/office/drawing/2014/main" id="{240D3995-C5D8-44B1-ABD1-73752F956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56"/>
              <a:ext cx="336" cy="500"/>
              <a:chOff x="960" y="2160"/>
              <a:chExt cx="336" cy="500"/>
            </a:xfrm>
          </p:grpSpPr>
          <p:grpSp>
            <p:nvGrpSpPr>
              <p:cNvPr id="321" name="Group 45">
                <a:extLst>
                  <a:ext uri="{FF2B5EF4-FFF2-40B4-BE49-F238E27FC236}">
                    <a16:creationId xmlns:a16="http://schemas.microsoft.com/office/drawing/2014/main" id="{16362A50-769E-427F-B0A7-8064A61EB2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323" name="Rectangle 46">
                  <a:extLst>
                    <a:ext uri="{FF2B5EF4-FFF2-40B4-BE49-F238E27FC236}">
                      <a16:creationId xmlns:a16="http://schemas.microsoft.com/office/drawing/2014/main" id="{56657588-E87C-4609-87B7-88DEBA71B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4" name="Text Box 47">
                  <a:extLst>
                    <a:ext uri="{FF2B5EF4-FFF2-40B4-BE49-F238E27FC236}">
                      <a16:creationId xmlns:a16="http://schemas.microsoft.com/office/drawing/2014/main" id="{7B781559-F917-490C-BC1D-3D6146514D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5" name="Text Box 48">
                  <a:extLst>
                    <a:ext uri="{FF2B5EF4-FFF2-40B4-BE49-F238E27FC236}">
                      <a16:creationId xmlns:a16="http://schemas.microsoft.com/office/drawing/2014/main" id="{642FE18E-C3EC-4F0A-939F-81FC58E35A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35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22" name="Text Box 49">
                <a:extLst>
                  <a:ext uri="{FF2B5EF4-FFF2-40B4-BE49-F238E27FC236}">
                    <a16:creationId xmlns:a16="http://schemas.microsoft.com/office/drawing/2014/main" id="{D12850DC-E57A-4844-B92C-54C6DC4E3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303" name="Group 50">
              <a:extLst>
                <a:ext uri="{FF2B5EF4-FFF2-40B4-BE49-F238E27FC236}">
                  <a16:creationId xmlns:a16="http://schemas.microsoft.com/office/drawing/2014/main" id="{96B8BCAE-2EE9-41D9-A497-E2602B692D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256"/>
              <a:ext cx="336" cy="500"/>
              <a:chOff x="960" y="2160"/>
              <a:chExt cx="336" cy="500"/>
            </a:xfrm>
          </p:grpSpPr>
          <p:grpSp>
            <p:nvGrpSpPr>
              <p:cNvPr id="316" name="Group 51">
                <a:extLst>
                  <a:ext uri="{FF2B5EF4-FFF2-40B4-BE49-F238E27FC236}">
                    <a16:creationId xmlns:a16="http://schemas.microsoft.com/office/drawing/2014/main" id="{7100E6BE-BE9A-4C39-894A-CA6828D1C9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318" name="Rectangle 52">
                  <a:extLst>
                    <a:ext uri="{FF2B5EF4-FFF2-40B4-BE49-F238E27FC236}">
                      <a16:creationId xmlns:a16="http://schemas.microsoft.com/office/drawing/2014/main" id="{12895615-9956-4C10-A8B9-1FEA3654D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" name="Text Box 53">
                  <a:extLst>
                    <a:ext uri="{FF2B5EF4-FFF2-40B4-BE49-F238E27FC236}">
                      <a16:creationId xmlns:a16="http://schemas.microsoft.com/office/drawing/2014/main" id="{859C2797-1FD5-4024-831B-3BFDEB4862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" name="Text Box 54">
                  <a:extLst>
                    <a:ext uri="{FF2B5EF4-FFF2-40B4-BE49-F238E27FC236}">
                      <a16:creationId xmlns:a16="http://schemas.microsoft.com/office/drawing/2014/main" id="{8230784C-532E-4855-93B3-AF023CA7E3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7407E479-FC5F-4219-B195-566694789E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304" name="Group 56">
              <a:extLst>
                <a:ext uri="{FF2B5EF4-FFF2-40B4-BE49-F238E27FC236}">
                  <a16:creationId xmlns:a16="http://schemas.microsoft.com/office/drawing/2014/main" id="{EDADEEFC-0EE4-4147-98CB-64A127511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256"/>
              <a:ext cx="336" cy="500"/>
              <a:chOff x="960" y="2160"/>
              <a:chExt cx="336" cy="500"/>
            </a:xfrm>
          </p:grpSpPr>
          <p:grpSp>
            <p:nvGrpSpPr>
              <p:cNvPr id="311" name="Group 57">
                <a:extLst>
                  <a:ext uri="{FF2B5EF4-FFF2-40B4-BE49-F238E27FC236}">
                    <a16:creationId xmlns:a16="http://schemas.microsoft.com/office/drawing/2014/main" id="{EB93AA44-395E-451E-A93C-7A7A8F8A76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313" name="Rectangle 58">
                  <a:extLst>
                    <a:ext uri="{FF2B5EF4-FFF2-40B4-BE49-F238E27FC236}">
                      <a16:creationId xmlns:a16="http://schemas.microsoft.com/office/drawing/2014/main" id="{8D5CFE87-E2CD-408E-A198-81D03BBA25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" name="Text Box 59">
                  <a:extLst>
                    <a:ext uri="{FF2B5EF4-FFF2-40B4-BE49-F238E27FC236}">
                      <a16:creationId xmlns:a16="http://schemas.microsoft.com/office/drawing/2014/main" id="{0CD23810-6954-4477-9C9F-20EFBEBD51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" name="Text Box 60">
                  <a:extLst>
                    <a:ext uri="{FF2B5EF4-FFF2-40B4-BE49-F238E27FC236}">
                      <a16:creationId xmlns:a16="http://schemas.microsoft.com/office/drawing/2014/main" id="{4BE539F4-C123-43E6-9B4F-86808FC654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10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2" name="Text Box 61">
                <a:extLst>
                  <a:ext uri="{FF2B5EF4-FFF2-40B4-BE49-F238E27FC236}">
                    <a16:creationId xmlns:a16="http://schemas.microsoft.com/office/drawing/2014/main" id="{D76E3904-D2D0-432B-ACF4-F1D753988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305" name="Group 62">
              <a:extLst>
                <a:ext uri="{FF2B5EF4-FFF2-40B4-BE49-F238E27FC236}">
                  <a16:creationId xmlns:a16="http://schemas.microsoft.com/office/drawing/2014/main" id="{61386E41-49F0-44A3-92B8-6EEB2E4A3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256"/>
              <a:ext cx="336" cy="500"/>
              <a:chOff x="960" y="2160"/>
              <a:chExt cx="336" cy="500"/>
            </a:xfrm>
          </p:grpSpPr>
          <p:grpSp>
            <p:nvGrpSpPr>
              <p:cNvPr id="306" name="Group 63">
                <a:extLst>
                  <a:ext uri="{FF2B5EF4-FFF2-40B4-BE49-F238E27FC236}">
                    <a16:creationId xmlns:a16="http://schemas.microsoft.com/office/drawing/2014/main" id="{33EEA7AD-6377-4288-870A-814BA7DF90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60"/>
                <a:ext cx="336" cy="288"/>
                <a:chOff x="960" y="2160"/>
                <a:chExt cx="336" cy="288"/>
              </a:xfrm>
            </p:grpSpPr>
            <p:sp>
              <p:nvSpPr>
                <p:cNvPr id="308" name="Rectangle 64">
                  <a:extLst>
                    <a:ext uri="{FF2B5EF4-FFF2-40B4-BE49-F238E27FC236}">
                      <a16:creationId xmlns:a16="http://schemas.microsoft.com/office/drawing/2014/main" id="{76D455E7-30AB-4EDB-BD95-5BF4D56B05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160"/>
                  <a:ext cx="336" cy="28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s-EC" altLang="es-EC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9" name="Text Box 65">
                  <a:extLst>
                    <a:ext uri="{FF2B5EF4-FFF2-40B4-BE49-F238E27FC236}">
                      <a16:creationId xmlns:a16="http://schemas.microsoft.com/office/drawing/2014/main" id="{57545222-ED86-4328-AF9E-41B2829561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160"/>
                  <a:ext cx="1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endParaRPr lang="es-ES_tradnl" altLang="es-EC" sz="20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0" name="Text Box 66">
                  <a:extLst>
                    <a:ext uri="{FF2B5EF4-FFF2-40B4-BE49-F238E27FC236}">
                      <a16:creationId xmlns:a16="http://schemas.microsoft.com/office/drawing/2014/main" id="{C595E366-735B-4231-B018-93D24EC884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" y="2170"/>
                  <a:ext cx="251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s-ES_tradnl" altLang="es-EC" sz="1400" dirty="0">
                      <a:latin typeface="Tahoma" panose="020B0604030504040204" pitchFamily="34" charset="0"/>
                    </a:rPr>
                    <a:t>2</a:t>
                  </a:r>
                  <a:endParaRPr lang="es-ES_tradnl" altLang="es-EC" sz="18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07" name="Text Box 67">
                <a:extLst>
                  <a:ext uri="{FF2B5EF4-FFF2-40B4-BE49-F238E27FC236}">
                    <a16:creationId xmlns:a16="http://schemas.microsoft.com/office/drawing/2014/main" id="{F1E0401E-2A1D-4C32-9D25-9EBE7B15A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_tradnl" altLang="es-EC" sz="1600">
                    <a:latin typeface="Tahoma" panose="020B0604030504040204" pitchFamily="34" charset="0"/>
                  </a:rPr>
                  <a:t>4</a:t>
                </a:r>
              </a:p>
            </p:txBody>
          </p:sp>
        </p:grpSp>
      </p:grp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DCB814EC-E639-4475-AB36-DA7987CCA336}"/>
              </a:ext>
            </a:extLst>
          </p:cNvPr>
          <p:cNvCxnSpPr/>
          <p:nvPr/>
        </p:nvCxnSpPr>
        <p:spPr>
          <a:xfrm>
            <a:off x="6256602" y="1692423"/>
            <a:ext cx="0" cy="432048"/>
          </a:xfrm>
          <a:prstGeom prst="straightConnector1">
            <a:avLst/>
          </a:prstGeom>
          <a:ln>
            <a:noFill/>
            <a:tailEnd type="triangle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AFE6D6A7-5F48-4388-BC02-E3B14CEB1E84}"/>
              </a:ext>
            </a:extLst>
          </p:cNvPr>
          <p:cNvCxnSpPr/>
          <p:nvPr/>
        </p:nvCxnSpPr>
        <p:spPr>
          <a:xfrm>
            <a:off x="7257664" y="1661492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F7F9A6F0-08DA-4789-A3FB-C18C2DE8E334}"/>
              </a:ext>
            </a:extLst>
          </p:cNvPr>
          <p:cNvSpPr txBox="1"/>
          <p:nvPr/>
        </p:nvSpPr>
        <p:spPr>
          <a:xfrm>
            <a:off x="6769519" y="1349549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AEB24955-B26C-4E57-ABDD-0A567A598E98}"/>
              </a:ext>
            </a:extLst>
          </p:cNvPr>
          <p:cNvCxnSpPr/>
          <p:nvPr/>
        </p:nvCxnSpPr>
        <p:spPr>
          <a:xfrm>
            <a:off x="7452320" y="1661492"/>
            <a:ext cx="0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37C88814-73E0-4256-A14B-EA4B8C7A64BC}"/>
              </a:ext>
            </a:extLst>
          </p:cNvPr>
          <p:cNvSpPr txBox="1"/>
          <p:nvPr/>
        </p:nvSpPr>
        <p:spPr>
          <a:xfrm>
            <a:off x="7295105" y="134663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8625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8" grpId="0"/>
      <p:bldP spid="189" grpId="0"/>
      <p:bldP spid="191" grpId="0"/>
      <p:bldP spid="261" grpId="0"/>
      <p:bldP spid="263" grpId="0"/>
      <p:bldP spid="297" grpId="0"/>
      <p:bldP spid="299" grpId="0"/>
      <p:bldP spid="333" grpId="0"/>
      <p:bldP spid="3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504B-FCE0-45C3-8648-D4BE097E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81F4-79D4-4B49-B405-AEC34563E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Calcular la potencia de un número entero positivo, recibiendo como argumentos la base y el exponente.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87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TemaEstructuras</Template>
  <TotalTime>2143</TotalTime>
  <Words>187</Words>
  <Application>Microsoft Office PowerPoint</Application>
  <PresentationFormat>On-screen Show (4:3)</PresentationFormat>
  <Paragraphs>83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Tahoma</vt:lpstr>
      <vt:lpstr>TemaEstructuras</vt:lpstr>
      <vt:lpstr>Recursividad</vt:lpstr>
      <vt:lpstr>Agenda</vt:lpstr>
      <vt:lpstr>Recursividad</vt:lpstr>
      <vt:lpstr>Componentes</vt:lpstr>
      <vt:lpstr>Factorial</vt:lpstr>
      <vt:lpstr>Factorial</vt:lpstr>
      <vt:lpstr>Factorial</vt:lpstr>
      <vt:lpstr>búsqueda binaria</vt:lpstr>
      <vt:lpstr>búsqueda binaria</vt:lpstr>
      <vt:lpstr>intercambiar</vt:lpstr>
      <vt:lpstr>Ejercicio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del curso</dc:title>
  <dc:creator>Carlitos</dc:creator>
  <cp:lastModifiedBy>Eduardo  Segundo Cruz  Ramirez</cp:lastModifiedBy>
  <cp:revision>54</cp:revision>
  <dcterms:created xsi:type="dcterms:W3CDTF">2013-05-11T17:47:23Z</dcterms:created>
  <dcterms:modified xsi:type="dcterms:W3CDTF">2020-06-03T06:49:19Z</dcterms:modified>
</cp:coreProperties>
</file>
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</p:sldMasterIdLst>
  <p:notesMasterIdLst>
    <p:notesMasterId r:id="rId33"/>
  </p:notesMasterIdLst>
  <p:sldIdLst>
    <p:sldId id="279" r:id="rId2"/>
    <p:sldId id="282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85" r:id="rId16"/>
    <p:sldId id="286" r:id="rId17"/>
    <p:sldId id="283" r:id="rId18"/>
    <p:sldId id="284" r:id="rId19"/>
    <p:sldId id="287" r:id="rId20"/>
    <p:sldId id="292" r:id="rId21"/>
    <p:sldId id="290" r:id="rId22"/>
    <p:sldId id="291" r:id="rId23"/>
    <p:sldId id="289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93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33FEFD-91ED-46B9-9B1E-F620406A1959}" v="1279" dt="2020-04-11T20:42:16.47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ECDD"/>
          </a:solidFill>
        </a:fill>
      </a:tcStyle>
    </a:wholeTbl>
    <a:band2H>
      <a:tcTxStyle/>
      <a:tcStyle>
        <a:tcBdr/>
        <a:fill>
          <a:solidFill>
            <a:srgbClr val="E6F6E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CC99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CC99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CC99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CCCE6"/>
          </a:solidFill>
        </a:fill>
      </a:tcStyle>
    </a:wholeTbl>
    <a:band2H>
      <a:tcTxStyle/>
      <a:tcStyle>
        <a:tcBdr/>
        <a:fill>
          <a:solidFill>
            <a:srgbClr val="E7E7F3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2E2EB9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2E2EB9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2E2EB9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CC99"/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CC99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Arial Narrow"/>
          <a:ea typeface="Arial Narrow"/>
          <a:cs typeface="Arial Narrow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8" autoAdjust="0"/>
    <p:restoredTop sz="94660"/>
  </p:normalViewPr>
  <p:slideViewPr>
    <p:cSldViewPr snapToGrid="0">
      <p:cViewPr>
        <p:scale>
          <a:sx n="70" d="100"/>
          <a:sy n="70" d="100"/>
        </p:scale>
        <p:origin x="1302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cellyn Luna" userId="74d04e64cf87037c" providerId="LiveId" clId="{C233FEFD-91ED-46B9-9B1E-F620406A1959}"/>
    <pc:docChg chg="undo redo custSel mod addSld delSld modSld sldOrd">
      <pc:chgData name="Jocellyn Luna" userId="74d04e64cf87037c" providerId="LiveId" clId="{C233FEFD-91ED-46B9-9B1E-F620406A1959}" dt="2020-04-11T20:42:16.476" v="5362"/>
      <pc:docMkLst>
        <pc:docMk/>
      </pc:docMkLst>
      <pc:sldChg chg="del">
        <pc:chgData name="Jocellyn Luna" userId="74d04e64cf87037c" providerId="LiveId" clId="{C233FEFD-91ED-46B9-9B1E-F620406A1959}" dt="2020-04-03T17:09:01.984" v="4" actId="47"/>
        <pc:sldMkLst>
          <pc:docMk/>
          <pc:sldMk cId="0" sldId="256"/>
        </pc:sldMkLst>
      </pc:sldChg>
      <pc:sldChg chg="modSp del mod">
        <pc:chgData name="Jocellyn Luna" userId="74d04e64cf87037c" providerId="LiveId" clId="{C233FEFD-91ED-46B9-9B1E-F620406A1959}" dt="2020-04-03T17:34:35.393" v="203" actId="47"/>
        <pc:sldMkLst>
          <pc:docMk/>
          <pc:sldMk cId="0" sldId="257"/>
        </pc:sldMkLst>
        <pc:spChg chg="mod">
          <ac:chgData name="Jocellyn Luna" userId="74d04e64cf87037c" providerId="LiveId" clId="{C233FEFD-91ED-46B9-9B1E-F620406A1959}" dt="2020-04-03T17:18:07.743" v="14" actId="108"/>
          <ac:spMkLst>
            <pc:docMk/>
            <pc:sldMk cId="0" sldId="257"/>
            <ac:spMk id="30" creationId="{00000000-0000-0000-0000-000000000000}"/>
          </ac:spMkLst>
        </pc:spChg>
        <pc:spChg chg="mod">
          <ac:chgData name="Jocellyn Luna" userId="74d04e64cf87037c" providerId="LiveId" clId="{C233FEFD-91ED-46B9-9B1E-F620406A1959}" dt="2020-04-03T17:23:22.677" v="77" actId="1076"/>
          <ac:spMkLst>
            <pc:docMk/>
            <pc:sldMk cId="0" sldId="257"/>
            <ac:spMk id="153" creationId="{00000000-0000-0000-0000-000000000000}"/>
          </ac:spMkLst>
        </pc:spChg>
        <pc:picChg chg="mod">
          <ac:chgData name="Jocellyn Luna" userId="74d04e64cf87037c" providerId="LiveId" clId="{C233FEFD-91ED-46B9-9B1E-F620406A1959}" dt="2020-04-03T17:34:16.913" v="201" actId="1076"/>
          <ac:picMkLst>
            <pc:docMk/>
            <pc:sldMk cId="0" sldId="257"/>
            <ac:picMk id="135" creationId="{00000000-0000-0000-0000-000000000000}"/>
          </ac:picMkLst>
        </pc:picChg>
      </pc:sldChg>
      <pc:sldChg chg="addSp delSp modSp mod modTransition">
        <pc:chgData name="Jocellyn Luna" userId="74d04e64cf87037c" providerId="LiveId" clId="{C233FEFD-91ED-46B9-9B1E-F620406A1959}" dt="2020-04-11T15:14:16.033" v="2857" actId="20577"/>
        <pc:sldMkLst>
          <pc:docMk/>
          <pc:sldMk cId="0" sldId="258"/>
        </pc:sldMkLst>
        <pc:spChg chg="add del mod">
          <ac:chgData name="Jocellyn Luna" userId="74d04e64cf87037c" providerId="LiveId" clId="{C233FEFD-91ED-46B9-9B1E-F620406A1959}" dt="2020-04-03T17:25:55.027" v="97" actId="478"/>
          <ac:spMkLst>
            <pc:docMk/>
            <pc:sldMk cId="0" sldId="258"/>
            <ac:spMk id="3" creationId="{46A59E1A-533F-49BD-A561-6900F12C070E}"/>
          </ac:spMkLst>
        </pc:spChg>
        <pc:spChg chg="add mod">
          <ac:chgData name="Jocellyn Luna" userId="74d04e64cf87037c" providerId="LiveId" clId="{C233FEFD-91ED-46B9-9B1E-F620406A1959}" dt="2020-04-03T17:25:57.739" v="98"/>
          <ac:spMkLst>
            <pc:docMk/>
            <pc:sldMk cId="0" sldId="258"/>
            <ac:spMk id="5" creationId="{44D810BF-1C3F-47AF-A75B-B3D0EADF2167}"/>
          </ac:spMkLst>
        </pc:spChg>
        <pc:spChg chg="del mod">
          <ac:chgData name="Jocellyn Luna" userId="74d04e64cf87037c" providerId="LiveId" clId="{C233FEFD-91ED-46B9-9B1E-F620406A1959}" dt="2020-04-03T17:24:48.056" v="90" actId="478"/>
          <ac:spMkLst>
            <pc:docMk/>
            <pc:sldMk cId="0" sldId="258"/>
            <ac:spMk id="155" creationId="{00000000-0000-0000-0000-000000000000}"/>
          </ac:spMkLst>
        </pc:spChg>
        <pc:spChg chg="mod">
          <ac:chgData name="Jocellyn Luna" userId="74d04e64cf87037c" providerId="LiveId" clId="{C233FEFD-91ED-46B9-9B1E-F620406A1959}" dt="2020-04-11T15:14:16.033" v="2857" actId="20577"/>
          <ac:spMkLst>
            <pc:docMk/>
            <pc:sldMk cId="0" sldId="258"/>
            <ac:spMk id="156" creationId="{00000000-0000-0000-0000-000000000000}"/>
          </ac:spMkLst>
        </pc:spChg>
      </pc:sldChg>
      <pc:sldChg chg="del">
        <pc:chgData name="Jocellyn Luna" userId="74d04e64cf87037c" providerId="LiveId" clId="{C233FEFD-91ED-46B9-9B1E-F620406A1959}" dt="2020-04-03T17:23:28.514" v="80" actId="47"/>
        <pc:sldMkLst>
          <pc:docMk/>
          <pc:sldMk cId="0" sldId="259"/>
        </pc:sldMkLst>
      </pc:sldChg>
      <pc:sldChg chg="addSp delSp modSp mod modTransition">
        <pc:chgData name="Jocellyn Luna" userId="74d04e64cf87037c" providerId="LiveId" clId="{C233FEFD-91ED-46B9-9B1E-F620406A1959}" dt="2020-04-11T01:11:06.962" v="501" actId="20577"/>
        <pc:sldMkLst>
          <pc:docMk/>
          <pc:sldMk cId="0" sldId="260"/>
        </pc:sldMkLst>
        <pc:spChg chg="add mod">
          <ac:chgData name="Jocellyn Luna" userId="74d04e64cf87037c" providerId="LiveId" clId="{C233FEFD-91ED-46B9-9B1E-F620406A1959}" dt="2020-04-03T17:25:35.084" v="96"/>
          <ac:spMkLst>
            <pc:docMk/>
            <pc:sldMk cId="0" sldId="260"/>
            <ac:spMk id="3" creationId="{A96EE7E5-FC93-4C86-940D-56C51AFCB98F}"/>
          </ac:spMkLst>
        </pc:spChg>
        <pc:spChg chg="del">
          <ac:chgData name="Jocellyn Luna" userId="74d04e64cf87037c" providerId="LiveId" clId="{C233FEFD-91ED-46B9-9B1E-F620406A1959}" dt="2020-04-03T17:25:29.854" v="94" actId="478"/>
          <ac:spMkLst>
            <pc:docMk/>
            <pc:sldMk cId="0" sldId="260"/>
            <ac:spMk id="161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11:06.962" v="501" actId="20577"/>
          <ac:spMkLst>
            <pc:docMk/>
            <pc:sldMk cId="0" sldId="260"/>
            <ac:spMk id="162" creationId="{00000000-0000-0000-0000-000000000000}"/>
          </ac:spMkLst>
        </pc:spChg>
      </pc:sldChg>
      <pc:sldChg chg="del">
        <pc:chgData name="Jocellyn Luna" userId="74d04e64cf87037c" providerId="LiveId" clId="{C233FEFD-91ED-46B9-9B1E-F620406A1959}" dt="2020-04-03T19:10:15.435" v="204" actId="47"/>
        <pc:sldMkLst>
          <pc:docMk/>
          <pc:sldMk cId="0" sldId="261"/>
        </pc:sldMkLst>
      </pc:sldChg>
      <pc:sldChg chg="addSp delSp modSp mod modTransition">
        <pc:chgData name="Jocellyn Luna" userId="74d04e64cf87037c" providerId="LiveId" clId="{C233FEFD-91ED-46B9-9B1E-F620406A1959}" dt="2020-04-11T15:13:45.617" v="2851" actId="20577"/>
        <pc:sldMkLst>
          <pc:docMk/>
          <pc:sldMk cId="0" sldId="262"/>
        </pc:sldMkLst>
        <pc:spChg chg="add mod">
          <ac:chgData name="Jocellyn Luna" userId="74d04e64cf87037c" providerId="LiveId" clId="{C233FEFD-91ED-46B9-9B1E-F620406A1959}" dt="2020-04-03T19:11:41.154" v="207"/>
          <ac:spMkLst>
            <pc:docMk/>
            <pc:sldMk cId="0" sldId="262"/>
            <ac:spMk id="3" creationId="{EA686B20-3124-4087-8EA3-80A03D89A4AA}"/>
          </ac:spMkLst>
        </pc:spChg>
        <pc:spChg chg="del">
          <ac:chgData name="Jocellyn Luna" userId="74d04e64cf87037c" providerId="LiveId" clId="{C233FEFD-91ED-46B9-9B1E-F620406A1959}" dt="2020-04-03T19:11:35.353" v="206" actId="478"/>
          <ac:spMkLst>
            <pc:docMk/>
            <pc:sldMk cId="0" sldId="262"/>
            <ac:spMk id="166" creationId="{00000000-0000-0000-0000-000000000000}"/>
          </ac:spMkLst>
        </pc:spChg>
        <pc:spChg chg="mod">
          <ac:chgData name="Jocellyn Luna" userId="74d04e64cf87037c" providerId="LiveId" clId="{C233FEFD-91ED-46B9-9B1E-F620406A1959}" dt="2020-04-11T15:13:45.617" v="2851" actId="20577"/>
          <ac:spMkLst>
            <pc:docMk/>
            <pc:sldMk cId="0" sldId="262"/>
            <ac:spMk id="167" creationId="{00000000-0000-0000-0000-000000000000}"/>
          </ac:spMkLst>
        </pc:spChg>
      </pc:sldChg>
      <pc:sldChg chg="addSp delSp modSp mod modTransition delAnim">
        <pc:chgData name="Jocellyn Luna" userId="74d04e64cf87037c" providerId="LiveId" clId="{C233FEFD-91ED-46B9-9B1E-F620406A1959}" dt="2020-04-11T01:42:11.431" v="1454" actId="478"/>
        <pc:sldMkLst>
          <pc:docMk/>
          <pc:sldMk cId="0" sldId="263"/>
        </pc:sldMkLst>
        <pc:spChg chg="add del mod">
          <ac:chgData name="Jocellyn Luna" userId="74d04e64cf87037c" providerId="LiveId" clId="{C233FEFD-91ED-46B9-9B1E-F620406A1959}" dt="2020-04-11T01:42:11.431" v="1454" actId="478"/>
          <ac:spMkLst>
            <pc:docMk/>
            <pc:sldMk cId="0" sldId="263"/>
            <ac:spMk id="2" creationId="{88FCB209-4FCB-4287-93C4-426A2F30B82B}"/>
          </ac:spMkLst>
        </pc:spChg>
        <pc:spChg chg="add mod">
          <ac:chgData name="Jocellyn Luna" userId="74d04e64cf87037c" providerId="LiveId" clId="{C233FEFD-91ED-46B9-9B1E-F620406A1959}" dt="2020-04-03T19:12:04.742" v="214"/>
          <ac:spMkLst>
            <pc:docMk/>
            <pc:sldMk cId="0" sldId="263"/>
            <ac:spMk id="3" creationId="{1A4FA054-4064-4F09-87A0-721B577BBC93}"/>
          </ac:spMkLst>
        </pc:spChg>
        <pc:spChg chg="add del mod">
          <ac:chgData name="Jocellyn Luna" userId="74d04e64cf87037c" providerId="LiveId" clId="{C233FEFD-91ED-46B9-9B1E-F620406A1959}" dt="2020-04-03T19:12:01.852" v="213" actId="478"/>
          <ac:spMkLst>
            <pc:docMk/>
            <pc:sldMk cId="0" sldId="263"/>
            <ac:spMk id="169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0:48:17.657" v="396" actId="790"/>
          <ac:spMkLst>
            <pc:docMk/>
            <pc:sldMk cId="0" sldId="263"/>
            <ac:spMk id="170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14:40.942" v="756" actId="20577"/>
          <ac:spMkLst>
            <pc:docMk/>
            <pc:sldMk cId="0" sldId="263"/>
            <ac:spMk id="172" creationId="{00000000-0000-0000-0000-000000000000}"/>
          </ac:spMkLst>
        </pc:spChg>
        <pc:spChg chg="mod">
          <ac:chgData name="Jocellyn Luna" userId="74d04e64cf87037c" providerId="LiveId" clId="{C233FEFD-91ED-46B9-9B1E-F620406A1959}" dt="2020-04-03T19:12:47.237" v="226" actId="14100"/>
          <ac:spMkLst>
            <pc:docMk/>
            <pc:sldMk cId="0" sldId="263"/>
            <ac:spMk id="174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17:31.306" v="838" actId="20577"/>
          <ac:spMkLst>
            <pc:docMk/>
            <pc:sldMk cId="0" sldId="263"/>
            <ac:spMk id="175" creationId="{00000000-0000-0000-0000-000000000000}"/>
          </ac:spMkLst>
        </pc:spChg>
        <pc:spChg chg="del mod topLvl">
          <ac:chgData name="Jocellyn Luna" userId="74d04e64cf87037c" providerId="LiveId" clId="{C233FEFD-91ED-46B9-9B1E-F620406A1959}" dt="2020-04-11T01:13:12.013" v="626" actId="478"/>
          <ac:spMkLst>
            <pc:docMk/>
            <pc:sldMk cId="0" sldId="263"/>
            <ac:spMk id="177" creationId="{00000000-0000-0000-0000-000000000000}"/>
          </ac:spMkLst>
        </pc:spChg>
        <pc:spChg chg="del mod topLvl">
          <ac:chgData name="Jocellyn Luna" userId="74d04e64cf87037c" providerId="LiveId" clId="{C233FEFD-91ED-46B9-9B1E-F620406A1959}" dt="2020-04-11T01:13:10.129" v="625" actId="478"/>
          <ac:spMkLst>
            <pc:docMk/>
            <pc:sldMk cId="0" sldId="263"/>
            <ac:spMk id="178" creationId="{00000000-0000-0000-0000-000000000000}"/>
          </ac:spMkLst>
        </pc:spChg>
        <pc:spChg chg="mod">
          <ac:chgData name="Jocellyn Luna" userId="74d04e64cf87037c" providerId="LiveId" clId="{C233FEFD-91ED-46B9-9B1E-F620406A1959}" dt="2020-04-03T19:12:31.952" v="222" actId="14100"/>
          <ac:spMkLst>
            <pc:docMk/>
            <pc:sldMk cId="0" sldId="263"/>
            <ac:spMk id="180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13:55.746" v="669" actId="20577"/>
          <ac:spMkLst>
            <pc:docMk/>
            <pc:sldMk cId="0" sldId="263"/>
            <ac:spMk id="181" creationId="{00000000-0000-0000-0000-000000000000}"/>
          </ac:spMkLst>
        </pc:spChg>
        <pc:spChg chg="mod">
          <ac:chgData name="Jocellyn Luna" userId="74d04e64cf87037c" providerId="LiveId" clId="{C233FEFD-91ED-46B9-9B1E-F620406A1959}" dt="2020-04-03T19:13:04.827" v="227" actId="14100"/>
          <ac:spMkLst>
            <pc:docMk/>
            <pc:sldMk cId="0" sldId="263"/>
            <ac:spMk id="183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15:31.582" v="802" actId="20577"/>
          <ac:spMkLst>
            <pc:docMk/>
            <pc:sldMk cId="0" sldId="263"/>
            <ac:spMk id="184" creationId="{00000000-0000-0000-0000-000000000000}"/>
          </ac:spMkLst>
        </pc:spChg>
        <pc:spChg chg="del topLvl">
          <ac:chgData name="Jocellyn Luna" userId="74d04e64cf87037c" providerId="LiveId" clId="{C233FEFD-91ED-46B9-9B1E-F620406A1959}" dt="2020-04-11T01:13:18.631" v="627" actId="478"/>
          <ac:spMkLst>
            <pc:docMk/>
            <pc:sldMk cId="0" sldId="263"/>
            <ac:spMk id="186" creationId="{00000000-0000-0000-0000-000000000000}"/>
          </ac:spMkLst>
        </pc:spChg>
        <pc:spChg chg="del topLvl">
          <ac:chgData name="Jocellyn Luna" userId="74d04e64cf87037c" providerId="LiveId" clId="{C233FEFD-91ED-46B9-9B1E-F620406A1959}" dt="2020-04-11T01:13:21.218" v="628" actId="478"/>
          <ac:spMkLst>
            <pc:docMk/>
            <pc:sldMk cId="0" sldId="263"/>
            <ac:spMk id="187" creationId="{00000000-0000-0000-0000-000000000000}"/>
          </ac:spMkLst>
        </pc:spChg>
        <pc:grpChg chg="mod">
          <ac:chgData name="Jocellyn Luna" userId="74d04e64cf87037c" providerId="LiveId" clId="{C233FEFD-91ED-46B9-9B1E-F620406A1959}" dt="2020-04-11T01:13:27.330" v="629" actId="1076"/>
          <ac:grpSpMkLst>
            <pc:docMk/>
            <pc:sldMk cId="0" sldId="263"/>
            <ac:grpSpMk id="173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13:27.330" v="629" actId="1076"/>
          <ac:grpSpMkLst>
            <pc:docMk/>
            <pc:sldMk cId="0" sldId="263"/>
            <ac:grpSpMk id="176" creationId="{00000000-0000-0000-0000-000000000000}"/>
          </ac:grpSpMkLst>
        </pc:grpChg>
        <pc:grpChg chg="del">
          <ac:chgData name="Jocellyn Luna" userId="74d04e64cf87037c" providerId="LiveId" clId="{C233FEFD-91ED-46B9-9B1E-F620406A1959}" dt="2020-04-11T01:13:10.129" v="625" actId="478"/>
          <ac:grpSpMkLst>
            <pc:docMk/>
            <pc:sldMk cId="0" sldId="263"/>
            <ac:grpSpMk id="179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13:27.330" v="629" actId="1076"/>
          <ac:grpSpMkLst>
            <pc:docMk/>
            <pc:sldMk cId="0" sldId="263"/>
            <ac:grpSpMk id="182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16:56.809" v="829" actId="14100"/>
          <ac:grpSpMkLst>
            <pc:docMk/>
            <pc:sldMk cId="0" sldId="263"/>
            <ac:grpSpMk id="185" creationId="{00000000-0000-0000-0000-000000000000}"/>
          </ac:grpSpMkLst>
        </pc:grpChg>
        <pc:grpChg chg="del">
          <ac:chgData name="Jocellyn Luna" userId="74d04e64cf87037c" providerId="LiveId" clId="{C233FEFD-91ED-46B9-9B1E-F620406A1959}" dt="2020-04-11T01:13:18.631" v="627" actId="478"/>
          <ac:grpSpMkLst>
            <pc:docMk/>
            <pc:sldMk cId="0" sldId="263"/>
            <ac:grpSpMk id="188" creationId="{00000000-0000-0000-0000-000000000000}"/>
          </ac:grpSpMkLst>
        </pc:grpChg>
      </pc:sldChg>
      <pc:sldChg chg="addSp delSp modSp mod modTransition modAnim">
        <pc:chgData name="Jocellyn Luna" userId="74d04e64cf87037c" providerId="LiveId" clId="{C233FEFD-91ED-46B9-9B1E-F620406A1959}" dt="2020-04-11T01:23:18.571" v="1073" actId="20577"/>
        <pc:sldMkLst>
          <pc:docMk/>
          <pc:sldMk cId="0" sldId="264"/>
        </pc:sldMkLst>
        <pc:spChg chg="add mod">
          <ac:chgData name="Jocellyn Luna" userId="74d04e64cf87037c" providerId="LiveId" clId="{C233FEFD-91ED-46B9-9B1E-F620406A1959}" dt="2020-04-03T19:13:35.408" v="231"/>
          <ac:spMkLst>
            <pc:docMk/>
            <pc:sldMk cId="0" sldId="264"/>
            <ac:spMk id="3" creationId="{82BE34FE-67C9-4557-9940-EB33F6E2A9F4}"/>
          </ac:spMkLst>
        </pc:spChg>
        <pc:spChg chg="del">
          <ac:chgData name="Jocellyn Luna" userId="74d04e64cf87037c" providerId="LiveId" clId="{C233FEFD-91ED-46B9-9B1E-F620406A1959}" dt="2020-04-03T19:13:28.134" v="229" actId="478"/>
          <ac:spMkLst>
            <pc:docMk/>
            <pc:sldMk cId="0" sldId="264"/>
            <ac:spMk id="190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22:58.404" v="1057" actId="20577"/>
          <ac:spMkLst>
            <pc:docMk/>
            <pc:sldMk cId="0" sldId="264"/>
            <ac:spMk id="191" creationId="{00000000-0000-0000-0000-000000000000}"/>
          </ac:spMkLst>
        </pc:spChg>
        <pc:spChg chg="mod">
          <ac:chgData name="Jocellyn Luna" userId="74d04e64cf87037c" providerId="LiveId" clId="{C233FEFD-91ED-46B9-9B1E-F620406A1959}" dt="2020-04-03T19:23:56.698" v="315" actId="1076"/>
          <ac:spMkLst>
            <pc:docMk/>
            <pc:sldMk cId="0" sldId="264"/>
            <ac:spMk id="192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19:06.504" v="899" actId="20577"/>
          <ac:spMkLst>
            <pc:docMk/>
            <pc:sldMk cId="0" sldId="264"/>
            <ac:spMk id="193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18:50.265" v="870" actId="20577"/>
          <ac:spMkLst>
            <pc:docMk/>
            <pc:sldMk cId="0" sldId="264"/>
            <ac:spMk id="196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23:18.571" v="1073" actId="20577"/>
          <ac:spMkLst>
            <pc:docMk/>
            <pc:sldMk cId="0" sldId="264"/>
            <ac:spMk id="198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22:06.143" v="1015" actId="20577"/>
          <ac:spMkLst>
            <pc:docMk/>
            <pc:sldMk cId="0" sldId="264"/>
            <ac:spMk id="239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22:30.525" v="1038" actId="20577"/>
          <ac:spMkLst>
            <pc:docMk/>
            <pc:sldMk cId="0" sldId="264"/>
            <ac:spMk id="242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22:10.715" v="1021" actId="20577"/>
          <ac:spMkLst>
            <pc:docMk/>
            <pc:sldMk cId="0" sldId="264"/>
            <ac:spMk id="311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22:43.618" v="1045" actId="20577"/>
          <ac:spMkLst>
            <pc:docMk/>
            <pc:sldMk cId="0" sldId="264"/>
            <ac:spMk id="314" creationId="{00000000-0000-0000-0000-000000000000}"/>
          </ac:spMkLst>
        </pc:spChg>
        <pc:spChg chg="mod">
          <ac:chgData name="Jocellyn Luna" userId="74d04e64cf87037c" providerId="LiveId" clId="{C233FEFD-91ED-46B9-9B1E-F620406A1959}" dt="2020-04-03T19:17:33.475" v="266" actId="1076"/>
          <ac:spMkLst>
            <pc:docMk/>
            <pc:sldMk cId="0" sldId="264"/>
            <ac:spMk id="316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22:37.652" v="1040" actId="1076"/>
          <ac:spMkLst>
            <pc:docMk/>
            <pc:sldMk cId="0" sldId="264"/>
            <ac:spMk id="31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22:46.703" v="1049" actId="20577"/>
          <ac:spMkLst>
            <pc:docMk/>
            <pc:sldMk cId="0" sldId="264"/>
            <ac:spMk id="320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21:50.697" v="1010" actId="20577"/>
          <ac:spMkLst>
            <pc:docMk/>
            <pc:sldMk cId="0" sldId="264"/>
            <ac:spMk id="323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19:56.989" v="937" actId="20577"/>
          <ac:spMkLst>
            <pc:docMk/>
            <pc:sldMk cId="0" sldId="264"/>
            <ac:spMk id="326" creationId="{00000000-0000-0000-0000-000000000000}"/>
          </ac:spMkLst>
        </pc:spChg>
        <pc:grpChg chg="mod">
          <ac:chgData name="Jocellyn Luna" userId="74d04e64cf87037c" providerId="LiveId" clId="{C233FEFD-91ED-46B9-9B1E-F620406A1959}" dt="2020-04-11T01:18:42.686" v="867" actId="1076"/>
          <ac:grpSpMkLst>
            <pc:docMk/>
            <pc:sldMk cId="0" sldId="264"/>
            <ac:grpSpMk id="194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20:56.070" v="967" actId="1076"/>
          <ac:grpSpMkLst>
            <pc:docMk/>
            <pc:sldMk cId="0" sldId="264"/>
            <ac:grpSpMk id="197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03T19:21:32.290" v="306" actId="1076"/>
          <ac:grpSpMkLst>
            <pc:docMk/>
            <pc:sldMk cId="0" sldId="264"/>
            <ac:grpSpMk id="240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03T19:21:48.961" v="307" actId="1076"/>
          <ac:grpSpMkLst>
            <pc:docMk/>
            <pc:sldMk cId="0" sldId="264"/>
            <ac:grpSpMk id="243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03T19:22:18.746" v="309" actId="1076"/>
          <ac:grpSpMkLst>
            <pc:docMk/>
            <pc:sldMk cId="0" sldId="264"/>
            <ac:grpSpMk id="312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03T19:22:25.276" v="310" actId="1076"/>
          <ac:grpSpMkLst>
            <pc:docMk/>
            <pc:sldMk cId="0" sldId="264"/>
            <ac:grpSpMk id="315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22:41.135" v="1041" actId="1076"/>
          <ac:grpSpMkLst>
            <pc:docMk/>
            <pc:sldMk cId="0" sldId="264"/>
            <ac:grpSpMk id="318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03T19:21:13.872" v="303" actId="1076"/>
          <ac:grpSpMkLst>
            <pc:docMk/>
            <pc:sldMk cId="0" sldId="264"/>
            <ac:grpSpMk id="321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21:32.522" v="972" actId="1076"/>
          <ac:grpSpMkLst>
            <pc:docMk/>
            <pc:sldMk cId="0" sldId="264"/>
            <ac:grpSpMk id="324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21:58.059" v="1011" actId="1076"/>
          <ac:grpSpMkLst>
            <pc:docMk/>
            <pc:sldMk cId="0" sldId="264"/>
            <ac:grpSpMk id="327" creationId="{00000000-0000-0000-0000-000000000000}"/>
          </ac:grpSpMkLst>
        </pc:grpChg>
      </pc:sldChg>
      <pc:sldChg chg="addSp delSp modSp mod modTransition">
        <pc:chgData name="Jocellyn Luna" userId="74d04e64cf87037c" providerId="LiveId" clId="{C233FEFD-91ED-46B9-9B1E-F620406A1959}" dt="2020-04-11T01:25:16.957" v="1084" actId="1076"/>
        <pc:sldMkLst>
          <pc:docMk/>
          <pc:sldMk cId="0" sldId="265"/>
        </pc:sldMkLst>
        <pc:spChg chg="add del mod">
          <ac:chgData name="Jocellyn Luna" userId="74d04e64cf87037c" providerId="LiveId" clId="{C233FEFD-91ED-46B9-9B1E-F620406A1959}" dt="2020-04-03T19:25:50.083" v="322" actId="478"/>
          <ac:spMkLst>
            <pc:docMk/>
            <pc:sldMk cId="0" sldId="265"/>
            <ac:spMk id="2" creationId="{5C1A5432-F627-4CC1-A402-5A523F0BFE62}"/>
          </ac:spMkLst>
        </pc:spChg>
        <pc:spChg chg="add mod">
          <ac:chgData name="Jocellyn Luna" userId="74d04e64cf87037c" providerId="LiveId" clId="{C233FEFD-91ED-46B9-9B1E-F620406A1959}" dt="2020-04-03T19:25:46.444" v="321"/>
          <ac:spMkLst>
            <pc:docMk/>
            <pc:sldMk cId="0" sldId="265"/>
            <ac:spMk id="4" creationId="{98B57027-505D-4F6E-84A8-8643D55FEE82}"/>
          </ac:spMkLst>
        </pc:spChg>
        <pc:spChg chg="del">
          <ac:chgData name="Jocellyn Luna" userId="74d04e64cf87037c" providerId="LiveId" clId="{C233FEFD-91ED-46B9-9B1E-F620406A1959}" dt="2020-04-03T19:25:41.679" v="320" actId="478"/>
          <ac:spMkLst>
            <pc:docMk/>
            <pc:sldMk cId="0" sldId="265"/>
            <ac:spMk id="329" creationId="{00000000-0000-0000-0000-000000000000}"/>
          </ac:spMkLst>
        </pc:spChg>
        <pc:picChg chg="add del mod modCrop">
          <ac:chgData name="Jocellyn Luna" userId="74d04e64cf87037c" providerId="LiveId" clId="{C233FEFD-91ED-46B9-9B1E-F620406A1959}" dt="2020-04-11T01:02:50.109" v="405" actId="478"/>
          <ac:picMkLst>
            <pc:docMk/>
            <pc:sldMk cId="0" sldId="265"/>
            <ac:picMk id="2" creationId="{8448F4A3-B170-4FE3-B5E9-1E2EBF4862D3}"/>
          </ac:picMkLst>
        </pc:picChg>
        <pc:picChg chg="add del mod modCrop">
          <ac:chgData name="Jocellyn Luna" userId="74d04e64cf87037c" providerId="LiveId" clId="{C233FEFD-91ED-46B9-9B1E-F620406A1959}" dt="2020-04-11T01:24:13.809" v="1074" actId="478"/>
          <ac:picMkLst>
            <pc:docMk/>
            <pc:sldMk cId="0" sldId="265"/>
            <ac:picMk id="3" creationId="{BC9704BB-D6F6-404B-BCF6-732C7ABBB7D7}"/>
          </ac:picMkLst>
        </pc:picChg>
        <pc:picChg chg="add del mod">
          <ac:chgData name="Jocellyn Luna" userId="74d04e64cf87037c" providerId="LiveId" clId="{C233FEFD-91ED-46B9-9B1E-F620406A1959}" dt="2020-04-11T01:24:22.533" v="1077" actId="478"/>
          <ac:picMkLst>
            <pc:docMk/>
            <pc:sldMk cId="0" sldId="265"/>
            <ac:picMk id="5" creationId="{3816B6F1-0E39-4632-96DF-35C4321D7712}"/>
          </ac:picMkLst>
        </pc:picChg>
        <pc:picChg chg="add mod">
          <ac:chgData name="Jocellyn Luna" userId="74d04e64cf87037c" providerId="LiveId" clId="{C233FEFD-91ED-46B9-9B1E-F620406A1959}" dt="2020-04-11T01:24:48.339" v="1082" actId="1076"/>
          <ac:picMkLst>
            <pc:docMk/>
            <pc:sldMk cId="0" sldId="265"/>
            <ac:picMk id="6" creationId="{5B01ED01-7566-414D-961A-284FB045E466}"/>
          </ac:picMkLst>
        </pc:picChg>
        <pc:picChg chg="add mod">
          <ac:chgData name="Jocellyn Luna" userId="74d04e64cf87037c" providerId="LiveId" clId="{C233FEFD-91ED-46B9-9B1E-F620406A1959}" dt="2020-04-11T01:25:16.957" v="1084" actId="1076"/>
          <ac:picMkLst>
            <pc:docMk/>
            <pc:sldMk cId="0" sldId="265"/>
            <ac:picMk id="7" creationId="{84B6390F-D3C6-4062-A753-07A2D103A3D1}"/>
          </ac:picMkLst>
        </pc:picChg>
        <pc:picChg chg="del">
          <ac:chgData name="Jocellyn Luna" userId="74d04e64cf87037c" providerId="LiveId" clId="{C233FEFD-91ED-46B9-9B1E-F620406A1959}" dt="2020-04-11T01:24:18.302" v="1075" actId="478"/>
          <ac:picMkLst>
            <pc:docMk/>
            <pc:sldMk cId="0" sldId="265"/>
            <ac:picMk id="330" creationId="{00000000-0000-0000-0000-000000000000}"/>
          </ac:picMkLst>
        </pc:picChg>
        <pc:picChg chg="del">
          <ac:chgData name="Jocellyn Luna" userId="74d04e64cf87037c" providerId="LiveId" clId="{C233FEFD-91ED-46B9-9B1E-F620406A1959}" dt="2020-04-11T01:24:20.773" v="1076" actId="478"/>
          <ac:picMkLst>
            <pc:docMk/>
            <pc:sldMk cId="0" sldId="265"/>
            <ac:picMk id="331" creationId="{00000000-0000-0000-0000-000000000000}"/>
          </ac:picMkLst>
        </pc:picChg>
        <pc:picChg chg="del">
          <ac:chgData name="Jocellyn Luna" userId="74d04e64cf87037c" providerId="LiveId" clId="{C233FEFD-91ED-46B9-9B1E-F620406A1959}" dt="2020-04-11T01:24:18.302" v="1075" actId="478"/>
          <ac:picMkLst>
            <pc:docMk/>
            <pc:sldMk cId="0" sldId="265"/>
            <ac:picMk id="332" creationId="{00000000-0000-0000-0000-000000000000}"/>
          </ac:picMkLst>
        </pc:picChg>
        <pc:picChg chg="del">
          <ac:chgData name="Jocellyn Luna" userId="74d04e64cf87037c" providerId="LiveId" clId="{C233FEFD-91ED-46B9-9B1E-F620406A1959}" dt="2020-04-11T01:24:18.302" v="1075" actId="478"/>
          <ac:picMkLst>
            <pc:docMk/>
            <pc:sldMk cId="0" sldId="265"/>
            <ac:picMk id="333" creationId="{00000000-0000-0000-0000-000000000000}"/>
          </ac:picMkLst>
        </pc:picChg>
        <pc:picChg chg="del mod">
          <ac:chgData name="Jocellyn Luna" userId="74d04e64cf87037c" providerId="LiveId" clId="{C233FEFD-91ED-46B9-9B1E-F620406A1959}" dt="2020-04-11T01:24:25.168" v="1078" actId="478"/>
          <ac:picMkLst>
            <pc:docMk/>
            <pc:sldMk cId="0" sldId="265"/>
            <ac:picMk id="334" creationId="{00000000-0000-0000-0000-000000000000}"/>
          </ac:picMkLst>
        </pc:picChg>
        <pc:picChg chg="del mod">
          <ac:chgData name="Jocellyn Luna" userId="74d04e64cf87037c" providerId="LiveId" clId="{C233FEFD-91ED-46B9-9B1E-F620406A1959}" dt="2020-04-11T01:24:27.668" v="1079" actId="478"/>
          <ac:picMkLst>
            <pc:docMk/>
            <pc:sldMk cId="0" sldId="265"/>
            <ac:picMk id="335" creationId="{00000000-0000-0000-0000-000000000000}"/>
          </ac:picMkLst>
        </pc:picChg>
        <pc:picChg chg="del mod">
          <ac:chgData name="Jocellyn Luna" userId="74d04e64cf87037c" providerId="LiveId" clId="{C233FEFD-91ED-46B9-9B1E-F620406A1959}" dt="2020-04-11T01:24:30.257" v="1080" actId="478"/>
          <ac:picMkLst>
            <pc:docMk/>
            <pc:sldMk cId="0" sldId="265"/>
            <ac:picMk id="336" creationId="{00000000-0000-0000-0000-000000000000}"/>
          </ac:picMkLst>
        </pc:picChg>
      </pc:sldChg>
      <pc:sldChg chg="addSp delSp modSp mod modTransition addAnim delAnim modAnim">
        <pc:chgData name="Jocellyn Luna" userId="74d04e64cf87037c" providerId="LiveId" clId="{C233FEFD-91ED-46B9-9B1E-F620406A1959}" dt="2020-04-11T01:38:43.748" v="1449" actId="1076"/>
        <pc:sldMkLst>
          <pc:docMk/>
          <pc:sldMk cId="0" sldId="266"/>
        </pc:sldMkLst>
        <pc:spChg chg="add mod">
          <ac:chgData name="Jocellyn Luna" userId="74d04e64cf87037c" providerId="LiveId" clId="{C233FEFD-91ED-46B9-9B1E-F620406A1959}" dt="2020-04-03T19:26:29.324" v="330"/>
          <ac:spMkLst>
            <pc:docMk/>
            <pc:sldMk cId="0" sldId="266"/>
            <ac:spMk id="3" creationId="{B6D717D6-9D9F-4173-9DF3-596285790B45}"/>
          </ac:spMkLst>
        </pc:spChg>
        <pc:spChg chg="del">
          <ac:chgData name="Jocellyn Luna" userId="74d04e64cf87037c" providerId="LiveId" clId="{C233FEFD-91ED-46B9-9B1E-F620406A1959}" dt="2020-04-03T19:26:26.184" v="329" actId="478"/>
          <ac:spMkLst>
            <pc:docMk/>
            <pc:sldMk cId="0" sldId="266"/>
            <ac:spMk id="338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26:28.994" v="1172" actId="20577"/>
          <ac:spMkLst>
            <pc:docMk/>
            <pc:sldMk cId="0" sldId="266"/>
            <ac:spMk id="339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25:49.356" v="1109" actId="20577"/>
          <ac:spMkLst>
            <pc:docMk/>
            <pc:sldMk cId="0" sldId="266"/>
            <ac:spMk id="341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0:25.309" v="1271" actId="20577"/>
          <ac:spMkLst>
            <pc:docMk/>
            <pc:sldMk cId="0" sldId="266"/>
            <ac:spMk id="344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3:31.063" v="1338" actId="20577"/>
          <ac:spMkLst>
            <pc:docMk/>
            <pc:sldMk cId="0" sldId="266"/>
            <ac:spMk id="400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0:18.378" v="1252" actId="1076"/>
          <ac:spMkLst>
            <pc:docMk/>
            <pc:sldMk cId="0" sldId="266"/>
            <ac:spMk id="403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0:18.566" v="1253" actId="1076"/>
          <ac:spMkLst>
            <pc:docMk/>
            <pc:sldMk cId="0" sldId="266"/>
            <ac:spMk id="404" creationId="{00000000-0000-0000-0000-000000000000}"/>
          </ac:spMkLst>
        </pc:spChg>
        <pc:spChg chg="mod ord">
          <ac:chgData name="Jocellyn Luna" userId="74d04e64cf87037c" providerId="LiveId" clId="{C233FEFD-91ED-46B9-9B1E-F620406A1959}" dt="2020-04-11T01:33:36.629" v="1339" actId="166"/>
          <ac:spMkLst>
            <pc:docMk/>
            <pc:sldMk cId="0" sldId="266"/>
            <ac:spMk id="408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3:00.167" v="1325" actId="20577"/>
          <ac:spMkLst>
            <pc:docMk/>
            <pc:sldMk cId="0" sldId="266"/>
            <ac:spMk id="411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5:03.092" v="1359" actId="20577"/>
          <ac:spMkLst>
            <pc:docMk/>
            <pc:sldMk cId="0" sldId="266"/>
            <ac:spMk id="441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7:38.565" v="1440" actId="20577"/>
          <ac:spMkLst>
            <pc:docMk/>
            <pc:sldMk cId="0" sldId="266"/>
            <ac:spMk id="44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8:39.517" v="1448" actId="1076"/>
          <ac:spMkLst>
            <pc:docMk/>
            <pc:sldMk cId="0" sldId="266"/>
            <ac:spMk id="476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7:29.233" v="1430" actId="20577"/>
          <ac:spMkLst>
            <pc:docMk/>
            <pc:sldMk cId="0" sldId="266"/>
            <ac:spMk id="479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5:25.561" v="1370" actId="20577"/>
          <ac:spMkLst>
            <pc:docMk/>
            <pc:sldMk cId="0" sldId="266"/>
            <ac:spMk id="510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5:31.879" v="1371" actId="1076"/>
          <ac:spMkLst>
            <pc:docMk/>
            <pc:sldMk cId="0" sldId="266"/>
            <ac:spMk id="536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7:20.672" v="1420" actId="1076"/>
          <ac:spMkLst>
            <pc:docMk/>
            <pc:sldMk cId="0" sldId="266"/>
            <ac:spMk id="538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8:00.603" v="1443" actId="1076"/>
          <ac:spMkLst>
            <pc:docMk/>
            <pc:sldMk cId="0" sldId="266"/>
            <ac:spMk id="566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6:30.827" v="1386" actId="20577"/>
          <ac:spMkLst>
            <pc:docMk/>
            <pc:sldMk cId="0" sldId="266"/>
            <ac:spMk id="569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26:44.733" v="1185" actId="20577"/>
          <ac:spMkLst>
            <pc:docMk/>
            <pc:sldMk cId="0" sldId="266"/>
            <ac:spMk id="573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8:43.748" v="1449" actId="1076"/>
          <ac:spMkLst>
            <pc:docMk/>
            <pc:sldMk cId="0" sldId="266"/>
            <ac:spMk id="601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0:19.628" v="1258" actId="1076"/>
          <ac:spMkLst>
            <pc:docMk/>
            <pc:sldMk cId="0" sldId="266"/>
            <ac:spMk id="603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7:49.019" v="1442" actId="1076"/>
          <ac:spMkLst>
            <pc:docMk/>
            <pc:sldMk cId="0" sldId="266"/>
            <ac:spMk id="60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0:20.384" v="1262" actId="1076"/>
          <ac:spMkLst>
            <pc:docMk/>
            <pc:sldMk cId="0" sldId="266"/>
            <ac:spMk id="610" creationId="{00000000-0000-0000-0000-000000000000}"/>
          </ac:spMkLst>
        </pc:spChg>
        <pc:spChg chg="add del mod ord">
          <ac:chgData name="Jocellyn Luna" userId="74d04e64cf87037c" providerId="LiveId" clId="{C233FEFD-91ED-46B9-9B1E-F620406A1959}" dt="2020-04-11T01:33:52.077" v="1340" actId="166"/>
          <ac:spMkLst>
            <pc:docMk/>
            <pc:sldMk cId="0" sldId="266"/>
            <ac:spMk id="639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0:18.817" v="1254" actId="20577"/>
          <ac:spMkLst>
            <pc:docMk/>
            <pc:sldMk cId="0" sldId="266"/>
            <ac:spMk id="642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32:17.886" v="1314" actId="20577"/>
          <ac:spMkLst>
            <pc:docMk/>
            <pc:sldMk cId="0" sldId="266"/>
            <ac:spMk id="649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26:15.100" v="1164" actId="20577"/>
          <ac:spMkLst>
            <pc:docMk/>
            <pc:sldMk cId="0" sldId="266"/>
            <ac:spMk id="655" creationId="{00000000-0000-0000-0000-000000000000}"/>
          </ac:spMkLst>
        </pc:spChg>
        <pc:grpChg chg="mod">
          <ac:chgData name="Jocellyn Luna" userId="74d04e64cf87037c" providerId="LiveId" clId="{C233FEFD-91ED-46B9-9B1E-F620406A1959}" dt="2020-04-11T01:36:02.721" v="1372" actId="1076"/>
          <ac:grpSpMkLst>
            <pc:docMk/>
            <pc:sldMk cId="0" sldId="266"/>
            <ac:grpSpMk id="444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03T19:26:34.948" v="331" actId="1076"/>
          <ac:grpSpMkLst>
            <pc:docMk/>
            <pc:sldMk cId="0" sldId="266"/>
            <ac:grpSpMk id="574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38:30.115" v="1446" actId="1076"/>
          <ac:grpSpMkLst>
            <pc:docMk/>
            <pc:sldMk cId="0" sldId="266"/>
            <ac:grpSpMk id="600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34:35.339" v="1347" actId="1076"/>
          <ac:grpSpMkLst>
            <pc:docMk/>
            <pc:sldMk cId="0" sldId="266"/>
            <ac:grpSpMk id="606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38:04.149" v="1444" actId="1076"/>
          <ac:grpSpMkLst>
            <pc:docMk/>
            <pc:sldMk cId="0" sldId="266"/>
            <ac:grpSpMk id="612" creationId="{00000000-0000-0000-0000-000000000000}"/>
          </ac:grpSpMkLst>
        </pc:grpChg>
        <pc:grpChg chg="add del mod ord">
          <ac:chgData name="Jocellyn Luna" userId="74d04e64cf87037c" providerId="LiveId" clId="{C233FEFD-91ED-46B9-9B1E-F620406A1959}" dt="2020-04-11T01:34:13.290" v="1345" actId="170"/>
          <ac:grpSpMkLst>
            <pc:docMk/>
            <pc:sldMk cId="0" sldId="266"/>
            <ac:grpSpMk id="644" creationId="{00000000-0000-0000-0000-000000000000}"/>
          </ac:grpSpMkLst>
        </pc:grpChg>
      </pc:sldChg>
      <pc:sldChg chg="addSp delSp modSp mod modTransition">
        <pc:chgData name="Jocellyn Luna" userId="74d04e64cf87037c" providerId="LiveId" clId="{C233FEFD-91ED-46B9-9B1E-F620406A1959}" dt="2020-04-03T19:27:05.503" v="335"/>
        <pc:sldMkLst>
          <pc:docMk/>
          <pc:sldMk cId="0" sldId="267"/>
        </pc:sldMkLst>
        <pc:spChg chg="add mod">
          <ac:chgData name="Jocellyn Luna" userId="74d04e64cf87037c" providerId="LiveId" clId="{C233FEFD-91ED-46B9-9B1E-F620406A1959}" dt="2020-04-03T19:27:05.503" v="335"/>
          <ac:spMkLst>
            <pc:docMk/>
            <pc:sldMk cId="0" sldId="267"/>
            <ac:spMk id="3" creationId="{0D9396E3-66F5-43A0-9ED5-7786BFD3F8A4}"/>
          </ac:spMkLst>
        </pc:spChg>
        <pc:spChg chg="del">
          <ac:chgData name="Jocellyn Luna" userId="74d04e64cf87037c" providerId="LiveId" clId="{C233FEFD-91ED-46B9-9B1E-F620406A1959}" dt="2020-04-03T19:27:02.691" v="334" actId="478"/>
          <ac:spMkLst>
            <pc:docMk/>
            <pc:sldMk cId="0" sldId="267"/>
            <ac:spMk id="658" creationId="{00000000-0000-0000-0000-000000000000}"/>
          </ac:spMkLst>
        </pc:spChg>
        <pc:grpChg chg="mod">
          <ac:chgData name="Jocellyn Luna" userId="74d04e64cf87037c" providerId="LiveId" clId="{C233FEFD-91ED-46B9-9B1E-F620406A1959}" dt="2020-04-03T19:26:58.942" v="333" actId="1076"/>
          <ac:grpSpMkLst>
            <pc:docMk/>
            <pc:sldMk cId="0" sldId="267"/>
            <ac:grpSpMk id="699" creationId="{00000000-0000-0000-0000-000000000000}"/>
          </ac:grpSpMkLst>
        </pc:grpChg>
      </pc:sldChg>
      <pc:sldChg chg="addSp delSp modSp mod modTransition">
        <pc:chgData name="Jocellyn Luna" userId="74d04e64cf87037c" providerId="LiveId" clId="{C233FEFD-91ED-46B9-9B1E-F620406A1959}" dt="2020-04-11T01:50:36.161" v="1523" actId="14100"/>
        <pc:sldMkLst>
          <pc:docMk/>
          <pc:sldMk cId="0" sldId="268"/>
        </pc:sldMkLst>
        <pc:spChg chg="add mod">
          <ac:chgData name="Jocellyn Luna" userId="74d04e64cf87037c" providerId="LiveId" clId="{C233FEFD-91ED-46B9-9B1E-F620406A1959}" dt="2020-04-03T19:27:24.498" v="339"/>
          <ac:spMkLst>
            <pc:docMk/>
            <pc:sldMk cId="0" sldId="268"/>
            <ac:spMk id="3" creationId="{618BB841-8911-4663-8107-307285F68FA5}"/>
          </ac:spMkLst>
        </pc:spChg>
        <pc:spChg chg="del">
          <ac:chgData name="Jocellyn Luna" userId="74d04e64cf87037c" providerId="LiveId" clId="{C233FEFD-91ED-46B9-9B1E-F620406A1959}" dt="2020-04-03T19:27:18" v="337" actId="478"/>
          <ac:spMkLst>
            <pc:docMk/>
            <pc:sldMk cId="0" sldId="268"/>
            <ac:spMk id="701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6:45.302" v="1492" actId="20577"/>
          <ac:spMkLst>
            <pc:docMk/>
            <pc:sldMk cId="0" sldId="268"/>
            <ac:spMk id="702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8:14.785" v="1508" actId="313"/>
          <ac:spMkLst>
            <pc:docMk/>
            <pc:sldMk cId="0" sldId="268"/>
            <ac:spMk id="744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7:22.116" v="1495" actId="313"/>
          <ac:spMkLst>
            <pc:docMk/>
            <pc:sldMk cId="0" sldId="268"/>
            <ac:spMk id="74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2:31.566" v="1457" actId="1076"/>
          <ac:spMkLst>
            <pc:docMk/>
            <pc:sldMk cId="0" sldId="268"/>
            <ac:spMk id="775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7:23.153" v="1496" actId="313"/>
          <ac:spMkLst>
            <pc:docMk/>
            <pc:sldMk cId="0" sldId="268"/>
            <ac:spMk id="77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2:31.566" v="1457" actId="1076"/>
          <ac:spMkLst>
            <pc:docMk/>
            <pc:sldMk cId="0" sldId="268"/>
            <ac:spMk id="805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7:23.915" v="1497" actId="313"/>
          <ac:spMkLst>
            <pc:docMk/>
            <pc:sldMk cId="0" sldId="268"/>
            <ac:spMk id="80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2:31.566" v="1457" actId="1076"/>
          <ac:spMkLst>
            <pc:docMk/>
            <pc:sldMk cId="0" sldId="268"/>
            <ac:spMk id="835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7:24.507" v="1498" actId="313"/>
          <ac:spMkLst>
            <pc:docMk/>
            <pc:sldMk cId="0" sldId="268"/>
            <ac:spMk id="83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2:31.566" v="1457" actId="1076"/>
          <ac:spMkLst>
            <pc:docMk/>
            <pc:sldMk cId="0" sldId="268"/>
            <ac:spMk id="865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8:15.332" v="1509" actId="313"/>
          <ac:spMkLst>
            <pc:docMk/>
            <pc:sldMk cId="0" sldId="268"/>
            <ac:spMk id="86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9:33.575" v="1519" actId="1076"/>
          <ac:spMkLst>
            <pc:docMk/>
            <pc:sldMk cId="0" sldId="268"/>
            <ac:spMk id="895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8:15.895" v="1510" actId="313"/>
          <ac:spMkLst>
            <pc:docMk/>
            <pc:sldMk cId="0" sldId="268"/>
            <ac:spMk id="89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7:25.085" v="1499" actId="313"/>
          <ac:spMkLst>
            <pc:docMk/>
            <pc:sldMk cId="0" sldId="268"/>
            <ac:spMk id="926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2:31.566" v="1457" actId="1076"/>
          <ac:spMkLst>
            <pc:docMk/>
            <pc:sldMk cId="0" sldId="268"/>
            <ac:spMk id="928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2:31.566" v="1457" actId="1076"/>
          <ac:spMkLst>
            <pc:docMk/>
            <pc:sldMk cId="0" sldId="268"/>
            <ac:spMk id="929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2:31.566" v="1457" actId="1076"/>
          <ac:spMkLst>
            <pc:docMk/>
            <pc:sldMk cId="0" sldId="268"/>
            <ac:spMk id="930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50:07.895" v="1520" actId="1076"/>
          <ac:spMkLst>
            <pc:docMk/>
            <pc:sldMk cId="0" sldId="268"/>
            <ac:spMk id="932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8:16.769" v="1511" actId="313"/>
          <ac:spMkLst>
            <pc:docMk/>
            <pc:sldMk cId="0" sldId="268"/>
            <ac:spMk id="93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7:44.691" v="1501" actId="313"/>
          <ac:spMkLst>
            <pc:docMk/>
            <pc:sldMk cId="0" sldId="268"/>
            <ac:spMk id="940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7:45.149" v="1502" actId="313"/>
          <ac:spMkLst>
            <pc:docMk/>
            <pc:sldMk cId="0" sldId="268"/>
            <ac:spMk id="94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7:45.623" v="1503" actId="313"/>
          <ac:spMkLst>
            <pc:docMk/>
            <pc:sldMk cId="0" sldId="268"/>
            <ac:spMk id="953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50:36.161" v="1523" actId="14100"/>
          <ac:spMkLst>
            <pc:docMk/>
            <pc:sldMk cId="0" sldId="268"/>
            <ac:spMk id="959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8:17.723" v="1512" actId="313"/>
          <ac:spMkLst>
            <pc:docMk/>
            <pc:sldMk cId="0" sldId="268"/>
            <ac:spMk id="961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7:46.156" v="1504" actId="313"/>
          <ac:spMkLst>
            <pc:docMk/>
            <pc:sldMk cId="0" sldId="268"/>
            <ac:spMk id="968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8:18.582" v="1513" actId="313"/>
          <ac:spMkLst>
            <pc:docMk/>
            <pc:sldMk cId="0" sldId="268"/>
            <ac:spMk id="973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7:46.822" v="1505" actId="313"/>
          <ac:spMkLst>
            <pc:docMk/>
            <pc:sldMk cId="0" sldId="268"/>
            <ac:spMk id="980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7:48.316" v="1506" actId="313"/>
          <ac:spMkLst>
            <pc:docMk/>
            <pc:sldMk cId="0" sldId="268"/>
            <ac:spMk id="988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8:21.519" v="1514" actId="313"/>
          <ac:spMkLst>
            <pc:docMk/>
            <pc:sldMk cId="0" sldId="268"/>
            <ac:spMk id="991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7:00.065" v="1494" actId="14100"/>
          <ac:spMkLst>
            <pc:docMk/>
            <pc:sldMk cId="0" sldId="268"/>
            <ac:spMk id="993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50:12.616" v="1521" actId="1076"/>
          <ac:spMkLst>
            <pc:docMk/>
            <pc:sldMk cId="0" sldId="268"/>
            <ac:spMk id="994" creationId="{00000000-0000-0000-0000-000000000000}"/>
          </ac:spMkLst>
        </pc:s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742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745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748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774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778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804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808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834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838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864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868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894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898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924" creationId="{00000000-0000-0000-0000-000000000000}"/>
          </ac:grpSpMkLst>
        </pc:grpChg>
        <pc:grpChg chg="mod">
          <ac:chgData name="Jocellyn Luna" userId="74d04e64cf87037c" providerId="LiveId" clId="{C233FEFD-91ED-46B9-9B1E-F620406A1959}" dt="2020-04-11T01:42:31.566" v="1457" actId="1076"/>
          <ac:grpSpMkLst>
            <pc:docMk/>
            <pc:sldMk cId="0" sldId="268"/>
            <ac:grpSpMk id="927" creationId="{00000000-0000-0000-0000-000000000000}"/>
          </ac:grpSpMkLst>
        </pc:grpChg>
        <pc:cxnChg chg="mod">
          <ac:chgData name="Jocellyn Luna" userId="74d04e64cf87037c" providerId="LiveId" clId="{C233FEFD-91ED-46B9-9B1E-F620406A1959}" dt="2020-04-11T01:42:31.566" v="1457" actId="1076"/>
          <ac:cxnSpMkLst>
            <pc:docMk/>
            <pc:sldMk cId="0" sldId="268"/>
            <ac:cxnSpMk id="931" creationId="{00000000-0000-0000-0000-000000000000}"/>
          </ac:cxnSpMkLst>
        </pc:cxnChg>
      </pc:sldChg>
      <pc:sldChg chg="addSp delSp modSp mod modTransition">
        <pc:chgData name="Jocellyn Luna" userId="74d04e64cf87037c" providerId="LiveId" clId="{C233FEFD-91ED-46B9-9B1E-F620406A1959}" dt="2020-04-11T01:52:30.623" v="1541" actId="20577"/>
        <pc:sldMkLst>
          <pc:docMk/>
          <pc:sldMk cId="0" sldId="269"/>
        </pc:sldMkLst>
        <pc:spChg chg="add mod ord">
          <ac:chgData name="Jocellyn Luna" userId="74d04e64cf87037c" providerId="LiveId" clId="{C233FEFD-91ED-46B9-9B1E-F620406A1959}" dt="2020-04-03T19:27:47.196" v="345" actId="171"/>
          <ac:spMkLst>
            <pc:docMk/>
            <pc:sldMk cId="0" sldId="269"/>
            <ac:spMk id="3" creationId="{F75DF9BE-3A1F-4E77-A040-DDA798F3BF99}"/>
          </ac:spMkLst>
        </pc:spChg>
        <pc:spChg chg="del">
          <ac:chgData name="Jocellyn Luna" userId="74d04e64cf87037c" providerId="LiveId" clId="{C233FEFD-91ED-46B9-9B1E-F620406A1959}" dt="2020-04-03T19:27:34.559" v="341" actId="478"/>
          <ac:spMkLst>
            <pc:docMk/>
            <pc:sldMk cId="0" sldId="269"/>
            <ac:spMk id="996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51:21.180" v="1535" actId="20577"/>
          <ac:spMkLst>
            <pc:docMk/>
            <pc:sldMk cId="0" sldId="269"/>
            <ac:spMk id="99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4:09.498" v="1462" actId="313"/>
          <ac:spMkLst>
            <pc:docMk/>
            <pc:sldMk cId="0" sldId="269"/>
            <ac:spMk id="1016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4:11.371" v="1463" actId="313"/>
          <ac:spMkLst>
            <pc:docMk/>
            <pc:sldMk cId="0" sldId="269"/>
            <ac:spMk id="1023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4:12.340" v="1464" actId="313"/>
          <ac:spMkLst>
            <pc:docMk/>
            <pc:sldMk cId="0" sldId="269"/>
            <ac:spMk id="1033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52:30.623" v="1541" actId="20577"/>
          <ac:spMkLst>
            <pc:docMk/>
            <pc:sldMk cId="0" sldId="269"/>
            <ac:spMk id="1036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51:29.147" v="1537" actId="20577"/>
          <ac:spMkLst>
            <pc:docMk/>
            <pc:sldMk cId="0" sldId="269"/>
            <ac:spMk id="103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4:24.515" v="1465" actId="313"/>
          <ac:spMkLst>
            <pc:docMk/>
            <pc:sldMk cId="0" sldId="269"/>
            <ac:spMk id="1039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3:10.973" v="1458" actId="313"/>
          <ac:spMkLst>
            <pc:docMk/>
            <pc:sldMk cId="0" sldId="269"/>
            <ac:spMk id="1063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4:26.144" v="1466" actId="313"/>
          <ac:spMkLst>
            <pc:docMk/>
            <pc:sldMk cId="0" sldId="269"/>
            <ac:spMk id="1067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3:12.475" v="1459" actId="313"/>
          <ac:spMkLst>
            <pc:docMk/>
            <pc:sldMk cId="0" sldId="269"/>
            <ac:spMk id="1073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3:13.504" v="1460" actId="313"/>
          <ac:spMkLst>
            <pc:docMk/>
            <pc:sldMk cId="0" sldId="269"/>
            <ac:spMk id="1078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3:34.014" v="1461" actId="313"/>
          <ac:spMkLst>
            <pc:docMk/>
            <pc:sldMk cId="0" sldId="269"/>
            <ac:spMk id="1091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4:29.905" v="1467" actId="313"/>
          <ac:spMkLst>
            <pc:docMk/>
            <pc:sldMk cId="0" sldId="269"/>
            <ac:spMk id="1094" creationId="{00000000-0000-0000-0000-000000000000}"/>
          </ac:spMkLst>
        </pc:spChg>
      </pc:sldChg>
      <pc:sldChg chg="addSp delSp modSp mod modTransition">
        <pc:chgData name="Jocellyn Luna" userId="74d04e64cf87037c" providerId="LiveId" clId="{C233FEFD-91ED-46B9-9B1E-F620406A1959}" dt="2020-04-11T02:43:12.296" v="1565" actId="1076"/>
        <pc:sldMkLst>
          <pc:docMk/>
          <pc:sldMk cId="0" sldId="270"/>
        </pc:sldMkLst>
        <pc:spChg chg="add del mod">
          <ac:chgData name="Jocellyn Luna" userId="74d04e64cf87037c" providerId="LiveId" clId="{C233FEFD-91ED-46B9-9B1E-F620406A1959}" dt="2020-04-11T02:42:02.690" v="1549" actId="478"/>
          <ac:spMkLst>
            <pc:docMk/>
            <pc:sldMk cId="0" sldId="270"/>
            <ac:spMk id="2" creationId="{8685CE26-ED69-4A66-9A6B-D1B085525544}"/>
          </ac:spMkLst>
        </pc:spChg>
        <pc:spChg chg="add mod">
          <ac:chgData name="Jocellyn Luna" userId="74d04e64cf87037c" providerId="LiveId" clId="{C233FEFD-91ED-46B9-9B1E-F620406A1959}" dt="2020-04-03T19:28:48.745" v="354"/>
          <ac:spMkLst>
            <pc:docMk/>
            <pc:sldMk cId="0" sldId="270"/>
            <ac:spMk id="4" creationId="{DCC18AFD-AB43-4D65-AFC7-C5041F886750}"/>
          </ac:spMkLst>
        </pc:spChg>
        <pc:spChg chg="add mod ord">
          <ac:chgData name="Jocellyn Luna" userId="74d04e64cf87037c" providerId="LiveId" clId="{C233FEFD-91ED-46B9-9B1E-F620406A1959}" dt="2020-04-11T02:42:48.916" v="1561" actId="1035"/>
          <ac:spMkLst>
            <pc:docMk/>
            <pc:sldMk cId="0" sldId="270"/>
            <ac:spMk id="6" creationId="{5BF9D717-3108-4EBB-B803-92EE9D76A60C}"/>
          </ac:spMkLst>
        </pc:spChg>
        <pc:spChg chg="del">
          <ac:chgData name="Jocellyn Luna" userId="74d04e64cf87037c" providerId="LiveId" clId="{C233FEFD-91ED-46B9-9B1E-F620406A1959}" dt="2020-04-03T19:28:45.808" v="353" actId="478"/>
          <ac:spMkLst>
            <pc:docMk/>
            <pc:sldMk cId="0" sldId="270"/>
            <ac:spMk id="1099" creationId="{00000000-0000-0000-0000-000000000000}"/>
          </ac:spMkLst>
        </pc:spChg>
        <pc:picChg chg="add mod">
          <ac:chgData name="Jocellyn Luna" userId="74d04e64cf87037c" providerId="LiveId" clId="{C233FEFD-91ED-46B9-9B1E-F620406A1959}" dt="2020-04-11T02:43:12.296" v="1565" actId="1076"/>
          <ac:picMkLst>
            <pc:docMk/>
            <pc:sldMk cId="0" sldId="270"/>
            <ac:picMk id="3" creationId="{C4DF1DC2-9505-492A-B5D2-BFADF4C4BA62}"/>
          </ac:picMkLst>
        </pc:picChg>
        <pc:picChg chg="add mod">
          <ac:chgData name="Jocellyn Luna" userId="74d04e64cf87037c" providerId="LiveId" clId="{C233FEFD-91ED-46B9-9B1E-F620406A1959}" dt="2020-04-11T02:42:19.517" v="1553" actId="1076"/>
          <ac:picMkLst>
            <pc:docMk/>
            <pc:sldMk cId="0" sldId="270"/>
            <ac:picMk id="5" creationId="{377D5ED5-F5C0-4A89-ABC5-C3263E8A1841}"/>
          </ac:picMkLst>
        </pc:picChg>
        <pc:picChg chg="del">
          <ac:chgData name="Jocellyn Luna" userId="74d04e64cf87037c" providerId="LiveId" clId="{C233FEFD-91ED-46B9-9B1E-F620406A1959}" dt="2020-04-11T02:41:58.369" v="1547" actId="478"/>
          <ac:picMkLst>
            <pc:docMk/>
            <pc:sldMk cId="0" sldId="270"/>
            <ac:picMk id="1100" creationId="{00000000-0000-0000-0000-000000000000}"/>
          </ac:picMkLst>
        </pc:picChg>
        <pc:picChg chg="del mod">
          <ac:chgData name="Jocellyn Luna" userId="74d04e64cf87037c" providerId="LiveId" clId="{C233FEFD-91ED-46B9-9B1E-F620406A1959}" dt="2020-04-11T02:42:05.365" v="1551" actId="478"/>
          <ac:picMkLst>
            <pc:docMk/>
            <pc:sldMk cId="0" sldId="270"/>
            <ac:picMk id="1101" creationId="{00000000-0000-0000-0000-000000000000}"/>
          </ac:picMkLst>
        </pc:picChg>
        <pc:picChg chg="del">
          <ac:chgData name="Jocellyn Luna" userId="74d04e64cf87037c" providerId="LiveId" clId="{C233FEFD-91ED-46B9-9B1E-F620406A1959}" dt="2020-04-11T02:42:00.155" v="1548" actId="478"/>
          <ac:picMkLst>
            <pc:docMk/>
            <pc:sldMk cId="0" sldId="270"/>
            <ac:picMk id="1102" creationId="{00000000-0000-0000-0000-000000000000}"/>
          </ac:picMkLst>
        </pc:picChg>
        <pc:picChg chg="del">
          <ac:chgData name="Jocellyn Luna" userId="74d04e64cf87037c" providerId="LiveId" clId="{C233FEFD-91ED-46B9-9B1E-F620406A1959}" dt="2020-04-11T02:40:39.870" v="1542" actId="478"/>
          <ac:picMkLst>
            <pc:docMk/>
            <pc:sldMk cId="0" sldId="270"/>
            <ac:picMk id="1103" creationId="{00000000-0000-0000-0000-000000000000}"/>
          </ac:picMkLst>
        </pc:picChg>
      </pc:sldChg>
      <pc:sldChg chg="addSp delSp modSp mod modTransition delAnim modAnim">
        <pc:chgData name="Jocellyn Luna" userId="74d04e64cf87037c" providerId="LiveId" clId="{C233FEFD-91ED-46B9-9B1E-F620406A1959}" dt="2020-04-11T01:49:03.876" v="1518" actId="20577"/>
        <pc:sldMkLst>
          <pc:docMk/>
          <pc:sldMk cId="0" sldId="271"/>
        </pc:sldMkLst>
        <pc:spChg chg="add mod">
          <ac:chgData name="Jocellyn Luna" userId="74d04e64cf87037c" providerId="LiveId" clId="{C233FEFD-91ED-46B9-9B1E-F620406A1959}" dt="2020-04-03T19:29:04.991" v="357"/>
          <ac:spMkLst>
            <pc:docMk/>
            <pc:sldMk cId="0" sldId="271"/>
            <ac:spMk id="3" creationId="{2F87D04A-2C90-4371-BA5E-5FAA0F7833C7}"/>
          </ac:spMkLst>
        </pc:spChg>
        <pc:spChg chg="del">
          <ac:chgData name="Jocellyn Luna" userId="74d04e64cf87037c" providerId="LiveId" clId="{C233FEFD-91ED-46B9-9B1E-F620406A1959}" dt="2020-04-03T19:29:02.194" v="356" actId="478"/>
          <ac:spMkLst>
            <pc:docMk/>
            <pc:sldMk cId="0" sldId="271"/>
            <ac:spMk id="1105" creationId="{00000000-0000-0000-0000-000000000000}"/>
          </ac:spMkLst>
        </pc:spChg>
        <pc:spChg chg="mod">
          <ac:chgData name="Jocellyn Luna" userId="74d04e64cf87037c" providerId="LiveId" clId="{C233FEFD-91ED-46B9-9B1E-F620406A1959}" dt="2020-04-11T01:49:03.876" v="1518" actId="20577"/>
          <ac:spMkLst>
            <pc:docMk/>
            <pc:sldMk cId="0" sldId="271"/>
            <ac:spMk id="1106" creationId="{00000000-0000-0000-0000-000000000000}"/>
          </ac:spMkLst>
        </pc:spChg>
        <pc:spChg chg="mod">
          <ac:chgData name="Jocellyn Luna" userId="74d04e64cf87037c" providerId="LiveId" clId="{C233FEFD-91ED-46B9-9B1E-F620406A1959}" dt="2020-04-03T19:28:33.951" v="351" actId="14100"/>
          <ac:spMkLst>
            <pc:docMk/>
            <pc:sldMk cId="0" sldId="271"/>
            <ac:spMk id="1110" creationId="{00000000-0000-0000-0000-000000000000}"/>
          </ac:spMkLst>
        </pc:spChg>
        <pc:spChg chg="mod">
          <ac:chgData name="Jocellyn Luna" userId="74d04e64cf87037c" providerId="LiveId" clId="{C233FEFD-91ED-46B9-9B1E-F620406A1959}" dt="2020-04-03T19:28:16.531" v="347" actId="14100"/>
          <ac:spMkLst>
            <pc:docMk/>
            <pc:sldMk cId="0" sldId="271"/>
            <ac:spMk id="1113" creationId="{00000000-0000-0000-0000-000000000000}"/>
          </ac:spMkLst>
        </pc:spChg>
        <pc:spChg chg="mod">
          <ac:chgData name="Jocellyn Luna" userId="74d04e64cf87037c" providerId="LiveId" clId="{C233FEFD-91ED-46B9-9B1E-F620406A1959}" dt="2020-04-03T19:28:13.610" v="346" actId="14100"/>
          <ac:spMkLst>
            <pc:docMk/>
            <pc:sldMk cId="0" sldId="271"/>
            <ac:spMk id="1114" creationId="{00000000-0000-0000-0000-000000000000}"/>
          </ac:spMkLst>
        </pc:spChg>
        <pc:spChg chg="mod">
          <ac:chgData name="Jocellyn Luna" userId="74d04e64cf87037c" providerId="LiveId" clId="{C233FEFD-91ED-46B9-9B1E-F620406A1959}" dt="2020-04-03T19:28:28.906" v="350" actId="14100"/>
          <ac:spMkLst>
            <pc:docMk/>
            <pc:sldMk cId="0" sldId="271"/>
            <ac:spMk id="1119" creationId="{00000000-0000-0000-0000-000000000000}"/>
          </ac:spMkLst>
        </pc:spChg>
        <pc:spChg chg="mod">
          <ac:chgData name="Jocellyn Luna" userId="74d04e64cf87037c" providerId="LiveId" clId="{C233FEFD-91ED-46B9-9B1E-F620406A1959}" dt="2020-04-03T19:28:26.187" v="349" actId="14100"/>
          <ac:spMkLst>
            <pc:docMk/>
            <pc:sldMk cId="0" sldId="271"/>
            <ac:spMk id="1120" creationId="{00000000-0000-0000-0000-000000000000}"/>
          </ac:spMkLst>
        </pc:spChg>
        <pc:grpChg chg="add">
          <ac:chgData name="Jocellyn Luna" userId="74d04e64cf87037c" providerId="LiveId" clId="{C233FEFD-91ED-46B9-9B1E-F620406A1959}" dt="2020-04-11T01:48:58.296" v="1516"/>
          <ac:grpSpMkLst>
            <pc:docMk/>
            <pc:sldMk cId="0" sldId="271"/>
            <ac:grpSpMk id="22" creationId="{31E5174A-CAC2-4AB6-B4A6-BD797A312E14}"/>
          </ac:grpSpMkLst>
        </pc:grpChg>
        <pc:grpChg chg="add">
          <ac:chgData name="Jocellyn Luna" userId="74d04e64cf87037c" providerId="LiveId" clId="{C233FEFD-91ED-46B9-9B1E-F620406A1959}" dt="2020-04-11T01:48:58.296" v="1516"/>
          <ac:grpSpMkLst>
            <pc:docMk/>
            <pc:sldMk cId="0" sldId="271"/>
            <ac:grpSpMk id="25" creationId="{C5FD5CC5-E811-45FA-9EE8-45820953A4B5}"/>
          </ac:grpSpMkLst>
        </pc:grpChg>
        <pc:grpChg chg="add">
          <ac:chgData name="Jocellyn Luna" userId="74d04e64cf87037c" providerId="LiveId" clId="{C233FEFD-91ED-46B9-9B1E-F620406A1959}" dt="2020-04-11T01:48:58.296" v="1516"/>
          <ac:grpSpMkLst>
            <pc:docMk/>
            <pc:sldMk cId="0" sldId="271"/>
            <ac:grpSpMk id="28" creationId="{14471166-A066-44C6-BA1F-482A2B293663}"/>
          </ac:grpSpMkLst>
        </pc:grpChg>
        <pc:grpChg chg="add">
          <ac:chgData name="Jocellyn Luna" userId="74d04e64cf87037c" providerId="LiveId" clId="{C233FEFD-91ED-46B9-9B1E-F620406A1959}" dt="2020-04-11T01:48:58.296" v="1516"/>
          <ac:grpSpMkLst>
            <pc:docMk/>
            <pc:sldMk cId="0" sldId="271"/>
            <ac:grpSpMk id="31" creationId="{31A202A8-AE4D-49F9-8B1C-EE4BEC62A19E}"/>
          </ac:grpSpMkLst>
        </pc:grpChg>
        <pc:grpChg chg="del">
          <ac:chgData name="Jocellyn Luna" userId="74d04e64cf87037c" providerId="LiveId" clId="{C233FEFD-91ED-46B9-9B1E-F620406A1959}" dt="2020-04-11T01:48:44.858" v="1515" actId="478"/>
          <ac:grpSpMkLst>
            <pc:docMk/>
            <pc:sldMk cId="0" sldId="271"/>
            <ac:grpSpMk id="1109" creationId="{00000000-0000-0000-0000-000000000000}"/>
          </ac:grpSpMkLst>
        </pc:grpChg>
        <pc:grpChg chg="del">
          <ac:chgData name="Jocellyn Luna" userId="74d04e64cf87037c" providerId="LiveId" clId="{C233FEFD-91ED-46B9-9B1E-F620406A1959}" dt="2020-04-11T01:48:44.858" v="1515" actId="478"/>
          <ac:grpSpMkLst>
            <pc:docMk/>
            <pc:sldMk cId="0" sldId="271"/>
            <ac:grpSpMk id="1112" creationId="{00000000-0000-0000-0000-000000000000}"/>
          </ac:grpSpMkLst>
        </pc:grpChg>
        <pc:grpChg chg="del">
          <ac:chgData name="Jocellyn Luna" userId="74d04e64cf87037c" providerId="LiveId" clId="{C233FEFD-91ED-46B9-9B1E-F620406A1959}" dt="2020-04-11T01:48:44.858" v="1515" actId="478"/>
          <ac:grpSpMkLst>
            <pc:docMk/>
            <pc:sldMk cId="0" sldId="271"/>
            <ac:grpSpMk id="1115" creationId="{00000000-0000-0000-0000-000000000000}"/>
          </ac:grpSpMkLst>
        </pc:grpChg>
        <pc:grpChg chg="del mod">
          <ac:chgData name="Jocellyn Luna" userId="74d04e64cf87037c" providerId="LiveId" clId="{C233FEFD-91ED-46B9-9B1E-F620406A1959}" dt="2020-04-11T01:48:44.858" v="1515" actId="478"/>
          <ac:grpSpMkLst>
            <pc:docMk/>
            <pc:sldMk cId="0" sldId="271"/>
            <ac:grpSpMk id="1118" creationId="{00000000-0000-0000-0000-000000000000}"/>
          </ac:grpSpMkLst>
        </pc:grpChg>
        <pc:grpChg chg="del">
          <ac:chgData name="Jocellyn Luna" userId="74d04e64cf87037c" providerId="LiveId" clId="{C233FEFD-91ED-46B9-9B1E-F620406A1959}" dt="2020-04-11T01:48:44.858" v="1515" actId="478"/>
          <ac:grpSpMkLst>
            <pc:docMk/>
            <pc:sldMk cId="0" sldId="271"/>
            <ac:grpSpMk id="1121" creationId="{00000000-0000-0000-0000-000000000000}"/>
          </ac:grpSpMkLst>
        </pc:grpChg>
        <pc:grpChg chg="del">
          <ac:chgData name="Jocellyn Luna" userId="74d04e64cf87037c" providerId="LiveId" clId="{C233FEFD-91ED-46B9-9B1E-F620406A1959}" dt="2020-04-11T01:48:44.858" v="1515" actId="478"/>
          <ac:grpSpMkLst>
            <pc:docMk/>
            <pc:sldMk cId="0" sldId="271"/>
            <ac:grpSpMk id="1124" creationId="{00000000-0000-0000-0000-000000000000}"/>
          </ac:grpSpMkLst>
        </pc:grpChg>
      </pc:sldChg>
      <pc:sldChg chg="addSp delSp modSp mod modTransition">
        <pc:chgData name="Jocellyn Luna" userId="74d04e64cf87037c" providerId="LiveId" clId="{C233FEFD-91ED-46B9-9B1E-F620406A1959}" dt="2020-04-03T19:29:42.466" v="370"/>
        <pc:sldMkLst>
          <pc:docMk/>
          <pc:sldMk cId="0" sldId="272"/>
        </pc:sldMkLst>
        <pc:spChg chg="add mod">
          <ac:chgData name="Jocellyn Luna" userId="74d04e64cf87037c" providerId="LiveId" clId="{C233FEFD-91ED-46B9-9B1E-F620406A1959}" dt="2020-04-03T19:29:42.466" v="370"/>
          <ac:spMkLst>
            <pc:docMk/>
            <pc:sldMk cId="0" sldId="272"/>
            <ac:spMk id="3" creationId="{59224CE5-F80E-4DFF-8311-70F98AA14898}"/>
          </ac:spMkLst>
        </pc:spChg>
        <pc:spChg chg="del">
          <ac:chgData name="Jocellyn Luna" userId="74d04e64cf87037c" providerId="LiveId" clId="{C233FEFD-91ED-46B9-9B1E-F620406A1959}" dt="2020-04-03T19:29:39.233" v="369" actId="478"/>
          <ac:spMkLst>
            <pc:docMk/>
            <pc:sldMk cId="0" sldId="272"/>
            <ac:spMk id="1126" creationId="{00000000-0000-0000-0000-000000000000}"/>
          </ac:spMkLst>
        </pc:spChg>
      </pc:sldChg>
      <pc:sldChg chg="addSp delSp modSp mod modTransition">
        <pc:chgData name="Jocellyn Luna" userId="74d04e64cf87037c" providerId="LiveId" clId="{C233FEFD-91ED-46B9-9B1E-F620406A1959}" dt="2020-04-11T15:15:04.674" v="2869" actId="313"/>
        <pc:sldMkLst>
          <pc:docMk/>
          <pc:sldMk cId="0" sldId="273"/>
        </pc:sldMkLst>
        <pc:spChg chg="add mod">
          <ac:chgData name="Jocellyn Luna" userId="74d04e64cf87037c" providerId="LiveId" clId="{C233FEFD-91ED-46B9-9B1E-F620406A1959}" dt="2020-04-03T19:29:51.621" v="372"/>
          <ac:spMkLst>
            <pc:docMk/>
            <pc:sldMk cId="0" sldId="273"/>
            <ac:spMk id="3" creationId="{470322A1-064E-4A67-BC6C-E283A1130C69}"/>
          </ac:spMkLst>
        </pc:spChg>
        <pc:spChg chg="del">
          <ac:chgData name="Jocellyn Luna" userId="74d04e64cf87037c" providerId="LiveId" clId="{C233FEFD-91ED-46B9-9B1E-F620406A1959}" dt="2020-04-03T19:29:48.138" v="371" actId="478"/>
          <ac:spMkLst>
            <pc:docMk/>
            <pc:sldMk cId="0" sldId="273"/>
            <ac:spMk id="1129" creationId="{00000000-0000-0000-0000-000000000000}"/>
          </ac:spMkLst>
        </pc:spChg>
        <pc:spChg chg="mod">
          <ac:chgData name="Jocellyn Luna" userId="74d04e64cf87037c" providerId="LiveId" clId="{C233FEFD-91ED-46B9-9B1E-F620406A1959}" dt="2020-04-11T15:15:04.674" v="2869" actId="313"/>
          <ac:spMkLst>
            <pc:docMk/>
            <pc:sldMk cId="0" sldId="273"/>
            <ac:spMk id="1130" creationId="{00000000-0000-0000-0000-000000000000}"/>
          </ac:spMkLst>
        </pc:spChg>
      </pc:sldChg>
      <pc:sldChg chg="addSp delSp modSp mod modTransition">
        <pc:chgData name="Jocellyn Luna" userId="74d04e64cf87037c" providerId="LiveId" clId="{C233FEFD-91ED-46B9-9B1E-F620406A1959}" dt="2020-04-03T19:30:00.010" v="374"/>
        <pc:sldMkLst>
          <pc:docMk/>
          <pc:sldMk cId="0" sldId="274"/>
        </pc:sldMkLst>
        <pc:spChg chg="add mod">
          <ac:chgData name="Jocellyn Luna" userId="74d04e64cf87037c" providerId="LiveId" clId="{C233FEFD-91ED-46B9-9B1E-F620406A1959}" dt="2020-04-03T19:30:00.010" v="374"/>
          <ac:spMkLst>
            <pc:docMk/>
            <pc:sldMk cId="0" sldId="274"/>
            <ac:spMk id="3" creationId="{B51E53F0-ED8F-4A97-B6F9-0FAC3041DA50}"/>
          </ac:spMkLst>
        </pc:spChg>
        <pc:spChg chg="del mod">
          <ac:chgData name="Jocellyn Luna" userId="74d04e64cf87037c" providerId="LiveId" clId="{C233FEFD-91ED-46B9-9B1E-F620406A1959}" dt="2020-04-03T19:29:56.339" v="373" actId="478"/>
          <ac:spMkLst>
            <pc:docMk/>
            <pc:sldMk cId="0" sldId="274"/>
            <ac:spMk id="1132" creationId="{00000000-0000-0000-0000-000000000000}"/>
          </ac:spMkLst>
        </pc:spChg>
      </pc:sldChg>
      <pc:sldChg chg="addSp delSp modSp mod modTransition">
        <pc:chgData name="Jocellyn Luna" userId="74d04e64cf87037c" providerId="LiveId" clId="{C233FEFD-91ED-46B9-9B1E-F620406A1959}" dt="2020-04-03T19:30:15.022" v="377"/>
        <pc:sldMkLst>
          <pc:docMk/>
          <pc:sldMk cId="0" sldId="275"/>
        </pc:sldMkLst>
        <pc:spChg chg="add mod">
          <ac:chgData name="Jocellyn Luna" userId="74d04e64cf87037c" providerId="LiveId" clId="{C233FEFD-91ED-46B9-9B1E-F620406A1959}" dt="2020-04-03T19:30:15.022" v="377"/>
          <ac:spMkLst>
            <pc:docMk/>
            <pc:sldMk cId="0" sldId="275"/>
            <ac:spMk id="3" creationId="{9766B099-9C88-494B-A4CC-29433E87D520}"/>
          </ac:spMkLst>
        </pc:spChg>
        <pc:spChg chg="del">
          <ac:chgData name="Jocellyn Luna" userId="74d04e64cf87037c" providerId="LiveId" clId="{C233FEFD-91ED-46B9-9B1E-F620406A1959}" dt="2020-04-03T19:30:09.961" v="375" actId="478"/>
          <ac:spMkLst>
            <pc:docMk/>
            <pc:sldMk cId="0" sldId="275"/>
            <ac:spMk id="1135" creationId="{00000000-0000-0000-0000-000000000000}"/>
          </ac:spMkLst>
        </pc:spChg>
      </pc:sldChg>
      <pc:sldChg chg="addSp delSp modSp mod modTransition">
        <pc:chgData name="Jocellyn Luna" userId="74d04e64cf87037c" providerId="LiveId" clId="{C233FEFD-91ED-46B9-9B1E-F620406A1959}" dt="2020-04-11T18:53:09.699" v="4935" actId="478"/>
        <pc:sldMkLst>
          <pc:docMk/>
          <pc:sldMk cId="0" sldId="276"/>
        </pc:sldMkLst>
        <pc:spChg chg="add mod">
          <ac:chgData name="Jocellyn Luna" userId="74d04e64cf87037c" providerId="LiveId" clId="{C233FEFD-91ED-46B9-9B1E-F620406A1959}" dt="2020-04-03T19:30:22.130" v="379"/>
          <ac:spMkLst>
            <pc:docMk/>
            <pc:sldMk cId="0" sldId="276"/>
            <ac:spMk id="3" creationId="{A6664F99-3C6D-4A30-AF50-6110C6D51AC8}"/>
          </ac:spMkLst>
        </pc:spChg>
        <pc:spChg chg="del mod">
          <ac:chgData name="Jocellyn Luna" userId="74d04e64cf87037c" providerId="LiveId" clId="{C233FEFD-91ED-46B9-9B1E-F620406A1959}" dt="2020-04-03T19:30:19.193" v="378" actId="478"/>
          <ac:spMkLst>
            <pc:docMk/>
            <pc:sldMk cId="0" sldId="276"/>
            <ac:spMk id="1138" creationId="{00000000-0000-0000-0000-000000000000}"/>
          </ac:spMkLst>
        </pc:spChg>
        <pc:grpChg chg="add del">
          <ac:chgData name="Jocellyn Luna" userId="74d04e64cf87037c" providerId="LiveId" clId="{C233FEFD-91ED-46B9-9B1E-F620406A1959}" dt="2020-04-11T18:53:09.699" v="4935" actId="478"/>
          <ac:grpSpMkLst>
            <pc:docMk/>
            <pc:sldMk cId="0" sldId="276"/>
            <ac:grpSpMk id="1142" creationId="{00000000-0000-0000-0000-000000000000}"/>
          </ac:grpSpMkLst>
        </pc:grpChg>
        <pc:grpChg chg="add del">
          <ac:chgData name="Jocellyn Luna" userId="74d04e64cf87037c" providerId="LiveId" clId="{C233FEFD-91ED-46B9-9B1E-F620406A1959}" dt="2020-04-11T18:53:09.290" v="4934" actId="478"/>
          <ac:grpSpMkLst>
            <pc:docMk/>
            <pc:sldMk cId="0" sldId="276"/>
            <ac:grpSpMk id="1145" creationId="{00000000-0000-0000-0000-000000000000}"/>
          </ac:grpSpMkLst>
        </pc:grpChg>
        <pc:grpChg chg="add del">
          <ac:chgData name="Jocellyn Luna" userId="74d04e64cf87037c" providerId="LiveId" clId="{C233FEFD-91ED-46B9-9B1E-F620406A1959}" dt="2020-04-11T18:53:08.853" v="4933" actId="478"/>
          <ac:grpSpMkLst>
            <pc:docMk/>
            <pc:sldMk cId="0" sldId="276"/>
            <ac:grpSpMk id="1148" creationId="{00000000-0000-0000-0000-000000000000}"/>
          </ac:grpSpMkLst>
        </pc:grpChg>
      </pc:sldChg>
      <pc:sldChg chg="addSp delSp modSp mod modTransition">
        <pc:chgData name="Jocellyn Luna" userId="74d04e64cf87037c" providerId="LiveId" clId="{C233FEFD-91ED-46B9-9B1E-F620406A1959}" dt="2020-04-03T19:30:33.065" v="381"/>
        <pc:sldMkLst>
          <pc:docMk/>
          <pc:sldMk cId="0" sldId="277"/>
        </pc:sldMkLst>
        <pc:spChg chg="add mod">
          <ac:chgData name="Jocellyn Luna" userId="74d04e64cf87037c" providerId="LiveId" clId="{C233FEFD-91ED-46B9-9B1E-F620406A1959}" dt="2020-04-03T19:30:33.065" v="381"/>
          <ac:spMkLst>
            <pc:docMk/>
            <pc:sldMk cId="0" sldId="277"/>
            <ac:spMk id="3" creationId="{22B14E30-CF7D-43CE-B291-BB7D48B99130}"/>
          </ac:spMkLst>
        </pc:spChg>
        <pc:spChg chg="del mod">
          <ac:chgData name="Jocellyn Luna" userId="74d04e64cf87037c" providerId="LiveId" clId="{C233FEFD-91ED-46B9-9B1E-F620406A1959}" dt="2020-04-03T19:30:29.972" v="380" actId="478"/>
          <ac:spMkLst>
            <pc:docMk/>
            <pc:sldMk cId="0" sldId="277"/>
            <ac:spMk id="1150" creationId="{00000000-0000-0000-0000-000000000000}"/>
          </ac:spMkLst>
        </pc:spChg>
      </pc:sldChg>
      <pc:sldChg chg="addSp delSp modSp mod modTransition">
        <pc:chgData name="Jocellyn Luna" userId="74d04e64cf87037c" providerId="LiveId" clId="{C233FEFD-91ED-46B9-9B1E-F620406A1959}" dt="2020-04-03T19:30:42.266" v="383"/>
        <pc:sldMkLst>
          <pc:docMk/>
          <pc:sldMk cId="0" sldId="278"/>
        </pc:sldMkLst>
        <pc:spChg chg="add mod">
          <ac:chgData name="Jocellyn Luna" userId="74d04e64cf87037c" providerId="LiveId" clId="{C233FEFD-91ED-46B9-9B1E-F620406A1959}" dt="2020-04-03T19:30:42.266" v="383"/>
          <ac:spMkLst>
            <pc:docMk/>
            <pc:sldMk cId="0" sldId="278"/>
            <ac:spMk id="3" creationId="{C02D21E3-2BD2-4A2B-8E23-F6C37357E2E6}"/>
          </ac:spMkLst>
        </pc:spChg>
        <pc:spChg chg="del">
          <ac:chgData name="Jocellyn Luna" userId="74d04e64cf87037c" providerId="LiveId" clId="{C233FEFD-91ED-46B9-9B1E-F620406A1959}" dt="2020-04-03T19:30:39.360" v="382" actId="478"/>
          <ac:spMkLst>
            <pc:docMk/>
            <pc:sldMk cId="0" sldId="278"/>
            <ac:spMk id="1153" creationId="{00000000-0000-0000-0000-000000000000}"/>
          </ac:spMkLst>
        </pc:spChg>
      </pc:sldChg>
      <pc:sldChg chg="modSp add">
        <pc:chgData name="Jocellyn Luna" userId="74d04e64cf87037c" providerId="LiveId" clId="{C233FEFD-91ED-46B9-9B1E-F620406A1959}" dt="2020-04-03T17:09:00.367" v="3"/>
        <pc:sldMkLst>
          <pc:docMk/>
          <pc:sldMk cId="919704533" sldId="279"/>
        </pc:sldMkLst>
        <pc:spChg chg="mod">
          <ac:chgData name="Jocellyn Luna" userId="74d04e64cf87037c" providerId="LiveId" clId="{C233FEFD-91ED-46B9-9B1E-F620406A1959}" dt="2020-04-03T17:08:52.943" v="2"/>
          <ac:spMkLst>
            <pc:docMk/>
            <pc:sldMk cId="919704533" sldId="279"/>
            <ac:spMk id="2" creationId="{53E218B1-D502-4E07-B4F6-538A834E8F9C}"/>
          </ac:spMkLst>
        </pc:spChg>
        <pc:spChg chg="mod">
          <ac:chgData name="Jocellyn Luna" userId="74d04e64cf87037c" providerId="LiveId" clId="{C233FEFD-91ED-46B9-9B1E-F620406A1959}" dt="2020-04-03T17:09:00.367" v="3"/>
          <ac:spMkLst>
            <pc:docMk/>
            <pc:sldMk cId="919704533" sldId="279"/>
            <ac:spMk id="3" creationId="{C6B009B3-2888-410B-997F-2B4059ECA0FA}"/>
          </ac:spMkLst>
        </pc:spChg>
      </pc:sldChg>
      <pc:sldChg chg="add del">
        <pc:chgData name="Jocellyn Luna" userId="74d04e64cf87037c" providerId="LiveId" clId="{C233FEFD-91ED-46B9-9B1E-F620406A1959}" dt="2020-04-03T17:09:42.128" v="11" actId="47"/>
        <pc:sldMkLst>
          <pc:docMk/>
          <pc:sldMk cId="599279885" sldId="280"/>
        </pc:sldMkLst>
      </pc:sldChg>
      <pc:sldChg chg="add del">
        <pc:chgData name="Jocellyn Luna" userId="74d04e64cf87037c" providerId="LiveId" clId="{C233FEFD-91ED-46B9-9B1E-F620406A1959}" dt="2020-04-03T17:09:39.838" v="10" actId="47"/>
        <pc:sldMkLst>
          <pc:docMk/>
          <pc:sldMk cId="2705163779" sldId="281"/>
        </pc:sldMkLst>
      </pc:sldChg>
      <pc:sldChg chg="addSp delSp modSp add mod modAnim">
        <pc:chgData name="Jocellyn Luna" userId="74d04e64cf87037c" providerId="LiveId" clId="{C233FEFD-91ED-46B9-9B1E-F620406A1959}" dt="2020-04-11T15:12:43.162" v="2839" actId="20577"/>
        <pc:sldMkLst>
          <pc:docMk/>
          <pc:sldMk cId="1242668142" sldId="282"/>
        </pc:sldMkLst>
        <pc:spChg chg="mod">
          <ac:chgData name="Jocellyn Luna" userId="74d04e64cf87037c" providerId="LiveId" clId="{C233FEFD-91ED-46B9-9B1E-F620406A1959}" dt="2020-04-03T17:09:38.079" v="9"/>
          <ac:spMkLst>
            <pc:docMk/>
            <pc:sldMk cId="1242668142" sldId="282"/>
            <ac:spMk id="2" creationId="{6FE29A88-45D6-413F-872A-88F660924854}"/>
          </ac:spMkLst>
        </pc:spChg>
        <pc:spChg chg="del">
          <ac:chgData name="Jocellyn Luna" userId="74d04e64cf87037c" providerId="LiveId" clId="{C233FEFD-91ED-46B9-9B1E-F620406A1959}" dt="2020-04-03T17:09:46.504" v="12" actId="478"/>
          <ac:spMkLst>
            <pc:docMk/>
            <pc:sldMk cId="1242668142" sldId="282"/>
            <ac:spMk id="3" creationId="{C0F926D2-A2BB-4DB6-8582-EDA7C59EFEB8}"/>
          </ac:spMkLst>
        </pc:spChg>
        <pc:spChg chg="mod">
          <ac:chgData name="Jocellyn Luna" userId="74d04e64cf87037c" providerId="LiveId" clId="{C233FEFD-91ED-46B9-9B1E-F620406A1959}" dt="2020-04-11T01:09:07.263" v="452" actId="20577"/>
          <ac:spMkLst>
            <pc:docMk/>
            <pc:sldMk cId="1242668142" sldId="282"/>
            <ac:spMk id="126" creationId="{6CD8A4D8-3078-419C-ACFF-3F38C6ADE9E0}"/>
          </ac:spMkLst>
        </pc:spChg>
        <pc:spChg chg="mod">
          <ac:chgData name="Jocellyn Luna" userId="74d04e64cf87037c" providerId="LiveId" clId="{C233FEFD-91ED-46B9-9B1E-F620406A1959}" dt="2020-04-11T01:09:34.756" v="471" actId="782"/>
          <ac:spMkLst>
            <pc:docMk/>
            <pc:sldMk cId="1242668142" sldId="282"/>
            <ac:spMk id="129" creationId="{F3805FFD-2D5D-46EC-8D26-9BD811372C3C}"/>
          </ac:spMkLst>
        </pc:spChg>
        <pc:spChg chg="mod">
          <ac:chgData name="Jocellyn Luna" userId="74d04e64cf87037c" providerId="LiveId" clId="{C233FEFD-91ED-46B9-9B1E-F620406A1959}" dt="2020-04-11T01:09:48.221" v="481" actId="782"/>
          <ac:spMkLst>
            <pc:docMk/>
            <pc:sldMk cId="1242668142" sldId="282"/>
            <ac:spMk id="132" creationId="{7CF07EFF-90E1-48A4-B3B6-D4D16295592E}"/>
          </ac:spMkLst>
        </pc:spChg>
        <pc:spChg chg="mod">
          <ac:chgData name="Jocellyn Luna" userId="74d04e64cf87037c" providerId="LiveId" clId="{C233FEFD-91ED-46B9-9B1E-F620406A1959}" dt="2020-04-11T01:09:22.988" v="461" actId="20577"/>
          <ac:spMkLst>
            <pc:docMk/>
            <pc:sldMk cId="1242668142" sldId="282"/>
            <ac:spMk id="135" creationId="{09048AD3-8669-46B4-873C-0A452A615BDC}"/>
          </ac:spMkLst>
        </pc:spChg>
        <pc:spChg chg="add del">
          <ac:chgData name="Jocellyn Luna" userId="74d04e64cf87037c" providerId="LiveId" clId="{C233FEFD-91ED-46B9-9B1E-F620406A1959}" dt="2020-04-03T17:18:23.108" v="16"/>
          <ac:spMkLst>
            <pc:docMk/>
            <pc:sldMk cId="1242668142" sldId="282"/>
            <ac:spMk id="136" creationId="{D4742F41-AB36-4C01-9FEE-982D36751AA2}"/>
          </ac:spMkLst>
        </pc:spChg>
        <pc:spChg chg="add del">
          <ac:chgData name="Jocellyn Luna" userId="74d04e64cf87037c" providerId="LiveId" clId="{C233FEFD-91ED-46B9-9B1E-F620406A1959}" dt="2020-04-03T17:18:23.108" v="16"/>
          <ac:spMkLst>
            <pc:docMk/>
            <pc:sldMk cId="1242668142" sldId="282"/>
            <ac:spMk id="137" creationId="{1C9E1949-C6E4-48D9-9919-3C2DBEE8E4C2}"/>
          </ac:spMkLst>
        </pc:spChg>
        <pc:spChg chg="add del">
          <ac:chgData name="Jocellyn Luna" userId="74d04e64cf87037c" providerId="LiveId" clId="{C233FEFD-91ED-46B9-9B1E-F620406A1959}" dt="2020-04-03T17:18:23.108" v="16"/>
          <ac:spMkLst>
            <pc:docMk/>
            <pc:sldMk cId="1242668142" sldId="282"/>
            <ac:spMk id="138" creationId="{FAA10D4E-4990-44F2-B103-1D229AA432A6}"/>
          </ac:spMkLst>
        </pc:spChg>
        <pc:spChg chg="add del">
          <ac:chgData name="Jocellyn Luna" userId="74d04e64cf87037c" providerId="LiveId" clId="{C233FEFD-91ED-46B9-9B1E-F620406A1959}" dt="2020-04-03T17:18:23.108" v="16"/>
          <ac:spMkLst>
            <pc:docMk/>
            <pc:sldMk cId="1242668142" sldId="282"/>
            <ac:spMk id="139" creationId="{26204ACD-7B21-4E14-AC48-85F7BC60769D}"/>
          </ac:spMkLst>
        </pc:spChg>
        <pc:spChg chg="add del">
          <ac:chgData name="Jocellyn Luna" userId="74d04e64cf87037c" providerId="LiveId" clId="{C233FEFD-91ED-46B9-9B1E-F620406A1959}" dt="2020-04-03T17:18:23.108" v="16"/>
          <ac:spMkLst>
            <pc:docMk/>
            <pc:sldMk cId="1242668142" sldId="282"/>
            <ac:spMk id="140" creationId="{A61CD731-F594-47FD-8263-0E1E2E18101C}"/>
          </ac:spMkLst>
        </pc:spChg>
        <pc:spChg chg="add del">
          <ac:chgData name="Jocellyn Luna" userId="74d04e64cf87037c" providerId="LiveId" clId="{C233FEFD-91ED-46B9-9B1E-F620406A1959}" dt="2020-04-03T17:18:23.108" v="16"/>
          <ac:spMkLst>
            <pc:docMk/>
            <pc:sldMk cId="1242668142" sldId="282"/>
            <ac:spMk id="141" creationId="{33DAF181-2791-45AA-B5CB-D83F023C7D2F}"/>
          </ac:spMkLst>
        </pc:spChg>
        <pc:spChg chg="add del">
          <ac:chgData name="Jocellyn Luna" userId="74d04e64cf87037c" providerId="LiveId" clId="{C233FEFD-91ED-46B9-9B1E-F620406A1959}" dt="2020-04-03T17:18:35.772" v="18"/>
          <ac:spMkLst>
            <pc:docMk/>
            <pc:sldMk cId="1242668142" sldId="282"/>
            <ac:spMk id="142" creationId="{38F92646-2CF4-480E-A528-1D4655D37F58}"/>
          </ac:spMkLst>
        </pc:spChg>
        <pc:spChg chg="add mod">
          <ac:chgData name="Jocellyn Luna" userId="74d04e64cf87037c" providerId="LiveId" clId="{C233FEFD-91ED-46B9-9B1E-F620406A1959}" dt="2020-04-03T17:29:32.577" v="132" actId="1076"/>
          <ac:spMkLst>
            <pc:docMk/>
            <pc:sldMk cId="1242668142" sldId="282"/>
            <ac:spMk id="143" creationId="{AFC40F40-2D97-4F8C-9C9A-4AB0DDC9058E}"/>
          </ac:spMkLst>
        </pc:spChg>
        <pc:spChg chg="add mod">
          <ac:chgData name="Jocellyn Luna" userId="74d04e64cf87037c" providerId="LiveId" clId="{C233FEFD-91ED-46B9-9B1E-F620406A1959}" dt="2020-04-11T15:12:43.162" v="2839" actId="20577"/>
          <ac:spMkLst>
            <pc:docMk/>
            <pc:sldMk cId="1242668142" sldId="282"/>
            <ac:spMk id="144" creationId="{742CB9F8-5197-499C-9BA4-D33A3CABBE01}"/>
          </ac:spMkLst>
        </pc:spChg>
        <pc:spChg chg="add del mod">
          <ac:chgData name="Jocellyn Luna" userId="74d04e64cf87037c" providerId="LiveId" clId="{C233FEFD-91ED-46B9-9B1E-F620406A1959}" dt="2020-04-03T17:22:22.066" v="62" actId="478"/>
          <ac:spMkLst>
            <pc:docMk/>
            <pc:sldMk cId="1242668142" sldId="282"/>
            <ac:spMk id="145" creationId="{669387A1-3068-4509-841F-5ADD2109DC42}"/>
          </ac:spMkLst>
        </pc:spChg>
        <pc:spChg chg="add mod">
          <ac:chgData name="Jocellyn Luna" userId="74d04e64cf87037c" providerId="LiveId" clId="{C233FEFD-91ED-46B9-9B1E-F620406A1959}" dt="2020-04-03T17:29:32.577" v="132" actId="1076"/>
          <ac:spMkLst>
            <pc:docMk/>
            <pc:sldMk cId="1242668142" sldId="282"/>
            <ac:spMk id="146" creationId="{BAFE684C-3335-41B6-8032-C243EF4302FB}"/>
          </ac:spMkLst>
        </pc:spChg>
        <pc:spChg chg="add del">
          <ac:chgData name="Jocellyn Luna" userId="74d04e64cf87037c" providerId="LiveId" clId="{C233FEFD-91ED-46B9-9B1E-F620406A1959}" dt="2020-04-03T17:26:27.853" v="100"/>
          <ac:spMkLst>
            <pc:docMk/>
            <pc:sldMk cId="1242668142" sldId="282"/>
            <ac:spMk id="147" creationId="{B0BC93C2-8465-4110-9558-BA9FAC55A108}"/>
          </ac:spMkLst>
        </pc:spChg>
        <pc:spChg chg="add mod">
          <ac:chgData name="Jocellyn Luna" userId="74d04e64cf87037c" providerId="LiveId" clId="{C233FEFD-91ED-46B9-9B1E-F620406A1959}" dt="2020-04-03T17:29:32.577" v="132" actId="1076"/>
          <ac:spMkLst>
            <pc:docMk/>
            <pc:sldMk cId="1242668142" sldId="282"/>
            <ac:spMk id="148" creationId="{BD385C84-69E0-49D3-BAAD-3A9B0A637AB9}"/>
          </ac:spMkLst>
        </pc:spChg>
        <pc:spChg chg="add mod">
          <ac:chgData name="Jocellyn Luna" userId="74d04e64cf87037c" providerId="LiveId" clId="{C233FEFD-91ED-46B9-9B1E-F620406A1959}" dt="2020-04-03T17:29:45.922" v="135" actId="1076"/>
          <ac:spMkLst>
            <pc:docMk/>
            <pc:sldMk cId="1242668142" sldId="282"/>
            <ac:spMk id="149" creationId="{E5B7FFBC-71C7-4A4E-A11A-48FA3638D2F8}"/>
          </ac:spMkLst>
        </pc:spChg>
        <pc:spChg chg="add mod">
          <ac:chgData name="Jocellyn Luna" userId="74d04e64cf87037c" providerId="LiveId" clId="{C233FEFD-91ED-46B9-9B1E-F620406A1959}" dt="2020-04-03T17:30:02.541" v="140" actId="1076"/>
          <ac:spMkLst>
            <pc:docMk/>
            <pc:sldMk cId="1242668142" sldId="282"/>
            <ac:spMk id="150" creationId="{7183FD4F-E5B1-4F17-BAA0-D148ABA22712}"/>
          </ac:spMkLst>
        </pc:spChg>
        <pc:grpChg chg="add">
          <ac:chgData name="Jocellyn Luna" userId="74d04e64cf87037c" providerId="LiveId" clId="{C233FEFD-91ED-46B9-9B1E-F620406A1959}" dt="2020-04-03T17:17:55.538" v="13"/>
          <ac:grpSpMkLst>
            <pc:docMk/>
            <pc:sldMk cId="1242668142" sldId="282"/>
            <ac:grpSpMk id="3" creationId="{273B44CA-C380-487D-8207-7FAB6674F06D}"/>
          </ac:grpSpMkLst>
        </pc:grpChg>
        <pc:grpChg chg="add">
          <ac:chgData name="Jocellyn Luna" userId="74d04e64cf87037c" providerId="LiveId" clId="{C233FEFD-91ED-46B9-9B1E-F620406A1959}" dt="2020-04-03T17:17:55.538" v="13"/>
          <ac:grpSpMkLst>
            <pc:docMk/>
            <pc:sldMk cId="1242668142" sldId="282"/>
            <ac:grpSpMk id="22" creationId="{5F9D95B4-E728-40D0-8F95-F13253EB7061}"/>
          </ac:grpSpMkLst>
        </pc:grpChg>
        <pc:grpChg chg="add">
          <ac:chgData name="Jocellyn Luna" userId="74d04e64cf87037c" providerId="LiveId" clId="{C233FEFD-91ED-46B9-9B1E-F620406A1959}" dt="2020-04-03T17:17:55.538" v="13"/>
          <ac:grpSpMkLst>
            <pc:docMk/>
            <pc:sldMk cId="1242668142" sldId="282"/>
            <ac:grpSpMk id="37" creationId="{EDDC838D-EC79-4F55-972A-7FDF3F834768}"/>
          </ac:grpSpMkLst>
        </pc:grpChg>
        <pc:grpChg chg="add">
          <ac:chgData name="Jocellyn Luna" userId="74d04e64cf87037c" providerId="LiveId" clId="{C233FEFD-91ED-46B9-9B1E-F620406A1959}" dt="2020-04-03T17:17:55.538" v="13"/>
          <ac:grpSpMkLst>
            <pc:docMk/>
            <pc:sldMk cId="1242668142" sldId="282"/>
            <ac:grpSpMk id="86" creationId="{551C00D1-1B51-4E3B-B64A-A523F9F0B81D}"/>
          </ac:grpSpMkLst>
        </pc:grpChg>
        <pc:grpChg chg="add">
          <ac:chgData name="Jocellyn Luna" userId="74d04e64cf87037c" providerId="LiveId" clId="{C233FEFD-91ED-46B9-9B1E-F620406A1959}" dt="2020-04-03T17:17:55.538" v="13"/>
          <ac:grpSpMkLst>
            <pc:docMk/>
            <pc:sldMk cId="1242668142" sldId="282"/>
            <ac:grpSpMk id="124" creationId="{E9EB751A-48B8-47ED-8445-295E0F20A245}"/>
          </ac:grpSpMkLst>
        </pc:grpChg>
        <pc:grpChg chg="add">
          <ac:chgData name="Jocellyn Luna" userId="74d04e64cf87037c" providerId="LiveId" clId="{C233FEFD-91ED-46B9-9B1E-F620406A1959}" dt="2020-04-03T17:17:55.538" v="13"/>
          <ac:grpSpMkLst>
            <pc:docMk/>
            <pc:sldMk cId="1242668142" sldId="282"/>
            <ac:grpSpMk id="127" creationId="{2C9CA7E9-E0C8-440B-A94F-BC7A106B0E3E}"/>
          </ac:grpSpMkLst>
        </pc:grpChg>
        <pc:grpChg chg="add">
          <ac:chgData name="Jocellyn Luna" userId="74d04e64cf87037c" providerId="LiveId" clId="{C233FEFD-91ED-46B9-9B1E-F620406A1959}" dt="2020-04-03T17:17:55.538" v="13"/>
          <ac:grpSpMkLst>
            <pc:docMk/>
            <pc:sldMk cId="1242668142" sldId="282"/>
            <ac:grpSpMk id="130" creationId="{457BA9BF-10F7-4F50-B4D3-CA18167FFE97}"/>
          </ac:grpSpMkLst>
        </pc:grpChg>
        <pc:grpChg chg="add mod">
          <ac:chgData name="Jocellyn Luna" userId="74d04e64cf87037c" providerId="LiveId" clId="{C233FEFD-91ED-46B9-9B1E-F620406A1959}" dt="2020-04-11T01:09:18.981" v="459"/>
          <ac:grpSpMkLst>
            <pc:docMk/>
            <pc:sldMk cId="1242668142" sldId="282"/>
            <ac:grpSpMk id="133" creationId="{CF0C30E8-A051-4465-BEA0-B3149082D97B}"/>
          </ac:grpSpMkLst>
        </pc:grpChg>
        <pc:grpChg chg="add mod">
          <ac:chgData name="Jocellyn Luna" userId="74d04e64cf87037c" providerId="LiveId" clId="{C233FEFD-91ED-46B9-9B1E-F620406A1959}" dt="2020-04-03T19:31:20.815" v="385" actId="1076"/>
          <ac:grpSpMkLst>
            <pc:docMk/>
            <pc:sldMk cId="1242668142" sldId="282"/>
            <ac:grpSpMk id="152" creationId="{4170947D-A8AD-4576-9983-FEDE92804AB0}"/>
          </ac:grpSpMkLst>
        </pc:grpChg>
        <pc:picChg chg="add mod">
          <ac:chgData name="Jocellyn Luna" userId="74d04e64cf87037c" providerId="LiveId" clId="{C233FEFD-91ED-46B9-9B1E-F620406A1959}" dt="2020-04-03T17:19:14.681" v="26" actId="1076"/>
          <ac:picMkLst>
            <pc:docMk/>
            <pc:sldMk cId="1242668142" sldId="282"/>
            <ac:picMk id="123" creationId="{4EECD4C5-7A38-45FD-8318-091A22CE83D4}"/>
          </ac:picMkLst>
        </pc:picChg>
        <pc:picChg chg="add mod">
          <ac:chgData name="Jocellyn Luna" userId="74d04e64cf87037c" providerId="LiveId" clId="{C233FEFD-91ED-46B9-9B1E-F620406A1959}" dt="2020-04-03T19:31:17.409" v="384" actId="1076"/>
          <ac:picMkLst>
            <pc:docMk/>
            <pc:sldMk cId="1242668142" sldId="282"/>
            <ac:picMk id="151" creationId="{2F5ECBD5-37FD-4B72-8E24-7E57722A15B3}"/>
          </ac:picMkLst>
        </pc:picChg>
      </pc:sldChg>
      <pc:sldChg chg="modSp new mod">
        <pc:chgData name="Jocellyn Luna" userId="74d04e64cf87037c" providerId="LiveId" clId="{C233FEFD-91ED-46B9-9B1E-F620406A1959}" dt="2020-04-11T02:43:48.348" v="1586" actId="20577"/>
        <pc:sldMkLst>
          <pc:docMk/>
          <pc:sldMk cId="122780487" sldId="283"/>
        </pc:sldMkLst>
        <pc:spChg chg="mod">
          <ac:chgData name="Jocellyn Luna" userId="74d04e64cf87037c" providerId="LiveId" clId="{C233FEFD-91ED-46B9-9B1E-F620406A1959}" dt="2020-04-11T02:43:48.348" v="1586" actId="20577"/>
          <ac:spMkLst>
            <pc:docMk/>
            <pc:sldMk cId="122780487" sldId="283"/>
            <ac:spMk id="2" creationId="{70349133-6FA4-493E-800D-7689A6920C81}"/>
          </ac:spMkLst>
        </pc:spChg>
      </pc:sldChg>
      <pc:sldChg chg="add del">
        <pc:chgData name="Jocellyn Luna" userId="74d04e64cf87037c" providerId="LiveId" clId="{C233FEFD-91ED-46B9-9B1E-F620406A1959}" dt="2020-04-03T17:23:28.476" v="79" actId="47"/>
        <pc:sldMkLst>
          <pc:docMk/>
          <pc:sldMk cId="211929706" sldId="283"/>
        </pc:sldMkLst>
      </pc:sldChg>
      <pc:sldChg chg="addSp delSp modSp add del mod modAnim">
        <pc:chgData name="Jocellyn Luna" userId="74d04e64cf87037c" providerId="LiveId" clId="{C233FEFD-91ED-46B9-9B1E-F620406A1959}" dt="2020-04-03T17:24:59.366" v="92" actId="47"/>
        <pc:sldMkLst>
          <pc:docMk/>
          <pc:sldMk cId="1502726421" sldId="283"/>
        </pc:sldMkLst>
        <pc:spChg chg="mod">
          <ac:chgData name="Jocellyn Luna" userId="74d04e64cf87037c" providerId="LiveId" clId="{C233FEFD-91ED-46B9-9B1E-F620406A1959}" dt="2020-04-03T17:23:38.562" v="82"/>
          <ac:spMkLst>
            <pc:docMk/>
            <pc:sldMk cId="1502726421" sldId="283"/>
            <ac:spMk id="2" creationId="{A8A7441D-0B0D-426D-ACDC-4EC0FF762CD9}"/>
          </ac:spMkLst>
        </pc:spChg>
        <pc:spChg chg="del">
          <ac:chgData name="Jocellyn Luna" userId="74d04e64cf87037c" providerId="LiveId" clId="{C233FEFD-91ED-46B9-9B1E-F620406A1959}" dt="2020-04-03T17:23:39.711" v="83" actId="478"/>
          <ac:spMkLst>
            <pc:docMk/>
            <pc:sldMk cId="1502726421" sldId="283"/>
            <ac:spMk id="3" creationId="{073C1FF8-4F18-4D27-B993-E259E9427232}"/>
          </ac:spMkLst>
        </pc:spChg>
        <pc:spChg chg="add del">
          <ac:chgData name="Jocellyn Luna" userId="74d04e64cf87037c" providerId="LiveId" clId="{C233FEFD-91ED-46B9-9B1E-F620406A1959}" dt="2020-04-03T17:23:58.347" v="85"/>
          <ac:spMkLst>
            <pc:docMk/>
            <pc:sldMk cId="1502726421" sldId="283"/>
            <ac:spMk id="4" creationId="{C97B7E3B-7A04-4FAA-9D64-0F605E25A367}"/>
          </ac:spMkLst>
        </pc:spChg>
      </pc:sldChg>
      <pc:sldChg chg="addSp delSp modSp new mod ord modAnim">
        <pc:chgData name="Jocellyn Luna" userId="74d04e64cf87037c" providerId="LiveId" clId="{C233FEFD-91ED-46B9-9B1E-F620406A1959}" dt="2020-04-11T17:09:39.846" v="3461"/>
        <pc:sldMkLst>
          <pc:docMk/>
          <pc:sldMk cId="329511445" sldId="284"/>
        </pc:sldMkLst>
        <pc:spChg chg="mod">
          <ac:chgData name="Jocellyn Luna" userId="74d04e64cf87037c" providerId="LiveId" clId="{C233FEFD-91ED-46B9-9B1E-F620406A1959}" dt="2020-04-11T15:21:47.385" v="3088" actId="20577"/>
          <ac:spMkLst>
            <pc:docMk/>
            <pc:sldMk cId="329511445" sldId="284"/>
            <ac:spMk id="2" creationId="{00ED5B0E-BBF3-4D80-9A3D-82EC26D46BD9}"/>
          </ac:spMkLst>
        </pc:spChg>
        <pc:spChg chg="mod">
          <ac:chgData name="Jocellyn Luna" userId="74d04e64cf87037c" providerId="LiveId" clId="{C233FEFD-91ED-46B9-9B1E-F620406A1959}" dt="2020-04-11T15:16:36.911" v="2973" actId="14100"/>
          <ac:spMkLst>
            <pc:docMk/>
            <pc:sldMk cId="329511445" sldId="284"/>
            <ac:spMk id="3" creationId="{BADA6A29-29BA-4931-8F79-E1B284785A59}"/>
          </ac:spMkLst>
        </pc:spChg>
        <pc:spChg chg="add mod">
          <ac:chgData name="Jocellyn Luna" userId="74d04e64cf87037c" providerId="LiveId" clId="{C233FEFD-91ED-46B9-9B1E-F620406A1959}" dt="2020-04-11T17:07:04.520" v="3377" actId="1076"/>
          <ac:spMkLst>
            <pc:docMk/>
            <pc:sldMk cId="329511445" sldId="284"/>
            <ac:spMk id="5" creationId="{F81182C7-B194-473A-85ED-2CE173E2E2DC}"/>
          </ac:spMkLst>
        </pc:spChg>
        <pc:spChg chg="add mod">
          <ac:chgData name="Jocellyn Luna" userId="74d04e64cf87037c" providerId="LiveId" clId="{C233FEFD-91ED-46B9-9B1E-F620406A1959}" dt="2020-04-11T17:07:04.520" v="3377" actId="1076"/>
          <ac:spMkLst>
            <pc:docMk/>
            <pc:sldMk cId="329511445" sldId="284"/>
            <ac:spMk id="6" creationId="{A552CD3D-83DD-4AF6-B1C5-1484812F6D0A}"/>
          </ac:spMkLst>
        </pc:spChg>
        <pc:spChg chg="add mod">
          <ac:chgData name="Jocellyn Luna" userId="74d04e64cf87037c" providerId="LiveId" clId="{C233FEFD-91ED-46B9-9B1E-F620406A1959}" dt="2020-04-11T17:07:04.520" v="3377" actId="1076"/>
          <ac:spMkLst>
            <pc:docMk/>
            <pc:sldMk cId="329511445" sldId="284"/>
            <ac:spMk id="7" creationId="{B69F5311-0025-4D7C-A661-503EA9C92426}"/>
          </ac:spMkLst>
        </pc:spChg>
        <pc:spChg chg="add mod">
          <ac:chgData name="Jocellyn Luna" userId="74d04e64cf87037c" providerId="LiveId" clId="{C233FEFD-91ED-46B9-9B1E-F620406A1959}" dt="2020-04-11T17:07:04.520" v="3377" actId="1076"/>
          <ac:spMkLst>
            <pc:docMk/>
            <pc:sldMk cId="329511445" sldId="284"/>
            <ac:spMk id="8" creationId="{99C678BD-A02F-4BC0-BE23-ED122014F83C}"/>
          </ac:spMkLst>
        </pc:spChg>
        <pc:spChg chg="add mod">
          <ac:chgData name="Jocellyn Luna" userId="74d04e64cf87037c" providerId="LiveId" clId="{C233FEFD-91ED-46B9-9B1E-F620406A1959}" dt="2020-04-11T17:07:04.520" v="3377" actId="1076"/>
          <ac:spMkLst>
            <pc:docMk/>
            <pc:sldMk cId="329511445" sldId="284"/>
            <ac:spMk id="9" creationId="{1195200F-0A4A-4C0E-A247-CD0DAB902710}"/>
          </ac:spMkLst>
        </pc:spChg>
        <pc:spChg chg="add mod">
          <ac:chgData name="Jocellyn Luna" userId="74d04e64cf87037c" providerId="LiveId" clId="{C233FEFD-91ED-46B9-9B1E-F620406A1959}" dt="2020-04-11T17:07:04.520" v="3377" actId="1076"/>
          <ac:spMkLst>
            <pc:docMk/>
            <pc:sldMk cId="329511445" sldId="284"/>
            <ac:spMk id="12" creationId="{5A5E148C-F427-42ED-B0E8-3F70F997A867}"/>
          </ac:spMkLst>
        </pc:spChg>
        <pc:spChg chg="add mod">
          <ac:chgData name="Jocellyn Luna" userId="74d04e64cf87037c" providerId="LiveId" clId="{C233FEFD-91ED-46B9-9B1E-F620406A1959}" dt="2020-04-11T17:07:04.520" v="3377" actId="1076"/>
          <ac:spMkLst>
            <pc:docMk/>
            <pc:sldMk cId="329511445" sldId="284"/>
            <ac:spMk id="13" creationId="{50C21E58-1D50-44C8-BC9B-25FA66297800}"/>
          </ac:spMkLst>
        </pc:spChg>
        <pc:spChg chg="add mod">
          <ac:chgData name="Jocellyn Luna" userId="74d04e64cf87037c" providerId="LiveId" clId="{C233FEFD-91ED-46B9-9B1E-F620406A1959}" dt="2020-04-11T17:07:04.520" v="3377" actId="1076"/>
          <ac:spMkLst>
            <pc:docMk/>
            <pc:sldMk cId="329511445" sldId="284"/>
            <ac:spMk id="14" creationId="{8BE0E187-FA88-467D-B1F3-00747F16B75B}"/>
          </ac:spMkLst>
        </pc:spChg>
        <pc:spChg chg="add mod">
          <ac:chgData name="Jocellyn Luna" userId="74d04e64cf87037c" providerId="LiveId" clId="{C233FEFD-91ED-46B9-9B1E-F620406A1959}" dt="2020-04-11T17:07:04.520" v="3377" actId="1076"/>
          <ac:spMkLst>
            <pc:docMk/>
            <pc:sldMk cId="329511445" sldId="284"/>
            <ac:spMk id="15" creationId="{6056FE9E-3EF4-442A-B441-0667B8E0FC50}"/>
          </ac:spMkLst>
        </pc:spChg>
        <pc:spChg chg="add mod">
          <ac:chgData name="Jocellyn Luna" userId="74d04e64cf87037c" providerId="LiveId" clId="{C233FEFD-91ED-46B9-9B1E-F620406A1959}" dt="2020-04-11T17:07:04.520" v="3377" actId="1076"/>
          <ac:spMkLst>
            <pc:docMk/>
            <pc:sldMk cId="329511445" sldId="284"/>
            <ac:spMk id="16" creationId="{E8B362D3-9862-4F84-9185-80B3838AC2C2}"/>
          </ac:spMkLst>
        </pc:spChg>
        <pc:spChg chg="add mod">
          <ac:chgData name="Jocellyn Luna" userId="74d04e64cf87037c" providerId="LiveId" clId="{C233FEFD-91ED-46B9-9B1E-F620406A1959}" dt="2020-04-11T17:07:04.520" v="3377" actId="1076"/>
          <ac:spMkLst>
            <pc:docMk/>
            <pc:sldMk cId="329511445" sldId="284"/>
            <ac:spMk id="17" creationId="{D5FDB6CF-A70F-4655-BB99-40AF93672F4C}"/>
          </ac:spMkLst>
        </pc:spChg>
        <pc:spChg chg="add del">
          <ac:chgData name="Jocellyn Luna" userId="74d04e64cf87037c" providerId="LiveId" clId="{C233FEFD-91ED-46B9-9B1E-F620406A1959}" dt="2020-04-11T17:01:27.351" v="3323"/>
          <ac:spMkLst>
            <pc:docMk/>
            <pc:sldMk cId="329511445" sldId="284"/>
            <ac:spMk id="18" creationId="{2888B5A3-A907-4DCE-9464-67A5979AC656}"/>
          </ac:spMkLst>
        </pc:spChg>
        <pc:spChg chg="add del">
          <ac:chgData name="Jocellyn Luna" userId="74d04e64cf87037c" providerId="LiveId" clId="{C233FEFD-91ED-46B9-9B1E-F620406A1959}" dt="2020-04-11T17:01:27.351" v="3323"/>
          <ac:spMkLst>
            <pc:docMk/>
            <pc:sldMk cId="329511445" sldId="284"/>
            <ac:spMk id="19" creationId="{81112A76-EC6E-46AC-BD0D-5CC074EB08A9}"/>
          </ac:spMkLst>
        </pc:spChg>
        <pc:spChg chg="add del">
          <ac:chgData name="Jocellyn Luna" userId="74d04e64cf87037c" providerId="LiveId" clId="{C233FEFD-91ED-46B9-9B1E-F620406A1959}" dt="2020-04-11T17:01:27.351" v="3323"/>
          <ac:spMkLst>
            <pc:docMk/>
            <pc:sldMk cId="329511445" sldId="284"/>
            <ac:spMk id="20" creationId="{EB5E2CFB-A323-4487-B04E-155844A90536}"/>
          </ac:spMkLst>
        </pc:spChg>
        <pc:spChg chg="add del">
          <ac:chgData name="Jocellyn Luna" userId="74d04e64cf87037c" providerId="LiveId" clId="{C233FEFD-91ED-46B9-9B1E-F620406A1959}" dt="2020-04-11T17:01:27.351" v="3323"/>
          <ac:spMkLst>
            <pc:docMk/>
            <pc:sldMk cId="329511445" sldId="284"/>
            <ac:spMk id="21" creationId="{C7C54769-C141-45D7-8508-829182B6DA1B}"/>
          </ac:spMkLst>
        </pc:spChg>
        <pc:spChg chg="add del">
          <ac:chgData name="Jocellyn Luna" userId="74d04e64cf87037c" providerId="LiveId" clId="{C233FEFD-91ED-46B9-9B1E-F620406A1959}" dt="2020-04-11T17:01:27.351" v="3323"/>
          <ac:spMkLst>
            <pc:docMk/>
            <pc:sldMk cId="329511445" sldId="284"/>
            <ac:spMk id="22" creationId="{F6D4ECB2-EAC7-49CB-ACC2-3C140E2BB33E}"/>
          </ac:spMkLst>
        </pc:spChg>
        <pc:spChg chg="add del mod">
          <ac:chgData name="Jocellyn Luna" userId="74d04e64cf87037c" providerId="LiveId" clId="{C233FEFD-91ED-46B9-9B1E-F620406A1959}" dt="2020-04-11T17:03:06.443" v="3338" actId="478"/>
          <ac:spMkLst>
            <pc:docMk/>
            <pc:sldMk cId="329511445" sldId="284"/>
            <ac:spMk id="23" creationId="{EA12CF75-3CD7-42F4-BB14-D250ADEBD2EC}"/>
          </ac:spMkLst>
        </pc:spChg>
        <pc:spChg chg="add del mod">
          <ac:chgData name="Jocellyn Luna" userId="74d04e64cf87037c" providerId="LiveId" clId="{C233FEFD-91ED-46B9-9B1E-F620406A1959}" dt="2020-04-11T17:05:39.573" v="3371" actId="478"/>
          <ac:spMkLst>
            <pc:docMk/>
            <pc:sldMk cId="329511445" sldId="284"/>
            <ac:spMk id="24" creationId="{DE26F1EE-6A71-4B75-A787-908CEE9446EC}"/>
          </ac:spMkLst>
        </pc:spChg>
        <pc:spChg chg="add del mod">
          <ac:chgData name="Jocellyn Luna" userId="74d04e64cf87037c" providerId="LiveId" clId="{C233FEFD-91ED-46B9-9B1E-F620406A1959}" dt="2020-04-11T17:05:39.573" v="3371" actId="478"/>
          <ac:spMkLst>
            <pc:docMk/>
            <pc:sldMk cId="329511445" sldId="284"/>
            <ac:spMk id="25" creationId="{491AA4C6-11DC-402A-B741-DA0FC8E1B55C}"/>
          </ac:spMkLst>
        </pc:spChg>
        <pc:spChg chg="add del mod">
          <ac:chgData name="Jocellyn Luna" userId="74d04e64cf87037c" providerId="LiveId" clId="{C233FEFD-91ED-46B9-9B1E-F620406A1959}" dt="2020-04-11T17:05:39.573" v="3371" actId="478"/>
          <ac:spMkLst>
            <pc:docMk/>
            <pc:sldMk cId="329511445" sldId="284"/>
            <ac:spMk id="26" creationId="{F08B1B14-3E87-4FAE-A878-0A47B25937E4}"/>
          </ac:spMkLst>
        </pc:spChg>
        <pc:spChg chg="add del mod">
          <ac:chgData name="Jocellyn Luna" userId="74d04e64cf87037c" providerId="LiveId" clId="{C233FEFD-91ED-46B9-9B1E-F620406A1959}" dt="2020-04-11T17:05:39.573" v="3371" actId="478"/>
          <ac:spMkLst>
            <pc:docMk/>
            <pc:sldMk cId="329511445" sldId="284"/>
            <ac:spMk id="27" creationId="{D1D46057-5A93-4876-B890-6AF23313EB23}"/>
          </ac:spMkLst>
        </pc:spChg>
        <pc:spChg chg="add del mod">
          <ac:chgData name="Jocellyn Luna" userId="74d04e64cf87037c" providerId="LiveId" clId="{C233FEFD-91ED-46B9-9B1E-F620406A1959}" dt="2020-04-11T17:05:39.573" v="3371" actId="478"/>
          <ac:spMkLst>
            <pc:docMk/>
            <pc:sldMk cId="329511445" sldId="284"/>
            <ac:spMk id="28" creationId="{612B8488-4861-4E8B-B779-7B40B6DA463E}"/>
          </ac:spMkLst>
        </pc:spChg>
        <pc:spChg chg="add mod">
          <ac:chgData name="Jocellyn Luna" userId="74d04e64cf87037c" providerId="LiveId" clId="{C233FEFD-91ED-46B9-9B1E-F620406A1959}" dt="2020-04-11T17:08:13.434" v="3450" actId="207"/>
          <ac:spMkLst>
            <pc:docMk/>
            <pc:sldMk cId="329511445" sldId="284"/>
            <ac:spMk id="29" creationId="{C3C08B9D-8990-4DCD-A02D-325C71F26886}"/>
          </ac:spMkLst>
        </pc:spChg>
        <pc:picChg chg="add mod">
          <ac:chgData name="Jocellyn Luna" userId="74d04e64cf87037c" providerId="LiveId" clId="{C233FEFD-91ED-46B9-9B1E-F620406A1959}" dt="2020-04-11T16:56:44.511" v="3262" actId="1076"/>
          <ac:picMkLst>
            <pc:docMk/>
            <pc:sldMk cId="329511445" sldId="284"/>
            <ac:picMk id="4" creationId="{4E3BCB94-D60E-4868-B653-BB0C1F7C81C0}"/>
          </ac:picMkLst>
        </pc:picChg>
        <pc:picChg chg="add mod">
          <ac:chgData name="Jocellyn Luna" userId="74d04e64cf87037c" providerId="LiveId" clId="{C233FEFD-91ED-46B9-9B1E-F620406A1959}" dt="2020-04-11T17:09:32.837" v="3459" actId="1076"/>
          <ac:picMkLst>
            <pc:docMk/>
            <pc:sldMk cId="329511445" sldId="284"/>
            <ac:picMk id="1026" creationId="{97DA4DED-3A65-4FAC-A569-CA23AD68DAE6}"/>
          </ac:picMkLst>
        </pc:picChg>
        <pc:cxnChg chg="add mod">
          <ac:chgData name="Jocellyn Luna" userId="74d04e64cf87037c" providerId="LiveId" clId="{C233FEFD-91ED-46B9-9B1E-F620406A1959}" dt="2020-04-11T17:07:04.520" v="3377" actId="1076"/>
          <ac:cxnSpMkLst>
            <pc:docMk/>
            <pc:sldMk cId="329511445" sldId="284"/>
            <ac:cxnSpMk id="11" creationId="{B295BC15-7DC3-46D3-9538-9B29C39AF23F}"/>
          </ac:cxnSpMkLst>
        </pc:cxnChg>
      </pc:sldChg>
      <pc:sldChg chg="new del">
        <pc:chgData name="Jocellyn Luna" userId="74d04e64cf87037c" providerId="LiveId" clId="{C233FEFD-91ED-46B9-9B1E-F620406A1959}" dt="2020-04-11T02:43:56.895" v="1588" actId="47"/>
        <pc:sldMkLst>
          <pc:docMk/>
          <pc:sldMk cId="2703977799" sldId="284"/>
        </pc:sldMkLst>
      </pc:sldChg>
      <pc:sldChg chg="addSp delSp modSp new mod">
        <pc:chgData name="Jocellyn Luna" userId="74d04e64cf87037c" providerId="LiveId" clId="{C233FEFD-91ED-46B9-9B1E-F620406A1959}" dt="2020-04-11T03:00:01.896" v="1786" actId="1036"/>
        <pc:sldMkLst>
          <pc:docMk/>
          <pc:sldMk cId="156969452" sldId="285"/>
        </pc:sldMkLst>
        <pc:spChg chg="mod">
          <ac:chgData name="Jocellyn Luna" userId="74d04e64cf87037c" providerId="LiveId" clId="{C233FEFD-91ED-46B9-9B1E-F620406A1959}" dt="2020-04-11T02:46:25.118" v="1637" actId="20577"/>
          <ac:spMkLst>
            <pc:docMk/>
            <pc:sldMk cId="156969452" sldId="285"/>
            <ac:spMk id="2" creationId="{57BDC0E5-70CC-4CAD-9258-A7B3753E7DFB}"/>
          </ac:spMkLst>
        </pc:spChg>
        <pc:spChg chg="del mod">
          <ac:chgData name="Jocellyn Luna" userId="74d04e64cf87037c" providerId="LiveId" clId="{C233FEFD-91ED-46B9-9B1E-F620406A1959}" dt="2020-04-11T02:54:49.347" v="1738" actId="478"/>
          <ac:spMkLst>
            <pc:docMk/>
            <pc:sldMk cId="156969452" sldId="285"/>
            <ac:spMk id="3" creationId="{9821E8D3-7FD0-478B-9B98-F47677F018EB}"/>
          </ac:spMkLst>
        </pc:spChg>
        <pc:spChg chg="add mod">
          <ac:chgData name="Jocellyn Luna" userId="74d04e64cf87037c" providerId="LiveId" clId="{C233FEFD-91ED-46B9-9B1E-F620406A1959}" dt="2020-04-11T02:56:35.384" v="1766" actId="1076"/>
          <ac:spMkLst>
            <pc:docMk/>
            <pc:sldMk cId="156969452" sldId="285"/>
            <ac:spMk id="4" creationId="{E8E933CE-9825-44D9-BEAB-56548D728C61}"/>
          </ac:spMkLst>
        </pc:spChg>
        <pc:spChg chg="add mod">
          <ac:chgData name="Jocellyn Luna" userId="74d04e64cf87037c" providerId="LiveId" clId="{C233FEFD-91ED-46B9-9B1E-F620406A1959}" dt="2020-04-11T02:56:35.384" v="1766" actId="1076"/>
          <ac:spMkLst>
            <pc:docMk/>
            <pc:sldMk cId="156969452" sldId="285"/>
            <ac:spMk id="5" creationId="{CDA66F54-5FA0-4BF7-8342-CF56AA515E38}"/>
          </ac:spMkLst>
        </pc:spChg>
        <pc:spChg chg="add mod">
          <ac:chgData name="Jocellyn Luna" userId="74d04e64cf87037c" providerId="LiveId" clId="{C233FEFD-91ED-46B9-9B1E-F620406A1959}" dt="2020-04-11T02:56:35.384" v="1766" actId="1076"/>
          <ac:spMkLst>
            <pc:docMk/>
            <pc:sldMk cId="156969452" sldId="285"/>
            <ac:spMk id="6" creationId="{00C00B50-31E0-498A-91A2-2AEE707A2D9C}"/>
          </ac:spMkLst>
        </pc:spChg>
        <pc:spChg chg="add del mod">
          <ac:chgData name="Jocellyn Luna" userId="74d04e64cf87037c" providerId="LiveId" clId="{C233FEFD-91ED-46B9-9B1E-F620406A1959}" dt="2020-04-11T02:49:54.380" v="1707" actId="478"/>
          <ac:spMkLst>
            <pc:docMk/>
            <pc:sldMk cId="156969452" sldId="285"/>
            <ac:spMk id="12" creationId="{6CB98EB1-C983-4D3E-89DF-46F2ED87FABD}"/>
          </ac:spMkLst>
        </pc:spChg>
        <pc:spChg chg="add mod">
          <ac:chgData name="Jocellyn Luna" userId="74d04e64cf87037c" providerId="LiveId" clId="{C233FEFD-91ED-46B9-9B1E-F620406A1959}" dt="2020-04-11T02:56:35.384" v="1766" actId="1076"/>
          <ac:spMkLst>
            <pc:docMk/>
            <pc:sldMk cId="156969452" sldId="285"/>
            <ac:spMk id="13" creationId="{5E5301BC-808F-4181-8C9E-3432C24D5F63}"/>
          </ac:spMkLst>
        </pc:spChg>
        <pc:picChg chg="add del mod">
          <ac:chgData name="Jocellyn Luna" userId="74d04e64cf87037c" providerId="LiveId" clId="{C233FEFD-91ED-46B9-9B1E-F620406A1959}" dt="2020-04-11T02:55:01.337" v="1744" actId="478"/>
          <ac:picMkLst>
            <pc:docMk/>
            <pc:sldMk cId="156969452" sldId="285"/>
            <ac:picMk id="16" creationId="{00BA2766-DAAC-4987-8F0F-87364AC1E46A}"/>
          </ac:picMkLst>
        </pc:picChg>
        <pc:picChg chg="add del mod">
          <ac:chgData name="Jocellyn Luna" userId="74d04e64cf87037c" providerId="LiveId" clId="{C233FEFD-91ED-46B9-9B1E-F620406A1959}" dt="2020-04-11T02:59:50.758" v="1776" actId="478"/>
          <ac:picMkLst>
            <pc:docMk/>
            <pc:sldMk cId="156969452" sldId="285"/>
            <ac:picMk id="17" creationId="{1A581AD5-44CE-46B6-8D1C-E0F00BAA2840}"/>
          </ac:picMkLst>
        </pc:picChg>
        <pc:picChg chg="add mod">
          <ac:chgData name="Jocellyn Luna" userId="74d04e64cf87037c" providerId="LiveId" clId="{C233FEFD-91ED-46B9-9B1E-F620406A1959}" dt="2020-04-11T03:00:01.896" v="1786" actId="1036"/>
          <ac:picMkLst>
            <pc:docMk/>
            <pc:sldMk cId="156969452" sldId="285"/>
            <ac:picMk id="21" creationId="{B18D2037-660C-40D0-AF65-04822E3AF2E6}"/>
          </ac:picMkLst>
        </pc:picChg>
        <pc:cxnChg chg="add mod">
          <ac:chgData name="Jocellyn Luna" userId="74d04e64cf87037c" providerId="LiveId" clId="{C233FEFD-91ED-46B9-9B1E-F620406A1959}" dt="2020-04-11T02:56:35.384" v="1766" actId="1076"/>
          <ac:cxnSpMkLst>
            <pc:docMk/>
            <pc:sldMk cId="156969452" sldId="285"/>
            <ac:cxnSpMk id="8" creationId="{A2C9130C-BE5E-44D9-94A7-83DC5E9CC0EB}"/>
          </ac:cxnSpMkLst>
        </pc:cxnChg>
        <pc:cxnChg chg="add mod">
          <ac:chgData name="Jocellyn Luna" userId="74d04e64cf87037c" providerId="LiveId" clId="{C233FEFD-91ED-46B9-9B1E-F620406A1959}" dt="2020-04-11T02:56:35.384" v="1766" actId="1076"/>
          <ac:cxnSpMkLst>
            <pc:docMk/>
            <pc:sldMk cId="156969452" sldId="285"/>
            <ac:cxnSpMk id="9" creationId="{A099EEA5-6332-4116-9E27-3778C570EA66}"/>
          </ac:cxnSpMkLst>
        </pc:cxnChg>
      </pc:sldChg>
      <pc:sldChg chg="addSp delSp modSp new mod modClrScheme modAnim chgLayout">
        <pc:chgData name="Jocellyn Luna" userId="74d04e64cf87037c" providerId="LiveId" clId="{C233FEFD-91ED-46B9-9B1E-F620406A1959}" dt="2020-04-11T03:32:51.125" v="2160" actId="207"/>
        <pc:sldMkLst>
          <pc:docMk/>
          <pc:sldMk cId="1036022523" sldId="286"/>
        </pc:sldMkLst>
        <pc:spChg chg="add del mod">
          <ac:chgData name="Jocellyn Luna" userId="74d04e64cf87037c" providerId="LiveId" clId="{C233FEFD-91ED-46B9-9B1E-F620406A1959}" dt="2020-04-11T03:07:25.158" v="1835" actId="20577"/>
          <ac:spMkLst>
            <pc:docMk/>
            <pc:sldMk cId="1036022523" sldId="286"/>
            <ac:spMk id="2" creationId="{37FFAECE-7991-4C01-8D9B-FCC6C30ADAF1}"/>
          </ac:spMkLst>
        </pc:spChg>
        <pc:spChg chg="del">
          <ac:chgData name="Jocellyn Luna" userId="74d04e64cf87037c" providerId="LiveId" clId="{C233FEFD-91ED-46B9-9B1E-F620406A1959}" dt="2020-04-11T03:03:07.013" v="1788" actId="478"/>
          <ac:spMkLst>
            <pc:docMk/>
            <pc:sldMk cId="1036022523" sldId="286"/>
            <ac:spMk id="3" creationId="{E11BDB07-E7A5-4F9D-A075-9896EDAD6746}"/>
          </ac:spMkLst>
        </pc:spChg>
        <pc:spChg chg="mod topLvl">
          <ac:chgData name="Jocellyn Luna" userId="74d04e64cf87037c" providerId="LiveId" clId="{C233FEFD-91ED-46B9-9B1E-F620406A1959}" dt="2020-04-11T03:32:20.731" v="2158" actId="1076"/>
          <ac:spMkLst>
            <pc:docMk/>
            <pc:sldMk cId="1036022523" sldId="286"/>
            <ac:spMk id="12" creationId="{060354F4-852E-4328-9397-DAF2EA99F4A4}"/>
          </ac:spMkLst>
        </pc:spChg>
        <pc:spChg chg="mod topLvl">
          <ac:chgData name="Jocellyn Luna" userId="74d04e64cf87037c" providerId="LiveId" clId="{C233FEFD-91ED-46B9-9B1E-F620406A1959}" dt="2020-04-11T03:32:20.731" v="2158" actId="1076"/>
          <ac:spMkLst>
            <pc:docMk/>
            <pc:sldMk cId="1036022523" sldId="286"/>
            <ac:spMk id="13" creationId="{838476D2-4DEC-42D6-B723-A5F07EA582C8}"/>
          </ac:spMkLst>
        </pc:spChg>
        <pc:spChg chg="mod topLvl">
          <ac:chgData name="Jocellyn Luna" userId="74d04e64cf87037c" providerId="LiveId" clId="{C233FEFD-91ED-46B9-9B1E-F620406A1959}" dt="2020-04-11T03:32:20.731" v="2158" actId="1076"/>
          <ac:spMkLst>
            <pc:docMk/>
            <pc:sldMk cId="1036022523" sldId="286"/>
            <ac:spMk id="14" creationId="{69291F96-4D83-47E0-91B0-F49C6A851274}"/>
          </ac:spMkLst>
        </pc:spChg>
        <pc:spChg chg="del">
          <ac:chgData name="Jocellyn Luna" userId="74d04e64cf87037c" providerId="LiveId" clId="{C233FEFD-91ED-46B9-9B1E-F620406A1959}" dt="2020-04-11T03:14:24.198" v="1859" actId="478"/>
          <ac:spMkLst>
            <pc:docMk/>
            <pc:sldMk cId="1036022523" sldId="286"/>
            <ac:spMk id="15" creationId="{545F0515-56F8-4BD8-A85C-1455FA4A9610}"/>
          </ac:spMkLst>
        </pc:spChg>
        <pc:spChg chg="del">
          <ac:chgData name="Jocellyn Luna" userId="74d04e64cf87037c" providerId="LiveId" clId="{C233FEFD-91ED-46B9-9B1E-F620406A1959}" dt="2020-04-11T03:13:28.363" v="1841" actId="478"/>
          <ac:spMkLst>
            <pc:docMk/>
            <pc:sldMk cId="1036022523" sldId="286"/>
            <ac:spMk id="17" creationId="{6DFC7809-37DE-4DAD-A6B0-6BB5192A7520}"/>
          </ac:spMkLst>
        </pc:spChg>
        <pc:spChg chg="mod topLvl">
          <ac:chgData name="Jocellyn Luna" userId="74d04e64cf87037c" providerId="LiveId" clId="{C233FEFD-91ED-46B9-9B1E-F620406A1959}" dt="2020-04-11T03:32:20.731" v="2158" actId="1076"/>
          <ac:spMkLst>
            <pc:docMk/>
            <pc:sldMk cId="1036022523" sldId="286"/>
            <ac:spMk id="19" creationId="{E252E306-BD06-43A7-AF61-16E3EDDD4E84}"/>
          </ac:spMkLst>
        </pc:spChg>
        <pc:spChg chg="mod topLvl">
          <ac:chgData name="Jocellyn Luna" userId="74d04e64cf87037c" providerId="LiveId" clId="{C233FEFD-91ED-46B9-9B1E-F620406A1959}" dt="2020-04-11T03:32:20.731" v="2158" actId="1076"/>
          <ac:spMkLst>
            <pc:docMk/>
            <pc:sldMk cId="1036022523" sldId="286"/>
            <ac:spMk id="20" creationId="{C7F187C6-B03A-456A-A8C9-AE0A443906FC}"/>
          </ac:spMkLst>
        </pc:spChg>
        <pc:spChg chg="mod topLvl">
          <ac:chgData name="Jocellyn Luna" userId="74d04e64cf87037c" providerId="LiveId" clId="{C233FEFD-91ED-46B9-9B1E-F620406A1959}" dt="2020-04-11T03:32:20.731" v="2158" actId="1076"/>
          <ac:spMkLst>
            <pc:docMk/>
            <pc:sldMk cId="1036022523" sldId="286"/>
            <ac:spMk id="21" creationId="{44FDCD8F-523C-40BA-BA24-3A9D638DAFF8}"/>
          </ac:spMkLst>
        </pc:spChg>
        <pc:spChg chg="del">
          <ac:chgData name="Jocellyn Luna" userId="74d04e64cf87037c" providerId="LiveId" clId="{C233FEFD-91ED-46B9-9B1E-F620406A1959}" dt="2020-04-11T03:13:28.363" v="1841" actId="478"/>
          <ac:spMkLst>
            <pc:docMk/>
            <pc:sldMk cId="1036022523" sldId="286"/>
            <ac:spMk id="22" creationId="{F6E7C145-B3D5-4927-A3A1-31C8FC6A4A9D}"/>
          </ac:spMkLst>
        </pc:spChg>
        <pc:spChg chg="del">
          <ac:chgData name="Jocellyn Luna" userId="74d04e64cf87037c" providerId="LiveId" clId="{C233FEFD-91ED-46B9-9B1E-F620406A1959}" dt="2020-04-11T03:14:22.338" v="1858" actId="478"/>
          <ac:spMkLst>
            <pc:docMk/>
            <pc:sldMk cId="1036022523" sldId="286"/>
            <ac:spMk id="23" creationId="{79D71398-B15B-49D5-A043-CFF079BAAD17}"/>
          </ac:spMkLst>
        </pc:spChg>
        <pc:spChg chg="del">
          <ac:chgData name="Jocellyn Luna" userId="74d04e64cf87037c" providerId="LiveId" clId="{C233FEFD-91ED-46B9-9B1E-F620406A1959}" dt="2020-04-11T03:14:16.958" v="1855" actId="478"/>
          <ac:spMkLst>
            <pc:docMk/>
            <pc:sldMk cId="1036022523" sldId="286"/>
            <ac:spMk id="30" creationId="{7DF56088-554B-40CA-B321-949C04ED6090}"/>
          </ac:spMkLst>
        </pc:spChg>
        <pc:spChg chg="del mod">
          <ac:chgData name="Jocellyn Luna" userId="74d04e64cf87037c" providerId="LiveId" clId="{C233FEFD-91ED-46B9-9B1E-F620406A1959}" dt="2020-04-11T03:14:20.586" v="1857" actId="478"/>
          <ac:spMkLst>
            <pc:docMk/>
            <pc:sldMk cId="1036022523" sldId="286"/>
            <ac:spMk id="31" creationId="{F0245EF8-763C-404E-8415-F2D37DA74C83}"/>
          </ac:spMkLst>
        </pc:spChg>
        <pc:spChg chg="del">
          <ac:chgData name="Jocellyn Luna" userId="74d04e64cf87037c" providerId="LiveId" clId="{C233FEFD-91ED-46B9-9B1E-F620406A1959}" dt="2020-04-11T03:14:14.896" v="1854" actId="478"/>
          <ac:spMkLst>
            <pc:docMk/>
            <pc:sldMk cId="1036022523" sldId="286"/>
            <ac:spMk id="32" creationId="{D82C0709-B26A-4C49-A373-D55DBB2C88F9}"/>
          </ac:spMkLst>
        </pc:spChg>
        <pc:spChg chg="del">
          <ac:chgData name="Jocellyn Luna" userId="74d04e64cf87037c" providerId="LiveId" clId="{C233FEFD-91ED-46B9-9B1E-F620406A1959}" dt="2020-04-11T03:14:18.841" v="1856" actId="478"/>
          <ac:spMkLst>
            <pc:docMk/>
            <pc:sldMk cId="1036022523" sldId="286"/>
            <ac:spMk id="33" creationId="{D914DC32-F302-4E80-829E-E05C3D035653}"/>
          </ac:spMkLst>
        </pc:spChg>
        <pc:spChg chg="del mod">
          <ac:chgData name="Jocellyn Luna" userId="74d04e64cf87037c" providerId="LiveId" clId="{C233FEFD-91ED-46B9-9B1E-F620406A1959}" dt="2020-04-11T03:13:34.498" v="1844" actId="478"/>
          <ac:spMkLst>
            <pc:docMk/>
            <pc:sldMk cId="1036022523" sldId="286"/>
            <ac:spMk id="34" creationId="{ED5CA61C-C93C-4D45-91AB-82C304628702}"/>
          </ac:spMkLst>
        </pc:spChg>
        <pc:spChg chg="del">
          <ac:chgData name="Jocellyn Luna" userId="74d04e64cf87037c" providerId="LiveId" clId="{C233FEFD-91ED-46B9-9B1E-F620406A1959}" dt="2020-04-11T03:13:32.359" v="1843" actId="478"/>
          <ac:spMkLst>
            <pc:docMk/>
            <pc:sldMk cId="1036022523" sldId="286"/>
            <ac:spMk id="35" creationId="{B453C3FD-A2EB-48B0-9AD7-FC1B9C052506}"/>
          </ac:spMkLst>
        </pc:spChg>
        <pc:spChg chg="del">
          <ac:chgData name="Jocellyn Luna" userId="74d04e64cf87037c" providerId="LiveId" clId="{C233FEFD-91ED-46B9-9B1E-F620406A1959}" dt="2020-04-11T03:13:30.529" v="1842" actId="478"/>
          <ac:spMkLst>
            <pc:docMk/>
            <pc:sldMk cId="1036022523" sldId="286"/>
            <ac:spMk id="36" creationId="{D8633759-C691-46E9-9C0A-20B35BEF46A7}"/>
          </ac:spMkLst>
        </pc:spChg>
        <pc:spChg chg="del">
          <ac:chgData name="Jocellyn Luna" userId="74d04e64cf87037c" providerId="LiveId" clId="{C233FEFD-91ED-46B9-9B1E-F620406A1959}" dt="2020-04-11T03:13:19.844" v="1840" actId="478"/>
          <ac:spMkLst>
            <pc:docMk/>
            <pc:sldMk cId="1036022523" sldId="286"/>
            <ac:spMk id="37" creationId="{54A37CD1-7913-42EB-B2AB-66B54C1A1737}"/>
          </ac:spMkLst>
        </pc:spChg>
        <pc:spChg chg="mod">
          <ac:chgData name="Jocellyn Luna" userId="74d04e64cf87037c" providerId="LiveId" clId="{C233FEFD-91ED-46B9-9B1E-F620406A1959}" dt="2020-04-11T03:24:34.318" v="2045" actId="6549"/>
          <ac:spMkLst>
            <pc:docMk/>
            <pc:sldMk cId="1036022523" sldId="286"/>
            <ac:spMk id="40" creationId="{8494D671-41D4-4E6C-BE4A-DF37A0EF7245}"/>
          </ac:spMkLst>
        </pc:spChg>
        <pc:spChg chg="mod">
          <ac:chgData name="Jocellyn Luna" userId="74d04e64cf87037c" providerId="LiveId" clId="{C233FEFD-91ED-46B9-9B1E-F620406A1959}" dt="2020-04-11T03:24:29.834" v="2041" actId="20577"/>
          <ac:spMkLst>
            <pc:docMk/>
            <pc:sldMk cId="1036022523" sldId="286"/>
            <ac:spMk id="44" creationId="{0070360E-891F-442B-B9EB-0610F5221ADA}"/>
          </ac:spMkLst>
        </pc:spChg>
        <pc:spChg chg="mod">
          <ac:chgData name="Jocellyn Luna" userId="74d04e64cf87037c" providerId="LiveId" clId="{C233FEFD-91ED-46B9-9B1E-F620406A1959}" dt="2020-04-11T03:24:26.646" v="2038" actId="20577"/>
          <ac:spMkLst>
            <pc:docMk/>
            <pc:sldMk cId="1036022523" sldId="286"/>
            <ac:spMk id="48" creationId="{817C85FB-9C0D-40AC-B199-372BE0BB9C52}"/>
          </ac:spMkLst>
        </pc:spChg>
        <pc:spChg chg="mod">
          <ac:chgData name="Jocellyn Luna" userId="74d04e64cf87037c" providerId="LiveId" clId="{C233FEFD-91ED-46B9-9B1E-F620406A1959}" dt="2020-04-11T03:24:23.733" v="2036" actId="20577"/>
          <ac:spMkLst>
            <pc:docMk/>
            <pc:sldMk cId="1036022523" sldId="286"/>
            <ac:spMk id="52" creationId="{DCA1828B-A636-4187-A836-228E2CBAD981}"/>
          </ac:spMkLst>
        </pc:spChg>
        <pc:spChg chg="del mod">
          <ac:chgData name="Jocellyn Luna" userId="74d04e64cf87037c" providerId="LiveId" clId="{C233FEFD-91ED-46B9-9B1E-F620406A1959}" dt="2020-04-11T03:15:15.349" v="1870" actId="478"/>
          <ac:spMkLst>
            <pc:docMk/>
            <pc:sldMk cId="1036022523" sldId="286"/>
            <ac:spMk id="60" creationId="{21644738-FBAE-49E0-94D3-59BD732CFF50}"/>
          </ac:spMkLst>
        </pc:spChg>
        <pc:spChg chg="del mod">
          <ac:chgData name="Jocellyn Luna" userId="74d04e64cf87037c" providerId="LiveId" clId="{C233FEFD-91ED-46B9-9B1E-F620406A1959}" dt="2020-04-11T03:15:17.165" v="1871" actId="478"/>
          <ac:spMkLst>
            <pc:docMk/>
            <pc:sldMk cId="1036022523" sldId="286"/>
            <ac:spMk id="61" creationId="{6C07CC74-0CA9-46FA-8D89-1A4E17A659D2}"/>
          </ac:spMkLst>
        </pc:spChg>
        <pc:spChg chg="del">
          <ac:chgData name="Jocellyn Luna" userId="74d04e64cf87037c" providerId="LiveId" clId="{C233FEFD-91ED-46B9-9B1E-F620406A1959}" dt="2020-04-11T03:15:20.906" v="1873" actId="478"/>
          <ac:spMkLst>
            <pc:docMk/>
            <pc:sldMk cId="1036022523" sldId="286"/>
            <ac:spMk id="62" creationId="{4C08A79C-C223-495D-B27A-7DBA00D33DB7}"/>
          </ac:spMkLst>
        </pc:spChg>
        <pc:spChg chg="del mod">
          <ac:chgData name="Jocellyn Luna" userId="74d04e64cf87037c" providerId="LiveId" clId="{C233FEFD-91ED-46B9-9B1E-F620406A1959}" dt="2020-04-11T03:15:18.948" v="1872" actId="478"/>
          <ac:spMkLst>
            <pc:docMk/>
            <pc:sldMk cId="1036022523" sldId="286"/>
            <ac:spMk id="63" creationId="{9303BAFF-CE98-4196-B096-2159DBE923D2}"/>
          </ac:spMkLst>
        </pc:spChg>
        <pc:spChg chg="del mod">
          <ac:chgData name="Jocellyn Luna" userId="74d04e64cf87037c" providerId="LiveId" clId="{C233FEFD-91ED-46B9-9B1E-F620406A1959}" dt="2020-04-11T03:15:24.745" v="1875" actId="478"/>
          <ac:spMkLst>
            <pc:docMk/>
            <pc:sldMk cId="1036022523" sldId="286"/>
            <ac:spMk id="64" creationId="{2457561A-1242-41DE-A920-80D886FE7862}"/>
          </ac:spMkLst>
        </pc:spChg>
        <pc:spChg chg="del">
          <ac:chgData name="Jocellyn Luna" userId="74d04e64cf87037c" providerId="LiveId" clId="{C233FEFD-91ED-46B9-9B1E-F620406A1959}" dt="2020-04-11T03:15:22.825" v="1874" actId="478"/>
          <ac:spMkLst>
            <pc:docMk/>
            <pc:sldMk cId="1036022523" sldId="286"/>
            <ac:spMk id="65" creationId="{43279934-C6EF-41D7-87B7-EC2A541D5CA2}"/>
          </ac:spMkLst>
        </pc:spChg>
        <pc:spChg chg="add del mod">
          <ac:chgData name="Jocellyn Luna" userId="74d04e64cf87037c" providerId="LiveId" clId="{C233FEFD-91ED-46B9-9B1E-F620406A1959}" dt="2020-04-11T03:16:06.669" v="1880" actId="478"/>
          <ac:spMkLst>
            <pc:docMk/>
            <pc:sldMk cId="1036022523" sldId="286"/>
            <ac:spMk id="67" creationId="{D58B791C-BE52-432F-ABDB-9CECD31C8C49}"/>
          </ac:spMkLst>
        </pc:spChg>
        <pc:spChg chg="add mod">
          <ac:chgData name="Jocellyn Luna" userId="74d04e64cf87037c" providerId="LiveId" clId="{C233FEFD-91ED-46B9-9B1E-F620406A1959}" dt="2020-04-11T03:16:44.584" v="1966" actId="1076"/>
          <ac:spMkLst>
            <pc:docMk/>
            <pc:sldMk cId="1036022523" sldId="286"/>
            <ac:spMk id="68" creationId="{AF2DDEC1-F4E3-473C-9E79-BCCB910BC70E}"/>
          </ac:spMkLst>
        </pc:spChg>
        <pc:spChg chg="add mod">
          <ac:chgData name="Jocellyn Luna" userId="74d04e64cf87037c" providerId="LiveId" clId="{C233FEFD-91ED-46B9-9B1E-F620406A1959}" dt="2020-04-11T03:17:00.338" v="1969" actId="1582"/>
          <ac:spMkLst>
            <pc:docMk/>
            <pc:sldMk cId="1036022523" sldId="286"/>
            <ac:spMk id="69" creationId="{4FD6691C-B33B-4390-A1A5-BFCC918E8BCA}"/>
          </ac:spMkLst>
        </pc:spChg>
        <pc:spChg chg="add del mod">
          <ac:chgData name="Jocellyn Luna" userId="74d04e64cf87037c" providerId="LiveId" clId="{C233FEFD-91ED-46B9-9B1E-F620406A1959}" dt="2020-04-11T03:30:28.852" v="2104" actId="478"/>
          <ac:spMkLst>
            <pc:docMk/>
            <pc:sldMk cId="1036022523" sldId="286"/>
            <ac:spMk id="74" creationId="{EFA77B8F-C2FC-464D-838B-05BC57F03BD1}"/>
          </ac:spMkLst>
        </pc:spChg>
        <pc:spChg chg="add mod">
          <ac:chgData name="Jocellyn Luna" userId="74d04e64cf87037c" providerId="LiveId" clId="{C233FEFD-91ED-46B9-9B1E-F620406A1959}" dt="2020-04-11T03:32:51.125" v="2160" actId="207"/>
          <ac:spMkLst>
            <pc:docMk/>
            <pc:sldMk cId="1036022523" sldId="286"/>
            <ac:spMk id="75" creationId="{CDF61128-7D99-4DF7-A262-000158D39E73}"/>
          </ac:spMkLst>
        </pc:spChg>
        <pc:spChg chg="add mod">
          <ac:chgData name="Jocellyn Luna" userId="74d04e64cf87037c" providerId="LiveId" clId="{C233FEFD-91ED-46B9-9B1E-F620406A1959}" dt="2020-04-11T03:31:49.280" v="2155" actId="403"/>
          <ac:spMkLst>
            <pc:docMk/>
            <pc:sldMk cId="1036022523" sldId="286"/>
            <ac:spMk id="76" creationId="{AFA247CE-E590-4C26-9E12-36C8B2FEB889}"/>
          </ac:spMkLst>
        </pc:spChg>
        <pc:grpChg chg="add del mod">
          <ac:chgData name="Jocellyn Luna" userId="74d04e64cf87037c" providerId="LiveId" clId="{C233FEFD-91ED-46B9-9B1E-F620406A1959}" dt="2020-04-11T03:18:28.566" v="1980" actId="165"/>
          <ac:grpSpMkLst>
            <pc:docMk/>
            <pc:sldMk cId="1036022523" sldId="286"/>
            <ac:grpSpMk id="11" creationId="{E53447C2-C6ED-4C8A-91F7-5BBB601E178F}"/>
          </ac:grpSpMkLst>
        </pc:grpChg>
        <pc:grpChg chg="del mod">
          <ac:chgData name="Jocellyn Luna" userId="74d04e64cf87037c" providerId="LiveId" clId="{C233FEFD-91ED-46B9-9B1E-F620406A1959}" dt="2020-04-11T03:15:22.825" v="1874" actId="478"/>
          <ac:grpSpMkLst>
            <pc:docMk/>
            <pc:sldMk cId="1036022523" sldId="286"/>
            <ac:grpSpMk id="16" creationId="{681F4D55-A4BB-4CCD-BB14-C268AB6611EB}"/>
          </ac:grpSpMkLst>
        </pc:grpChg>
        <pc:grpChg chg="del mod topLvl">
          <ac:chgData name="Jocellyn Luna" userId="74d04e64cf87037c" providerId="LiveId" clId="{C233FEFD-91ED-46B9-9B1E-F620406A1959}" dt="2020-04-11T03:28:24.561" v="2078" actId="478"/>
          <ac:grpSpMkLst>
            <pc:docMk/>
            <pc:sldMk cId="1036022523" sldId="286"/>
            <ac:grpSpMk id="18" creationId="{8ED7837B-047C-4B7F-BB10-DE8BBB9DA7C7}"/>
          </ac:grpSpMkLst>
        </pc:grpChg>
        <pc:grpChg chg="mod topLvl">
          <ac:chgData name="Jocellyn Luna" userId="74d04e64cf87037c" providerId="LiveId" clId="{C233FEFD-91ED-46B9-9B1E-F620406A1959}" dt="2020-04-11T03:32:20.731" v="2158" actId="1076"/>
          <ac:grpSpMkLst>
            <pc:docMk/>
            <pc:sldMk cId="1036022523" sldId="286"/>
            <ac:grpSpMk id="24" creationId="{A9CB9B4B-6322-431B-821E-4C8A54FC1AA6}"/>
          </ac:grpSpMkLst>
        </pc:grpChg>
        <pc:grpChg chg="mod topLvl">
          <ac:chgData name="Jocellyn Luna" userId="74d04e64cf87037c" providerId="LiveId" clId="{C233FEFD-91ED-46B9-9B1E-F620406A1959}" dt="2020-04-11T03:32:20.731" v="2158" actId="1076"/>
          <ac:grpSpMkLst>
            <pc:docMk/>
            <pc:sldMk cId="1036022523" sldId="286"/>
            <ac:grpSpMk id="25" creationId="{9726C2DC-832B-4203-A3C3-9BE0C381A863}"/>
          </ac:grpSpMkLst>
        </pc:grpChg>
        <pc:grpChg chg="mod topLvl">
          <ac:chgData name="Jocellyn Luna" userId="74d04e64cf87037c" providerId="LiveId" clId="{C233FEFD-91ED-46B9-9B1E-F620406A1959}" dt="2020-04-11T03:32:20.731" v="2158" actId="1076"/>
          <ac:grpSpMkLst>
            <pc:docMk/>
            <pc:sldMk cId="1036022523" sldId="286"/>
            <ac:grpSpMk id="26" creationId="{A11A7FCA-BB12-4F7A-88F3-D397AF3F992C}"/>
          </ac:grpSpMkLst>
        </pc:grpChg>
        <pc:grpChg chg="mod topLvl">
          <ac:chgData name="Jocellyn Luna" userId="74d04e64cf87037c" providerId="LiveId" clId="{C233FEFD-91ED-46B9-9B1E-F620406A1959}" dt="2020-04-11T03:32:20.731" v="2158" actId="1076"/>
          <ac:grpSpMkLst>
            <pc:docMk/>
            <pc:sldMk cId="1036022523" sldId="286"/>
            <ac:grpSpMk id="27" creationId="{F3E50FCF-53FE-492C-95F9-3925C372877A}"/>
          </ac:grpSpMkLst>
        </pc:grpChg>
        <pc:grpChg chg="del mod">
          <ac:chgData name="Jocellyn Luna" userId="74d04e64cf87037c" providerId="LiveId" clId="{C233FEFD-91ED-46B9-9B1E-F620406A1959}" dt="2020-04-11T03:13:32.359" v="1843" actId="478"/>
          <ac:grpSpMkLst>
            <pc:docMk/>
            <pc:sldMk cId="1036022523" sldId="286"/>
            <ac:grpSpMk id="28" creationId="{716283EB-20CF-41AB-A90A-0EC5D171F69C}"/>
          </ac:grpSpMkLst>
        </pc:grpChg>
        <pc:grpChg chg="del mod">
          <ac:chgData name="Jocellyn Luna" userId="74d04e64cf87037c" providerId="LiveId" clId="{C233FEFD-91ED-46B9-9B1E-F620406A1959}" dt="2020-04-11T03:14:18.841" v="1856" actId="478"/>
          <ac:grpSpMkLst>
            <pc:docMk/>
            <pc:sldMk cId="1036022523" sldId="286"/>
            <ac:grpSpMk id="29" creationId="{9A097283-58AA-4CA9-BFA4-37A68C5DE2F9}"/>
          </ac:grpSpMkLst>
        </pc:grpChg>
        <pc:picChg chg="add del mod">
          <ac:chgData name="Jocellyn Luna" userId="74d04e64cf87037c" providerId="LiveId" clId="{C233FEFD-91ED-46B9-9B1E-F620406A1959}" dt="2020-04-11T03:05:23.999" v="1793" actId="478"/>
          <ac:picMkLst>
            <pc:docMk/>
            <pc:sldMk cId="1036022523" sldId="286"/>
            <ac:picMk id="4" creationId="{E0F74240-6437-4776-BA17-1DB8450D3235}"/>
          </ac:picMkLst>
        </pc:picChg>
        <pc:picChg chg="add mod modCrop">
          <ac:chgData name="Jocellyn Luna" userId="74d04e64cf87037c" providerId="LiveId" clId="{C233FEFD-91ED-46B9-9B1E-F620406A1959}" dt="2020-04-11T03:07:05.856" v="1821" actId="732"/>
          <ac:picMkLst>
            <pc:docMk/>
            <pc:sldMk cId="1036022523" sldId="286"/>
            <ac:picMk id="5" creationId="{3DB06697-23A6-495E-8027-3764864B062C}"/>
          </ac:picMkLst>
        </pc:picChg>
        <pc:picChg chg="add mod modCrop">
          <ac:chgData name="Jocellyn Luna" userId="74d04e64cf87037c" providerId="LiveId" clId="{C233FEFD-91ED-46B9-9B1E-F620406A1959}" dt="2020-04-11T03:07:00.271" v="1820" actId="732"/>
          <ac:picMkLst>
            <pc:docMk/>
            <pc:sldMk cId="1036022523" sldId="286"/>
            <ac:picMk id="6" creationId="{7B1140E4-8070-4637-AC6E-935343126BF3}"/>
          </ac:picMkLst>
        </pc:picChg>
        <pc:picChg chg="add del mod modCrop">
          <ac:chgData name="Jocellyn Luna" userId="74d04e64cf87037c" providerId="LiveId" clId="{C233FEFD-91ED-46B9-9B1E-F620406A1959}" dt="2020-04-11T03:08:25.116" v="1837" actId="478"/>
          <ac:picMkLst>
            <pc:docMk/>
            <pc:sldMk cId="1036022523" sldId="286"/>
            <ac:picMk id="7" creationId="{35A54BE5-0AC1-4CAB-92F4-1494551AF0B8}"/>
          </ac:picMkLst>
        </pc:picChg>
        <pc:picChg chg="add del mod modCrop">
          <ac:chgData name="Jocellyn Luna" userId="74d04e64cf87037c" providerId="LiveId" clId="{C233FEFD-91ED-46B9-9B1E-F620406A1959}" dt="2020-04-11T03:08:25.116" v="1837" actId="478"/>
          <ac:picMkLst>
            <pc:docMk/>
            <pc:sldMk cId="1036022523" sldId="286"/>
            <ac:picMk id="8" creationId="{E7D2DC6C-D9C7-49FC-B0A3-558DFB4BA053}"/>
          </ac:picMkLst>
        </pc:picChg>
        <pc:picChg chg="add del mod modCrop">
          <ac:chgData name="Jocellyn Luna" userId="74d04e64cf87037c" providerId="LiveId" clId="{C233FEFD-91ED-46B9-9B1E-F620406A1959}" dt="2020-04-11T03:08:25.116" v="1837" actId="478"/>
          <ac:picMkLst>
            <pc:docMk/>
            <pc:sldMk cId="1036022523" sldId="286"/>
            <ac:picMk id="9" creationId="{7EB32C32-329C-45CD-A2C8-339B3A62DB65}"/>
          </ac:picMkLst>
        </pc:picChg>
        <pc:picChg chg="add mod modCrop">
          <ac:chgData name="Jocellyn Luna" userId="74d04e64cf87037c" providerId="LiveId" clId="{C233FEFD-91ED-46B9-9B1E-F620406A1959}" dt="2020-04-11T03:06:11.124" v="1809" actId="732"/>
          <ac:picMkLst>
            <pc:docMk/>
            <pc:sldMk cId="1036022523" sldId="286"/>
            <ac:picMk id="10" creationId="{7A52EAD7-82B8-4F58-AD5E-665BB5D301DE}"/>
          </ac:picMkLst>
        </pc:picChg>
        <pc:picChg chg="add mod ord">
          <ac:chgData name="Jocellyn Luna" userId="74d04e64cf87037c" providerId="LiveId" clId="{C233FEFD-91ED-46B9-9B1E-F620406A1959}" dt="2020-04-11T03:32:20.731" v="2158" actId="1076"/>
          <ac:picMkLst>
            <pc:docMk/>
            <pc:sldMk cId="1036022523" sldId="286"/>
            <ac:picMk id="66" creationId="{7290109D-C432-422F-900A-958B26E27BA2}"/>
          </ac:picMkLst>
        </pc:picChg>
        <pc:picChg chg="add mod ord">
          <ac:chgData name="Jocellyn Luna" userId="74d04e64cf87037c" providerId="LiveId" clId="{C233FEFD-91ED-46B9-9B1E-F620406A1959}" dt="2020-04-11T03:32:20.731" v="2158" actId="1076"/>
          <ac:picMkLst>
            <pc:docMk/>
            <pc:sldMk cId="1036022523" sldId="286"/>
            <ac:picMk id="70" creationId="{27AF7FED-3792-4717-8BBB-91B841F9D219}"/>
          </ac:picMkLst>
        </pc:picChg>
        <pc:picChg chg="add mod ord">
          <ac:chgData name="Jocellyn Luna" userId="74d04e64cf87037c" providerId="LiveId" clId="{C233FEFD-91ED-46B9-9B1E-F620406A1959}" dt="2020-04-11T03:32:20.731" v="2158" actId="1076"/>
          <ac:picMkLst>
            <pc:docMk/>
            <pc:sldMk cId="1036022523" sldId="286"/>
            <ac:picMk id="71" creationId="{2B6DB944-C4D4-4739-A6F2-70EB2A8CA92D}"/>
          </ac:picMkLst>
        </pc:picChg>
        <pc:picChg chg="add mod ord">
          <ac:chgData name="Jocellyn Luna" userId="74d04e64cf87037c" providerId="LiveId" clId="{C233FEFD-91ED-46B9-9B1E-F620406A1959}" dt="2020-04-11T03:32:20.731" v="2158" actId="1076"/>
          <ac:picMkLst>
            <pc:docMk/>
            <pc:sldMk cId="1036022523" sldId="286"/>
            <ac:picMk id="72" creationId="{0407FA6C-1F7D-4CBE-97E8-035772878A27}"/>
          </ac:picMkLst>
        </pc:picChg>
        <pc:picChg chg="add mod ord">
          <ac:chgData name="Jocellyn Luna" userId="74d04e64cf87037c" providerId="LiveId" clId="{C233FEFD-91ED-46B9-9B1E-F620406A1959}" dt="2020-04-11T03:32:20.731" v="2158" actId="1076"/>
          <ac:picMkLst>
            <pc:docMk/>
            <pc:sldMk cId="1036022523" sldId="286"/>
            <ac:picMk id="73" creationId="{83F71524-7DBC-48EF-A445-DF52716AD622}"/>
          </ac:picMkLst>
        </pc:picChg>
      </pc:sldChg>
      <pc:sldChg chg="addSp modSp new mod modAnim">
        <pc:chgData name="Jocellyn Luna" userId="74d04e64cf87037c" providerId="LiveId" clId="{C233FEFD-91ED-46B9-9B1E-F620406A1959}" dt="2020-04-11T17:18:30.894" v="3609"/>
        <pc:sldMkLst>
          <pc:docMk/>
          <pc:sldMk cId="2707523017" sldId="287"/>
        </pc:sldMkLst>
        <pc:spChg chg="mod">
          <ac:chgData name="Jocellyn Luna" userId="74d04e64cf87037c" providerId="LiveId" clId="{C233FEFD-91ED-46B9-9B1E-F620406A1959}" dt="2020-04-11T15:22:37.934" v="3152" actId="20577"/>
          <ac:spMkLst>
            <pc:docMk/>
            <pc:sldMk cId="2707523017" sldId="287"/>
            <ac:spMk id="2" creationId="{6AA83F8D-9B12-40C9-B437-32312B25C48A}"/>
          </ac:spMkLst>
        </pc:spChg>
        <pc:spChg chg="mod">
          <ac:chgData name="Jocellyn Luna" userId="74d04e64cf87037c" providerId="LiveId" clId="{C233FEFD-91ED-46B9-9B1E-F620406A1959}" dt="2020-04-11T15:23:38.204" v="3258" actId="14100"/>
          <ac:spMkLst>
            <pc:docMk/>
            <pc:sldMk cId="2707523017" sldId="287"/>
            <ac:spMk id="3" creationId="{7360099F-3386-4D2F-BEAA-DFAF3C38A960}"/>
          </ac:spMkLst>
        </pc:spChg>
        <pc:spChg chg="add mod">
          <ac:chgData name="Jocellyn Luna" userId="74d04e64cf87037c" providerId="LiveId" clId="{C233FEFD-91ED-46B9-9B1E-F620406A1959}" dt="2020-04-11T17:16:56.595" v="3586" actId="164"/>
          <ac:spMkLst>
            <pc:docMk/>
            <pc:sldMk cId="2707523017" sldId="287"/>
            <ac:spMk id="5" creationId="{6DE3F9D9-DC03-4603-8479-03E51795397D}"/>
          </ac:spMkLst>
        </pc:spChg>
        <pc:spChg chg="add mod">
          <ac:chgData name="Jocellyn Luna" userId="74d04e64cf87037c" providerId="LiveId" clId="{C233FEFD-91ED-46B9-9B1E-F620406A1959}" dt="2020-04-11T17:16:56.595" v="3586" actId="164"/>
          <ac:spMkLst>
            <pc:docMk/>
            <pc:sldMk cId="2707523017" sldId="287"/>
            <ac:spMk id="6" creationId="{9AF1FD02-0763-4D5F-817C-6FE73AA0B8BA}"/>
          </ac:spMkLst>
        </pc:spChg>
        <pc:spChg chg="add mod">
          <ac:chgData name="Jocellyn Luna" userId="74d04e64cf87037c" providerId="LiveId" clId="{C233FEFD-91ED-46B9-9B1E-F620406A1959}" dt="2020-04-11T17:16:56.595" v="3586" actId="164"/>
          <ac:spMkLst>
            <pc:docMk/>
            <pc:sldMk cId="2707523017" sldId="287"/>
            <ac:spMk id="7" creationId="{22FC0231-8E91-44F6-A126-D9BC154CD8B8}"/>
          </ac:spMkLst>
        </pc:spChg>
        <pc:spChg chg="add mod">
          <ac:chgData name="Jocellyn Luna" userId="74d04e64cf87037c" providerId="LiveId" clId="{C233FEFD-91ED-46B9-9B1E-F620406A1959}" dt="2020-04-11T17:16:56.595" v="3586" actId="164"/>
          <ac:spMkLst>
            <pc:docMk/>
            <pc:sldMk cId="2707523017" sldId="287"/>
            <ac:spMk id="8" creationId="{3D6C023C-8870-4A4A-81DE-96E36379A9B5}"/>
          </ac:spMkLst>
        </pc:spChg>
        <pc:spChg chg="add mod">
          <ac:chgData name="Jocellyn Luna" userId="74d04e64cf87037c" providerId="LiveId" clId="{C233FEFD-91ED-46B9-9B1E-F620406A1959}" dt="2020-04-11T17:16:56.595" v="3586" actId="164"/>
          <ac:spMkLst>
            <pc:docMk/>
            <pc:sldMk cId="2707523017" sldId="287"/>
            <ac:spMk id="9" creationId="{9FEB727C-51E6-43BD-9F6A-617AD385E5BB}"/>
          </ac:spMkLst>
        </pc:spChg>
        <pc:spChg chg="add mod">
          <ac:chgData name="Jocellyn Luna" userId="74d04e64cf87037c" providerId="LiveId" clId="{C233FEFD-91ED-46B9-9B1E-F620406A1959}" dt="2020-04-11T17:16:56.595" v="3586" actId="164"/>
          <ac:spMkLst>
            <pc:docMk/>
            <pc:sldMk cId="2707523017" sldId="287"/>
            <ac:spMk id="10" creationId="{B43B5489-EEBA-42D9-ACF6-EE8A98A5753D}"/>
          </ac:spMkLst>
        </pc:spChg>
        <pc:spChg chg="add mod">
          <ac:chgData name="Jocellyn Luna" userId="74d04e64cf87037c" providerId="LiveId" clId="{C233FEFD-91ED-46B9-9B1E-F620406A1959}" dt="2020-04-11T17:16:56.595" v="3586" actId="164"/>
          <ac:spMkLst>
            <pc:docMk/>
            <pc:sldMk cId="2707523017" sldId="287"/>
            <ac:spMk id="11" creationId="{0AD96390-C95B-411E-B514-52DF5024AAC8}"/>
          </ac:spMkLst>
        </pc:spChg>
        <pc:spChg chg="add mod">
          <ac:chgData name="Jocellyn Luna" userId="74d04e64cf87037c" providerId="LiveId" clId="{C233FEFD-91ED-46B9-9B1E-F620406A1959}" dt="2020-04-11T17:16:56.595" v="3586" actId="164"/>
          <ac:spMkLst>
            <pc:docMk/>
            <pc:sldMk cId="2707523017" sldId="287"/>
            <ac:spMk id="12" creationId="{953F0484-EA6A-4A88-B1D4-74DDCF55D1BC}"/>
          </ac:spMkLst>
        </pc:spChg>
        <pc:spChg chg="add mod">
          <ac:chgData name="Jocellyn Luna" userId="74d04e64cf87037c" providerId="LiveId" clId="{C233FEFD-91ED-46B9-9B1E-F620406A1959}" dt="2020-04-11T17:16:56.595" v="3586" actId="164"/>
          <ac:spMkLst>
            <pc:docMk/>
            <pc:sldMk cId="2707523017" sldId="287"/>
            <ac:spMk id="13" creationId="{74ED0797-770C-40D3-B84E-036E34DF3EF2}"/>
          </ac:spMkLst>
        </pc:spChg>
        <pc:spChg chg="add mod">
          <ac:chgData name="Jocellyn Luna" userId="74d04e64cf87037c" providerId="LiveId" clId="{C233FEFD-91ED-46B9-9B1E-F620406A1959}" dt="2020-04-11T17:16:56.595" v="3586" actId="164"/>
          <ac:spMkLst>
            <pc:docMk/>
            <pc:sldMk cId="2707523017" sldId="287"/>
            <ac:spMk id="14" creationId="{93E0CEE9-83F0-4275-8676-28B4DF922277}"/>
          </ac:spMkLst>
        </pc:spChg>
        <pc:spChg chg="add mod">
          <ac:chgData name="Jocellyn Luna" userId="74d04e64cf87037c" providerId="LiveId" clId="{C233FEFD-91ED-46B9-9B1E-F620406A1959}" dt="2020-04-11T17:17:29.088" v="3593" actId="164"/>
          <ac:spMkLst>
            <pc:docMk/>
            <pc:sldMk cId="2707523017" sldId="287"/>
            <ac:spMk id="15" creationId="{2F9EC805-E43A-4110-B9D5-10579D391E42}"/>
          </ac:spMkLst>
        </pc:spChg>
        <pc:spChg chg="add mod">
          <ac:chgData name="Jocellyn Luna" userId="74d04e64cf87037c" providerId="LiveId" clId="{C233FEFD-91ED-46B9-9B1E-F620406A1959}" dt="2020-04-11T17:16:50.234" v="3585" actId="1076"/>
          <ac:spMkLst>
            <pc:docMk/>
            <pc:sldMk cId="2707523017" sldId="287"/>
            <ac:spMk id="16" creationId="{D05BFEE0-4F61-4D1A-B0AD-D7C6D86EFF96}"/>
          </ac:spMkLst>
        </pc:spChg>
        <pc:grpChg chg="add mod">
          <ac:chgData name="Jocellyn Luna" userId="74d04e64cf87037c" providerId="LiveId" clId="{C233FEFD-91ED-46B9-9B1E-F620406A1959}" dt="2020-04-11T17:17:29.088" v="3593" actId="164"/>
          <ac:grpSpMkLst>
            <pc:docMk/>
            <pc:sldMk cId="2707523017" sldId="287"/>
            <ac:grpSpMk id="18" creationId="{655837E9-4102-4FD0-ADD8-59FC102B8282}"/>
          </ac:grpSpMkLst>
        </pc:grpChg>
        <pc:grpChg chg="add mod">
          <ac:chgData name="Jocellyn Luna" userId="74d04e64cf87037c" providerId="LiveId" clId="{C233FEFD-91ED-46B9-9B1E-F620406A1959}" dt="2020-04-11T17:17:29.088" v="3593" actId="164"/>
          <ac:grpSpMkLst>
            <pc:docMk/>
            <pc:sldMk cId="2707523017" sldId="287"/>
            <ac:grpSpMk id="19" creationId="{D95462C2-4F1F-4DE0-A765-4D24003B26E0}"/>
          </ac:grpSpMkLst>
        </pc:grpChg>
        <pc:picChg chg="add mod">
          <ac:chgData name="Jocellyn Luna" userId="74d04e64cf87037c" providerId="LiveId" clId="{C233FEFD-91ED-46B9-9B1E-F620406A1959}" dt="2020-04-11T17:12:51.716" v="3515" actId="1076"/>
          <ac:picMkLst>
            <pc:docMk/>
            <pc:sldMk cId="2707523017" sldId="287"/>
            <ac:picMk id="4" creationId="{B595CE12-8386-4457-9774-B466216369B2}"/>
          </ac:picMkLst>
        </pc:picChg>
        <pc:picChg chg="add mod">
          <ac:chgData name="Jocellyn Luna" userId="74d04e64cf87037c" providerId="LiveId" clId="{C233FEFD-91ED-46B9-9B1E-F620406A1959}" dt="2020-04-11T17:15:58.667" v="3581" actId="1076"/>
          <ac:picMkLst>
            <pc:docMk/>
            <pc:sldMk cId="2707523017" sldId="287"/>
            <ac:picMk id="17" creationId="{5E809F98-E7FA-46ED-93B1-806B08F9F501}"/>
          </ac:picMkLst>
        </pc:picChg>
      </pc:sldChg>
      <pc:sldChg chg="addSp delSp modSp new del mod">
        <pc:chgData name="Jocellyn Luna" userId="74d04e64cf87037c" providerId="LiveId" clId="{C233FEFD-91ED-46B9-9B1E-F620406A1959}" dt="2020-04-11T14:57:03.337" v="2509" actId="47"/>
        <pc:sldMkLst>
          <pc:docMk/>
          <pc:sldMk cId="1710643947" sldId="288"/>
        </pc:sldMkLst>
        <pc:spChg chg="mod">
          <ac:chgData name="Jocellyn Luna" userId="74d04e64cf87037c" providerId="LiveId" clId="{C233FEFD-91ED-46B9-9B1E-F620406A1959}" dt="2020-04-11T14:49:52.368" v="2175" actId="20577"/>
          <ac:spMkLst>
            <pc:docMk/>
            <pc:sldMk cId="1710643947" sldId="288"/>
            <ac:spMk id="2" creationId="{CD7ED6FC-478B-4879-A7B3-2604883B364C}"/>
          </ac:spMkLst>
        </pc:spChg>
        <pc:spChg chg="del">
          <ac:chgData name="Jocellyn Luna" userId="74d04e64cf87037c" providerId="LiveId" clId="{C233FEFD-91ED-46B9-9B1E-F620406A1959}" dt="2020-04-11T14:50:35.354" v="2176" actId="478"/>
          <ac:spMkLst>
            <pc:docMk/>
            <pc:sldMk cId="1710643947" sldId="288"/>
            <ac:spMk id="3" creationId="{F383267E-D128-4FA6-95EF-770779248D22}"/>
          </ac:spMkLst>
        </pc:spChg>
        <pc:spChg chg="add mod">
          <ac:chgData name="Jocellyn Luna" userId="74d04e64cf87037c" providerId="LiveId" clId="{C233FEFD-91ED-46B9-9B1E-F620406A1959}" dt="2020-04-11T14:52:10.092" v="2196" actId="1076"/>
          <ac:spMkLst>
            <pc:docMk/>
            <pc:sldMk cId="1710643947" sldId="288"/>
            <ac:spMk id="4" creationId="{BFD207C4-6BC7-4C37-AC62-19D0BC47F80B}"/>
          </ac:spMkLst>
        </pc:spChg>
        <pc:spChg chg="add mod">
          <ac:chgData name="Jocellyn Luna" userId="74d04e64cf87037c" providerId="LiveId" clId="{C233FEFD-91ED-46B9-9B1E-F620406A1959}" dt="2020-04-11T14:52:10.092" v="2196" actId="1076"/>
          <ac:spMkLst>
            <pc:docMk/>
            <pc:sldMk cId="1710643947" sldId="288"/>
            <ac:spMk id="5" creationId="{BED80D07-C609-46DA-A446-19A3F5C79FAD}"/>
          </ac:spMkLst>
        </pc:spChg>
        <pc:spChg chg="add mod">
          <ac:chgData name="Jocellyn Luna" userId="74d04e64cf87037c" providerId="LiveId" clId="{C233FEFD-91ED-46B9-9B1E-F620406A1959}" dt="2020-04-11T14:52:10.092" v="2196" actId="1076"/>
          <ac:spMkLst>
            <pc:docMk/>
            <pc:sldMk cId="1710643947" sldId="288"/>
            <ac:spMk id="6" creationId="{DCCB257F-A1B2-4A13-8F79-8EBEE8EC7399}"/>
          </ac:spMkLst>
        </pc:spChg>
        <pc:spChg chg="add mod">
          <ac:chgData name="Jocellyn Luna" userId="74d04e64cf87037c" providerId="LiveId" clId="{C233FEFD-91ED-46B9-9B1E-F620406A1959}" dt="2020-04-11T14:52:10.092" v="2196" actId="1076"/>
          <ac:spMkLst>
            <pc:docMk/>
            <pc:sldMk cId="1710643947" sldId="288"/>
            <ac:spMk id="7" creationId="{904A3298-51CB-47D3-B23C-CC74D92360B1}"/>
          </ac:spMkLst>
        </pc:spChg>
        <pc:spChg chg="add mod">
          <ac:chgData name="Jocellyn Luna" userId="74d04e64cf87037c" providerId="LiveId" clId="{C233FEFD-91ED-46B9-9B1E-F620406A1959}" dt="2020-04-11T14:52:10.092" v="2196" actId="1076"/>
          <ac:spMkLst>
            <pc:docMk/>
            <pc:sldMk cId="1710643947" sldId="288"/>
            <ac:spMk id="8" creationId="{290CDFB1-5425-4089-8B25-6E2D6167551C}"/>
          </ac:spMkLst>
        </pc:spChg>
      </pc:sldChg>
      <pc:sldChg chg="addSp delSp modSp new mod modAnim">
        <pc:chgData name="Jocellyn Luna" userId="74d04e64cf87037c" providerId="LiveId" clId="{C233FEFD-91ED-46B9-9B1E-F620406A1959}" dt="2020-04-11T18:05:21.205" v="4104" actId="1076"/>
        <pc:sldMkLst>
          <pc:docMk/>
          <pc:sldMk cId="2062217052" sldId="289"/>
        </pc:sldMkLst>
        <pc:spChg chg="mod">
          <ac:chgData name="Jocellyn Luna" userId="74d04e64cf87037c" providerId="LiveId" clId="{C233FEFD-91ED-46B9-9B1E-F620406A1959}" dt="2020-04-11T14:52:33.835" v="2230" actId="20577"/>
          <ac:spMkLst>
            <pc:docMk/>
            <pc:sldMk cId="2062217052" sldId="289"/>
            <ac:spMk id="2" creationId="{34BDAA0B-7D86-43BE-8280-87245EF31FA1}"/>
          </ac:spMkLst>
        </pc:spChg>
        <pc:spChg chg="mod">
          <ac:chgData name="Jocellyn Luna" userId="74d04e64cf87037c" providerId="LiveId" clId="{C233FEFD-91ED-46B9-9B1E-F620406A1959}" dt="2020-04-11T18:04:02.135" v="4088" actId="27636"/>
          <ac:spMkLst>
            <pc:docMk/>
            <pc:sldMk cId="2062217052" sldId="289"/>
            <ac:spMk id="3" creationId="{44E69EDC-26E1-4E58-BEC6-002EB23F64DB}"/>
          </ac:spMkLst>
        </pc:spChg>
        <pc:spChg chg="add mod">
          <ac:chgData name="Jocellyn Luna" userId="74d04e64cf87037c" providerId="LiveId" clId="{C233FEFD-91ED-46B9-9B1E-F620406A1959}" dt="2020-04-11T18:04:45.683" v="4092" actId="1076"/>
          <ac:spMkLst>
            <pc:docMk/>
            <pc:sldMk cId="2062217052" sldId="289"/>
            <ac:spMk id="4" creationId="{63CDC4CB-063C-4F9E-A714-17219E05D048}"/>
          </ac:spMkLst>
        </pc:spChg>
        <pc:spChg chg="add mod">
          <ac:chgData name="Jocellyn Luna" userId="74d04e64cf87037c" providerId="LiveId" clId="{C233FEFD-91ED-46B9-9B1E-F620406A1959}" dt="2020-04-11T18:04:45.683" v="4092" actId="1076"/>
          <ac:spMkLst>
            <pc:docMk/>
            <pc:sldMk cId="2062217052" sldId="289"/>
            <ac:spMk id="5" creationId="{CA71D519-D5BB-41E2-B2BB-61CA7CA20AFF}"/>
          </ac:spMkLst>
        </pc:spChg>
        <pc:spChg chg="add mod">
          <ac:chgData name="Jocellyn Luna" userId="74d04e64cf87037c" providerId="LiveId" clId="{C233FEFD-91ED-46B9-9B1E-F620406A1959}" dt="2020-04-11T18:04:45.683" v="4092" actId="1076"/>
          <ac:spMkLst>
            <pc:docMk/>
            <pc:sldMk cId="2062217052" sldId="289"/>
            <ac:spMk id="6" creationId="{AB3E7184-DFAB-48A2-B357-EBBF0AD567CE}"/>
          </ac:spMkLst>
        </pc:spChg>
        <pc:spChg chg="add mod">
          <ac:chgData name="Jocellyn Luna" userId="74d04e64cf87037c" providerId="LiveId" clId="{C233FEFD-91ED-46B9-9B1E-F620406A1959}" dt="2020-04-11T18:04:45.683" v="4092" actId="1076"/>
          <ac:spMkLst>
            <pc:docMk/>
            <pc:sldMk cId="2062217052" sldId="289"/>
            <ac:spMk id="7" creationId="{D0ADC2E7-9444-4094-8D76-370BB5A8D644}"/>
          </ac:spMkLst>
        </pc:spChg>
        <pc:spChg chg="add del mod">
          <ac:chgData name="Jocellyn Luna" userId="74d04e64cf87037c" providerId="LiveId" clId="{C233FEFD-91ED-46B9-9B1E-F620406A1959}" dt="2020-04-11T15:06:42.134" v="2653" actId="478"/>
          <ac:spMkLst>
            <pc:docMk/>
            <pc:sldMk cId="2062217052" sldId="289"/>
            <ac:spMk id="8" creationId="{6EE16D87-D4F6-42F7-9BF8-2C5ED28B60ED}"/>
          </ac:spMkLst>
        </pc:spChg>
        <pc:spChg chg="add mod">
          <ac:chgData name="Jocellyn Luna" userId="74d04e64cf87037c" providerId="LiveId" clId="{C233FEFD-91ED-46B9-9B1E-F620406A1959}" dt="2020-04-11T18:04:45.683" v="4092" actId="1076"/>
          <ac:spMkLst>
            <pc:docMk/>
            <pc:sldMk cId="2062217052" sldId="289"/>
            <ac:spMk id="9" creationId="{ED58F8EB-9AD9-4FFD-8D5C-FA6E5EB5C642}"/>
          </ac:spMkLst>
        </pc:spChg>
        <pc:spChg chg="add del mod">
          <ac:chgData name="Jocellyn Luna" userId="74d04e64cf87037c" providerId="LiveId" clId="{C233FEFD-91ED-46B9-9B1E-F620406A1959}" dt="2020-04-11T14:56:30.373" v="2505" actId="478"/>
          <ac:spMkLst>
            <pc:docMk/>
            <pc:sldMk cId="2062217052" sldId="289"/>
            <ac:spMk id="10" creationId="{FA8090E9-B858-41D2-86A5-15C0ECEC37CC}"/>
          </ac:spMkLst>
        </pc:spChg>
        <pc:spChg chg="add del mod">
          <ac:chgData name="Jocellyn Luna" userId="74d04e64cf87037c" providerId="LiveId" clId="{C233FEFD-91ED-46B9-9B1E-F620406A1959}" dt="2020-04-11T15:08:20.136" v="2754" actId="478"/>
          <ac:spMkLst>
            <pc:docMk/>
            <pc:sldMk cId="2062217052" sldId="289"/>
            <ac:spMk id="11" creationId="{11247C76-1FBA-4565-B2E1-4EA4F57C5F06}"/>
          </ac:spMkLst>
        </pc:spChg>
        <pc:spChg chg="add mod">
          <ac:chgData name="Jocellyn Luna" userId="74d04e64cf87037c" providerId="LiveId" clId="{C233FEFD-91ED-46B9-9B1E-F620406A1959}" dt="2020-04-11T18:04:45.683" v="4092" actId="1076"/>
          <ac:spMkLst>
            <pc:docMk/>
            <pc:sldMk cId="2062217052" sldId="289"/>
            <ac:spMk id="12" creationId="{6B2A6641-41BA-4435-BBDD-7E0F0669F0B9}"/>
          </ac:spMkLst>
        </pc:spChg>
        <pc:spChg chg="add mod">
          <ac:chgData name="Jocellyn Luna" userId="74d04e64cf87037c" providerId="LiveId" clId="{C233FEFD-91ED-46B9-9B1E-F620406A1959}" dt="2020-04-11T18:04:45.683" v="4092" actId="1076"/>
          <ac:spMkLst>
            <pc:docMk/>
            <pc:sldMk cId="2062217052" sldId="289"/>
            <ac:spMk id="13" creationId="{986A2302-DEDE-44CB-BABB-37A940690B99}"/>
          </ac:spMkLst>
        </pc:spChg>
        <pc:spChg chg="add mod">
          <ac:chgData name="Jocellyn Luna" userId="74d04e64cf87037c" providerId="LiveId" clId="{C233FEFD-91ED-46B9-9B1E-F620406A1959}" dt="2020-04-11T18:04:45.683" v="4092" actId="1076"/>
          <ac:spMkLst>
            <pc:docMk/>
            <pc:sldMk cId="2062217052" sldId="289"/>
            <ac:spMk id="14" creationId="{27A62FB1-9E22-44BC-BE81-380E0010C0F1}"/>
          </ac:spMkLst>
        </pc:spChg>
        <pc:spChg chg="add mod">
          <ac:chgData name="Jocellyn Luna" userId="74d04e64cf87037c" providerId="LiveId" clId="{C233FEFD-91ED-46B9-9B1E-F620406A1959}" dt="2020-04-11T18:04:45.683" v="4092" actId="1076"/>
          <ac:spMkLst>
            <pc:docMk/>
            <pc:sldMk cId="2062217052" sldId="289"/>
            <ac:spMk id="15" creationId="{F92172A9-774F-4912-8768-B7EB7EB06B08}"/>
          </ac:spMkLst>
        </pc:spChg>
        <pc:spChg chg="add mod">
          <ac:chgData name="Jocellyn Luna" userId="74d04e64cf87037c" providerId="LiveId" clId="{C233FEFD-91ED-46B9-9B1E-F620406A1959}" dt="2020-04-11T18:04:45.683" v="4092" actId="1076"/>
          <ac:spMkLst>
            <pc:docMk/>
            <pc:sldMk cId="2062217052" sldId="289"/>
            <ac:spMk id="16" creationId="{4F4F637E-A10C-4C15-A26C-D88CE8F0753A}"/>
          </ac:spMkLst>
        </pc:spChg>
        <pc:spChg chg="add mod ord">
          <ac:chgData name="Jocellyn Luna" userId="74d04e64cf87037c" providerId="LiveId" clId="{C233FEFD-91ED-46B9-9B1E-F620406A1959}" dt="2020-04-11T18:05:21.205" v="4104" actId="1076"/>
          <ac:spMkLst>
            <pc:docMk/>
            <pc:sldMk cId="2062217052" sldId="289"/>
            <ac:spMk id="18" creationId="{85E1BD87-78C7-4344-9AF0-9562BC9DC58B}"/>
          </ac:spMkLst>
        </pc:spChg>
        <pc:picChg chg="add mod">
          <ac:chgData name="Jocellyn Luna" userId="74d04e64cf87037c" providerId="LiveId" clId="{C233FEFD-91ED-46B9-9B1E-F620406A1959}" dt="2020-04-11T18:05:16.004" v="4103" actId="1076"/>
          <ac:picMkLst>
            <pc:docMk/>
            <pc:sldMk cId="2062217052" sldId="289"/>
            <ac:picMk id="17" creationId="{1ABB5F81-B50B-4A5A-84EA-9FC36EA2206D}"/>
          </ac:picMkLst>
        </pc:picChg>
      </pc:sldChg>
      <pc:sldChg chg="addSp delSp modSp new mod modAnim">
        <pc:chgData name="Jocellyn Luna" userId="74d04e64cf87037c" providerId="LiveId" clId="{C233FEFD-91ED-46B9-9B1E-F620406A1959}" dt="2020-04-11T18:59:58.237" v="5259" actId="1076"/>
        <pc:sldMkLst>
          <pc:docMk/>
          <pc:sldMk cId="684347223" sldId="290"/>
        </pc:sldMkLst>
        <pc:spChg chg="mod">
          <ac:chgData name="Jocellyn Luna" userId="74d04e64cf87037c" providerId="LiveId" clId="{C233FEFD-91ED-46B9-9B1E-F620406A1959}" dt="2020-04-11T17:19:19.443" v="3643" actId="20577"/>
          <ac:spMkLst>
            <pc:docMk/>
            <pc:sldMk cId="684347223" sldId="290"/>
            <ac:spMk id="2" creationId="{47B1112A-D18F-44F3-8634-836E6EB48E36}"/>
          </ac:spMkLst>
        </pc:spChg>
        <pc:spChg chg="add del mod">
          <ac:chgData name="Jocellyn Luna" userId="74d04e64cf87037c" providerId="LiveId" clId="{C233FEFD-91ED-46B9-9B1E-F620406A1959}" dt="2020-04-11T18:59:58.237" v="5259" actId="1076"/>
          <ac:spMkLst>
            <pc:docMk/>
            <pc:sldMk cId="684347223" sldId="290"/>
            <ac:spMk id="3" creationId="{D544FDB8-5893-4B1A-BFB9-1A4263708616}"/>
          </ac:spMkLst>
        </pc:spChg>
        <pc:spChg chg="add mod">
          <ac:chgData name="Jocellyn Luna" userId="74d04e64cf87037c" providerId="LiveId" clId="{C233FEFD-91ED-46B9-9B1E-F620406A1959}" dt="2020-04-11T18:59:21.396" v="5248" actId="1076"/>
          <ac:spMkLst>
            <pc:docMk/>
            <pc:sldMk cId="684347223" sldId="290"/>
            <ac:spMk id="5" creationId="{EEF3432C-A00C-490C-992F-6F5DCBA4AA61}"/>
          </ac:spMkLst>
        </pc:spChg>
        <pc:spChg chg="add del mod">
          <ac:chgData name="Jocellyn Luna" userId="74d04e64cf87037c" providerId="LiveId" clId="{C233FEFD-91ED-46B9-9B1E-F620406A1959}" dt="2020-04-11T17:45:10.649" v="3890" actId="767"/>
          <ac:spMkLst>
            <pc:docMk/>
            <pc:sldMk cId="684347223" sldId="290"/>
            <ac:spMk id="6" creationId="{6B93C3EC-8A8B-4D4E-9146-5C7B7FE2CAF7}"/>
          </ac:spMkLst>
        </pc:spChg>
        <pc:spChg chg="add del">
          <ac:chgData name="Jocellyn Luna" userId="74d04e64cf87037c" providerId="LiveId" clId="{C233FEFD-91ED-46B9-9B1E-F620406A1959}" dt="2020-04-11T17:43:56.786" v="3788"/>
          <ac:spMkLst>
            <pc:docMk/>
            <pc:sldMk cId="684347223" sldId="290"/>
            <ac:spMk id="7" creationId="{3435FB22-E8FD-4597-9F2A-D563CD594D64}"/>
          </ac:spMkLst>
        </pc:spChg>
        <pc:spChg chg="add mod">
          <ac:chgData name="Jocellyn Luna" userId="74d04e64cf87037c" providerId="LiveId" clId="{C233FEFD-91ED-46B9-9B1E-F620406A1959}" dt="2020-04-11T18:59:12.657" v="5246" actId="1076"/>
          <ac:spMkLst>
            <pc:docMk/>
            <pc:sldMk cId="684347223" sldId="290"/>
            <ac:spMk id="8" creationId="{4B4F59D5-37E4-47C5-A178-25D080B9040B}"/>
          </ac:spMkLst>
        </pc:spChg>
        <pc:spChg chg="add mod">
          <ac:chgData name="Jocellyn Luna" userId="74d04e64cf87037c" providerId="LiveId" clId="{C233FEFD-91ED-46B9-9B1E-F620406A1959}" dt="2020-04-11T17:51:52.563" v="4010" actId="164"/>
          <ac:spMkLst>
            <pc:docMk/>
            <pc:sldMk cId="684347223" sldId="290"/>
            <ac:spMk id="10" creationId="{EE9D7BE2-A112-42A7-93BD-602CD21F7491}"/>
          </ac:spMkLst>
        </pc:spChg>
        <pc:spChg chg="add mod">
          <ac:chgData name="Jocellyn Luna" userId="74d04e64cf87037c" providerId="LiveId" clId="{C233FEFD-91ED-46B9-9B1E-F620406A1959}" dt="2020-04-11T17:51:56.709" v="4011" actId="164"/>
          <ac:spMkLst>
            <pc:docMk/>
            <pc:sldMk cId="684347223" sldId="290"/>
            <ac:spMk id="16" creationId="{72ACC042-D35F-4F1D-94A3-B9AFBA2190E7}"/>
          </ac:spMkLst>
        </pc:spChg>
        <pc:spChg chg="add mod">
          <ac:chgData name="Jocellyn Luna" userId="74d04e64cf87037c" providerId="LiveId" clId="{C233FEFD-91ED-46B9-9B1E-F620406A1959}" dt="2020-04-11T17:52:00.523" v="4012" actId="164"/>
          <ac:spMkLst>
            <pc:docMk/>
            <pc:sldMk cId="684347223" sldId="290"/>
            <ac:spMk id="17" creationId="{57F8878B-9BE4-4031-B453-3D35EF445991}"/>
          </ac:spMkLst>
        </pc:spChg>
        <pc:spChg chg="add mod">
          <ac:chgData name="Jocellyn Luna" userId="74d04e64cf87037c" providerId="LiveId" clId="{C233FEFD-91ED-46B9-9B1E-F620406A1959}" dt="2020-04-11T17:52:03.856" v="4013" actId="164"/>
          <ac:spMkLst>
            <pc:docMk/>
            <pc:sldMk cId="684347223" sldId="290"/>
            <ac:spMk id="18" creationId="{8549AAF3-CCCE-4D19-BD33-6D2DDE7927E0}"/>
          </ac:spMkLst>
        </pc:spChg>
        <pc:grpChg chg="add mod">
          <ac:chgData name="Jocellyn Luna" userId="74d04e64cf87037c" providerId="LiveId" clId="{C233FEFD-91ED-46B9-9B1E-F620406A1959}" dt="2020-04-11T18:59:55.692" v="5258" actId="1076"/>
          <ac:grpSpMkLst>
            <pc:docMk/>
            <pc:sldMk cId="684347223" sldId="290"/>
            <ac:grpSpMk id="9" creationId="{C2B36194-8F21-4131-88EA-5FB924ABFCB9}"/>
          </ac:grpSpMkLst>
        </pc:grpChg>
        <pc:grpChg chg="add del mod">
          <ac:chgData name="Jocellyn Luna" userId="74d04e64cf87037c" providerId="LiveId" clId="{C233FEFD-91ED-46B9-9B1E-F620406A1959}" dt="2020-04-11T18:58:42.743" v="5240" actId="478"/>
          <ac:grpSpMkLst>
            <pc:docMk/>
            <pc:sldMk cId="684347223" sldId="290"/>
            <ac:grpSpMk id="11" creationId="{56E20BCB-CEB5-4CC4-95C6-863C3933317C}"/>
          </ac:grpSpMkLst>
        </pc:grpChg>
        <pc:grpChg chg="add del mod">
          <ac:chgData name="Jocellyn Luna" userId="74d04e64cf87037c" providerId="LiveId" clId="{C233FEFD-91ED-46B9-9B1E-F620406A1959}" dt="2020-04-11T18:58:42.743" v="5240" actId="478"/>
          <ac:grpSpMkLst>
            <pc:docMk/>
            <pc:sldMk cId="684347223" sldId="290"/>
            <ac:grpSpMk id="15" creationId="{378E3F7E-E02D-4F1D-9FBD-D32F1E6227AA}"/>
          </ac:grpSpMkLst>
        </pc:grpChg>
        <pc:grpChg chg="add del mod">
          <ac:chgData name="Jocellyn Luna" userId="74d04e64cf87037c" providerId="LiveId" clId="{C233FEFD-91ED-46B9-9B1E-F620406A1959}" dt="2020-04-11T18:58:42.743" v="5240" actId="478"/>
          <ac:grpSpMkLst>
            <pc:docMk/>
            <pc:sldMk cId="684347223" sldId="290"/>
            <ac:grpSpMk id="19" creationId="{5FC30691-F6C9-45C6-85C7-A187F1AEC584}"/>
          </ac:grpSpMkLst>
        </pc:grpChg>
        <pc:grpChg chg="add del mod">
          <ac:chgData name="Jocellyn Luna" userId="74d04e64cf87037c" providerId="LiveId" clId="{C233FEFD-91ED-46B9-9B1E-F620406A1959}" dt="2020-04-11T18:58:42.743" v="5240" actId="478"/>
          <ac:grpSpMkLst>
            <pc:docMk/>
            <pc:sldMk cId="684347223" sldId="290"/>
            <ac:grpSpMk id="20" creationId="{77374A89-A3E1-450E-A2B6-4C2EACA18C3C}"/>
          </ac:grpSpMkLst>
        </pc:grpChg>
        <pc:picChg chg="add mod">
          <ac:chgData name="Jocellyn Luna" userId="74d04e64cf87037c" providerId="LiveId" clId="{C233FEFD-91ED-46B9-9B1E-F620406A1959}" dt="2020-04-11T18:59:55.692" v="5258" actId="1076"/>
          <ac:picMkLst>
            <pc:docMk/>
            <pc:sldMk cId="684347223" sldId="290"/>
            <ac:picMk id="4" creationId="{29E2D713-73F6-4A8C-98DE-571926F9516A}"/>
          </ac:picMkLst>
        </pc:picChg>
        <pc:picChg chg="add mod">
          <ac:chgData name="Jocellyn Luna" userId="74d04e64cf87037c" providerId="LiveId" clId="{C233FEFD-91ED-46B9-9B1E-F620406A1959}" dt="2020-04-11T17:51:56.709" v="4011" actId="164"/>
          <ac:picMkLst>
            <pc:docMk/>
            <pc:sldMk cId="684347223" sldId="290"/>
            <ac:picMk id="12" creationId="{0C11D604-CFC9-450B-9991-542BBD8E706C}"/>
          </ac:picMkLst>
        </pc:picChg>
        <pc:picChg chg="add mod">
          <ac:chgData name="Jocellyn Luna" userId="74d04e64cf87037c" providerId="LiveId" clId="{C233FEFD-91ED-46B9-9B1E-F620406A1959}" dt="2020-04-11T17:52:00.523" v="4012" actId="164"/>
          <ac:picMkLst>
            <pc:docMk/>
            <pc:sldMk cId="684347223" sldId="290"/>
            <ac:picMk id="13" creationId="{7B0E9B86-8A48-450C-9E28-D9E313C3EB26}"/>
          </ac:picMkLst>
        </pc:picChg>
        <pc:picChg chg="add mod">
          <ac:chgData name="Jocellyn Luna" userId="74d04e64cf87037c" providerId="LiveId" clId="{C233FEFD-91ED-46B9-9B1E-F620406A1959}" dt="2020-04-11T17:52:03.856" v="4013" actId="164"/>
          <ac:picMkLst>
            <pc:docMk/>
            <pc:sldMk cId="684347223" sldId="290"/>
            <ac:picMk id="14" creationId="{7169F391-CE82-48C9-9F2E-913ED4AC732A}"/>
          </ac:picMkLst>
        </pc:picChg>
        <pc:picChg chg="add del mod">
          <ac:chgData name="Jocellyn Luna" userId="74d04e64cf87037c" providerId="LiveId" clId="{C233FEFD-91ED-46B9-9B1E-F620406A1959}" dt="2020-04-11T17:21:29.369" v="3648"/>
          <ac:picMkLst>
            <pc:docMk/>
            <pc:sldMk cId="684347223" sldId="290"/>
            <ac:picMk id="3074" creationId="{CBAD7ED4-F865-406B-A9E8-9DF03D62953D}"/>
          </ac:picMkLst>
        </pc:picChg>
        <pc:picChg chg="add mod">
          <ac:chgData name="Jocellyn Luna" userId="74d04e64cf87037c" providerId="LiveId" clId="{C233FEFD-91ED-46B9-9B1E-F620406A1959}" dt="2020-04-11T17:51:52.563" v="4010" actId="164"/>
          <ac:picMkLst>
            <pc:docMk/>
            <pc:sldMk cId="684347223" sldId="290"/>
            <ac:picMk id="3076" creationId="{54A46B33-D6D5-4753-8DB1-183203C83301}"/>
          </ac:picMkLst>
        </pc:picChg>
      </pc:sldChg>
      <pc:sldChg chg="addSp delSp modSp new del mod">
        <pc:chgData name="Jocellyn Luna" userId="74d04e64cf87037c" providerId="LiveId" clId="{C233FEFD-91ED-46B9-9B1E-F620406A1959}" dt="2020-04-11T17:10:02.564" v="3463" actId="47"/>
        <pc:sldMkLst>
          <pc:docMk/>
          <pc:sldMk cId="1904835501" sldId="290"/>
        </pc:sldMkLst>
        <pc:spChg chg="mod">
          <ac:chgData name="Jocellyn Luna" userId="74d04e64cf87037c" providerId="LiveId" clId="{C233FEFD-91ED-46B9-9B1E-F620406A1959}" dt="2020-04-11T15:21:41.213" v="3076" actId="20577"/>
          <ac:spMkLst>
            <pc:docMk/>
            <pc:sldMk cId="1904835501" sldId="290"/>
            <ac:spMk id="2" creationId="{FE50C23B-E279-4789-A0E2-9326D6CAB2D3}"/>
          </ac:spMkLst>
        </pc:spChg>
        <pc:spChg chg="del mod">
          <ac:chgData name="Jocellyn Luna" userId="74d04e64cf87037c" providerId="LiveId" clId="{C233FEFD-91ED-46B9-9B1E-F620406A1959}" dt="2020-04-11T17:10:00.235" v="3462" actId="478"/>
          <ac:spMkLst>
            <pc:docMk/>
            <pc:sldMk cId="1904835501" sldId="290"/>
            <ac:spMk id="3" creationId="{BE1AECC9-A94C-468F-8333-A6C713A9BBE5}"/>
          </ac:spMkLst>
        </pc:spChg>
        <pc:spChg chg="add mod">
          <ac:chgData name="Jocellyn Luna" userId="74d04e64cf87037c" providerId="LiveId" clId="{C233FEFD-91ED-46B9-9B1E-F620406A1959}" dt="2020-04-11T17:10:00.235" v="3462" actId="478"/>
          <ac:spMkLst>
            <pc:docMk/>
            <pc:sldMk cId="1904835501" sldId="290"/>
            <ac:spMk id="5" creationId="{36889F73-FEAF-4062-ADED-E0CCB4396C25}"/>
          </ac:spMkLst>
        </pc:spChg>
      </pc:sldChg>
      <pc:sldChg chg="addSp delSp modSp new mod modAnim">
        <pc:chgData name="Jocellyn Luna" userId="74d04e64cf87037c" providerId="LiveId" clId="{C233FEFD-91ED-46B9-9B1E-F620406A1959}" dt="2020-04-11T18:52:28.387" v="4929"/>
        <pc:sldMkLst>
          <pc:docMk/>
          <pc:sldMk cId="3193168008" sldId="291"/>
        </pc:sldMkLst>
        <pc:spChg chg="mod">
          <ac:chgData name="Jocellyn Luna" userId="74d04e64cf87037c" providerId="LiveId" clId="{C233FEFD-91ED-46B9-9B1E-F620406A1959}" dt="2020-04-11T18:02:08.088" v="4021" actId="20577"/>
          <ac:spMkLst>
            <pc:docMk/>
            <pc:sldMk cId="3193168008" sldId="291"/>
            <ac:spMk id="2" creationId="{E7486D9C-0DA2-437F-9F77-C974496ADB90}"/>
          </ac:spMkLst>
        </pc:spChg>
        <pc:spChg chg="mod">
          <ac:chgData name="Jocellyn Luna" userId="74d04e64cf87037c" providerId="LiveId" clId="{C233FEFD-91ED-46B9-9B1E-F620406A1959}" dt="2020-04-11T18:23:19.600" v="4181" actId="14100"/>
          <ac:spMkLst>
            <pc:docMk/>
            <pc:sldMk cId="3193168008" sldId="291"/>
            <ac:spMk id="3" creationId="{5E54769C-4724-4341-9383-933A2A9F5B92}"/>
          </ac:spMkLst>
        </pc:spChg>
        <pc:spChg chg="add mod">
          <ac:chgData name="Jocellyn Luna" userId="74d04e64cf87037c" providerId="LiveId" clId="{C233FEFD-91ED-46B9-9B1E-F620406A1959}" dt="2020-04-11T18:24:54.960" v="4197" actId="1076"/>
          <ac:spMkLst>
            <pc:docMk/>
            <pc:sldMk cId="3193168008" sldId="291"/>
            <ac:spMk id="5" creationId="{24DFA49C-ED7E-4D60-921B-2CE563307E7F}"/>
          </ac:spMkLst>
        </pc:spChg>
        <pc:spChg chg="add mod">
          <ac:chgData name="Jocellyn Luna" userId="74d04e64cf87037c" providerId="LiveId" clId="{C233FEFD-91ED-46B9-9B1E-F620406A1959}" dt="2020-04-11T18:25:36.765" v="4251" actId="13822"/>
          <ac:spMkLst>
            <pc:docMk/>
            <pc:sldMk cId="3193168008" sldId="291"/>
            <ac:spMk id="6" creationId="{5240F5A3-AC52-4238-8335-DCB5F8F9FEA8}"/>
          </ac:spMkLst>
        </pc:spChg>
        <pc:spChg chg="add mod">
          <ac:chgData name="Jocellyn Luna" userId="74d04e64cf87037c" providerId="LiveId" clId="{C233FEFD-91ED-46B9-9B1E-F620406A1959}" dt="2020-04-11T18:26:11.062" v="4297" actId="122"/>
          <ac:spMkLst>
            <pc:docMk/>
            <pc:sldMk cId="3193168008" sldId="291"/>
            <ac:spMk id="7" creationId="{9EB4371F-1656-4DB7-8E40-E2E360D84280}"/>
          </ac:spMkLst>
        </pc:spChg>
        <pc:spChg chg="add mod">
          <ac:chgData name="Jocellyn Luna" userId="74d04e64cf87037c" providerId="LiveId" clId="{C233FEFD-91ED-46B9-9B1E-F620406A1959}" dt="2020-04-11T18:26:07.205" v="4296" actId="122"/>
          <ac:spMkLst>
            <pc:docMk/>
            <pc:sldMk cId="3193168008" sldId="291"/>
            <ac:spMk id="8" creationId="{97A97A98-7DE8-4D1B-B4CC-C9684AD72C30}"/>
          </ac:spMkLst>
        </pc:spChg>
        <pc:spChg chg="add mod">
          <ac:chgData name="Jocellyn Luna" userId="74d04e64cf87037c" providerId="LiveId" clId="{C233FEFD-91ED-46B9-9B1E-F620406A1959}" dt="2020-04-11T18:52:14.724" v="4926" actId="164"/>
          <ac:spMkLst>
            <pc:docMk/>
            <pc:sldMk cId="3193168008" sldId="291"/>
            <ac:spMk id="9" creationId="{37C949BA-1B33-4C93-BAF6-1380B397133A}"/>
          </ac:spMkLst>
        </pc:spChg>
        <pc:spChg chg="add del mod">
          <ac:chgData name="Jocellyn Luna" userId="74d04e64cf87037c" providerId="LiveId" clId="{C233FEFD-91ED-46B9-9B1E-F620406A1959}" dt="2020-04-11T18:27:00.939" v="4328" actId="478"/>
          <ac:spMkLst>
            <pc:docMk/>
            <pc:sldMk cId="3193168008" sldId="291"/>
            <ac:spMk id="10" creationId="{572CF802-A464-4ED3-BF92-63DB082B80F5}"/>
          </ac:spMkLst>
        </pc:spChg>
        <pc:spChg chg="add mod">
          <ac:chgData name="Jocellyn Luna" userId="74d04e64cf87037c" providerId="LiveId" clId="{C233FEFD-91ED-46B9-9B1E-F620406A1959}" dt="2020-04-11T18:52:14.724" v="4926" actId="164"/>
          <ac:spMkLst>
            <pc:docMk/>
            <pc:sldMk cId="3193168008" sldId="291"/>
            <ac:spMk id="15" creationId="{3A0194A1-F3D6-4AAD-B7CF-C3B89917631B}"/>
          </ac:spMkLst>
        </pc:spChg>
        <pc:spChg chg="add mod">
          <ac:chgData name="Jocellyn Luna" userId="74d04e64cf87037c" providerId="LiveId" clId="{C233FEFD-91ED-46B9-9B1E-F620406A1959}" dt="2020-04-11T18:52:25.569" v="4928" actId="164"/>
          <ac:spMkLst>
            <pc:docMk/>
            <pc:sldMk cId="3193168008" sldId="291"/>
            <ac:spMk id="16" creationId="{D3A6A0CB-9BDA-4A69-AEA8-98151B71AD5E}"/>
          </ac:spMkLst>
        </pc:spChg>
        <pc:spChg chg="add mod">
          <ac:chgData name="Jocellyn Luna" userId="74d04e64cf87037c" providerId="LiveId" clId="{C233FEFD-91ED-46B9-9B1E-F620406A1959}" dt="2020-04-11T18:52:25.569" v="4928" actId="164"/>
          <ac:spMkLst>
            <pc:docMk/>
            <pc:sldMk cId="3193168008" sldId="291"/>
            <ac:spMk id="17" creationId="{5D307059-E573-411C-B804-09E1A97DF3F8}"/>
          </ac:spMkLst>
        </pc:spChg>
        <pc:grpChg chg="add mod">
          <ac:chgData name="Jocellyn Luna" userId="74d04e64cf87037c" providerId="LiveId" clId="{C233FEFD-91ED-46B9-9B1E-F620406A1959}" dt="2020-04-11T18:52:14.724" v="4926" actId="164"/>
          <ac:grpSpMkLst>
            <pc:docMk/>
            <pc:sldMk cId="3193168008" sldId="291"/>
            <ac:grpSpMk id="19" creationId="{82A0F7A1-065F-4C31-8031-831BEBC1032C}"/>
          </ac:grpSpMkLst>
        </pc:grpChg>
        <pc:grpChg chg="add mod">
          <ac:chgData name="Jocellyn Luna" userId="74d04e64cf87037c" providerId="LiveId" clId="{C233FEFD-91ED-46B9-9B1E-F620406A1959}" dt="2020-04-11T18:52:25.569" v="4928" actId="164"/>
          <ac:grpSpMkLst>
            <pc:docMk/>
            <pc:sldMk cId="3193168008" sldId="291"/>
            <ac:grpSpMk id="20" creationId="{ED7E5E41-1D71-4170-86D4-01D1C04CE921}"/>
          </ac:grpSpMkLst>
        </pc:grpChg>
        <pc:picChg chg="add mod modCrop">
          <ac:chgData name="Jocellyn Luna" userId="74d04e64cf87037c" providerId="LiveId" clId="{C233FEFD-91ED-46B9-9B1E-F620406A1959}" dt="2020-04-11T18:24:54.960" v="4197" actId="1076"/>
          <ac:picMkLst>
            <pc:docMk/>
            <pc:sldMk cId="3193168008" sldId="291"/>
            <ac:picMk id="4" creationId="{766B515D-666A-4B0E-AEAC-CD5B823DF79D}"/>
          </ac:picMkLst>
        </pc:picChg>
        <pc:picChg chg="add mod">
          <ac:chgData name="Jocellyn Luna" userId="74d04e64cf87037c" providerId="LiveId" clId="{C233FEFD-91ED-46B9-9B1E-F620406A1959}" dt="2020-04-11T18:52:14.724" v="4926" actId="164"/>
          <ac:picMkLst>
            <pc:docMk/>
            <pc:sldMk cId="3193168008" sldId="291"/>
            <ac:picMk id="12" creationId="{E8CB59DF-E2FC-436B-A9C9-E47197BE9304}"/>
          </ac:picMkLst>
        </pc:picChg>
        <pc:picChg chg="add mod">
          <ac:chgData name="Jocellyn Luna" userId="74d04e64cf87037c" providerId="LiveId" clId="{C233FEFD-91ED-46B9-9B1E-F620406A1959}" dt="2020-04-11T18:52:25.569" v="4928" actId="164"/>
          <ac:picMkLst>
            <pc:docMk/>
            <pc:sldMk cId="3193168008" sldId="291"/>
            <ac:picMk id="14" creationId="{795622CE-304A-4BC3-ADCF-DCD00AE6D632}"/>
          </ac:picMkLst>
        </pc:picChg>
        <pc:picChg chg="add del mod">
          <ac:chgData name="Jocellyn Luna" userId="74d04e64cf87037c" providerId="LiveId" clId="{C233FEFD-91ED-46B9-9B1E-F620406A1959}" dt="2020-04-11T18:31:36.324" v="4453" actId="478"/>
          <ac:picMkLst>
            <pc:docMk/>
            <pc:sldMk cId="3193168008" sldId="291"/>
            <ac:picMk id="18" creationId="{7F87C1B9-FCD8-4873-8DFA-06488CEFBAA5}"/>
          </ac:picMkLst>
        </pc:picChg>
      </pc:sldChg>
      <pc:sldChg chg="addSp delSp modSp new mod ord modAnim">
        <pc:chgData name="Jocellyn Luna" userId="74d04e64cf87037c" providerId="LiveId" clId="{C233FEFD-91ED-46B9-9B1E-F620406A1959}" dt="2020-04-11T18:44:09.117" v="4921"/>
        <pc:sldMkLst>
          <pc:docMk/>
          <pc:sldMk cId="3633651240" sldId="292"/>
        </pc:sldMkLst>
        <pc:spChg chg="mod">
          <ac:chgData name="Jocellyn Luna" userId="74d04e64cf87037c" providerId="LiveId" clId="{C233FEFD-91ED-46B9-9B1E-F620406A1959}" dt="2020-04-11T18:38:00.325" v="4506" actId="20577"/>
          <ac:spMkLst>
            <pc:docMk/>
            <pc:sldMk cId="3633651240" sldId="292"/>
            <ac:spMk id="2" creationId="{D34E8D31-273B-4BA5-A806-2B686CDB5ECB}"/>
          </ac:spMkLst>
        </pc:spChg>
        <pc:spChg chg="mod">
          <ac:chgData name="Jocellyn Luna" userId="74d04e64cf87037c" providerId="LiveId" clId="{C233FEFD-91ED-46B9-9B1E-F620406A1959}" dt="2020-04-11T18:42:41.387" v="4876" actId="27636"/>
          <ac:spMkLst>
            <pc:docMk/>
            <pc:sldMk cId="3633651240" sldId="292"/>
            <ac:spMk id="3" creationId="{13D3B5BA-64D4-4123-9D3F-6FA6F1E520A5}"/>
          </ac:spMkLst>
        </pc:spChg>
        <pc:spChg chg="add del mod">
          <ac:chgData name="Jocellyn Luna" userId="74d04e64cf87037c" providerId="LiveId" clId="{C233FEFD-91ED-46B9-9B1E-F620406A1959}" dt="2020-04-11T18:38:47.318" v="4610" actId="11529"/>
          <ac:spMkLst>
            <pc:docMk/>
            <pc:sldMk cId="3633651240" sldId="292"/>
            <ac:spMk id="4" creationId="{04EE90A2-58AB-4654-85E5-6C03CAC84051}"/>
          </ac:spMkLst>
        </pc:spChg>
        <pc:spChg chg="add mod">
          <ac:chgData name="Jocellyn Luna" userId="74d04e64cf87037c" providerId="LiveId" clId="{C233FEFD-91ED-46B9-9B1E-F620406A1959}" dt="2020-04-11T18:42:38.816" v="4874" actId="1076"/>
          <ac:spMkLst>
            <pc:docMk/>
            <pc:sldMk cId="3633651240" sldId="292"/>
            <ac:spMk id="5" creationId="{CF0923DF-04FA-401A-A383-DC59E5286A25}"/>
          </ac:spMkLst>
        </pc:spChg>
        <pc:spChg chg="add mod">
          <ac:chgData name="Jocellyn Luna" userId="74d04e64cf87037c" providerId="LiveId" clId="{C233FEFD-91ED-46B9-9B1E-F620406A1959}" dt="2020-04-11T18:42:38.816" v="4874" actId="1076"/>
          <ac:spMkLst>
            <pc:docMk/>
            <pc:sldMk cId="3633651240" sldId="292"/>
            <ac:spMk id="6" creationId="{3E74EF11-FECA-4CEE-BB46-78FDA1E3A3E3}"/>
          </ac:spMkLst>
        </pc:spChg>
        <pc:spChg chg="add del mod">
          <ac:chgData name="Jocellyn Luna" userId="74d04e64cf87037c" providerId="LiveId" clId="{C233FEFD-91ED-46B9-9B1E-F620406A1959}" dt="2020-04-11T18:40:17.003" v="4692"/>
          <ac:spMkLst>
            <pc:docMk/>
            <pc:sldMk cId="3633651240" sldId="292"/>
            <ac:spMk id="7" creationId="{C57ADE41-F1BB-41CA-A4FB-653912B2535A}"/>
          </ac:spMkLst>
        </pc:spChg>
        <pc:spChg chg="add mod">
          <ac:chgData name="Jocellyn Luna" userId="74d04e64cf87037c" providerId="LiveId" clId="{C233FEFD-91ED-46B9-9B1E-F620406A1959}" dt="2020-04-11T18:42:38.816" v="4874" actId="1076"/>
          <ac:spMkLst>
            <pc:docMk/>
            <pc:sldMk cId="3633651240" sldId="292"/>
            <ac:spMk id="8" creationId="{15398F01-C2AE-49B4-9CCE-733636B024CB}"/>
          </ac:spMkLst>
        </pc:spChg>
        <pc:spChg chg="add mod">
          <ac:chgData name="Jocellyn Luna" userId="74d04e64cf87037c" providerId="LiveId" clId="{C233FEFD-91ED-46B9-9B1E-F620406A1959}" dt="2020-04-11T18:43:00.658" v="4879" actId="1582"/>
          <ac:spMkLst>
            <pc:docMk/>
            <pc:sldMk cId="3633651240" sldId="292"/>
            <ac:spMk id="9" creationId="{C6298275-45AD-40B9-838B-0356AA64B3C1}"/>
          </ac:spMkLst>
        </pc:spChg>
        <pc:spChg chg="add mod">
          <ac:chgData name="Jocellyn Luna" userId="74d04e64cf87037c" providerId="LiveId" clId="{C233FEFD-91ED-46B9-9B1E-F620406A1959}" dt="2020-04-11T18:43:29.334" v="4909" actId="207"/>
          <ac:spMkLst>
            <pc:docMk/>
            <pc:sldMk cId="3633651240" sldId="292"/>
            <ac:spMk id="10" creationId="{CDD73963-01EF-4407-B764-C3FD41FA5EDF}"/>
          </ac:spMkLst>
        </pc:spChg>
      </pc:sldChg>
      <pc:sldChg chg="addSp delSp modSp new mod modAnim">
        <pc:chgData name="Jocellyn Luna" userId="74d04e64cf87037c" providerId="LiveId" clId="{C233FEFD-91ED-46B9-9B1E-F620406A1959}" dt="2020-04-11T20:42:16.476" v="5362"/>
        <pc:sldMkLst>
          <pc:docMk/>
          <pc:sldMk cId="3167436385" sldId="293"/>
        </pc:sldMkLst>
        <pc:spChg chg="mod">
          <ac:chgData name="Jocellyn Luna" userId="74d04e64cf87037c" providerId="LiveId" clId="{C233FEFD-91ED-46B9-9B1E-F620406A1959}" dt="2020-04-11T18:53:39.660" v="4977" actId="20577"/>
          <ac:spMkLst>
            <pc:docMk/>
            <pc:sldMk cId="3167436385" sldId="293"/>
            <ac:spMk id="2" creationId="{1B7BCD3D-4AE6-4345-A838-DDBFD2E43888}"/>
          </ac:spMkLst>
        </pc:spChg>
        <pc:spChg chg="del mod">
          <ac:chgData name="Jocellyn Luna" userId="74d04e64cf87037c" providerId="LiveId" clId="{C233FEFD-91ED-46B9-9B1E-F620406A1959}" dt="2020-04-11T18:56:11.873" v="4983" actId="478"/>
          <ac:spMkLst>
            <pc:docMk/>
            <pc:sldMk cId="3167436385" sldId="293"/>
            <ac:spMk id="3" creationId="{3BFC82AA-3FDB-400B-85FF-D65F1C2073A9}"/>
          </ac:spMkLst>
        </pc:spChg>
        <pc:spChg chg="add mod">
          <ac:chgData name="Jocellyn Luna" userId="74d04e64cf87037c" providerId="LiveId" clId="{C233FEFD-91ED-46B9-9B1E-F620406A1959}" dt="2020-04-11T18:58:14.410" v="5237" actId="255"/>
          <ac:spMkLst>
            <pc:docMk/>
            <pc:sldMk cId="3167436385" sldId="293"/>
            <ac:spMk id="17" creationId="{96C2D231-86CF-417E-883C-9C7FC2FB78C2}"/>
          </ac:spMkLst>
        </pc:spChg>
        <pc:spChg chg="add mod">
          <ac:chgData name="Jocellyn Luna" userId="74d04e64cf87037c" providerId="LiveId" clId="{C233FEFD-91ED-46B9-9B1E-F620406A1959}" dt="2020-04-11T20:39:27.345" v="5287" actId="14100"/>
          <ac:spMkLst>
            <pc:docMk/>
            <pc:sldMk cId="3167436385" sldId="293"/>
            <ac:spMk id="18" creationId="{B833F9F4-485D-4259-AE44-1A92DE78BF2A}"/>
          </ac:spMkLst>
        </pc:spChg>
        <pc:spChg chg="add mod">
          <ac:chgData name="Jocellyn Luna" userId="74d04e64cf87037c" providerId="LiveId" clId="{C233FEFD-91ED-46B9-9B1E-F620406A1959}" dt="2020-04-11T20:39:42.270" v="5304" actId="1076"/>
          <ac:spMkLst>
            <pc:docMk/>
            <pc:sldMk cId="3167436385" sldId="293"/>
            <ac:spMk id="19" creationId="{2E8BB3FB-C369-4BAA-B996-D4B0B51E0ACB}"/>
          </ac:spMkLst>
        </pc:spChg>
        <pc:spChg chg="add mod">
          <ac:chgData name="Jocellyn Luna" userId="74d04e64cf87037c" providerId="LiveId" clId="{C233FEFD-91ED-46B9-9B1E-F620406A1959}" dt="2020-04-11T20:39:51.693" v="5311" actId="20577"/>
          <ac:spMkLst>
            <pc:docMk/>
            <pc:sldMk cId="3167436385" sldId="293"/>
            <ac:spMk id="20" creationId="{6E887FE3-C197-49A1-BC2B-C9D8E837386A}"/>
          </ac:spMkLst>
        </pc:spChg>
        <pc:spChg chg="add mod">
          <ac:chgData name="Jocellyn Luna" userId="74d04e64cf87037c" providerId="LiveId" clId="{C233FEFD-91ED-46B9-9B1E-F620406A1959}" dt="2020-04-11T20:40:07.233" v="5329" actId="20577"/>
          <ac:spMkLst>
            <pc:docMk/>
            <pc:sldMk cId="3167436385" sldId="293"/>
            <ac:spMk id="21" creationId="{0647B0C2-2E2A-4886-AC02-B781B3354678}"/>
          </ac:spMkLst>
        </pc:spChg>
        <pc:spChg chg="add mod">
          <ac:chgData name="Jocellyn Luna" userId="74d04e64cf87037c" providerId="LiveId" clId="{C233FEFD-91ED-46B9-9B1E-F620406A1959}" dt="2020-04-11T20:40:20.009" v="5346" actId="20577"/>
          <ac:spMkLst>
            <pc:docMk/>
            <pc:sldMk cId="3167436385" sldId="293"/>
            <ac:spMk id="22" creationId="{6BA642C2-E58F-47D2-9976-255139483895}"/>
          </ac:spMkLst>
        </pc:spChg>
        <pc:grpChg chg="add mod">
          <ac:chgData name="Jocellyn Luna" userId="74d04e64cf87037c" providerId="LiveId" clId="{C233FEFD-91ED-46B9-9B1E-F620406A1959}" dt="2020-04-11T20:23:54.611" v="5261" actId="1076"/>
          <ac:grpSpMkLst>
            <pc:docMk/>
            <pc:sldMk cId="3167436385" sldId="293"/>
            <ac:grpSpMk id="5" creationId="{D10E10EC-66FB-437D-BA30-9D2C392422FB}"/>
          </ac:grpSpMkLst>
        </pc:grpChg>
        <pc:grpChg chg="add mod">
          <ac:chgData name="Jocellyn Luna" userId="74d04e64cf87037c" providerId="LiveId" clId="{C233FEFD-91ED-46B9-9B1E-F620406A1959}" dt="2020-04-11T20:23:54.611" v="5261" actId="1076"/>
          <ac:grpSpMkLst>
            <pc:docMk/>
            <pc:sldMk cId="3167436385" sldId="293"/>
            <ac:grpSpMk id="8" creationId="{13387D01-B74E-465A-9E28-F13CB806C547}"/>
          </ac:grpSpMkLst>
        </pc:grpChg>
        <pc:grpChg chg="add mod">
          <ac:chgData name="Jocellyn Luna" userId="74d04e64cf87037c" providerId="LiveId" clId="{C233FEFD-91ED-46B9-9B1E-F620406A1959}" dt="2020-04-11T20:23:54.611" v="5261" actId="1076"/>
          <ac:grpSpMkLst>
            <pc:docMk/>
            <pc:sldMk cId="3167436385" sldId="293"/>
            <ac:grpSpMk id="11" creationId="{B6FCF0AE-914B-47A2-80E0-88FBC1F98068}"/>
          </ac:grpSpMkLst>
        </pc:grpChg>
        <pc:grpChg chg="add mod">
          <ac:chgData name="Jocellyn Luna" userId="74d04e64cf87037c" providerId="LiveId" clId="{C233FEFD-91ED-46B9-9B1E-F620406A1959}" dt="2020-04-11T20:23:54.611" v="5261" actId="1076"/>
          <ac:grpSpMkLst>
            <pc:docMk/>
            <pc:sldMk cId="3167436385" sldId="293"/>
            <ac:grpSpMk id="14" creationId="{8F10744C-71AF-4CD6-8A0D-01FC60152D8C}"/>
          </ac:grpSpMkLst>
        </pc:grpChg>
        <pc:picChg chg="add mod">
          <ac:chgData name="Jocellyn Luna" userId="74d04e64cf87037c" providerId="LiveId" clId="{C233FEFD-91ED-46B9-9B1E-F620406A1959}" dt="2020-04-11T18:57:59.978" v="5230" actId="1076"/>
          <ac:picMkLst>
            <pc:docMk/>
            <pc:sldMk cId="3167436385" sldId="293"/>
            <ac:picMk id="4" creationId="{E110FC03-5BE2-42FD-9089-85EEE37EB1F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5" name="Shape 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794624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140ABC89-FD9A-411E-884A-68B0FA85D313}"/>
              </a:ext>
            </a:extLst>
          </p:cNvPr>
          <p:cNvSpPr/>
          <p:nvPr/>
        </p:nvSpPr>
        <p:spPr>
          <a:xfrm>
            <a:off x="0" y="757646"/>
            <a:ext cx="9144000" cy="3487783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8650" y="1122363"/>
            <a:ext cx="7886700" cy="1658565"/>
          </a:xfr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924944"/>
            <a:ext cx="6858000" cy="1189856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10/04/2020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5512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9D12899-E76F-4E22-AC72-36A08F1D963C}"/>
              </a:ext>
            </a:extLst>
          </p:cNvPr>
          <p:cNvSpPr/>
          <p:nvPr/>
        </p:nvSpPr>
        <p:spPr>
          <a:xfrm>
            <a:off x="0" y="137002"/>
            <a:ext cx="9144000" cy="132603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97914"/>
          </a:xfrm>
        </p:spPr>
        <p:txBody>
          <a:bodyPr>
            <a:noAutofit/>
          </a:bodyPr>
          <a:lstStyle>
            <a:lvl1pPr>
              <a:defRPr lang="es-ES" sz="3600" b="1" kern="1200" smtClean="0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10/04/2020</a:t>
            </a:fld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832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10/04/2020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AF4175B-B676-4922-803A-ACD02FD772B9}"/>
              </a:ext>
            </a:extLst>
          </p:cNvPr>
          <p:cNvSpPr/>
          <p:nvPr/>
        </p:nvSpPr>
        <p:spPr>
          <a:xfrm>
            <a:off x="0" y="2363387"/>
            <a:ext cx="9144000" cy="182454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2363387"/>
            <a:ext cx="7886700" cy="1816916"/>
          </a:xfrm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19057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10/04/2020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652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10/04/2020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8315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10/04/2020</a:t>
            </a:fld>
            <a:endParaRPr lang="en-GB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9479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10/04/2020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220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10/04/2020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613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10/04/2020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4161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10/04/2020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9390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E0897-17FA-41B4-BC81-B4554BF25576}" type="datetimeFigureOut">
              <a:rPr lang="en-GB" smtClean="0"/>
              <a:pPr/>
              <a:t>10/04/2020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FF86FC9D-3947-495B-B7DB-7030F1663320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057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487307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AE0897-17FA-41B4-BC81-B4554BF25576}" type="datetimeFigureOut">
              <a:rPr lang="en-GB" smtClean="0"/>
              <a:pPr/>
              <a:t>10/04/2020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974312" y="6224433"/>
            <a:ext cx="3195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Estructuras</a:t>
            </a:r>
            <a:r>
              <a:rPr lang="en-GB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GB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Datos</a:t>
            </a: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</a:t>
            </a:r>
            <a:r>
              <a:rPr lang="en-GB" sz="1200" dirty="0"/>
              <a:t>  ESPOL 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  2020-1T</a:t>
            </a:r>
          </a:p>
        </p:txBody>
      </p:sp>
      <p:sp>
        <p:nvSpPr>
          <p:cNvPr id="9" name="TextBox 10"/>
          <p:cNvSpPr txBox="1"/>
          <p:nvPr/>
        </p:nvSpPr>
        <p:spPr>
          <a:xfrm>
            <a:off x="6588224" y="6381328"/>
            <a:ext cx="19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 </a:t>
            </a:r>
            <a:fld id="{769EC3EB-CECF-491F-992B-5266FBB70E4B}" type="slidenum">
              <a:rPr lang="en-GB" sz="1200" smtClean="0"/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lang="en-GB" sz="1200" dirty="0"/>
          </a:p>
        </p:txBody>
      </p:sp>
      <p:cxnSp>
        <p:nvCxnSpPr>
          <p:cNvPr id="10" name="Straight Connector 12"/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12" name="Picture 2" descr="Identidad FIEC | FIEC">
            <a:extLst>
              <a:ext uri="{FF2B5EF4-FFF2-40B4-BE49-F238E27FC236}">
                <a16:creationId xmlns:a16="http://schemas.microsoft.com/office/drawing/2014/main" id="{B6FE895D-7B04-4074-AFD6-207B76C8A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126" b="26471"/>
          <a:stretch/>
        </p:blipFill>
        <p:spPr bwMode="auto">
          <a:xfrm>
            <a:off x="158515" y="6306085"/>
            <a:ext cx="3076575" cy="47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B3425D30-E4E3-4EBE-8DD0-A8311DF4D896}"/>
              </a:ext>
            </a:extLst>
          </p:cNvPr>
          <p:cNvSpPr txBox="1"/>
          <p:nvPr/>
        </p:nvSpPr>
        <p:spPr>
          <a:xfrm>
            <a:off x="6588224" y="6381328"/>
            <a:ext cx="1944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/>
          </a:p>
        </p:txBody>
      </p:sp>
      <p:cxnSp>
        <p:nvCxnSpPr>
          <p:cNvPr id="15" name="Straight Connector 12">
            <a:extLst>
              <a:ext uri="{FF2B5EF4-FFF2-40B4-BE49-F238E27FC236}">
                <a16:creationId xmlns:a16="http://schemas.microsoft.com/office/drawing/2014/main" id="{A8F495F7-7E72-4C64-8D9E-56F8D949B483}"/>
              </a:ext>
            </a:extLst>
          </p:cNvPr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2">
            <a:extLst>
              <a:ext uri="{FF2B5EF4-FFF2-40B4-BE49-F238E27FC236}">
                <a16:creationId xmlns:a16="http://schemas.microsoft.com/office/drawing/2014/main" id="{8115E778-0F96-4A58-A0CD-7EE6C85F5367}"/>
              </a:ext>
            </a:extLst>
          </p:cNvPr>
          <p:cNvCxnSpPr/>
          <p:nvPr/>
        </p:nvCxnSpPr>
        <p:spPr>
          <a:xfrm>
            <a:off x="251520" y="6224433"/>
            <a:ext cx="86409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83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218B1-D502-4E07-B4F6-538A834E8F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C" dirty="0"/>
              <a:t>EL TDA COLA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B009B3-2888-410B-997F-2B4059ECA0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C" dirty="0"/>
              <a:t>Estructuras de Datos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919704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29A88-45D6-413F-872A-88F66092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DEFINICION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273B44CA-C380-487D-8207-7FAB6674F06D}"/>
              </a:ext>
            </a:extLst>
          </p:cNvPr>
          <p:cNvGrpSpPr/>
          <p:nvPr/>
        </p:nvGrpSpPr>
        <p:grpSpPr>
          <a:xfrm>
            <a:off x="8148637" y="1990725"/>
            <a:ext cx="787040" cy="2445980"/>
            <a:chOff x="0" y="0"/>
            <a:chExt cx="787038" cy="2445979"/>
          </a:xfrm>
        </p:grpSpPr>
        <p:sp>
          <p:nvSpPr>
            <p:cNvPr id="4" name="Shape 10">
              <a:extLst>
                <a:ext uri="{FF2B5EF4-FFF2-40B4-BE49-F238E27FC236}">
                  <a16:creationId xmlns:a16="http://schemas.microsoft.com/office/drawing/2014/main" id="{6A6A7FEC-A099-4DF3-9828-9EC31884A3F6}"/>
                </a:ext>
              </a:extLst>
            </p:cNvPr>
            <p:cNvSpPr/>
            <p:nvPr/>
          </p:nvSpPr>
          <p:spPr>
            <a:xfrm>
              <a:off x="158749" y="0"/>
              <a:ext cx="269517" cy="688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178" y="0"/>
                  </a:moveTo>
                  <a:lnTo>
                    <a:pt x="18976" y="45"/>
                  </a:lnTo>
                  <a:lnTo>
                    <a:pt x="18630" y="248"/>
                  </a:lnTo>
                  <a:lnTo>
                    <a:pt x="17851" y="463"/>
                  </a:lnTo>
                  <a:lnTo>
                    <a:pt x="17044" y="790"/>
                  </a:lnTo>
                  <a:lnTo>
                    <a:pt x="15948" y="1185"/>
                  </a:lnTo>
                  <a:lnTo>
                    <a:pt x="14881" y="1659"/>
                  </a:lnTo>
                  <a:lnTo>
                    <a:pt x="13669" y="2178"/>
                  </a:lnTo>
                  <a:lnTo>
                    <a:pt x="12574" y="2731"/>
                  </a:lnTo>
                  <a:lnTo>
                    <a:pt x="11247" y="3205"/>
                  </a:lnTo>
                  <a:lnTo>
                    <a:pt x="10036" y="3724"/>
                  </a:lnTo>
                  <a:lnTo>
                    <a:pt x="8969" y="4198"/>
                  </a:lnTo>
                  <a:lnTo>
                    <a:pt x="8305" y="4672"/>
                  </a:lnTo>
                  <a:lnTo>
                    <a:pt x="7613" y="5090"/>
                  </a:lnTo>
                  <a:lnTo>
                    <a:pt x="7123" y="5439"/>
                  </a:lnTo>
                  <a:lnTo>
                    <a:pt x="6864" y="5665"/>
                  </a:lnTo>
                  <a:lnTo>
                    <a:pt x="7238" y="5913"/>
                  </a:lnTo>
                  <a:lnTo>
                    <a:pt x="7498" y="6015"/>
                  </a:lnTo>
                  <a:lnTo>
                    <a:pt x="7988" y="6139"/>
                  </a:lnTo>
                  <a:lnTo>
                    <a:pt x="8450" y="6331"/>
                  </a:lnTo>
                  <a:lnTo>
                    <a:pt x="8969" y="6512"/>
                  </a:lnTo>
                  <a:lnTo>
                    <a:pt x="9401" y="6760"/>
                  </a:lnTo>
                  <a:lnTo>
                    <a:pt x="10036" y="6986"/>
                  </a:lnTo>
                  <a:lnTo>
                    <a:pt x="10555" y="7234"/>
                  </a:lnTo>
                  <a:lnTo>
                    <a:pt x="11132" y="7505"/>
                  </a:lnTo>
                  <a:lnTo>
                    <a:pt x="11362" y="7753"/>
                  </a:lnTo>
                  <a:lnTo>
                    <a:pt x="11766" y="8024"/>
                  </a:lnTo>
                  <a:lnTo>
                    <a:pt x="11824" y="8272"/>
                  </a:lnTo>
                  <a:lnTo>
                    <a:pt x="11939" y="8554"/>
                  </a:lnTo>
                  <a:lnTo>
                    <a:pt x="11824" y="8746"/>
                  </a:lnTo>
                  <a:lnTo>
                    <a:pt x="11507" y="9017"/>
                  </a:lnTo>
                  <a:lnTo>
                    <a:pt x="11132" y="9220"/>
                  </a:lnTo>
                  <a:lnTo>
                    <a:pt x="10411" y="9446"/>
                  </a:lnTo>
                  <a:lnTo>
                    <a:pt x="9517" y="9592"/>
                  </a:lnTo>
                  <a:lnTo>
                    <a:pt x="8709" y="9841"/>
                  </a:lnTo>
                  <a:lnTo>
                    <a:pt x="7758" y="10021"/>
                  </a:lnTo>
                  <a:lnTo>
                    <a:pt x="6864" y="10315"/>
                  </a:lnTo>
                  <a:lnTo>
                    <a:pt x="5768" y="10586"/>
                  </a:lnTo>
                  <a:lnTo>
                    <a:pt x="4960" y="10913"/>
                  </a:lnTo>
                  <a:lnTo>
                    <a:pt x="4124" y="11263"/>
                  </a:lnTo>
                  <a:lnTo>
                    <a:pt x="3230" y="11579"/>
                  </a:lnTo>
                  <a:lnTo>
                    <a:pt x="2538" y="11804"/>
                  </a:lnTo>
                  <a:lnTo>
                    <a:pt x="1817" y="12109"/>
                  </a:lnTo>
                  <a:lnTo>
                    <a:pt x="1182" y="12380"/>
                  </a:lnTo>
                  <a:lnTo>
                    <a:pt x="750" y="12673"/>
                  </a:lnTo>
                  <a:lnTo>
                    <a:pt x="231" y="12899"/>
                  </a:lnTo>
                  <a:lnTo>
                    <a:pt x="115" y="13147"/>
                  </a:lnTo>
                  <a:lnTo>
                    <a:pt x="0" y="13328"/>
                  </a:lnTo>
                  <a:lnTo>
                    <a:pt x="231" y="13520"/>
                  </a:lnTo>
                  <a:lnTo>
                    <a:pt x="490" y="13644"/>
                  </a:lnTo>
                  <a:lnTo>
                    <a:pt x="807" y="13994"/>
                  </a:lnTo>
                  <a:lnTo>
                    <a:pt x="1067" y="14423"/>
                  </a:lnTo>
                  <a:lnTo>
                    <a:pt x="1586" y="15043"/>
                  </a:lnTo>
                  <a:lnTo>
                    <a:pt x="2019" y="15641"/>
                  </a:lnTo>
                  <a:lnTo>
                    <a:pt x="2653" y="16409"/>
                  </a:lnTo>
                  <a:lnTo>
                    <a:pt x="3172" y="17154"/>
                  </a:lnTo>
                  <a:lnTo>
                    <a:pt x="3749" y="17921"/>
                  </a:lnTo>
                  <a:lnTo>
                    <a:pt x="4383" y="18621"/>
                  </a:lnTo>
                  <a:lnTo>
                    <a:pt x="4960" y="19366"/>
                  </a:lnTo>
                  <a:lnTo>
                    <a:pt x="5595" y="19986"/>
                  </a:lnTo>
                  <a:lnTo>
                    <a:pt x="6287" y="20607"/>
                  </a:lnTo>
                  <a:lnTo>
                    <a:pt x="6864" y="21036"/>
                  </a:lnTo>
                  <a:lnTo>
                    <a:pt x="7498" y="21352"/>
                  </a:lnTo>
                  <a:lnTo>
                    <a:pt x="8075" y="21555"/>
                  </a:lnTo>
                  <a:lnTo>
                    <a:pt x="8709" y="21600"/>
                  </a:lnTo>
                  <a:lnTo>
                    <a:pt x="9344" y="21228"/>
                  </a:lnTo>
                  <a:lnTo>
                    <a:pt x="10036" y="20517"/>
                  </a:lnTo>
                  <a:lnTo>
                    <a:pt x="10728" y="19422"/>
                  </a:lnTo>
                  <a:lnTo>
                    <a:pt x="11824" y="18147"/>
                  </a:lnTo>
                  <a:lnTo>
                    <a:pt x="12977" y="16533"/>
                  </a:lnTo>
                  <a:lnTo>
                    <a:pt x="14044" y="14840"/>
                  </a:lnTo>
                  <a:lnTo>
                    <a:pt x="15140" y="12955"/>
                  </a:lnTo>
                  <a:lnTo>
                    <a:pt x="16207" y="11161"/>
                  </a:lnTo>
                  <a:lnTo>
                    <a:pt x="17159" y="9220"/>
                  </a:lnTo>
                  <a:lnTo>
                    <a:pt x="18255" y="7426"/>
                  </a:lnTo>
                  <a:lnTo>
                    <a:pt x="19033" y="5710"/>
                  </a:lnTo>
                  <a:lnTo>
                    <a:pt x="20072" y="4243"/>
                  </a:lnTo>
                  <a:lnTo>
                    <a:pt x="20619" y="2934"/>
                  </a:lnTo>
                  <a:lnTo>
                    <a:pt x="21139" y="1986"/>
                  </a:lnTo>
                  <a:lnTo>
                    <a:pt x="21456" y="1309"/>
                  </a:lnTo>
                  <a:lnTo>
                    <a:pt x="21600" y="1140"/>
                  </a:lnTo>
                  <a:lnTo>
                    <a:pt x="19178" y="0"/>
                  </a:ln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5" name="Shape 11">
              <a:extLst>
                <a:ext uri="{FF2B5EF4-FFF2-40B4-BE49-F238E27FC236}">
                  <a16:creationId xmlns:a16="http://schemas.microsoft.com/office/drawing/2014/main" id="{0E5C7084-522A-4189-9F63-0B73C1D4E738}"/>
                </a:ext>
              </a:extLst>
            </p:cNvPr>
            <p:cNvSpPr/>
            <p:nvPr/>
          </p:nvSpPr>
          <p:spPr>
            <a:xfrm>
              <a:off x="76200" y="735012"/>
              <a:ext cx="679091" cy="16681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7" y="19"/>
                  </a:moveTo>
                  <a:lnTo>
                    <a:pt x="12832" y="0"/>
                  </a:lnTo>
                  <a:lnTo>
                    <a:pt x="15075" y="900"/>
                  </a:lnTo>
                  <a:lnTo>
                    <a:pt x="18876" y="1077"/>
                  </a:lnTo>
                  <a:lnTo>
                    <a:pt x="21600" y="2424"/>
                  </a:lnTo>
                  <a:lnTo>
                    <a:pt x="19608" y="5524"/>
                  </a:lnTo>
                  <a:lnTo>
                    <a:pt x="13484" y="7080"/>
                  </a:lnTo>
                  <a:lnTo>
                    <a:pt x="18498" y="12650"/>
                  </a:lnTo>
                  <a:lnTo>
                    <a:pt x="12626" y="21022"/>
                  </a:lnTo>
                  <a:lnTo>
                    <a:pt x="8894" y="21339"/>
                  </a:lnTo>
                  <a:lnTo>
                    <a:pt x="1339" y="21600"/>
                  </a:lnTo>
                  <a:lnTo>
                    <a:pt x="0" y="9919"/>
                  </a:lnTo>
                  <a:lnTo>
                    <a:pt x="1007" y="19"/>
                  </a:lnTo>
                </a:path>
              </a:pathLst>
            </a:custGeom>
            <a:solidFill>
              <a:srgbClr val="FFFF9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6" name="Shape 12">
              <a:extLst>
                <a:ext uri="{FF2B5EF4-FFF2-40B4-BE49-F238E27FC236}">
                  <a16:creationId xmlns:a16="http://schemas.microsoft.com/office/drawing/2014/main" id="{366C83A0-64D4-4C0E-88FC-D9CD8CB48B25}"/>
                </a:ext>
              </a:extLst>
            </p:cNvPr>
            <p:cNvSpPr/>
            <p:nvPr/>
          </p:nvSpPr>
          <p:spPr>
            <a:xfrm>
              <a:off x="227012" y="346074"/>
              <a:ext cx="331429" cy="4409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68" y="17618"/>
                  </a:moveTo>
                  <a:lnTo>
                    <a:pt x="19468" y="17495"/>
                  </a:lnTo>
                  <a:lnTo>
                    <a:pt x="19515" y="17336"/>
                  </a:lnTo>
                  <a:lnTo>
                    <a:pt x="19515" y="17037"/>
                  </a:lnTo>
                  <a:lnTo>
                    <a:pt x="19820" y="16720"/>
                  </a:lnTo>
                  <a:lnTo>
                    <a:pt x="19937" y="16297"/>
                  </a:lnTo>
                  <a:lnTo>
                    <a:pt x="20148" y="15856"/>
                  </a:lnTo>
                  <a:lnTo>
                    <a:pt x="20452" y="15398"/>
                  </a:lnTo>
                  <a:lnTo>
                    <a:pt x="20616" y="14887"/>
                  </a:lnTo>
                  <a:lnTo>
                    <a:pt x="20710" y="14306"/>
                  </a:lnTo>
                  <a:lnTo>
                    <a:pt x="21014" y="13654"/>
                  </a:lnTo>
                  <a:lnTo>
                    <a:pt x="21131" y="13038"/>
                  </a:lnTo>
                  <a:lnTo>
                    <a:pt x="21319" y="12456"/>
                  </a:lnTo>
                  <a:lnTo>
                    <a:pt x="21436" y="11787"/>
                  </a:lnTo>
                  <a:lnTo>
                    <a:pt x="21483" y="11293"/>
                  </a:lnTo>
                  <a:lnTo>
                    <a:pt x="21483" y="10694"/>
                  </a:lnTo>
                  <a:lnTo>
                    <a:pt x="21600" y="10236"/>
                  </a:lnTo>
                  <a:lnTo>
                    <a:pt x="21483" y="9725"/>
                  </a:lnTo>
                  <a:lnTo>
                    <a:pt x="21436" y="9232"/>
                  </a:lnTo>
                  <a:lnTo>
                    <a:pt x="21319" y="8615"/>
                  </a:lnTo>
                  <a:lnTo>
                    <a:pt x="21225" y="8104"/>
                  </a:lnTo>
                  <a:lnTo>
                    <a:pt x="21014" y="7523"/>
                  </a:lnTo>
                  <a:lnTo>
                    <a:pt x="20803" y="7012"/>
                  </a:lnTo>
                  <a:lnTo>
                    <a:pt x="20710" y="6466"/>
                  </a:lnTo>
                  <a:lnTo>
                    <a:pt x="20616" y="6043"/>
                  </a:lnTo>
                  <a:lnTo>
                    <a:pt x="20452" y="5550"/>
                  </a:lnTo>
                  <a:lnTo>
                    <a:pt x="20241" y="5074"/>
                  </a:lnTo>
                  <a:lnTo>
                    <a:pt x="20148" y="4651"/>
                  </a:lnTo>
                  <a:lnTo>
                    <a:pt x="20030" y="4334"/>
                  </a:lnTo>
                  <a:lnTo>
                    <a:pt x="19820" y="4070"/>
                  </a:lnTo>
                  <a:lnTo>
                    <a:pt x="19820" y="3682"/>
                  </a:lnTo>
                  <a:lnTo>
                    <a:pt x="13471" y="0"/>
                  </a:lnTo>
                  <a:lnTo>
                    <a:pt x="9465" y="0"/>
                  </a:lnTo>
                  <a:lnTo>
                    <a:pt x="5529" y="3453"/>
                  </a:lnTo>
                  <a:lnTo>
                    <a:pt x="1757" y="9972"/>
                  </a:lnTo>
                  <a:lnTo>
                    <a:pt x="8059" y="12597"/>
                  </a:lnTo>
                  <a:lnTo>
                    <a:pt x="8949" y="16297"/>
                  </a:lnTo>
                  <a:lnTo>
                    <a:pt x="3046" y="16138"/>
                  </a:lnTo>
                  <a:lnTo>
                    <a:pt x="0" y="17618"/>
                  </a:lnTo>
                  <a:lnTo>
                    <a:pt x="703" y="20296"/>
                  </a:lnTo>
                  <a:lnTo>
                    <a:pt x="7637" y="21600"/>
                  </a:lnTo>
                  <a:lnTo>
                    <a:pt x="13728" y="21212"/>
                  </a:lnTo>
                  <a:lnTo>
                    <a:pt x="19468" y="17618"/>
                  </a:lnTo>
                </a:path>
              </a:pathLst>
            </a:custGeom>
            <a:solidFill>
              <a:srgbClr val="E37F4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7" name="Shape 13">
              <a:extLst>
                <a:ext uri="{FF2B5EF4-FFF2-40B4-BE49-F238E27FC236}">
                  <a16:creationId xmlns:a16="http://schemas.microsoft.com/office/drawing/2014/main" id="{7A82075A-78F2-48CF-90A0-15A6371E9149}"/>
                </a:ext>
              </a:extLst>
            </p:cNvPr>
            <p:cNvSpPr/>
            <p:nvPr/>
          </p:nvSpPr>
          <p:spPr>
            <a:xfrm>
              <a:off x="88900" y="609600"/>
              <a:ext cx="121880" cy="1853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461"/>
                  </a:moveTo>
                  <a:lnTo>
                    <a:pt x="2224" y="0"/>
                  </a:lnTo>
                  <a:lnTo>
                    <a:pt x="20329" y="0"/>
                  </a:lnTo>
                  <a:lnTo>
                    <a:pt x="21600" y="16461"/>
                  </a:lnTo>
                  <a:lnTo>
                    <a:pt x="10927" y="19803"/>
                  </a:lnTo>
                  <a:lnTo>
                    <a:pt x="826" y="21600"/>
                  </a:lnTo>
                  <a:lnTo>
                    <a:pt x="0" y="16461"/>
                  </a:lnTo>
                </a:path>
              </a:pathLst>
            </a:custGeom>
            <a:solidFill>
              <a:srgbClr val="F7919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8" name="Shape 14">
              <a:extLst>
                <a:ext uri="{FF2B5EF4-FFF2-40B4-BE49-F238E27FC236}">
                  <a16:creationId xmlns:a16="http://schemas.microsoft.com/office/drawing/2014/main" id="{DD78FC08-ED29-43B5-9667-2D947FDFDC27}"/>
                </a:ext>
              </a:extLst>
            </p:cNvPr>
            <p:cNvSpPr/>
            <p:nvPr/>
          </p:nvSpPr>
          <p:spPr>
            <a:xfrm>
              <a:off x="69850" y="588962"/>
              <a:ext cx="450490" cy="506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60" y="2625"/>
                  </a:moveTo>
                  <a:lnTo>
                    <a:pt x="760" y="2564"/>
                  </a:lnTo>
                  <a:lnTo>
                    <a:pt x="984" y="2502"/>
                  </a:lnTo>
                  <a:lnTo>
                    <a:pt x="1209" y="2426"/>
                  </a:lnTo>
                  <a:lnTo>
                    <a:pt x="1554" y="2287"/>
                  </a:lnTo>
                  <a:lnTo>
                    <a:pt x="1865" y="2195"/>
                  </a:lnTo>
                  <a:lnTo>
                    <a:pt x="2279" y="2119"/>
                  </a:lnTo>
                  <a:lnTo>
                    <a:pt x="2814" y="1996"/>
                  </a:lnTo>
                  <a:lnTo>
                    <a:pt x="3298" y="1919"/>
                  </a:lnTo>
                  <a:lnTo>
                    <a:pt x="3729" y="1858"/>
                  </a:lnTo>
                  <a:lnTo>
                    <a:pt x="4593" y="1858"/>
                  </a:lnTo>
                  <a:lnTo>
                    <a:pt x="5059" y="1919"/>
                  </a:lnTo>
                  <a:lnTo>
                    <a:pt x="5318" y="2057"/>
                  </a:lnTo>
                  <a:lnTo>
                    <a:pt x="5698" y="2287"/>
                  </a:lnTo>
                  <a:lnTo>
                    <a:pt x="5888" y="2502"/>
                  </a:lnTo>
                  <a:lnTo>
                    <a:pt x="6043" y="2901"/>
                  </a:lnTo>
                  <a:lnTo>
                    <a:pt x="6043" y="3270"/>
                  </a:lnTo>
                  <a:lnTo>
                    <a:pt x="6129" y="3715"/>
                  </a:lnTo>
                  <a:lnTo>
                    <a:pt x="6129" y="4222"/>
                  </a:lnTo>
                  <a:lnTo>
                    <a:pt x="6199" y="4836"/>
                  </a:lnTo>
                  <a:lnTo>
                    <a:pt x="6199" y="5342"/>
                  </a:lnTo>
                  <a:lnTo>
                    <a:pt x="6268" y="5910"/>
                  </a:lnTo>
                  <a:lnTo>
                    <a:pt x="6268" y="10347"/>
                  </a:lnTo>
                  <a:lnTo>
                    <a:pt x="6199" y="10547"/>
                  </a:lnTo>
                  <a:lnTo>
                    <a:pt x="6354" y="11115"/>
                  </a:lnTo>
                  <a:lnTo>
                    <a:pt x="6578" y="11759"/>
                  </a:lnTo>
                  <a:lnTo>
                    <a:pt x="6924" y="12604"/>
                  </a:lnTo>
                  <a:lnTo>
                    <a:pt x="7304" y="13556"/>
                  </a:lnTo>
                  <a:lnTo>
                    <a:pt x="7804" y="14646"/>
                  </a:lnTo>
                  <a:lnTo>
                    <a:pt x="8219" y="15751"/>
                  </a:lnTo>
                  <a:lnTo>
                    <a:pt x="8858" y="16841"/>
                  </a:lnTo>
                  <a:lnTo>
                    <a:pt x="9393" y="17854"/>
                  </a:lnTo>
                  <a:lnTo>
                    <a:pt x="9963" y="18898"/>
                  </a:lnTo>
                  <a:lnTo>
                    <a:pt x="10550" y="19742"/>
                  </a:lnTo>
                  <a:lnTo>
                    <a:pt x="11188" y="20556"/>
                  </a:lnTo>
                  <a:lnTo>
                    <a:pt x="11655" y="21063"/>
                  </a:lnTo>
                  <a:lnTo>
                    <a:pt x="12224" y="21539"/>
                  </a:lnTo>
                  <a:lnTo>
                    <a:pt x="12639" y="21600"/>
                  </a:lnTo>
                  <a:lnTo>
                    <a:pt x="13088" y="21539"/>
                  </a:lnTo>
                  <a:lnTo>
                    <a:pt x="13140" y="21339"/>
                  </a:lnTo>
                  <a:lnTo>
                    <a:pt x="13433" y="21201"/>
                  </a:lnTo>
                  <a:lnTo>
                    <a:pt x="13744" y="21032"/>
                  </a:lnTo>
                  <a:lnTo>
                    <a:pt x="14003" y="20894"/>
                  </a:lnTo>
                  <a:lnTo>
                    <a:pt x="14383" y="20694"/>
                  </a:lnTo>
                  <a:lnTo>
                    <a:pt x="14728" y="20556"/>
                  </a:lnTo>
                  <a:lnTo>
                    <a:pt x="15108" y="20418"/>
                  </a:lnTo>
                  <a:lnTo>
                    <a:pt x="15522" y="20249"/>
                  </a:lnTo>
                  <a:lnTo>
                    <a:pt x="15902" y="20049"/>
                  </a:lnTo>
                  <a:lnTo>
                    <a:pt x="16317" y="19850"/>
                  </a:lnTo>
                  <a:lnTo>
                    <a:pt x="16696" y="19681"/>
                  </a:lnTo>
                  <a:lnTo>
                    <a:pt x="17111" y="19543"/>
                  </a:lnTo>
                  <a:lnTo>
                    <a:pt x="17422" y="19343"/>
                  </a:lnTo>
                  <a:lnTo>
                    <a:pt x="17836" y="19205"/>
                  </a:lnTo>
                  <a:lnTo>
                    <a:pt x="18147" y="19036"/>
                  </a:lnTo>
                  <a:lnTo>
                    <a:pt x="18492" y="18898"/>
                  </a:lnTo>
                  <a:lnTo>
                    <a:pt x="18630" y="18699"/>
                  </a:lnTo>
                  <a:lnTo>
                    <a:pt x="19131" y="18330"/>
                  </a:lnTo>
                  <a:lnTo>
                    <a:pt x="19442" y="18130"/>
                  </a:lnTo>
                  <a:lnTo>
                    <a:pt x="19787" y="17916"/>
                  </a:lnTo>
                  <a:lnTo>
                    <a:pt x="20167" y="17685"/>
                  </a:lnTo>
                  <a:lnTo>
                    <a:pt x="20512" y="17409"/>
                  </a:lnTo>
                  <a:lnTo>
                    <a:pt x="20806" y="17179"/>
                  </a:lnTo>
                  <a:lnTo>
                    <a:pt x="21030" y="16841"/>
                  </a:lnTo>
                  <a:lnTo>
                    <a:pt x="21220" y="16565"/>
                  </a:lnTo>
                  <a:lnTo>
                    <a:pt x="21462" y="16258"/>
                  </a:lnTo>
                  <a:lnTo>
                    <a:pt x="21600" y="15751"/>
                  </a:lnTo>
                  <a:lnTo>
                    <a:pt x="21220" y="15352"/>
                  </a:lnTo>
                  <a:lnTo>
                    <a:pt x="20806" y="15183"/>
                  </a:lnTo>
                  <a:lnTo>
                    <a:pt x="20391" y="15106"/>
                  </a:lnTo>
                  <a:lnTo>
                    <a:pt x="20012" y="15106"/>
                  </a:lnTo>
                  <a:lnTo>
                    <a:pt x="19701" y="15275"/>
                  </a:lnTo>
                  <a:lnTo>
                    <a:pt x="19286" y="15551"/>
                  </a:lnTo>
                  <a:lnTo>
                    <a:pt x="19062" y="15828"/>
                  </a:lnTo>
                  <a:lnTo>
                    <a:pt x="18872" y="15889"/>
                  </a:lnTo>
                  <a:lnTo>
                    <a:pt x="18561" y="15997"/>
                  </a:lnTo>
                  <a:lnTo>
                    <a:pt x="18250" y="16058"/>
                  </a:lnTo>
                  <a:lnTo>
                    <a:pt x="17922" y="16196"/>
                  </a:lnTo>
                  <a:lnTo>
                    <a:pt x="17491" y="16334"/>
                  </a:lnTo>
                  <a:lnTo>
                    <a:pt x="17111" y="16472"/>
                  </a:lnTo>
                  <a:lnTo>
                    <a:pt x="16696" y="16565"/>
                  </a:lnTo>
                  <a:lnTo>
                    <a:pt x="16317" y="16703"/>
                  </a:lnTo>
                  <a:lnTo>
                    <a:pt x="15816" y="16764"/>
                  </a:lnTo>
                  <a:lnTo>
                    <a:pt x="15384" y="16902"/>
                  </a:lnTo>
                  <a:lnTo>
                    <a:pt x="14883" y="17041"/>
                  </a:lnTo>
                  <a:lnTo>
                    <a:pt x="14538" y="17209"/>
                  </a:lnTo>
                  <a:lnTo>
                    <a:pt x="14089" y="17271"/>
                  </a:lnTo>
                  <a:lnTo>
                    <a:pt x="13813" y="17409"/>
                  </a:lnTo>
                  <a:lnTo>
                    <a:pt x="13364" y="17609"/>
                  </a:lnTo>
                  <a:lnTo>
                    <a:pt x="13140" y="17823"/>
                  </a:lnTo>
                  <a:lnTo>
                    <a:pt x="12708" y="17916"/>
                  </a:lnTo>
                  <a:lnTo>
                    <a:pt x="12294" y="17916"/>
                  </a:lnTo>
                  <a:lnTo>
                    <a:pt x="11845" y="17747"/>
                  </a:lnTo>
                  <a:lnTo>
                    <a:pt x="11499" y="17409"/>
                  </a:lnTo>
                  <a:lnTo>
                    <a:pt x="11258" y="17179"/>
                  </a:lnTo>
                  <a:lnTo>
                    <a:pt x="11119" y="16902"/>
                  </a:lnTo>
                  <a:lnTo>
                    <a:pt x="10929" y="16565"/>
                  </a:lnTo>
                  <a:lnTo>
                    <a:pt x="10774" y="16196"/>
                  </a:lnTo>
                  <a:lnTo>
                    <a:pt x="10550" y="15828"/>
                  </a:lnTo>
                  <a:lnTo>
                    <a:pt x="10394" y="15413"/>
                  </a:lnTo>
                  <a:lnTo>
                    <a:pt x="10204" y="14983"/>
                  </a:lnTo>
                  <a:lnTo>
                    <a:pt x="10049" y="14538"/>
                  </a:lnTo>
                  <a:lnTo>
                    <a:pt x="9824" y="13924"/>
                  </a:lnTo>
                  <a:lnTo>
                    <a:pt x="9669" y="13187"/>
                  </a:lnTo>
                  <a:lnTo>
                    <a:pt x="9514" y="12266"/>
                  </a:lnTo>
                  <a:lnTo>
                    <a:pt x="9324" y="11330"/>
                  </a:lnTo>
                  <a:lnTo>
                    <a:pt x="9168" y="10148"/>
                  </a:lnTo>
                  <a:lnTo>
                    <a:pt x="9099" y="8996"/>
                  </a:lnTo>
                  <a:lnTo>
                    <a:pt x="8944" y="7845"/>
                  </a:lnTo>
                  <a:lnTo>
                    <a:pt x="8858" y="6693"/>
                  </a:lnTo>
                  <a:lnTo>
                    <a:pt x="8668" y="5542"/>
                  </a:lnTo>
                  <a:lnTo>
                    <a:pt x="8443" y="4421"/>
                  </a:lnTo>
                  <a:lnTo>
                    <a:pt x="8288" y="3347"/>
                  </a:lnTo>
                  <a:lnTo>
                    <a:pt x="8150" y="2426"/>
                  </a:lnTo>
                  <a:lnTo>
                    <a:pt x="7873" y="1612"/>
                  </a:lnTo>
                  <a:lnTo>
                    <a:pt x="7649" y="1013"/>
                  </a:lnTo>
                  <a:lnTo>
                    <a:pt x="7338" y="568"/>
                  </a:lnTo>
                  <a:lnTo>
                    <a:pt x="7079" y="368"/>
                  </a:lnTo>
                  <a:lnTo>
                    <a:pt x="6613" y="261"/>
                  </a:lnTo>
                  <a:lnTo>
                    <a:pt x="6268" y="200"/>
                  </a:lnTo>
                  <a:lnTo>
                    <a:pt x="5853" y="61"/>
                  </a:lnTo>
                  <a:lnTo>
                    <a:pt x="5404" y="61"/>
                  </a:lnTo>
                  <a:lnTo>
                    <a:pt x="4904" y="0"/>
                  </a:lnTo>
                  <a:lnTo>
                    <a:pt x="3954" y="0"/>
                  </a:lnTo>
                  <a:lnTo>
                    <a:pt x="3540" y="61"/>
                  </a:lnTo>
                  <a:lnTo>
                    <a:pt x="2504" y="61"/>
                  </a:lnTo>
                  <a:lnTo>
                    <a:pt x="2089" y="123"/>
                  </a:lnTo>
                  <a:lnTo>
                    <a:pt x="1778" y="261"/>
                  </a:lnTo>
                  <a:lnTo>
                    <a:pt x="1433" y="338"/>
                  </a:lnTo>
                  <a:lnTo>
                    <a:pt x="1140" y="430"/>
                  </a:lnTo>
                  <a:lnTo>
                    <a:pt x="898" y="568"/>
                  </a:lnTo>
                  <a:lnTo>
                    <a:pt x="760" y="768"/>
                  </a:lnTo>
                  <a:lnTo>
                    <a:pt x="483" y="1013"/>
                  </a:lnTo>
                  <a:lnTo>
                    <a:pt x="259" y="1351"/>
                  </a:lnTo>
                  <a:lnTo>
                    <a:pt x="104" y="1719"/>
                  </a:lnTo>
                  <a:lnTo>
                    <a:pt x="35" y="2119"/>
                  </a:lnTo>
                  <a:lnTo>
                    <a:pt x="0" y="2287"/>
                  </a:lnTo>
                  <a:lnTo>
                    <a:pt x="104" y="2564"/>
                  </a:lnTo>
                  <a:lnTo>
                    <a:pt x="328" y="2702"/>
                  </a:lnTo>
                  <a:lnTo>
                    <a:pt x="760" y="2625"/>
                  </a:lnTo>
                </a:path>
              </a:pathLst>
            </a:custGeom>
            <a:solidFill>
              <a:srgbClr val="FF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9" name="Shape 15">
              <a:extLst>
                <a:ext uri="{FF2B5EF4-FFF2-40B4-BE49-F238E27FC236}">
                  <a16:creationId xmlns:a16="http://schemas.microsoft.com/office/drawing/2014/main" id="{2BC7BC4B-13B4-4D9A-B1F7-F0CF568747AB}"/>
                </a:ext>
              </a:extLst>
            </p:cNvPr>
            <p:cNvSpPr/>
            <p:nvPr/>
          </p:nvSpPr>
          <p:spPr>
            <a:xfrm>
              <a:off x="417512" y="1400175"/>
              <a:ext cx="112356" cy="896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594" y="607"/>
                  </a:moveTo>
                  <a:lnTo>
                    <a:pt x="10594" y="685"/>
                  </a:lnTo>
                  <a:lnTo>
                    <a:pt x="11832" y="858"/>
                  </a:lnTo>
                  <a:lnTo>
                    <a:pt x="12589" y="1179"/>
                  </a:lnTo>
                  <a:lnTo>
                    <a:pt x="14446" y="1699"/>
                  </a:lnTo>
                  <a:lnTo>
                    <a:pt x="15753" y="2306"/>
                  </a:lnTo>
                  <a:lnTo>
                    <a:pt x="17610" y="3112"/>
                  </a:lnTo>
                  <a:lnTo>
                    <a:pt x="19261" y="4083"/>
                  </a:lnTo>
                  <a:lnTo>
                    <a:pt x="20775" y="5253"/>
                  </a:lnTo>
                  <a:lnTo>
                    <a:pt x="21256" y="6570"/>
                  </a:lnTo>
                  <a:lnTo>
                    <a:pt x="21600" y="8061"/>
                  </a:lnTo>
                  <a:lnTo>
                    <a:pt x="20981" y="9760"/>
                  </a:lnTo>
                  <a:lnTo>
                    <a:pt x="19880" y="11684"/>
                  </a:lnTo>
                  <a:lnTo>
                    <a:pt x="17335" y="13756"/>
                  </a:lnTo>
                  <a:lnTo>
                    <a:pt x="14102" y="16079"/>
                  </a:lnTo>
                  <a:lnTo>
                    <a:pt x="9218" y="18584"/>
                  </a:lnTo>
                  <a:lnTo>
                    <a:pt x="3164" y="21375"/>
                  </a:lnTo>
                  <a:lnTo>
                    <a:pt x="2545" y="21487"/>
                  </a:lnTo>
                  <a:lnTo>
                    <a:pt x="1651" y="21600"/>
                  </a:lnTo>
                  <a:lnTo>
                    <a:pt x="1032" y="21531"/>
                  </a:lnTo>
                  <a:lnTo>
                    <a:pt x="413" y="21375"/>
                  </a:lnTo>
                  <a:lnTo>
                    <a:pt x="275" y="21262"/>
                  </a:lnTo>
                  <a:lnTo>
                    <a:pt x="0" y="21089"/>
                  </a:lnTo>
                  <a:lnTo>
                    <a:pt x="0" y="20248"/>
                  </a:lnTo>
                  <a:lnTo>
                    <a:pt x="413" y="19676"/>
                  </a:lnTo>
                  <a:lnTo>
                    <a:pt x="1651" y="18913"/>
                  </a:lnTo>
                  <a:lnTo>
                    <a:pt x="3164" y="17951"/>
                  </a:lnTo>
                  <a:lnTo>
                    <a:pt x="4815" y="16867"/>
                  </a:lnTo>
                  <a:lnTo>
                    <a:pt x="6535" y="15680"/>
                  </a:lnTo>
                  <a:lnTo>
                    <a:pt x="8324" y="14362"/>
                  </a:lnTo>
                  <a:lnTo>
                    <a:pt x="9699" y="13028"/>
                  </a:lnTo>
                  <a:lnTo>
                    <a:pt x="10938" y="11537"/>
                  </a:lnTo>
                  <a:lnTo>
                    <a:pt x="11832" y="10011"/>
                  </a:lnTo>
                  <a:lnTo>
                    <a:pt x="11832" y="6856"/>
                  </a:lnTo>
                  <a:lnTo>
                    <a:pt x="9975" y="5209"/>
                  </a:lnTo>
                  <a:lnTo>
                    <a:pt x="8324" y="3623"/>
                  </a:lnTo>
                  <a:lnTo>
                    <a:pt x="5159" y="2020"/>
                  </a:lnTo>
                  <a:lnTo>
                    <a:pt x="1032" y="494"/>
                  </a:lnTo>
                  <a:lnTo>
                    <a:pt x="1032" y="451"/>
                  </a:lnTo>
                  <a:lnTo>
                    <a:pt x="1307" y="321"/>
                  </a:lnTo>
                  <a:lnTo>
                    <a:pt x="2270" y="165"/>
                  </a:lnTo>
                  <a:lnTo>
                    <a:pt x="3164" y="52"/>
                  </a:lnTo>
                  <a:lnTo>
                    <a:pt x="4196" y="0"/>
                  </a:lnTo>
                  <a:lnTo>
                    <a:pt x="6054" y="52"/>
                  </a:lnTo>
                  <a:lnTo>
                    <a:pt x="6810" y="95"/>
                  </a:lnTo>
                  <a:lnTo>
                    <a:pt x="8048" y="208"/>
                  </a:lnTo>
                  <a:lnTo>
                    <a:pt x="9218" y="399"/>
                  </a:lnTo>
                  <a:lnTo>
                    <a:pt x="10594" y="607"/>
                  </a:lnTo>
                </a:path>
              </a:pathLst>
            </a:custGeom>
            <a:solidFill>
              <a:srgbClr val="FCDD5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10" name="Shape 16">
              <a:extLst>
                <a:ext uri="{FF2B5EF4-FFF2-40B4-BE49-F238E27FC236}">
                  <a16:creationId xmlns:a16="http://schemas.microsoft.com/office/drawing/2014/main" id="{9FADC512-5369-4247-A667-CE4D3A53470C}"/>
                </a:ext>
              </a:extLst>
            </p:cNvPr>
            <p:cNvSpPr/>
            <p:nvPr/>
          </p:nvSpPr>
          <p:spPr>
            <a:xfrm>
              <a:off x="42862" y="1651000"/>
              <a:ext cx="174267" cy="760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33" y="2361"/>
                  </a:moveTo>
                  <a:lnTo>
                    <a:pt x="933" y="2423"/>
                  </a:lnTo>
                  <a:lnTo>
                    <a:pt x="756" y="2740"/>
                  </a:lnTo>
                  <a:lnTo>
                    <a:pt x="578" y="3281"/>
                  </a:lnTo>
                  <a:lnTo>
                    <a:pt x="356" y="4017"/>
                  </a:lnTo>
                  <a:lnTo>
                    <a:pt x="178" y="4927"/>
                  </a:lnTo>
                  <a:lnTo>
                    <a:pt x="178" y="5939"/>
                  </a:lnTo>
                  <a:lnTo>
                    <a:pt x="0" y="7145"/>
                  </a:lnTo>
                  <a:lnTo>
                    <a:pt x="356" y="8454"/>
                  </a:lnTo>
                  <a:lnTo>
                    <a:pt x="356" y="9875"/>
                  </a:lnTo>
                  <a:lnTo>
                    <a:pt x="933" y="11378"/>
                  </a:lnTo>
                  <a:lnTo>
                    <a:pt x="1556" y="13003"/>
                  </a:lnTo>
                  <a:lnTo>
                    <a:pt x="2400" y="14669"/>
                  </a:lnTo>
                  <a:lnTo>
                    <a:pt x="3511" y="16325"/>
                  </a:lnTo>
                  <a:lnTo>
                    <a:pt x="4844" y="18083"/>
                  </a:lnTo>
                  <a:lnTo>
                    <a:pt x="6533" y="19791"/>
                  </a:lnTo>
                  <a:lnTo>
                    <a:pt x="8756" y="21600"/>
                  </a:lnTo>
                  <a:lnTo>
                    <a:pt x="21600" y="20782"/>
                  </a:lnTo>
                  <a:lnTo>
                    <a:pt x="19911" y="19453"/>
                  </a:lnTo>
                  <a:lnTo>
                    <a:pt x="18444" y="18216"/>
                  </a:lnTo>
                  <a:lnTo>
                    <a:pt x="16889" y="17071"/>
                  </a:lnTo>
                  <a:lnTo>
                    <a:pt x="15822" y="15906"/>
                  </a:lnTo>
                  <a:lnTo>
                    <a:pt x="14533" y="14751"/>
                  </a:lnTo>
                  <a:lnTo>
                    <a:pt x="13556" y="13627"/>
                  </a:lnTo>
                  <a:lnTo>
                    <a:pt x="12489" y="12522"/>
                  </a:lnTo>
                  <a:lnTo>
                    <a:pt x="11911" y="11378"/>
                  </a:lnTo>
                  <a:lnTo>
                    <a:pt x="11333" y="10212"/>
                  </a:lnTo>
                  <a:lnTo>
                    <a:pt x="10933" y="8975"/>
                  </a:lnTo>
                  <a:lnTo>
                    <a:pt x="10844" y="7687"/>
                  </a:lnTo>
                  <a:lnTo>
                    <a:pt x="10844" y="4927"/>
                  </a:lnTo>
                  <a:lnTo>
                    <a:pt x="11111" y="3373"/>
                  </a:lnTo>
                  <a:lnTo>
                    <a:pt x="11511" y="1707"/>
                  </a:lnTo>
                  <a:lnTo>
                    <a:pt x="12489" y="0"/>
                  </a:lnTo>
                  <a:lnTo>
                    <a:pt x="933" y="2361"/>
                  </a:lnTo>
                </a:path>
              </a:pathLst>
            </a:custGeom>
            <a:solidFill>
              <a:srgbClr val="FF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11" name="Shape 17">
              <a:extLst>
                <a:ext uri="{FF2B5EF4-FFF2-40B4-BE49-F238E27FC236}">
                  <a16:creationId xmlns:a16="http://schemas.microsoft.com/office/drawing/2014/main" id="{0CCC4B78-D828-4F67-B743-BFBF1E157583}"/>
                </a:ext>
              </a:extLst>
            </p:cNvPr>
            <p:cNvSpPr/>
            <p:nvPr/>
          </p:nvSpPr>
          <p:spPr>
            <a:xfrm>
              <a:off x="428625" y="1268412"/>
              <a:ext cx="288565" cy="1107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85" y="975"/>
                  </a:moveTo>
                  <a:lnTo>
                    <a:pt x="4293" y="1066"/>
                  </a:lnTo>
                  <a:lnTo>
                    <a:pt x="4887" y="1326"/>
                  </a:lnTo>
                  <a:lnTo>
                    <a:pt x="5670" y="1824"/>
                  </a:lnTo>
                  <a:lnTo>
                    <a:pt x="6696" y="2504"/>
                  </a:lnTo>
                  <a:lnTo>
                    <a:pt x="7695" y="3325"/>
                  </a:lnTo>
                  <a:lnTo>
                    <a:pt x="8721" y="4300"/>
                  </a:lnTo>
                  <a:lnTo>
                    <a:pt x="9612" y="5444"/>
                  </a:lnTo>
                  <a:lnTo>
                    <a:pt x="10449" y="6763"/>
                  </a:lnTo>
                  <a:lnTo>
                    <a:pt x="10881" y="8222"/>
                  </a:lnTo>
                  <a:lnTo>
                    <a:pt x="10989" y="9765"/>
                  </a:lnTo>
                  <a:lnTo>
                    <a:pt x="10746" y="11421"/>
                  </a:lnTo>
                  <a:lnTo>
                    <a:pt x="9990" y="13217"/>
                  </a:lnTo>
                  <a:lnTo>
                    <a:pt x="8613" y="15090"/>
                  </a:lnTo>
                  <a:lnTo>
                    <a:pt x="6561" y="17103"/>
                  </a:lnTo>
                  <a:lnTo>
                    <a:pt x="3753" y="19138"/>
                  </a:lnTo>
                  <a:lnTo>
                    <a:pt x="0" y="21270"/>
                  </a:lnTo>
                  <a:lnTo>
                    <a:pt x="7830" y="21600"/>
                  </a:lnTo>
                  <a:lnTo>
                    <a:pt x="8073" y="21460"/>
                  </a:lnTo>
                  <a:lnTo>
                    <a:pt x="9072" y="21039"/>
                  </a:lnTo>
                  <a:lnTo>
                    <a:pt x="10449" y="20421"/>
                  </a:lnTo>
                  <a:lnTo>
                    <a:pt x="12015" y="19601"/>
                  </a:lnTo>
                  <a:lnTo>
                    <a:pt x="13986" y="18576"/>
                  </a:lnTo>
                  <a:lnTo>
                    <a:pt x="15903" y="17370"/>
                  </a:lnTo>
                  <a:lnTo>
                    <a:pt x="17685" y="15974"/>
                  </a:lnTo>
                  <a:lnTo>
                    <a:pt x="19440" y="14508"/>
                  </a:lnTo>
                  <a:lnTo>
                    <a:pt x="20574" y="12866"/>
                  </a:lnTo>
                  <a:lnTo>
                    <a:pt x="21465" y="11189"/>
                  </a:lnTo>
                  <a:lnTo>
                    <a:pt x="21600" y="9393"/>
                  </a:lnTo>
                  <a:lnTo>
                    <a:pt x="21114" y="7569"/>
                  </a:lnTo>
                  <a:lnTo>
                    <a:pt x="19683" y="5682"/>
                  </a:lnTo>
                  <a:lnTo>
                    <a:pt x="17172" y="3774"/>
                  </a:lnTo>
                  <a:lnTo>
                    <a:pt x="13635" y="1852"/>
                  </a:lnTo>
                  <a:lnTo>
                    <a:pt x="8721" y="0"/>
                  </a:lnTo>
                  <a:lnTo>
                    <a:pt x="4185" y="975"/>
                  </a:lnTo>
                </a:path>
              </a:pathLst>
            </a:custGeom>
            <a:solidFill>
              <a:srgbClr val="FF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12" name="Shape 18">
              <a:extLst>
                <a:ext uri="{FF2B5EF4-FFF2-40B4-BE49-F238E27FC236}">
                  <a16:creationId xmlns:a16="http://schemas.microsoft.com/office/drawing/2014/main" id="{C7C3179E-7603-4928-95CA-9C9681F49D34}"/>
                </a:ext>
              </a:extLst>
            </p:cNvPr>
            <p:cNvSpPr/>
            <p:nvPr/>
          </p:nvSpPr>
          <p:spPr>
            <a:xfrm>
              <a:off x="271462" y="2347912"/>
              <a:ext cx="442553" cy="88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874"/>
                  </a:moveTo>
                  <a:lnTo>
                    <a:pt x="15501" y="0"/>
                  </a:lnTo>
                  <a:lnTo>
                    <a:pt x="21600" y="10539"/>
                  </a:lnTo>
                  <a:lnTo>
                    <a:pt x="1353" y="21600"/>
                  </a:lnTo>
                  <a:lnTo>
                    <a:pt x="0" y="2874"/>
                  </a:lnTo>
                </a:path>
              </a:pathLst>
            </a:custGeom>
            <a:solidFill>
              <a:srgbClr val="FF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13" name="Shape 19">
              <a:extLst>
                <a:ext uri="{FF2B5EF4-FFF2-40B4-BE49-F238E27FC236}">
                  <a16:creationId xmlns:a16="http://schemas.microsoft.com/office/drawing/2014/main" id="{6302A056-FA60-4086-BDB5-6176895E78B3}"/>
                </a:ext>
              </a:extLst>
            </p:cNvPr>
            <p:cNvSpPr/>
            <p:nvPr/>
          </p:nvSpPr>
          <p:spPr>
            <a:xfrm>
              <a:off x="307975" y="1720850"/>
              <a:ext cx="93303" cy="696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060"/>
                  </a:moveTo>
                  <a:lnTo>
                    <a:pt x="21600" y="19491"/>
                  </a:lnTo>
                  <a:lnTo>
                    <a:pt x="21266" y="18922"/>
                  </a:lnTo>
                  <a:lnTo>
                    <a:pt x="21266" y="18086"/>
                  </a:lnTo>
                  <a:lnTo>
                    <a:pt x="20933" y="17104"/>
                  </a:lnTo>
                  <a:lnTo>
                    <a:pt x="20933" y="13522"/>
                  </a:lnTo>
                  <a:lnTo>
                    <a:pt x="20516" y="12061"/>
                  </a:lnTo>
                  <a:lnTo>
                    <a:pt x="20516" y="10666"/>
                  </a:lnTo>
                  <a:lnTo>
                    <a:pt x="20182" y="9260"/>
                  </a:lnTo>
                  <a:lnTo>
                    <a:pt x="20182" y="2945"/>
                  </a:lnTo>
                  <a:lnTo>
                    <a:pt x="19765" y="2622"/>
                  </a:lnTo>
                  <a:lnTo>
                    <a:pt x="19515" y="2354"/>
                  </a:lnTo>
                  <a:lnTo>
                    <a:pt x="18764" y="1908"/>
                  </a:lnTo>
                  <a:lnTo>
                    <a:pt x="17847" y="1595"/>
                  </a:lnTo>
                  <a:lnTo>
                    <a:pt x="16346" y="1227"/>
                  </a:lnTo>
                  <a:lnTo>
                    <a:pt x="15679" y="859"/>
                  </a:lnTo>
                  <a:lnTo>
                    <a:pt x="14344" y="513"/>
                  </a:lnTo>
                  <a:lnTo>
                    <a:pt x="12843" y="335"/>
                  </a:lnTo>
                  <a:lnTo>
                    <a:pt x="11592" y="89"/>
                  </a:lnTo>
                  <a:lnTo>
                    <a:pt x="9758" y="0"/>
                  </a:lnTo>
                  <a:lnTo>
                    <a:pt x="8256" y="0"/>
                  </a:lnTo>
                  <a:lnTo>
                    <a:pt x="7005" y="190"/>
                  </a:lnTo>
                  <a:lnTo>
                    <a:pt x="5087" y="435"/>
                  </a:lnTo>
                  <a:lnTo>
                    <a:pt x="4170" y="859"/>
                  </a:lnTo>
                  <a:lnTo>
                    <a:pt x="3086" y="1450"/>
                  </a:lnTo>
                  <a:lnTo>
                    <a:pt x="2335" y="2310"/>
                  </a:lnTo>
                  <a:lnTo>
                    <a:pt x="1251" y="3191"/>
                  </a:lnTo>
                  <a:lnTo>
                    <a:pt x="1084" y="4128"/>
                  </a:lnTo>
                  <a:lnTo>
                    <a:pt x="0" y="5155"/>
                  </a:lnTo>
                  <a:lnTo>
                    <a:pt x="0" y="9729"/>
                  </a:lnTo>
                  <a:lnTo>
                    <a:pt x="1084" y="10990"/>
                  </a:lnTo>
                  <a:lnTo>
                    <a:pt x="1084" y="12239"/>
                  </a:lnTo>
                  <a:lnTo>
                    <a:pt x="2002" y="13567"/>
                  </a:lnTo>
                  <a:lnTo>
                    <a:pt x="2752" y="14817"/>
                  </a:lnTo>
                  <a:lnTo>
                    <a:pt x="4170" y="16167"/>
                  </a:lnTo>
                  <a:lnTo>
                    <a:pt x="5087" y="17528"/>
                  </a:lnTo>
                  <a:lnTo>
                    <a:pt x="6588" y="18878"/>
                  </a:lnTo>
                  <a:lnTo>
                    <a:pt x="8256" y="20205"/>
                  </a:lnTo>
                  <a:lnTo>
                    <a:pt x="10508" y="21600"/>
                  </a:lnTo>
                  <a:lnTo>
                    <a:pt x="21600" y="20060"/>
                  </a:lnTo>
                </a:path>
              </a:pathLst>
            </a:custGeom>
            <a:solidFill>
              <a:srgbClr val="FF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14" name="Shape 20">
              <a:extLst>
                <a:ext uri="{FF2B5EF4-FFF2-40B4-BE49-F238E27FC236}">
                  <a16:creationId xmlns:a16="http://schemas.microsoft.com/office/drawing/2014/main" id="{3EFCF58F-099E-4671-A27C-76743BF18870}"/>
                </a:ext>
              </a:extLst>
            </p:cNvPr>
            <p:cNvSpPr/>
            <p:nvPr/>
          </p:nvSpPr>
          <p:spPr>
            <a:xfrm>
              <a:off x="515937" y="781050"/>
              <a:ext cx="271102" cy="250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049" y="0"/>
                  </a:moveTo>
                  <a:lnTo>
                    <a:pt x="6529" y="0"/>
                  </a:lnTo>
                  <a:lnTo>
                    <a:pt x="8111" y="124"/>
                  </a:lnTo>
                  <a:lnTo>
                    <a:pt x="9894" y="527"/>
                  </a:lnTo>
                  <a:lnTo>
                    <a:pt x="11792" y="1085"/>
                  </a:lnTo>
                  <a:lnTo>
                    <a:pt x="13892" y="1952"/>
                  </a:lnTo>
                  <a:lnTo>
                    <a:pt x="15675" y="2851"/>
                  </a:lnTo>
                  <a:lnTo>
                    <a:pt x="17516" y="4153"/>
                  </a:lnTo>
                  <a:lnTo>
                    <a:pt x="19098" y="5733"/>
                  </a:lnTo>
                  <a:lnTo>
                    <a:pt x="20306" y="7655"/>
                  </a:lnTo>
                  <a:lnTo>
                    <a:pt x="21140" y="10041"/>
                  </a:lnTo>
                  <a:lnTo>
                    <a:pt x="21600" y="12768"/>
                  </a:lnTo>
                  <a:lnTo>
                    <a:pt x="21514" y="15991"/>
                  </a:lnTo>
                  <a:lnTo>
                    <a:pt x="20881" y="19741"/>
                  </a:lnTo>
                  <a:lnTo>
                    <a:pt x="15560" y="21600"/>
                  </a:lnTo>
                  <a:lnTo>
                    <a:pt x="15560" y="21166"/>
                  </a:lnTo>
                  <a:lnTo>
                    <a:pt x="15675" y="20546"/>
                  </a:lnTo>
                  <a:lnTo>
                    <a:pt x="15934" y="19462"/>
                  </a:lnTo>
                  <a:lnTo>
                    <a:pt x="16308" y="18315"/>
                  </a:lnTo>
                  <a:lnTo>
                    <a:pt x="16452" y="16797"/>
                  </a:lnTo>
                  <a:lnTo>
                    <a:pt x="16682" y="15092"/>
                  </a:lnTo>
                  <a:lnTo>
                    <a:pt x="16682" y="11683"/>
                  </a:lnTo>
                  <a:lnTo>
                    <a:pt x="16308" y="10041"/>
                  </a:lnTo>
                  <a:lnTo>
                    <a:pt x="15675" y="8460"/>
                  </a:lnTo>
                  <a:lnTo>
                    <a:pt x="14841" y="6880"/>
                  </a:lnTo>
                  <a:lnTo>
                    <a:pt x="13633" y="5857"/>
                  </a:lnTo>
                  <a:lnTo>
                    <a:pt x="11936" y="4989"/>
                  </a:lnTo>
                  <a:lnTo>
                    <a:pt x="10153" y="4432"/>
                  </a:lnTo>
                  <a:lnTo>
                    <a:pt x="7622" y="4277"/>
                  </a:lnTo>
                  <a:lnTo>
                    <a:pt x="4688" y="4834"/>
                  </a:lnTo>
                  <a:lnTo>
                    <a:pt x="4487" y="4710"/>
                  </a:lnTo>
                  <a:lnTo>
                    <a:pt x="4228" y="4710"/>
                  </a:lnTo>
                  <a:lnTo>
                    <a:pt x="3739" y="4277"/>
                  </a:lnTo>
                  <a:lnTo>
                    <a:pt x="3365" y="4153"/>
                  </a:lnTo>
                  <a:lnTo>
                    <a:pt x="2790" y="3750"/>
                  </a:lnTo>
                  <a:lnTo>
                    <a:pt x="2157" y="3409"/>
                  </a:lnTo>
                  <a:lnTo>
                    <a:pt x="1582" y="3006"/>
                  </a:lnTo>
                  <a:lnTo>
                    <a:pt x="1064" y="2572"/>
                  </a:lnTo>
                  <a:lnTo>
                    <a:pt x="633" y="2107"/>
                  </a:lnTo>
                  <a:lnTo>
                    <a:pt x="230" y="1704"/>
                  </a:lnTo>
                  <a:lnTo>
                    <a:pt x="0" y="1147"/>
                  </a:lnTo>
                  <a:lnTo>
                    <a:pt x="115" y="930"/>
                  </a:lnTo>
                  <a:lnTo>
                    <a:pt x="230" y="527"/>
                  </a:lnTo>
                  <a:lnTo>
                    <a:pt x="863" y="403"/>
                  </a:lnTo>
                  <a:lnTo>
                    <a:pt x="1697" y="0"/>
                  </a:lnTo>
                  <a:lnTo>
                    <a:pt x="3049" y="0"/>
                  </a:lnTo>
                </a:path>
              </a:pathLst>
            </a:custGeom>
            <a:solidFill>
              <a:srgbClr val="FF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15" name="Shape 21">
              <a:extLst>
                <a:ext uri="{FF2B5EF4-FFF2-40B4-BE49-F238E27FC236}">
                  <a16:creationId xmlns:a16="http://schemas.microsoft.com/office/drawing/2014/main" id="{F376252E-50F6-4195-9B6A-CFA98831AED8}"/>
                </a:ext>
              </a:extLst>
            </p:cNvPr>
            <p:cNvSpPr/>
            <p:nvPr/>
          </p:nvSpPr>
          <p:spPr>
            <a:xfrm>
              <a:off x="46037" y="663575"/>
              <a:ext cx="736241" cy="6997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6" y="1810"/>
                  </a:moveTo>
                  <a:lnTo>
                    <a:pt x="137" y="2421"/>
                  </a:lnTo>
                  <a:lnTo>
                    <a:pt x="42" y="3298"/>
                  </a:lnTo>
                  <a:lnTo>
                    <a:pt x="0" y="4475"/>
                  </a:lnTo>
                  <a:lnTo>
                    <a:pt x="137" y="5830"/>
                  </a:lnTo>
                  <a:lnTo>
                    <a:pt x="274" y="7341"/>
                  </a:lnTo>
                  <a:lnTo>
                    <a:pt x="528" y="8984"/>
                  </a:lnTo>
                  <a:lnTo>
                    <a:pt x="876" y="10650"/>
                  </a:lnTo>
                  <a:lnTo>
                    <a:pt x="1372" y="12438"/>
                  </a:lnTo>
                  <a:lnTo>
                    <a:pt x="1900" y="14104"/>
                  </a:lnTo>
                  <a:lnTo>
                    <a:pt x="2555" y="15770"/>
                  </a:lnTo>
                  <a:lnTo>
                    <a:pt x="3326" y="17269"/>
                  </a:lnTo>
                  <a:lnTo>
                    <a:pt x="4212" y="18657"/>
                  </a:lnTo>
                  <a:lnTo>
                    <a:pt x="5215" y="19779"/>
                  </a:lnTo>
                  <a:lnTo>
                    <a:pt x="6324" y="20712"/>
                  </a:lnTo>
                  <a:lnTo>
                    <a:pt x="7559" y="21322"/>
                  </a:lnTo>
                  <a:lnTo>
                    <a:pt x="9026" y="21600"/>
                  </a:lnTo>
                  <a:lnTo>
                    <a:pt x="10399" y="21544"/>
                  </a:lnTo>
                  <a:lnTo>
                    <a:pt x="11771" y="21345"/>
                  </a:lnTo>
                  <a:lnTo>
                    <a:pt x="13049" y="20978"/>
                  </a:lnTo>
                  <a:lnTo>
                    <a:pt x="14284" y="20467"/>
                  </a:lnTo>
                  <a:lnTo>
                    <a:pt x="15424" y="19834"/>
                  </a:lnTo>
                  <a:lnTo>
                    <a:pt x="16543" y="19068"/>
                  </a:lnTo>
                  <a:lnTo>
                    <a:pt x="17514" y="18191"/>
                  </a:lnTo>
                  <a:lnTo>
                    <a:pt x="18454" y="17269"/>
                  </a:lnTo>
                  <a:lnTo>
                    <a:pt x="19246" y="16236"/>
                  </a:lnTo>
                  <a:lnTo>
                    <a:pt x="19943" y="15181"/>
                  </a:lnTo>
                  <a:lnTo>
                    <a:pt x="20481" y="14059"/>
                  </a:lnTo>
                  <a:lnTo>
                    <a:pt x="21009" y="12982"/>
                  </a:lnTo>
                  <a:lnTo>
                    <a:pt x="21273" y="11827"/>
                  </a:lnTo>
                  <a:lnTo>
                    <a:pt x="21547" y="10750"/>
                  </a:lnTo>
                  <a:lnTo>
                    <a:pt x="21600" y="9717"/>
                  </a:lnTo>
                  <a:lnTo>
                    <a:pt x="21547" y="8740"/>
                  </a:lnTo>
                  <a:lnTo>
                    <a:pt x="21452" y="8329"/>
                  </a:lnTo>
                  <a:lnTo>
                    <a:pt x="21357" y="8007"/>
                  </a:lnTo>
                  <a:lnTo>
                    <a:pt x="21220" y="7685"/>
                  </a:lnTo>
                  <a:lnTo>
                    <a:pt x="21157" y="7496"/>
                  </a:lnTo>
                  <a:lnTo>
                    <a:pt x="20967" y="7219"/>
                  </a:lnTo>
                  <a:lnTo>
                    <a:pt x="20829" y="7074"/>
                  </a:lnTo>
                  <a:lnTo>
                    <a:pt x="20660" y="6974"/>
                  </a:lnTo>
                  <a:lnTo>
                    <a:pt x="20333" y="6974"/>
                  </a:lnTo>
                  <a:lnTo>
                    <a:pt x="20217" y="7130"/>
                  </a:lnTo>
                  <a:lnTo>
                    <a:pt x="20080" y="7296"/>
                  </a:lnTo>
                  <a:lnTo>
                    <a:pt x="19943" y="7641"/>
                  </a:lnTo>
                  <a:lnTo>
                    <a:pt x="19869" y="7963"/>
                  </a:lnTo>
                  <a:lnTo>
                    <a:pt x="19826" y="8473"/>
                  </a:lnTo>
                  <a:lnTo>
                    <a:pt x="19774" y="9040"/>
                  </a:lnTo>
                  <a:lnTo>
                    <a:pt x="19826" y="9717"/>
                  </a:lnTo>
                  <a:lnTo>
                    <a:pt x="19731" y="10428"/>
                  </a:lnTo>
                  <a:lnTo>
                    <a:pt x="19499" y="11216"/>
                  </a:lnTo>
                  <a:lnTo>
                    <a:pt x="19193" y="12049"/>
                  </a:lnTo>
                  <a:lnTo>
                    <a:pt x="18802" y="12904"/>
                  </a:lnTo>
                  <a:lnTo>
                    <a:pt x="18264" y="13693"/>
                  </a:lnTo>
                  <a:lnTo>
                    <a:pt x="17609" y="14526"/>
                  </a:lnTo>
                  <a:lnTo>
                    <a:pt x="16934" y="15359"/>
                  </a:lnTo>
                  <a:lnTo>
                    <a:pt x="16195" y="16114"/>
                  </a:lnTo>
                  <a:lnTo>
                    <a:pt x="15403" y="16758"/>
                  </a:lnTo>
                  <a:lnTo>
                    <a:pt x="14516" y="17402"/>
                  </a:lnTo>
                  <a:lnTo>
                    <a:pt x="13587" y="17924"/>
                  </a:lnTo>
                  <a:lnTo>
                    <a:pt x="12700" y="18379"/>
                  </a:lnTo>
                  <a:lnTo>
                    <a:pt x="11771" y="18757"/>
                  </a:lnTo>
                  <a:lnTo>
                    <a:pt x="10832" y="19001"/>
                  </a:lnTo>
                  <a:lnTo>
                    <a:pt x="9913" y="19068"/>
                  </a:lnTo>
                  <a:lnTo>
                    <a:pt x="9026" y="19068"/>
                  </a:lnTo>
                  <a:lnTo>
                    <a:pt x="8097" y="18757"/>
                  </a:lnTo>
                  <a:lnTo>
                    <a:pt x="7358" y="18091"/>
                  </a:lnTo>
                  <a:lnTo>
                    <a:pt x="6535" y="17224"/>
                  </a:lnTo>
                  <a:lnTo>
                    <a:pt x="5933" y="16114"/>
                  </a:lnTo>
                  <a:lnTo>
                    <a:pt x="5300" y="14770"/>
                  </a:lnTo>
                  <a:lnTo>
                    <a:pt x="4772" y="13326"/>
                  </a:lnTo>
                  <a:lnTo>
                    <a:pt x="4307" y="11783"/>
                  </a:lnTo>
                  <a:lnTo>
                    <a:pt x="3927" y="10239"/>
                  </a:lnTo>
                  <a:lnTo>
                    <a:pt x="3537" y="8718"/>
                  </a:lnTo>
                  <a:lnTo>
                    <a:pt x="3230" y="7219"/>
                  </a:lnTo>
                  <a:lnTo>
                    <a:pt x="2956" y="5775"/>
                  </a:lnTo>
                  <a:lnTo>
                    <a:pt x="2787" y="4553"/>
                  </a:lnTo>
                  <a:lnTo>
                    <a:pt x="2608" y="3498"/>
                  </a:lnTo>
                  <a:lnTo>
                    <a:pt x="2555" y="2688"/>
                  </a:lnTo>
                  <a:lnTo>
                    <a:pt x="2491" y="2177"/>
                  </a:lnTo>
                  <a:lnTo>
                    <a:pt x="2491" y="1810"/>
                  </a:lnTo>
                  <a:lnTo>
                    <a:pt x="2396" y="1588"/>
                  </a:lnTo>
                  <a:lnTo>
                    <a:pt x="2344" y="1388"/>
                  </a:lnTo>
                  <a:lnTo>
                    <a:pt x="2301" y="1122"/>
                  </a:lnTo>
                  <a:lnTo>
                    <a:pt x="2249" y="833"/>
                  </a:lnTo>
                  <a:lnTo>
                    <a:pt x="2111" y="611"/>
                  </a:lnTo>
                  <a:lnTo>
                    <a:pt x="2048" y="366"/>
                  </a:lnTo>
                  <a:lnTo>
                    <a:pt x="1858" y="189"/>
                  </a:lnTo>
                  <a:lnTo>
                    <a:pt x="1721" y="44"/>
                  </a:lnTo>
                  <a:lnTo>
                    <a:pt x="1552" y="0"/>
                  </a:lnTo>
                  <a:lnTo>
                    <a:pt x="1372" y="89"/>
                  </a:lnTo>
                  <a:lnTo>
                    <a:pt x="1109" y="267"/>
                  </a:lnTo>
                  <a:lnTo>
                    <a:pt x="876" y="611"/>
                  </a:lnTo>
                  <a:lnTo>
                    <a:pt x="581" y="1122"/>
                  </a:lnTo>
                  <a:lnTo>
                    <a:pt x="296" y="1810"/>
                  </a:lnTo>
                </a:path>
              </a:pathLst>
            </a:custGeom>
            <a:solidFill>
              <a:srgbClr val="FF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16" name="Shape 22">
              <a:extLst>
                <a:ext uri="{FF2B5EF4-FFF2-40B4-BE49-F238E27FC236}">
                  <a16:creationId xmlns:a16="http://schemas.microsoft.com/office/drawing/2014/main" id="{BEDCF173-7741-47EA-AD72-FBD2AD340953}"/>
                </a:ext>
              </a:extLst>
            </p:cNvPr>
            <p:cNvSpPr/>
            <p:nvPr/>
          </p:nvSpPr>
          <p:spPr>
            <a:xfrm>
              <a:off x="0" y="768350"/>
              <a:ext cx="185379" cy="88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556" y="0"/>
                  </a:moveTo>
                  <a:lnTo>
                    <a:pt x="18801" y="0"/>
                  </a:lnTo>
                  <a:lnTo>
                    <a:pt x="17506" y="348"/>
                  </a:lnTo>
                  <a:lnTo>
                    <a:pt x="15960" y="348"/>
                  </a:lnTo>
                  <a:lnTo>
                    <a:pt x="14581" y="1132"/>
                  </a:lnTo>
                  <a:lnTo>
                    <a:pt x="12826" y="1481"/>
                  </a:lnTo>
                  <a:lnTo>
                    <a:pt x="11239" y="2265"/>
                  </a:lnTo>
                  <a:lnTo>
                    <a:pt x="9108" y="2874"/>
                  </a:lnTo>
                  <a:lnTo>
                    <a:pt x="7562" y="3223"/>
                  </a:lnTo>
                  <a:lnTo>
                    <a:pt x="5807" y="4355"/>
                  </a:lnTo>
                  <a:lnTo>
                    <a:pt x="4429" y="5139"/>
                  </a:lnTo>
                  <a:lnTo>
                    <a:pt x="2841" y="5923"/>
                  </a:lnTo>
                  <a:lnTo>
                    <a:pt x="1922" y="6881"/>
                  </a:lnTo>
                  <a:lnTo>
                    <a:pt x="1253" y="7665"/>
                  </a:lnTo>
                  <a:lnTo>
                    <a:pt x="919" y="8797"/>
                  </a:lnTo>
                  <a:lnTo>
                    <a:pt x="334" y="10539"/>
                  </a:lnTo>
                  <a:lnTo>
                    <a:pt x="167" y="13239"/>
                  </a:lnTo>
                  <a:lnTo>
                    <a:pt x="0" y="14981"/>
                  </a:lnTo>
                  <a:lnTo>
                    <a:pt x="167" y="17332"/>
                  </a:lnTo>
                  <a:lnTo>
                    <a:pt x="167" y="18639"/>
                  </a:lnTo>
                  <a:lnTo>
                    <a:pt x="543" y="20555"/>
                  </a:lnTo>
                  <a:lnTo>
                    <a:pt x="1086" y="21165"/>
                  </a:lnTo>
                  <a:lnTo>
                    <a:pt x="1922" y="21600"/>
                  </a:lnTo>
                  <a:lnTo>
                    <a:pt x="2298" y="21600"/>
                  </a:lnTo>
                  <a:lnTo>
                    <a:pt x="3008" y="21165"/>
                  </a:lnTo>
                  <a:lnTo>
                    <a:pt x="4053" y="20990"/>
                  </a:lnTo>
                  <a:lnTo>
                    <a:pt x="5431" y="20206"/>
                  </a:lnTo>
                  <a:lnTo>
                    <a:pt x="6977" y="19074"/>
                  </a:lnTo>
                  <a:lnTo>
                    <a:pt x="10152" y="17506"/>
                  </a:lnTo>
                  <a:lnTo>
                    <a:pt x="12074" y="16548"/>
                  </a:lnTo>
                  <a:lnTo>
                    <a:pt x="13620" y="15416"/>
                  </a:lnTo>
                  <a:lnTo>
                    <a:pt x="15291" y="14197"/>
                  </a:lnTo>
                  <a:lnTo>
                    <a:pt x="16879" y="13239"/>
                  </a:lnTo>
                  <a:lnTo>
                    <a:pt x="18258" y="12106"/>
                  </a:lnTo>
                  <a:lnTo>
                    <a:pt x="19260" y="10974"/>
                  </a:lnTo>
                  <a:lnTo>
                    <a:pt x="20388" y="10190"/>
                  </a:lnTo>
                  <a:lnTo>
                    <a:pt x="21015" y="9581"/>
                  </a:lnTo>
                  <a:lnTo>
                    <a:pt x="21600" y="8797"/>
                  </a:lnTo>
                  <a:lnTo>
                    <a:pt x="21600" y="5923"/>
                  </a:lnTo>
                  <a:lnTo>
                    <a:pt x="21391" y="4355"/>
                  </a:lnTo>
                  <a:lnTo>
                    <a:pt x="21224" y="3223"/>
                  </a:lnTo>
                  <a:lnTo>
                    <a:pt x="20764" y="697"/>
                  </a:lnTo>
                  <a:lnTo>
                    <a:pt x="20556" y="0"/>
                  </a:lnTo>
                </a:path>
              </a:pathLst>
            </a:custGeom>
            <a:solidFill>
              <a:srgbClr val="FF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17" name="Shape 23">
              <a:extLst>
                <a:ext uri="{FF2B5EF4-FFF2-40B4-BE49-F238E27FC236}">
                  <a16:creationId xmlns:a16="http://schemas.microsoft.com/office/drawing/2014/main" id="{B27262E0-540F-4018-8530-91854B593B72}"/>
                </a:ext>
              </a:extLst>
            </p:cNvPr>
            <p:cNvSpPr/>
            <p:nvPr/>
          </p:nvSpPr>
          <p:spPr>
            <a:xfrm>
              <a:off x="223837" y="330199"/>
              <a:ext cx="352066" cy="4965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070" y="14968"/>
                  </a:moveTo>
                  <a:lnTo>
                    <a:pt x="3556" y="14906"/>
                  </a:lnTo>
                  <a:lnTo>
                    <a:pt x="4086" y="14859"/>
                  </a:lnTo>
                  <a:lnTo>
                    <a:pt x="5124" y="14859"/>
                  </a:lnTo>
                  <a:lnTo>
                    <a:pt x="5499" y="14796"/>
                  </a:lnTo>
                  <a:lnTo>
                    <a:pt x="6052" y="14796"/>
                  </a:lnTo>
                  <a:lnTo>
                    <a:pt x="6449" y="14718"/>
                  </a:lnTo>
                  <a:lnTo>
                    <a:pt x="6869" y="14718"/>
                  </a:lnTo>
                  <a:lnTo>
                    <a:pt x="7421" y="14515"/>
                  </a:lnTo>
                  <a:lnTo>
                    <a:pt x="7796" y="14202"/>
                  </a:lnTo>
                  <a:lnTo>
                    <a:pt x="7796" y="13999"/>
                  </a:lnTo>
                  <a:lnTo>
                    <a:pt x="7907" y="13717"/>
                  </a:lnTo>
                  <a:lnTo>
                    <a:pt x="7796" y="13404"/>
                  </a:lnTo>
                  <a:lnTo>
                    <a:pt x="7708" y="13060"/>
                  </a:lnTo>
                  <a:lnTo>
                    <a:pt x="7421" y="12622"/>
                  </a:lnTo>
                  <a:lnTo>
                    <a:pt x="7178" y="12341"/>
                  </a:lnTo>
                  <a:lnTo>
                    <a:pt x="6582" y="12028"/>
                  </a:lnTo>
                  <a:lnTo>
                    <a:pt x="6250" y="11887"/>
                  </a:lnTo>
                  <a:lnTo>
                    <a:pt x="5654" y="11606"/>
                  </a:lnTo>
                  <a:lnTo>
                    <a:pt x="5212" y="11433"/>
                  </a:lnTo>
                  <a:lnTo>
                    <a:pt x="4638" y="11308"/>
                  </a:lnTo>
                  <a:lnTo>
                    <a:pt x="4086" y="11168"/>
                  </a:lnTo>
                  <a:lnTo>
                    <a:pt x="3556" y="11027"/>
                  </a:lnTo>
                  <a:lnTo>
                    <a:pt x="3070" y="10917"/>
                  </a:lnTo>
                  <a:lnTo>
                    <a:pt x="2540" y="10714"/>
                  </a:lnTo>
                  <a:lnTo>
                    <a:pt x="2231" y="10651"/>
                  </a:lnTo>
                  <a:lnTo>
                    <a:pt x="1789" y="10511"/>
                  </a:lnTo>
                  <a:lnTo>
                    <a:pt x="1612" y="10370"/>
                  </a:lnTo>
                  <a:lnTo>
                    <a:pt x="1413" y="10260"/>
                  </a:lnTo>
                  <a:lnTo>
                    <a:pt x="1413" y="9854"/>
                  </a:lnTo>
                  <a:lnTo>
                    <a:pt x="1502" y="9400"/>
                  </a:lnTo>
                  <a:lnTo>
                    <a:pt x="1701" y="8884"/>
                  </a:lnTo>
                  <a:lnTo>
                    <a:pt x="1944" y="8290"/>
                  </a:lnTo>
                  <a:lnTo>
                    <a:pt x="2231" y="7492"/>
                  </a:lnTo>
                  <a:lnTo>
                    <a:pt x="2783" y="6772"/>
                  </a:lnTo>
                  <a:lnTo>
                    <a:pt x="3158" y="5912"/>
                  </a:lnTo>
                  <a:lnTo>
                    <a:pt x="3710" y="5036"/>
                  </a:lnTo>
                  <a:lnTo>
                    <a:pt x="4196" y="4207"/>
                  </a:lnTo>
                  <a:lnTo>
                    <a:pt x="4837" y="3410"/>
                  </a:lnTo>
                  <a:lnTo>
                    <a:pt x="5499" y="2628"/>
                  </a:lnTo>
                  <a:lnTo>
                    <a:pt x="6140" y="1893"/>
                  </a:lnTo>
                  <a:lnTo>
                    <a:pt x="6780" y="1314"/>
                  </a:lnTo>
                  <a:lnTo>
                    <a:pt x="7421" y="860"/>
                  </a:lnTo>
                  <a:lnTo>
                    <a:pt x="8106" y="516"/>
                  </a:lnTo>
                  <a:lnTo>
                    <a:pt x="8834" y="375"/>
                  </a:lnTo>
                  <a:lnTo>
                    <a:pt x="9475" y="203"/>
                  </a:lnTo>
                  <a:lnTo>
                    <a:pt x="10292" y="125"/>
                  </a:lnTo>
                  <a:lnTo>
                    <a:pt x="11109" y="0"/>
                  </a:lnTo>
                  <a:lnTo>
                    <a:pt x="13053" y="0"/>
                  </a:lnTo>
                  <a:lnTo>
                    <a:pt x="14091" y="125"/>
                  </a:lnTo>
                  <a:lnTo>
                    <a:pt x="15018" y="203"/>
                  </a:lnTo>
                  <a:lnTo>
                    <a:pt x="16145" y="516"/>
                  </a:lnTo>
                  <a:lnTo>
                    <a:pt x="16962" y="782"/>
                  </a:lnTo>
                  <a:lnTo>
                    <a:pt x="17890" y="1173"/>
                  </a:lnTo>
                  <a:lnTo>
                    <a:pt x="18729" y="1689"/>
                  </a:lnTo>
                  <a:lnTo>
                    <a:pt x="19568" y="2346"/>
                  </a:lnTo>
                  <a:lnTo>
                    <a:pt x="20253" y="3066"/>
                  </a:lnTo>
                  <a:lnTo>
                    <a:pt x="20783" y="4067"/>
                  </a:lnTo>
                  <a:lnTo>
                    <a:pt x="21269" y="5036"/>
                  </a:lnTo>
                  <a:lnTo>
                    <a:pt x="21600" y="6350"/>
                  </a:lnTo>
                  <a:lnTo>
                    <a:pt x="21600" y="6428"/>
                  </a:lnTo>
                  <a:lnTo>
                    <a:pt x="21423" y="6569"/>
                  </a:lnTo>
                  <a:lnTo>
                    <a:pt x="21269" y="6772"/>
                  </a:lnTo>
                  <a:lnTo>
                    <a:pt x="21070" y="6976"/>
                  </a:lnTo>
                  <a:lnTo>
                    <a:pt x="20672" y="7007"/>
                  </a:lnTo>
                  <a:lnTo>
                    <a:pt x="20341" y="7007"/>
                  </a:lnTo>
                  <a:lnTo>
                    <a:pt x="20054" y="6835"/>
                  </a:lnTo>
                  <a:lnTo>
                    <a:pt x="19745" y="6772"/>
                  </a:lnTo>
                  <a:lnTo>
                    <a:pt x="19502" y="6491"/>
                  </a:lnTo>
                  <a:lnTo>
                    <a:pt x="19215" y="6256"/>
                  </a:lnTo>
                  <a:lnTo>
                    <a:pt x="18729" y="5834"/>
                  </a:lnTo>
                  <a:lnTo>
                    <a:pt x="18375" y="5459"/>
                  </a:lnTo>
                  <a:lnTo>
                    <a:pt x="17801" y="4974"/>
                  </a:lnTo>
                  <a:lnTo>
                    <a:pt x="17448" y="4598"/>
                  </a:lnTo>
                  <a:lnTo>
                    <a:pt x="16763" y="4145"/>
                  </a:lnTo>
                  <a:lnTo>
                    <a:pt x="16233" y="3723"/>
                  </a:lnTo>
                  <a:lnTo>
                    <a:pt x="15703" y="3285"/>
                  </a:lnTo>
                  <a:lnTo>
                    <a:pt x="15018" y="2972"/>
                  </a:lnTo>
                  <a:lnTo>
                    <a:pt x="14378" y="2549"/>
                  </a:lnTo>
                  <a:lnTo>
                    <a:pt x="13737" y="2315"/>
                  </a:lnTo>
                  <a:lnTo>
                    <a:pt x="13053" y="2033"/>
                  </a:lnTo>
                  <a:lnTo>
                    <a:pt x="12324" y="1893"/>
                  </a:lnTo>
                  <a:lnTo>
                    <a:pt x="11683" y="1830"/>
                  </a:lnTo>
                  <a:lnTo>
                    <a:pt x="10955" y="1893"/>
                  </a:lnTo>
                  <a:lnTo>
                    <a:pt x="10292" y="1971"/>
                  </a:lnTo>
                  <a:lnTo>
                    <a:pt x="9674" y="2315"/>
                  </a:lnTo>
                  <a:lnTo>
                    <a:pt x="8923" y="2549"/>
                  </a:lnTo>
                  <a:lnTo>
                    <a:pt x="8304" y="3003"/>
                  </a:lnTo>
                  <a:lnTo>
                    <a:pt x="7620" y="3488"/>
                  </a:lnTo>
                  <a:lnTo>
                    <a:pt x="7067" y="4004"/>
                  </a:lnTo>
                  <a:lnTo>
                    <a:pt x="6449" y="4520"/>
                  </a:lnTo>
                  <a:lnTo>
                    <a:pt x="5941" y="5115"/>
                  </a:lnTo>
                  <a:lnTo>
                    <a:pt x="5499" y="5693"/>
                  </a:lnTo>
                  <a:lnTo>
                    <a:pt x="5124" y="6288"/>
                  </a:lnTo>
                  <a:lnTo>
                    <a:pt x="4726" y="6835"/>
                  </a:lnTo>
                  <a:lnTo>
                    <a:pt x="4395" y="7351"/>
                  </a:lnTo>
                  <a:lnTo>
                    <a:pt x="4086" y="7883"/>
                  </a:lnTo>
                  <a:lnTo>
                    <a:pt x="3887" y="8321"/>
                  </a:lnTo>
                  <a:lnTo>
                    <a:pt x="3799" y="8743"/>
                  </a:lnTo>
                  <a:lnTo>
                    <a:pt x="3799" y="9119"/>
                  </a:lnTo>
                  <a:lnTo>
                    <a:pt x="3887" y="9338"/>
                  </a:lnTo>
                  <a:lnTo>
                    <a:pt x="4086" y="9603"/>
                  </a:lnTo>
                  <a:lnTo>
                    <a:pt x="4196" y="9635"/>
                  </a:lnTo>
                  <a:lnTo>
                    <a:pt x="4572" y="9713"/>
                  </a:lnTo>
                  <a:lnTo>
                    <a:pt x="4925" y="9916"/>
                  </a:lnTo>
                  <a:lnTo>
                    <a:pt x="5411" y="10057"/>
                  </a:lnTo>
                  <a:lnTo>
                    <a:pt x="5764" y="10198"/>
                  </a:lnTo>
                  <a:lnTo>
                    <a:pt x="6339" y="10292"/>
                  </a:lnTo>
                  <a:lnTo>
                    <a:pt x="6869" y="10511"/>
                  </a:lnTo>
                  <a:lnTo>
                    <a:pt x="7421" y="10714"/>
                  </a:lnTo>
                  <a:lnTo>
                    <a:pt x="7796" y="10917"/>
                  </a:lnTo>
                  <a:lnTo>
                    <a:pt x="8304" y="11089"/>
                  </a:lnTo>
                  <a:lnTo>
                    <a:pt x="8724" y="11308"/>
                  </a:lnTo>
                  <a:lnTo>
                    <a:pt x="9121" y="11606"/>
                  </a:lnTo>
                  <a:lnTo>
                    <a:pt x="9364" y="11824"/>
                  </a:lnTo>
                  <a:lnTo>
                    <a:pt x="9674" y="12028"/>
                  </a:lnTo>
                  <a:lnTo>
                    <a:pt x="9850" y="12341"/>
                  </a:lnTo>
                  <a:lnTo>
                    <a:pt x="9961" y="12622"/>
                  </a:lnTo>
                  <a:lnTo>
                    <a:pt x="9850" y="12888"/>
                  </a:lnTo>
                  <a:lnTo>
                    <a:pt x="9850" y="14796"/>
                  </a:lnTo>
                  <a:lnTo>
                    <a:pt x="9563" y="15172"/>
                  </a:lnTo>
                  <a:lnTo>
                    <a:pt x="9364" y="15516"/>
                  </a:lnTo>
                  <a:lnTo>
                    <a:pt x="9033" y="15766"/>
                  </a:lnTo>
                  <a:lnTo>
                    <a:pt x="8547" y="15907"/>
                  </a:lnTo>
                  <a:lnTo>
                    <a:pt x="4837" y="15907"/>
                  </a:lnTo>
                  <a:lnTo>
                    <a:pt x="4086" y="15969"/>
                  </a:lnTo>
                  <a:lnTo>
                    <a:pt x="3556" y="16032"/>
                  </a:lnTo>
                  <a:lnTo>
                    <a:pt x="3070" y="16251"/>
                  </a:lnTo>
                  <a:lnTo>
                    <a:pt x="2628" y="16345"/>
                  </a:lnTo>
                  <a:lnTo>
                    <a:pt x="2540" y="16564"/>
                  </a:lnTo>
                  <a:lnTo>
                    <a:pt x="2429" y="16767"/>
                  </a:lnTo>
                  <a:lnTo>
                    <a:pt x="2540" y="17080"/>
                  </a:lnTo>
                  <a:lnTo>
                    <a:pt x="2540" y="17361"/>
                  </a:lnTo>
                  <a:lnTo>
                    <a:pt x="2717" y="17596"/>
                  </a:lnTo>
                  <a:lnTo>
                    <a:pt x="2783" y="17940"/>
                  </a:lnTo>
                  <a:lnTo>
                    <a:pt x="2871" y="18253"/>
                  </a:lnTo>
                  <a:lnTo>
                    <a:pt x="2960" y="18394"/>
                  </a:lnTo>
                  <a:lnTo>
                    <a:pt x="3269" y="18534"/>
                  </a:lnTo>
                  <a:lnTo>
                    <a:pt x="3644" y="18675"/>
                  </a:lnTo>
                  <a:lnTo>
                    <a:pt x="4395" y="18878"/>
                  </a:lnTo>
                  <a:lnTo>
                    <a:pt x="5013" y="18972"/>
                  </a:lnTo>
                  <a:lnTo>
                    <a:pt x="5853" y="19113"/>
                  </a:lnTo>
                  <a:lnTo>
                    <a:pt x="6780" y="19254"/>
                  </a:lnTo>
                  <a:lnTo>
                    <a:pt x="7796" y="19457"/>
                  </a:lnTo>
                  <a:lnTo>
                    <a:pt x="11595" y="19457"/>
                  </a:lnTo>
                  <a:lnTo>
                    <a:pt x="12324" y="19332"/>
                  </a:lnTo>
                  <a:lnTo>
                    <a:pt x="13163" y="19191"/>
                  </a:lnTo>
                  <a:lnTo>
                    <a:pt x="13737" y="18972"/>
                  </a:lnTo>
                  <a:lnTo>
                    <a:pt x="14290" y="18738"/>
                  </a:lnTo>
                  <a:lnTo>
                    <a:pt x="14665" y="18394"/>
                  </a:lnTo>
                  <a:lnTo>
                    <a:pt x="15018" y="18081"/>
                  </a:lnTo>
                  <a:lnTo>
                    <a:pt x="15306" y="17799"/>
                  </a:lnTo>
                  <a:lnTo>
                    <a:pt x="15791" y="17486"/>
                  </a:lnTo>
                  <a:lnTo>
                    <a:pt x="16034" y="17221"/>
                  </a:lnTo>
                  <a:lnTo>
                    <a:pt x="16432" y="16908"/>
                  </a:lnTo>
                  <a:lnTo>
                    <a:pt x="16719" y="16626"/>
                  </a:lnTo>
                  <a:lnTo>
                    <a:pt x="16962" y="16423"/>
                  </a:lnTo>
                  <a:lnTo>
                    <a:pt x="17558" y="15969"/>
                  </a:lnTo>
                  <a:lnTo>
                    <a:pt x="18000" y="15625"/>
                  </a:lnTo>
                  <a:lnTo>
                    <a:pt x="18375" y="15453"/>
                  </a:lnTo>
                  <a:lnTo>
                    <a:pt x="18729" y="15375"/>
                  </a:lnTo>
                  <a:lnTo>
                    <a:pt x="19016" y="15375"/>
                  </a:lnTo>
                  <a:lnTo>
                    <a:pt x="19502" y="15563"/>
                  </a:lnTo>
                  <a:lnTo>
                    <a:pt x="19745" y="15829"/>
                  </a:lnTo>
                  <a:lnTo>
                    <a:pt x="20054" y="16173"/>
                  </a:lnTo>
                  <a:lnTo>
                    <a:pt x="20253" y="16485"/>
                  </a:lnTo>
                  <a:lnTo>
                    <a:pt x="20253" y="16908"/>
                  </a:lnTo>
                  <a:lnTo>
                    <a:pt x="20054" y="17221"/>
                  </a:lnTo>
                  <a:lnTo>
                    <a:pt x="19656" y="17596"/>
                  </a:lnTo>
                  <a:lnTo>
                    <a:pt x="19215" y="17737"/>
                  </a:lnTo>
                  <a:lnTo>
                    <a:pt x="18817" y="18018"/>
                  </a:lnTo>
                  <a:lnTo>
                    <a:pt x="18375" y="18253"/>
                  </a:lnTo>
                  <a:lnTo>
                    <a:pt x="17801" y="18597"/>
                  </a:lnTo>
                  <a:lnTo>
                    <a:pt x="17161" y="18878"/>
                  </a:lnTo>
                  <a:lnTo>
                    <a:pt x="16520" y="19254"/>
                  </a:lnTo>
                  <a:lnTo>
                    <a:pt x="15836" y="19535"/>
                  </a:lnTo>
                  <a:lnTo>
                    <a:pt x="15107" y="19911"/>
                  </a:lnTo>
                  <a:lnTo>
                    <a:pt x="14290" y="20224"/>
                  </a:lnTo>
                  <a:lnTo>
                    <a:pt x="13539" y="20505"/>
                  </a:lnTo>
                  <a:lnTo>
                    <a:pt x="12721" y="20771"/>
                  </a:lnTo>
                  <a:lnTo>
                    <a:pt x="11993" y="21021"/>
                  </a:lnTo>
                  <a:lnTo>
                    <a:pt x="11109" y="21225"/>
                  </a:lnTo>
                  <a:lnTo>
                    <a:pt x="10292" y="21428"/>
                  </a:lnTo>
                  <a:lnTo>
                    <a:pt x="9563" y="21537"/>
                  </a:lnTo>
                  <a:lnTo>
                    <a:pt x="8834" y="21600"/>
                  </a:lnTo>
                  <a:lnTo>
                    <a:pt x="7995" y="21537"/>
                  </a:lnTo>
                  <a:lnTo>
                    <a:pt x="7266" y="21506"/>
                  </a:lnTo>
                  <a:lnTo>
                    <a:pt x="6449" y="21365"/>
                  </a:lnTo>
                  <a:lnTo>
                    <a:pt x="5654" y="21225"/>
                  </a:lnTo>
                  <a:lnTo>
                    <a:pt x="4837" y="21021"/>
                  </a:lnTo>
                  <a:lnTo>
                    <a:pt x="4086" y="20881"/>
                  </a:lnTo>
                  <a:lnTo>
                    <a:pt x="3357" y="20646"/>
                  </a:lnTo>
                  <a:lnTo>
                    <a:pt x="2783" y="20427"/>
                  </a:lnTo>
                  <a:lnTo>
                    <a:pt x="2032" y="20192"/>
                  </a:lnTo>
                  <a:lnTo>
                    <a:pt x="1502" y="19848"/>
                  </a:lnTo>
                  <a:lnTo>
                    <a:pt x="1016" y="19535"/>
                  </a:lnTo>
                  <a:lnTo>
                    <a:pt x="663" y="19254"/>
                  </a:lnTo>
                  <a:lnTo>
                    <a:pt x="287" y="18878"/>
                  </a:lnTo>
                  <a:lnTo>
                    <a:pt x="88" y="18534"/>
                  </a:lnTo>
                  <a:lnTo>
                    <a:pt x="0" y="18222"/>
                  </a:lnTo>
                  <a:lnTo>
                    <a:pt x="0" y="17486"/>
                  </a:lnTo>
                  <a:lnTo>
                    <a:pt x="177" y="17142"/>
                  </a:lnTo>
                  <a:lnTo>
                    <a:pt x="375" y="16908"/>
                  </a:lnTo>
                  <a:lnTo>
                    <a:pt x="574" y="16564"/>
                  </a:lnTo>
                  <a:lnTo>
                    <a:pt x="1104" y="16110"/>
                  </a:lnTo>
                  <a:lnTo>
                    <a:pt x="2142" y="15375"/>
                  </a:lnTo>
                  <a:lnTo>
                    <a:pt x="2540" y="15109"/>
                  </a:lnTo>
                  <a:lnTo>
                    <a:pt x="2871" y="14968"/>
                  </a:lnTo>
                  <a:lnTo>
                    <a:pt x="3070" y="14968"/>
                  </a:lnTo>
                </a:path>
              </a:pathLst>
            </a:custGeom>
            <a:solidFill>
              <a:srgbClr val="FF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18" name="Shape 24">
              <a:extLst>
                <a:ext uri="{FF2B5EF4-FFF2-40B4-BE49-F238E27FC236}">
                  <a16:creationId xmlns:a16="http://schemas.microsoft.com/office/drawing/2014/main" id="{B0511EE7-54CE-479D-8BE9-12F37A6518A3}"/>
                </a:ext>
              </a:extLst>
            </p:cNvPr>
            <p:cNvSpPr/>
            <p:nvPr/>
          </p:nvSpPr>
          <p:spPr>
            <a:xfrm>
              <a:off x="323850" y="863600"/>
              <a:ext cx="372704" cy="4012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55" y="0"/>
                  </a:moveTo>
                  <a:lnTo>
                    <a:pt x="19600" y="155"/>
                  </a:lnTo>
                  <a:lnTo>
                    <a:pt x="20204" y="542"/>
                  </a:lnTo>
                  <a:lnTo>
                    <a:pt x="20475" y="968"/>
                  </a:lnTo>
                  <a:lnTo>
                    <a:pt x="20704" y="1452"/>
                  </a:lnTo>
                  <a:lnTo>
                    <a:pt x="20892" y="1916"/>
                  </a:lnTo>
                  <a:lnTo>
                    <a:pt x="21183" y="2516"/>
                  </a:lnTo>
                  <a:lnTo>
                    <a:pt x="21350" y="3077"/>
                  </a:lnTo>
                  <a:lnTo>
                    <a:pt x="21454" y="3716"/>
                  </a:lnTo>
                  <a:lnTo>
                    <a:pt x="21496" y="4452"/>
                  </a:lnTo>
                  <a:lnTo>
                    <a:pt x="21600" y="5206"/>
                  </a:lnTo>
                  <a:lnTo>
                    <a:pt x="21454" y="5942"/>
                  </a:lnTo>
                  <a:lnTo>
                    <a:pt x="21350" y="6832"/>
                  </a:lnTo>
                  <a:lnTo>
                    <a:pt x="21183" y="7568"/>
                  </a:lnTo>
                  <a:lnTo>
                    <a:pt x="20996" y="8458"/>
                  </a:lnTo>
                  <a:lnTo>
                    <a:pt x="20538" y="9271"/>
                  </a:lnTo>
                  <a:lnTo>
                    <a:pt x="19934" y="10219"/>
                  </a:lnTo>
                  <a:lnTo>
                    <a:pt x="19142" y="11284"/>
                  </a:lnTo>
                  <a:lnTo>
                    <a:pt x="18267" y="12542"/>
                  </a:lnTo>
                  <a:lnTo>
                    <a:pt x="17122" y="13645"/>
                  </a:lnTo>
                  <a:lnTo>
                    <a:pt x="16018" y="14884"/>
                  </a:lnTo>
                  <a:lnTo>
                    <a:pt x="14768" y="16084"/>
                  </a:lnTo>
                  <a:lnTo>
                    <a:pt x="13518" y="17245"/>
                  </a:lnTo>
                  <a:lnTo>
                    <a:pt x="12227" y="18310"/>
                  </a:lnTo>
                  <a:lnTo>
                    <a:pt x="10894" y="19258"/>
                  </a:lnTo>
                  <a:lnTo>
                    <a:pt x="9602" y="20052"/>
                  </a:lnTo>
                  <a:lnTo>
                    <a:pt x="8353" y="20768"/>
                  </a:lnTo>
                  <a:lnTo>
                    <a:pt x="7165" y="21290"/>
                  </a:lnTo>
                  <a:lnTo>
                    <a:pt x="6103" y="21542"/>
                  </a:lnTo>
                  <a:lnTo>
                    <a:pt x="5124" y="21600"/>
                  </a:lnTo>
                  <a:lnTo>
                    <a:pt x="4437" y="21465"/>
                  </a:lnTo>
                  <a:lnTo>
                    <a:pt x="3687" y="21039"/>
                  </a:lnTo>
                  <a:lnTo>
                    <a:pt x="3041" y="20729"/>
                  </a:lnTo>
                  <a:lnTo>
                    <a:pt x="2437" y="20303"/>
                  </a:lnTo>
                  <a:lnTo>
                    <a:pt x="2020" y="19955"/>
                  </a:lnTo>
                  <a:lnTo>
                    <a:pt x="1562" y="19665"/>
                  </a:lnTo>
                  <a:lnTo>
                    <a:pt x="1187" y="19335"/>
                  </a:lnTo>
                  <a:lnTo>
                    <a:pt x="875" y="18948"/>
                  </a:lnTo>
                  <a:lnTo>
                    <a:pt x="687" y="18697"/>
                  </a:lnTo>
                  <a:lnTo>
                    <a:pt x="271" y="18135"/>
                  </a:lnTo>
                  <a:lnTo>
                    <a:pt x="83" y="17710"/>
                  </a:lnTo>
                  <a:lnTo>
                    <a:pt x="0" y="17497"/>
                  </a:lnTo>
                  <a:lnTo>
                    <a:pt x="0" y="17245"/>
                  </a:lnTo>
                  <a:lnTo>
                    <a:pt x="167" y="17245"/>
                  </a:lnTo>
                  <a:lnTo>
                    <a:pt x="396" y="16994"/>
                  </a:lnTo>
                  <a:lnTo>
                    <a:pt x="1146" y="16994"/>
                  </a:lnTo>
                  <a:lnTo>
                    <a:pt x="1562" y="17245"/>
                  </a:lnTo>
                  <a:lnTo>
                    <a:pt x="1750" y="17323"/>
                  </a:lnTo>
                  <a:lnTo>
                    <a:pt x="2020" y="17535"/>
                  </a:lnTo>
                  <a:lnTo>
                    <a:pt x="2250" y="17961"/>
                  </a:lnTo>
                  <a:lnTo>
                    <a:pt x="2520" y="18348"/>
                  </a:lnTo>
                  <a:lnTo>
                    <a:pt x="2812" y="18697"/>
                  </a:lnTo>
                  <a:lnTo>
                    <a:pt x="3041" y="18948"/>
                  </a:lnTo>
                  <a:lnTo>
                    <a:pt x="3499" y="19123"/>
                  </a:lnTo>
                  <a:lnTo>
                    <a:pt x="3812" y="19335"/>
                  </a:lnTo>
                  <a:lnTo>
                    <a:pt x="4249" y="19335"/>
                  </a:lnTo>
                  <a:lnTo>
                    <a:pt x="4770" y="19413"/>
                  </a:lnTo>
                  <a:lnTo>
                    <a:pt x="5228" y="19335"/>
                  </a:lnTo>
                  <a:lnTo>
                    <a:pt x="5832" y="19335"/>
                  </a:lnTo>
                  <a:lnTo>
                    <a:pt x="6374" y="19161"/>
                  </a:lnTo>
                  <a:lnTo>
                    <a:pt x="6874" y="19045"/>
                  </a:lnTo>
                  <a:lnTo>
                    <a:pt x="7478" y="18794"/>
                  </a:lnTo>
                  <a:lnTo>
                    <a:pt x="8123" y="18619"/>
                  </a:lnTo>
                  <a:lnTo>
                    <a:pt x="8644" y="18310"/>
                  </a:lnTo>
                  <a:lnTo>
                    <a:pt x="9332" y="18058"/>
                  </a:lnTo>
                  <a:lnTo>
                    <a:pt x="9977" y="17710"/>
                  </a:lnTo>
                  <a:lnTo>
                    <a:pt x="10665" y="17497"/>
                  </a:lnTo>
                  <a:lnTo>
                    <a:pt x="11269" y="16994"/>
                  </a:lnTo>
                  <a:lnTo>
                    <a:pt x="11956" y="16432"/>
                  </a:lnTo>
                  <a:lnTo>
                    <a:pt x="12643" y="15697"/>
                  </a:lnTo>
                  <a:lnTo>
                    <a:pt x="13477" y="14884"/>
                  </a:lnTo>
                  <a:lnTo>
                    <a:pt x="14164" y="13897"/>
                  </a:lnTo>
                  <a:lnTo>
                    <a:pt x="14955" y="12910"/>
                  </a:lnTo>
                  <a:lnTo>
                    <a:pt x="15643" y="11768"/>
                  </a:lnTo>
                  <a:lnTo>
                    <a:pt x="16434" y="10742"/>
                  </a:lnTo>
                  <a:lnTo>
                    <a:pt x="17018" y="9503"/>
                  </a:lnTo>
                  <a:lnTo>
                    <a:pt x="17663" y="8381"/>
                  </a:lnTo>
                  <a:lnTo>
                    <a:pt x="18184" y="7316"/>
                  </a:lnTo>
                  <a:lnTo>
                    <a:pt x="18642" y="6329"/>
                  </a:lnTo>
                  <a:lnTo>
                    <a:pt x="18955" y="5265"/>
                  </a:lnTo>
                  <a:lnTo>
                    <a:pt x="19246" y="4452"/>
                  </a:lnTo>
                  <a:lnTo>
                    <a:pt x="19330" y="3639"/>
                  </a:lnTo>
                  <a:lnTo>
                    <a:pt x="19413" y="3077"/>
                  </a:lnTo>
                  <a:lnTo>
                    <a:pt x="19246" y="2903"/>
                  </a:lnTo>
                  <a:lnTo>
                    <a:pt x="18871" y="2594"/>
                  </a:lnTo>
                  <a:lnTo>
                    <a:pt x="18371" y="2090"/>
                  </a:lnTo>
                  <a:lnTo>
                    <a:pt x="17997" y="1626"/>
                  </a:lnTo>
                  <a:lnTo>
                    <a:pt x="17767" y="1065"/>
                  </a:lnTo>
                  <a:lnTo>
                    <a:pt x="17767" y="542"/>
                  </a:lnTo>
                  <a:lnTo>
                    <a:pt x="17851" y="290"/>
                  </a:lnTo>
                  <a:lnTo>
                    <a:pt x="18080" y="155"/>
                  </a:lnTo>
                  <a:lnTo>
                    <a:pt x="18455" y="0"/>
                  </a:lnTo>
                  <a:lnTo>
                    <a:pt x="18955" y="0"/>
                  </a:lnTo>
                </a:path>
              </a:pathLst>
            </a:custGeom>
            <a:solidFill>
              <a:srgbClr val="FCDD5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19" name="Shape 25">
              <a:extLst>
                <a:ext uri="{FF2B5EF4-FFF2-40B4-BE49-F238E27FC236}">
                  <a16:creationId xmlns:a16="http://schemas.microsoft.com/office/drawing/2014/main" id="{3F9E133A-9B54-45F9-B1FA-4666D518C61E}"/>
                </a:ext>
              </a:extLst>
            </p:cNvPr>
            <p:cNvSpPr/>
            <p:nvPr/>
          </p:nvSpPr>
          <p:spPr>
            <a:xfrm>
              <a:off x="82550" y="582612"/>
              <a:ext cx="69487" cy="2203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58" y="283"/>
                  </a:moveTo>
                  <a:lnTo>
                    <a:pt x="12892" y="142"/>
                  </a:lnTo>
                  <a:lnTo>
                    <a:pt x="11422" y="142"/>
                  </a:lnTo>
                  <a:lnTo>
                    <a:pt x="9047" y="0"/>
                  </a:lnTo>
                  <a:lnTo>
                    <a:pt x="4750" y="0"/>
                  </a:lnTo>
                  <a:lnTo>
                    <a:pt x="2714" y="142"/>
                  </a:lnTo>
                  <a:lnTo>
                    <a:pt x="1244" y="460"/>
                  </a:lnTo>
                  <a:lnTo>
                    <a:pt x="905" y="1062"/>
                  </a:lnTo>
                  <a:lnTo>
                    <a:pt x="0" y="1381"/>
                  </a:lnTo>
                  <a:lnTo>
                    <a:pt x="0" y="2231"/>
                  </a:lnTo>
                  <a:lnTo>
                    <a:pt x="452" y="3258"/>
                  </a:lnTo>
                  <a:lnTo>
                    <a:pt x="905" y="4710"/>
                  </a:lnTo>
                  <a:lnTo>
                    <a:pt x="1244" y="6197"/>
                  </a:lnTo>
                  <a:lnTo>
                    <a:pt x="1696" y="8003"/>
                  </a:lnTo>
                  <a:lnTo>
                    <a:pt x="2262" y="9773"/>
                  </a:lnTo>
                  <a:lnTo>
                    <a:pt x="3280" y="11721"/>
                  </a:lnTo>
                  <a:lnTo>
                    <a:pt x="4297" y="13420"/>
                  </a:lnTo>
                  <a:lnTo>
                    <a:pt x="4750" y="15226"/>
                  </a:lnTo>
                  <a:lnTo>
                    <a:pt x="5768" y="16855"/>
                  </a:lnTo>
                  <a:lnTo>
                    <a:pt x="5994" y="18484"/>
                  </a:lnTo>
                  <a:lnTo>
                    <a:pt x="6559" y="19652"/>
                  </a:lnTo>
                  <a:lnTo>
                    <a:pt x="7012" y="20715"/>
                  </a:lnTo>
                  <a:lnTo>
                    <a:pt x="7577" y="21281"/>
                  </a:lnTo>
                  <a:lnTo>
                    <a:pt x="8029" y="21600"/>
                  </a:lnTo>
                  <a:lnTo>
                    <a:pt x="18773" y="18944"/>
                  </a:lnTo>
                  <a:lnTo>
                    <a:pt x="18207" y="18626"/>
                  </a:lnTo>
                  <a:lnTo>
                    <a:pt x="18207" y="17315"/>
                  </a:lnTo>
                  <a:lnTo>
                    <a:pt x="17190" y="16359"/>
                  </a:lnTo>
                  <a:lnTo>
                    <a:pt x="17190" y="15510"/>
                  </a:lnTo>
                  <a:lnTo>
                    <a:pt x="16737" y="14518"/>
                  </a:lnTo>
                  <a:lnTo>
                    <a:pt x="16737" y="13562"/>
                  </a:lnTo>
                  <a:lnTo>
                    <a:pt x="15719" y="12570"/>
                  </a:lnTo>
                  <a:lnTo>
                    <a:pt x="15493" y="11402"/>
                  </a:lnTo>
                  <a:lnTo>
                    <a:pt x="14928" y="10304"/>
                  </a:lnTo>
                  <a:lnTo>
                    <a:pt x="14475" y="9454"/>
                  </a:lnTo>
                  <a:lnTo>
                    <a:pt x="13910" y="8463"/>
                  </a:lnTo>
                  <a:lnTo>
                    <a:pt x="13910" y="7684"/>
                  </a:lnTo>
                  <a:lnTo>
                    <a:pt x="13458" y="7117"/>
                  </a:lnTo>
                  <a:lnTo>
                    <a:pt x="13458" y="6657"/>
                  </a:lnTo>
                  <a:lnTo>
                    <a:pt x="12892" y="5878"/>
                  </a:lnTo>
                  <a:lnTo>
                    <a:pt x="13910" y="5347"/>
                  </a:lnTo>
                  <a:lnTo>
                    <a:pt x="14928" y="4887"/>
                  </a:lnTo>
                  <a:lnTo>
                    <a:pt x="16737" y="4710"/>
                  </a:lnTo>
                  <a:lnTo>
                    <a:pt x="19791" y="4568"/>
                  </a:lnTo>
                  <a:lnTo>
                    <a:pt x="21600" y="4568"/>
                  </a:lnTo>
                  <a:lnTo>
                    <a:pt x="21035" y="2550"/>
                  </a:lnTo>
                  <a:lnTo>
                    <a:pt x="13458" y="283"/>
                  </a:lnTo>
                </a:path>
              </a:pathLst>
            </a:custGeom>
            <a:solidFill>
              <a:srgbClr val="6D2E7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20" name="Shape 26">
              <a:extLst>
                <a:ext uri="{FF2B5EF4-FFF2-40B4-BE49-F238E27FC236}">
                  <a16:creationId xmlns:a16="http://schemas.microsoft.com/office/drawing/2014/main" id="{91EFFA40-5D92-41EF-B3B7-8A03AAA29A7D}"/>
                </a:ext>
              </a:extLst>
            </p:cNvPr>
            <p:cNvSpPr/>
            <p:nvPr/>
          </p:nvSpPr>
          <p:spPr>
            <a:xfrm>
              <a:off x="82549" y="2336800"/>
              <a:ext cx="309203" cy="1091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3541"/>
                  </a:lnTo>
                  <a:lnTo>
                    <a:pt x="20516" y="21600"/>
                  </a:lnTo>
                  <a:lnTo>
                    <a:pt x="1890" y="21246"/>
                  </a:lnTo>
                  <a:lnTo>
                    <a:pt x="0" y="0"/>
                  </a:lnTo>
                </a:path>
              </a:pathLst>
            </a:custGeom>
            <a:solidFill>
              <a:srgbClr val="FF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21" name="Shape 27">
              <a:extLst>
                <a:ext uri="{FF2B5EF4-FFF2-40B4-BE49-F238E27FC236}">
                  <a16:creationId xmlns:a16="http://schemas.microsoft.com/office/drawing/2014/main" id="{305FE6EC-7EFF-42B6-9FCE-13E292AA1DE1}"/>
                </a:ext>
              </a:extLst>
            </p:cNvPr>
            <p:cNvSpPr/>
            <p:nvPr/>
          </p:nvSpPr>
          <p:spPr>
            <a:xfrm>
              <a:off x="82550" y="585787"/>
              <a:ext cx="69487" cy="217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58" y="143"/>
                  </a:moveTo>
                  <a:lnTo>
                    <a:pt x="12892" y="0"/>
                  </a:lnTo>
                  <a:lnTo>
                    <a:pt x="2714" y="0"/>
                  </a:lnTo>
                  <a:lnTo>
                    <a:pt x="1244" y="464"/>
                  </a:lnTo>
                  <a:lnTo>
                    <a:pt x="905" y="928"/>
                  </a:lnTo>
                  <a:lnTo>
                    <a:pt x="0" y="1321"/>
                  </a:lnTo>
                  <a:lnTo>
                    <a:pt x="0" y="2106"/>
                  </a:lnTo>
                  <a:lnTo>
                    <a:pt x="452" y="3106"/>
                  </a:lnTo>
                  <a:lnTo>
                    <a:pt x="905" y="4606"/>
                  </a:lnTo>
                  <a:lnTo>
                    <a:pt x="1244" y="6069"/>
                  </a:lnTo>
                  <a:lnTo>
                    <a:pt x="1696" y="7890"/>
                  </a:lnTo>
                  <a:lnTo>
                    <a:pt x="2262" y="9675"/>
                  </a:lnTo>
                  <a:lnTo>
                    <a:pt x="3280" y="11710"/>
                  </a:lnTo>
                  <a:lnTo>
                    <a:pt x="4297" y="13531"/>
                  </a:lnTo>
                  <a:lnTo>
                    <a:pt x="4750" y="15316"/>
                  </a:lnTo>
                  <a:lnTo>
                    <a:pt x="5768" y="16816"/>
                  </a:lnTo>
                  <a:lnTo>
                    <a:pt x="5994" y="18458"/>
                  </a:lnTo>
                  <a:lnTo>
                    <a:pt x="6559" y="19779"/>
                  </a:lnTo>
                  <a:lnTo>
                    <a:pt x="7012" y="20636"/>
                  </a:lnTo>
                  <a:lnTo>
                    <a:pt x="7577" y="21279"/>
                  </a:lnTo>
                  <a:lnTo>
                    <a:pt x="8029" y="21600"/>
                  </a:lnTo>
                  <a:lnTo>
                    <a:pt x="18773" y="18922"/>
                  </a:lnTo>
                  <a:lnTo>
                    <a:pt x="18207" y="18780"/>
                  </a:lnTo>
                  <a:lnTo>
                    <a:pt x="18207" y="17280"/>
                  </a:lnTo>
                  <a:lnTo>
                    <a:pt x="17190" y="16352"/>
                  </a:lnTo>
                  <a:lnTo>
                    <a:pt x="17190" y="15495"/>
                  </a:lnTo>
                  <a:lnTo>
                    <a:pt x="16737" y="14460"/>
                  </a:lnTo>
                  <a:lnTo>
                    <a:pt x="16737" y="13674"/>
                  </a:lnTo>
                  <a:lnTo>
                    <a:pt x="15719" y="12496"/>
                  </a:lnTo>
                  <a:lnTo>
                    <a:pt x="15493" y="11496"/>
                  </a:lnTo>
                  <a:lnTo>
                    <a:pt x="14928" y="10389"/>
                  </a:lnTo>
                  <a:lnTo>
                    <a:pt x="14475" y="9390"/>
                  </a:lnTo>
                  <a:lnTo>
                    <a:pt x="13910" y="8354"/>
                  </a:lnTo>
                  <a:lnTo>
                    <a:pt x="13910" y="7747"/>
                  </a:lnTo>
                  <a:lnTo>
                    <a:pt x="13458" y="7033"/>
                  </a:lnTo>
                  <a:lnTo>
                    <a:pt x="13458" y="6569"/>
                  </a:lnTo>
                  <a:lnTo>
                    <a:pt x="12892" y="5784"/>
                  </a:lnTo>
                  <a:lnTo>
                    <a:pt x="13910" y="5213"/>
                  </a:lnTo>
                  <a:lnTo>
                    <a:pt x="14928" y="4748"/>
                  </a:lnTo>
                  <a:lnTo>
                    <a:pt x="16737" y="4748"/>
                  </a:lnTo>
                  <a:lnTo>
                    <a:pt x="19791" y="4427"/>
                  </a:lnTo>
                  <a:lnTo>
                    <a:pt x="21600" y="4427"/>
                  </a:lnTo>
                  <a:lnTo>
                    <a:pt x="21035" y="2392"/>
                  </a:lnTo>
                  <a:lnTo>
                    <a:pt x="13458" y="143"/>
                  </a:lnTo>
                </a:path>
              </a:pathLst>
            </a:custGeom>
            <a:solidFill>
              <a:srgbClr val="FFCC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</p:grpSp>
      <p:grpSp>
        <p:nvGrpSpPr>
          <p:cNvPr id="22" name="Group 46">
            <a:extLst>
              <a:ext uri="{FF2B5EF4-FFF2-40B4-BE49-F238E27FC236}">
                <a16:creationId xmlns:a16="http://schemas.microsoft.com/office/drawing/2014/main" id="{5F9D95B4-E728-40D0-8F95-F13253EB7061}"/>
              </a:ext>
            </a:extLst>
          </p:cNvPr>
          <p:cNvGrpSpPr/>
          <p:nvPr/>
        </p:nvGrpSpPr>
        <p:grpSpPr>
          <a:xfrm>
            <a:off x="7843837" y="2360612"/>
            <a:ext cx="717190" cy="2115781"/>
            <a:chOff x="0" y="0"/>
            <a:chExt cx="717188" cy="2115779"/>
          </a:xfrm>
        </p:grpSpPr>
        <p:sp>
          <p:nvSpPr>
            <p:cNvPr id="23" name="Shape 32">
              <a:extLst>
                <a:ext uri="{FF2B5EF4-FFF2-40B4-BE49-F238E27FC236}">
                  <a16:creationId xmlns:a16="http://schemas.microsoft.com/office/drawing/2014/main" id="{365B30EB-FD5A-4CB2-A952-DFE4A8FCFEDC}"/>
                </a:ext>
              </a:extLst>
            </p:cNvPr>
            <p:cNvSpPr/>
            <p:nvPr/>
          </p:nvSpPr>
          <p:spPr>
            <a:xfrm>
              <a:off x="6350" y="404812"/>
              <a:ext cx="679091" cy="16681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7" y="19"/>
                  </a:moveTo>
                  <a:lnTo>
                    <a:pt x="12832" y="0"/>
                  </a:lnTo>
                  <a:lnTo>
                    <a:pt x="15075" y="900"/>
                  </a:lnTo>
                  <a:lnTo>
                    <a:pt x="18876" y="1077"/>
                  </a:lnTo>
                  <a:lnTo>
                    <a:pt x="21600" y="2424"/>
                  </a:lnTo>
                  <a:lnTo>
                    <a:pt x="19608" y="5528"/>
                  </a:lnTo>
                  <a:lnTo>
                    <a:pt x="13484" y="7090"/>
                  </a:lnTo>
                  <a:lnTo>
                    <a:pt x="18498" y="12650"/>
                  </a:lnTo>
                  <a:lnTo>
                    <a:pt x="12626" y="21027"/>
                  </a:lnTo>
                  <a:lnTo>
                    <a:pt x="8894" y="21344"/>
                  </a:lnTo>
                  <a:lnTo>
                    <a:pt x="1339" y="21600"/>
                  </a:lnTo>
                  <a:lnTo>
                    <a:pt x="0" y="9919"/>
                  </a:lnTo>
                  <a:lnTo>
                    <a:pt x="1007" y="19"/>
                  </a:lnTo>
                </a:path>
              </a:pathLst>
            </a:custGeom>
            <a:solidFill>
              <a:srgbClr val="7BA67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24" name="Shape 33">
              <a:extLst>
                <a:ext uri="{FF2B5EF4-FFF2-40B4-BE49-F238E27FC236}">
                  <a16:creationId xmlns:a16="http://schemas.microsoft.com/office/drawing/2014/main" id="{F0C4C857-6A72-4556-99CB-D36722898EE5}"/>
                </a:ext>
              </a:extLst>
            </p:cNvPr>
            <p:cNvSpPr/>
            <p:nvPr/>
          </p:nvSpPr>
          <p:spPr>
            <a:xfrm>
              <a:off x="157162" y="15875"/>
              <a:ext cx="331429" cy="440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68" y="17618"/>
                  </a:moveTo>
                  <a:lnTo>
                    <a:pt x="19468" y="17495"/>
                  </a:lnTo>
                  <a:lnTo>
                    <a:pt x="19515" y="17336"/>
                  </a:lnTo>
                  <a:lnTo>
                    <a:pt x="19515" y="17037"/>
                  </a:lnTo>
                  <a:lnTo>
                    <a:pt x="19820" y="16720"/>
                  </a:lnTo>
                  <a:lnTo>
                    <a:pt x="19937" y="16297"/>
                  </a:lnTo>
                  <a:lnTo>
                    <a:pt x="20148" y="15856"/>
                  </a:lnTo>
                  <a:lnTo>
                    <a:pt x="20452" y="15398"/>
                  </a:lnTo>
                  <a:lnTo>
                    <a:pt x="20616" y="14887"/>
                  </a:lnTo>
                  <a:lnTo>
                    <a:pt x="20710" y="14306"/>
                  </a:lnTo>
                  <a:lnTo>
                    <a:pt x="21014" y="13654"/>
                  </a:lnTo>
                  <a:lnTo>
                    <a:pt x="21131" y="13038"/>
                  </a:lnTo>
                  <a:lnTo>
                    <a:pt x="21319" y="12456"/>
                  </a:lnTo>
                  <a:lnTo>
                    <a:pt x="21436" y="11787"/>
                  </a:lnTo>
                  <a:lnTo>
                    <a:pt x="21483" y="11293"/>
                  </a:lnTo>
                  <a:lnTo>
                    <a:pt x="21483" y="10694"/>
                  </a:lnTo>
                  <a:lnTo>
                    <a:pt x="21600" y="10236"/>
                  </a:lnTo>
                  <a:lnTo>
                    <a:pt x="21483" y="9725"/>
                  </a:lnTo>
                  <a:lnTo>
                    <a:pt x="21436" y="9232"/>
                  </a:lnTo>
                  <a:lnTo>
                    <a:pt x="21319" y="8615"/>
                  </a:lnTo>
                  <a:lnTo>
                    <a:pt x="21225" y="8104"/>
                  </a:lnTo>
                  <a:lnTo>
                    <a:pt x="21014" y="7523"/>
                  </a:lnTo>
                  <a:lnTo>
                    <a:pt x="20803" y="7012"/>
                  </a:lnTo>
                  <a:lnTo>
                    <a:pt x="20710" y="6466"/>
                  </a:lnTo>
                  <a:lnTo>
                    <a:pt x="20616" y="6043"/>
                  </a:lnTo>
                  <a:lnTo>
                    <a:pt x="20452" y="5550"/>
                  </a:lnTo>
                  <a:lnTo>
                    <a:pt x="20241" y="5074"/>
                  </a:lnTo>
                  <a:lnTo>
                    <a:pt x="20148" y="4651"/>
                  </a:lnTo>
                  <a:lnTo>
                    <a:pt x="20030" y="4334"/>
                  </a:lnTo>
                  <a:lnTo>
                    <a:pt x="19820" y="4070"/>
                  </a:lnTo>
                  <a:lnTo>
                    <a:pt x="19820" y="3682"/>
                  </a:lnTo>
                  <a:lnTo>
                    <a:pt x="13471" y="0"/>
                  </a:lnTo>
                  <a:lnTo>
                    <a:pt x="9465" y="0"/>
                  </a:lnTo>
                  <a:lnTo>
                    <a:pt x="5529" y="3453"/>
                  </a:lnTo>
                  <a:lnTo>
                    <a:pt x="1757" y="9972"/>
                  </a:lnTo>
                  <a:lnTo>
                    <a:pt x="8059" y="12597"/>
                  </a:lnTo>
                  <a:lnTo>
                    <a:pt x="8949" y="16297"/>
                  </a:lnTo>
                  <a:lnTo>
                    <a:pt x="3046" y="16138"/>
                  </a:lnTo>
                  <a:lnTo>
                    <a:pt x="0" y="17618"/>
                  </a:lnTo>
                  <a:lnTo>
                    <a:pt x="703" y="20296"/>
                  </a:lnTo>
                  <a:lnTo>
                    <a:pt x="7637" y="21600"/>
                  </a:lnTo>
                  <a:lnTo>
                    <a:pt x="13728" y="21212"/>
                  </a:lnTo>
                  <a:lnTo>
                    <a:pt x="19468" y="17618"/>
                  </a:lnTo>
                </a:path>
              </a:pathLst>
            </a:custGeom>
            <a:solidFill>
              <a:srgbClr val="C7695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25" name="Shape 34">
              <a:extLst>
                <a:ext uri="{FF2B5EF4-FFF2-40B4-BE49-F238E27FC236}">
                  <a16:creationId xmlns:a16="http://schemas.microsoft.com/office/drawing/2014/main" id="{742E7DC2-04F9-418F-B2AD-86FA14072599}"/>
                </a:ext>
              </a:extLst>
            </p:cNvPr>
            <p:cNvSpPr/>
            <p:nvPr/>
          </p:nvSpPr>
          <p:spPr>
            <a:xfrm>
              <a:off x="19050" y="279400"/>
              <a:ext cx="121880" cy="1853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461"/>
                  </a:moveTo>
                  <a:lnTo>
                    <a:pt x="2224" y="0"/>
                  </a:lnTo>
                  <a:lnTo>
                    <a:pt x="20329" y="0"/>
                  </a:lnTo>
                  <a:lnTo>
                    <a:pt x="21600" y="16461"/>
                  </a:lnTo>
                  <a:lnTo>
                    <a:pt x="10927" y="19803"/>
                  </a:lnTo>
                  <a:lnTo>
                    <a:pt x="826" y="21600"/>
                  </a:lnTo>
                  <a:lnTo>
                    <a:pt x="0" y="16461"/>
                  </a:lnTo>
                </a:path>
              </a:pathLst>
            </a:custGeom>
            <a:solidFill>
              <a:srgbClr val="F7919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26" name="Shape 35">
              <a:extLst>
                <a:ext uri="{FF2B5EF4-FFF2-40B4-BE49-F238E27FC236}">
                  <a16:creationId xmlns:a16="http://schemas.microsoft.com/office/drawing/2014/main" id="{61F4DBAE-51F5-4CA4-A81E-C6076BDBDD9B}"/>
                </a:ext>
              </a:extLst>
            </p:cNvPr>
            <p:cNvSpPr/>
            <p:nvPr/>
          </p:nvSpPr>
          <p:spPr>
            <a:xfrm>
              <a:off x="0" y="258762"/>
              <a:ext cx="450490" cy="5060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60" y="2625"/>
                  </a:moveTo>
                  <a:lnTo>
                    <a:pt x="760" y="2564"/>
                  </a:lnTo>
                  <a:lnTo>
                    <a:pt x="984" y="2502"/>
                  </a:lnTo>
                  <a:lnTo>
                    <a:pt x="1209" y="2426"/>
                  </a:lnTo>
                  <a:lnTo>
                    <a:pt x="1554" y="2287"/>
                  </a:lnTo>
                  <a:lnTo>
                    <a:pt x="1865" y="2195"/>
                  </a:lnTo>
                  <a:lnTo>
                    <a:pt x="2279" y="2119"/>
                  </a:lnTo>
                  <a:lnTo>
                    <a:pt x="2814" y="1996"/>
                  </a:lnTo>
                  <a:lnTo>
                    <a:pt x="3298" y="1919"/>
                  </a:lnTo>
                  <a:lnTo>
                    <a:pt x="3729" y="1858"/>
                  </a:lnTo>
                  <a:lnTo>
                    <a:pt x="4593" y="1858"/>
                  </a:lnTo>
                  <a:lnTo>
                    <a:pt x="5059" y="1919"/>
                  </a:lnTo>
                  <a:lnTo>
                    <a:pt x="5318" y="2057"/>
                  </a:lnTo>
                  <a:lnTo>
                    <a:pt x="5698" y="2287"/>
                  </a:lnTo>
                  <a:lnTo>
                    <a:pt x="5888" y="2502"/>
                  </a:lnTo>
                  <a:lnTo>
                    <a:pt x="6043" y="2901"/>
                  </a:lnTo>
                  <a:lnTo>
                    <a:pt x="6043" y="3270"/>
                  </a:lnTo>
                  <a:lnTo>
                    <a:pt x="6129" y="3715"/>
                  </a:lnTo>
                  <a:lnTo>
                    <a:pt x="6129" y="4222"/>
                  </a:lnTo>
                  <a:lnTo>
                    <a:pt x="6199" y="4836"/>
                  </a:lnTo>
                  <a:lnTo>
                    <a:pt x="6199" y="5342"/>
                  </a:lnTo>
                  <a:lnTo>
                    <a:pt x="6268" y="5910"/>
                  </a:lnTo>
                  <a:lnTo>
                    <a:pt x="6268" y="10347"/>
                  </a:lnTo>
                  <a:lnTo>
                    <a:pt x="6199" y="10547"/>
                  </a:lnTo>
                  <a:lnTo>
                    <a:pt x="6354" y="11115"/>
                  </a:lnTo>
                  <a:lnTo>
                    <a:pt x="6578" y="11759"/>
                  </a:lnTo>
                  <a:lnTo>
                    <a:pt x="6924" y="12604"/>
                  </a:lnTo>
                  <a:lnTo>
                    <a:pt x="7304" y="13556"/>
                  </a:lnTo>
                  <a:lnTo>
                    <a:pt x="7804" y="14646"/>
                  </a:lnTo>
                  <a:lnTo>
                    <a:pt x="8219" y="15751"/>
                  </a:lnTo>
                  <a:lnTo>
                    <a:pt x="8858" y="16841"/>
                  </a:lnTo>
                  <a:lnTo>
                    <a:pt x="9393" y="17854"/>
                  </a:lnTo>
                  <a:lnTo>
                    <a:pt x="9963" y="18898"/>
                  </a:lnTo>
                  <a:lnTo>
                    <a:pt x="10550" y="19742"/>
                  </a:lnTo>
                  <a:lnTo>
                    <a:pt x="11188" y="20556"/>
                  </a:lnTo>
                  <a:lnTo>
                    <a:pt x="11655" y="21063"/>
                  </a:lnTo>
                  <a:lnTo>
                    <a:pt x="12224" y="21539"/>
                  </a:lnTo>
                  <a:lnTo>
                    <a:pt x="12639" y="21600"/>
                  </a:lnTo>
                  <a:lnTo>
                    <a:pt x="13088" y="21539"/>
                  </a:lnTo>
                  <a:lnTo>
                    <a:pt x="13140" y="21339"/>
                  </a:lnTo>
                  <a:lnTo>
                    <a:pt x="13433" y="21201"/>
                  </a:lnTo>
                  <a:lnTo>
                    <a:pt x="13744" y="21032"/>
                  </a:lnTo>
                  <a:lnTo>
                    <a:pt x="14003" y="20894"/>
                  </a:lnTo>
                  <a:lnTo>
                    <a:pt x="14383" y="20694"/>
                  </a:lnTo>
                  <a:lnTo>
                    <a:pt x="14728" y="20556"/>
                  </a:lnTo>
                  <a:lnTo>
                    <a:pt x="15108" y="20418"/>
                  </a:lnTo>
                  <a:lnTo>
                    <a:pt x="15540" y="20249"/>
                  </a:lnTo>
                  <a:lnTo>
                    <a:pt x="15919" y="20049"/>
                  </a:lnTo>
                  <a:lnTo>
                    <a:pt x="16334" y="19850"/>
                  </a:lnTo>
                  <a:lnTo>
                    <a:pt x="16714" y="19681"/>
                  </a:lnTo>
                  <a:lnTo>
                    <a:pt x="17128" y="19543"/>
                  </a:lnTo>
                  <a:lnTo>
                    <a:pt x="17422" y="19343"/>
                  </a:lnTo>
                  <a:lnTo>
                    <a:pt x="17836" y="19205"/>
                  </a:lnTo>
                  <a:lnTo>
                    <a:pt x="18147" y="19036"/>
                  </a:lnTo>
                  <a:lnTo>
                    <a:pt x="18492" y="18898"/>
                  </a:lnTo>
                  <a:lnTo>
                    <a:pt x="18630" y="18699"/>
                  </a:lnTo>
                  <a:lnTo>
                    <a:pt x="19131" y="18330"/>
                  </a:lnTo>
                  <a:lnTo>
                    <a:pt x="19442" y="18130"/>
                  </a:lnTo>
                  <a:lnTo>
                    <a:pt x="19787" y="17916"/>
                  </a:lnTo>
                  <a:lnTo>
                    <a:pt x="20167" y="17685"/>
                  </a:lnTo>
                  <a:lnTo>
                    <a:pt x="20512" y="17409"/>
                  </a:lnTo>
                  <a:lnTo>
                    <a:pt x="20806" y="17179"/>
                  </a:lnTo>
                  <a:lnTo>
                    <a:pt x="21030" y="16841"/>
                  </a:lnTo>
                  <a:lnTo>
                    <a:pt x="21220" y="16565"/>
                  </a:lnTo>
                  <a:lnTo>
                    <a:pt x="21462" y="16258"/>
                  </a:lnTo>
                  <a:lnTo>
                    <a:pt x="21600" y="15751"/>
                  </a:lnTo>
                  <a:lnTo>
                    <a:pt x="21220" y="15352"/>
                  </a:lnTo>
                  <a:lnTo>
                    <a:pt x="20806" y="15183"/>
                  </a:lnTo>
                  <a:lnTo>
                    <a:pt x="20391" y="15106"/>
                  </a:lnTo>
                  <a:lnTo>
                    <a:pt x="20012" y="15106"/>
                  </a:lnTo>
                  <a:lnTo>
                    <a:pt x="19701" y="15275"/>
                  </a:lnTo>
                  <a:lnTo>
                    <a:pt x="19286" y="15551"/>
                  </a:lnTo>
                  <a:lnTo>
                    <a:pt x="19062" y="15828"/>
                  </a:lnTo>
                  <a:lnTo>
                    <a:pt x="18872" y="15889"/>
                  </a:lnTo>
                  <a:lnTo>
                    <a:pt x="18561" y="15997"/>
                  </a:lnTo>
                  <a:lnTo>
                    <a:pt x="18250" y="16058"/>
                  </a:lnTo>
                  <a:lnTo>
                    <a:pt x="17922" y="16196"/>
                  </a:lnTo>
                  <a:lnTo>
                    <a:pt x="17491" y="16334"/>
                  </a:lnTo>
                  <a:lnTo>
                    <a:pt x="17128" y="16472"/>
                  </a:lnTo>
                  <a:lnTo>
                    <a:pt x="16714" y="16565"/>
                  </a:lnTo>
                  <a:lnTo>
                    <a:pt x="16334" y="16703"/>
                  </a:lnTo>
                  <a:lnTo>
                    <a:pt x="15833" y="16764"/>
                  </a:lnTo>
                  <a:lnTo>
                    <a:pt x="15384" y="16902"/>
                  </a:lnTo>
                  <a:lnTo>
                    <a:pt x="14883" y="17041"/>
                  </a:lnTo>
                  <a:lnTo>
                    <a:pt x="14538" y="17209"/>
                  </a:lnTo>
                  <a:lnTo>
                    <a:pt x="14089" y="17271"/>
                  </a:lnTo>
                  <a:lnTo>
                    <a:pt x="13813" y="17409"/>
                  </a:lnTo>
                  <a:lnTo>
                    <a:pt x="13364" y="17609"/>
                  </a:lnTo>
                  <a:lnTo>
                    <a:pt x="13140" y="17823"/>
                  </a:lnTo>
                  <a:lnTo>
                    <a:pt x="12708" y="17916"/>
                  </a:lnTo>
                  <a:lnTo>
                    <a:pt x="12294" y="17916"/>
                  </a:lnTo>
                  <a:lnTo>
                    <a:pt x="11845" y="17747"/>
                  </a:lnTo>
                  <a:lnTo>
                    <a:pt x="11499" y="17409"/>
                  </a:lnTo>
                  <a:lnTo>
                    <a:pt x="11258" y="17179"/>
                  </a:lnTo>
                  <a:lnTo>
                    <a:pt x="11119" y="16902"/>
                  </a:lnTo>
                  <a:lnTo>
                    <a:pt x="10929" y="16565"/>
                  </a:lnTo>
                  <a:lnTo>
                    <a:pt x="10774" y="16196"/>
                  </a:lnTo>
                  <a:lnTo>
                    <a:pt x="10550" y="15828"/>
                  </a:lnTo>
                  <a:lnTo>
                    <a:pt x="10394" y="15413"/>
                  </a:lnTo>
                  <a:lnTo>
                    <a:pt x="10204" y="14983"/>
                  </a:lnTo>
                  <a:lnTo>
                    <a:pt x="10049" y="14538"/>
                  </a:lnTo>
                  <a:lnTo>
                    <a:pt x="9824" y="13924"/>
                  </a:lnTo>
                  <a:lnTo>
                    <a:pt x="9669" y="13187"/>
                  </a:lnTo>
                  <a:lnTo>
                    <a:pt x="9514" y="12266"/>
                  </a:lnTo>
                  <a:lnTo>
                    <a:pt x="9324" y="11330"/>
                  </a:lnTo>
                  <a:lnTo>
                    <a:pt x="9168" y="10148"/>
                  </a:lnTo>
                  <a:lnTo>
                    <a:pt x="9099" y="8996"/>
                  </a:lnTo>
                  <a:lnTo>
                    <a:pt x="8944" y="7845"/>
                  </a:lnTo>
                  <a:lnTo>
                    <a:pt x="8858" y="6693"/>
                  </a:lnTo>
                  <a:lnTo>
                    <a:pt x="8668" y="5542"/>
                  </a:lnTo>
                  <a:lnTo>
                    <a:pt x="8443" y="4421"/>
                  </a:lnTo>
                  <a:lnTo>
                    <a:pt x="8288" y="3347"/>
                  </a:lnTo>
                  <a:lnTo>
                    <a:pt x="8150" y="2426"/>
                  </a:lnTo>
                  <a:lnTo>
                    <a:pt x="7873" y="1612"/>
                  </a:lnTo>
                  <a:lnTo>
                    <a:pt x="7649" y="1013"/>
                  </a:lnTo>
                  <a:lnTo>
                    <a:pt x="7338" y="568"/>
                  </a:lnTo>
                  <a:lnTo>
                    <a:pt x="7079" y="368"/>
                  </a:lnTo>
                  <a:lnTo>
                    <a:pt x="6613" y="261"/>
                  </a:lnTo>
                  <a:lnTo>
                    <a:pt x="6268" y="200"/>
                  </a:lnTo>
                  <a:lnTo>
                    <a:pt x="5853" y="61"/>
                  </a:lnTo>
                  <a:lnTo>
                    <a:pt x="5404" y="61"/>
                  </a:lnTo>
                  <a:lnTo>
                    <a:pt x="4904" y="0"/>
                  </a:lnTo>
                  <a:lnTo>
                    <a:pt x="3954" y="0"/>
                  </a:lnTo>
                  <a:lnTo>
                    <a:pt x="3540" y="61"/>
                  </a:lnTo>
                  <a:lnTo>
                    <a:pt x="2504" y="61"/>
                  </a:lnTo>
                  <a:lnTo>
                    <a:pt x="2089" y="123"/>
                  </a:lnTo>
                  <a:lnTo>
                    <a:pt x="1778" y="261"/>
                  </a:lnTo>
                  <a:lnTo>
                    <a:pt x="1433" y="338"/>
                  </a:lnTo>
                  <a:lnTo>
                    <a:pt x="1140" y="430"/>
                  </a:lnTo>
                  <a:lnTo>
                    <a:pt x="898" y="568"/>
                  </a:lnTo>
                  <a:lnTo>
                    <a:pt x="760" y="768"/>
                  </a:lnTo>
                  <a:lnTo>
                    <a:pt x="483" y="1013"/>
                  </a:lnTo>
                  <a:lnTo>
                    <a:pt x="259" y="1351"/>
                  </a:lnTo>
                  <a:lnTo>
                    <a:pt x="104" y="1719"/>
                  </a:lnTo>
                  <a:lnTo>
                    <a:pt x="35" y="2119"/>
                  </a:lnTo>
                  <a:lnTo>
                    <a:pt x="0" y="2287"/>
                  </a:lnTo>
                  <a:lnTo>
                    <a:pt x="104" y="2564"/>
                  </a:lnTo>
                  <a:lnTo>
                    <a:pt x="328" y="2702"/>
                  </a:lnTo>
                  <a:lnTo>
                    <a:pt x="760" y="2625"/>
                  </a:lnTo>
                </a:path>
              </a:pathLst>
            </a:custGeom>
            <a:solidFill>
              <a:srgbClr val="29852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27" name="Shape 36">
              <a:extLst>
                <a:ext uri="{FF2B5EF4-FFF2-40B4-BE49-F238E27FC236}">
                  <a16:creationId xmlns:a16="http://schemas.microsoft.com/office/drawing/2014/main" id="{3CB0CD6C-6718-455B-8D34-38F1380F37CA}"/>
                </a:ext>
              </a:extLst>
            </p:cNvPr>
            <p:cNvSpPr/>
            <p:nvPr/>
          </p:nvSpPr>
          <p:spPr>
            <a:xfrm>
              <a:off x="347662" y="1069975"/>
              <a:ext cx="112355" cy="8965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558" y="607"/>
                  </a:moveTo>
                  <a:lnTo>
                    <a:pt x="10558" y="685"/>
                  </a:lnTo>
                  <a:lnTo>
                    <a:pt x="11801" y="858"/>
                  </a:lnTo>
                  <a:lnTo>
                    <a:pt x="12560" y="1179"/>
                  </a:lnTo>
                  <a:lnTo>
                    <a:pt x="14423" y="1700"/>
                  </a:lnTo>
                  <a:lnTo>
                    <a:pt x="15734" y="2307"/>
                  </a:lnTo>
                  <a:lnTo>
                    <a:pt x="17597" y="3113"/>
                  </a:lnTo>
                  <a:lnTo>
                    <a:pt x="19254" y="4084"/>
                  </a:lnTo>
                  <a:lnTo>
                    <a:pt x="20772" y="5246"/>
                  </a:lnTo>
                  <a:lnTo>
                    <a:pt x="21255" y="6564"/>
                  </a:lnTo>
                  <a:lnTo>
                    <a:pt x="21600" y="8056"/>
                  </a:lnTo>
                  <a:lnTo>
                    <a:pt x="20979" y="9755"/>
                  </a:lnTo>
                  <a:lnTo>
                    <a:pt x="19875" y="11689"/>
                  </a:lnTo>
                  <a:lnTo>
                    <a:pt x="17321" y="13753"/>
                  </a:lnTo>
                  <a:lnTo>
                    <a:pt x="14078" y="16085"/>
                  </a:lnTo>
                  <a:lnTo>
                    <a:pt x="9178" y="18582"/>
                  </a:lnTo>
                  <a:lnTo>
                    <a:pt x="3105" y="21375"/>
                  </a:lnTo>
                  <a:lnTo>
                    <a:pt x="2484" y="21487"/>
                  </a:lnTo>
                  <a:lnTo>
                    <a:pt x="1656" y="21600"/>
                  </a:lnTo>
                  <a:lnTo>
                    <a:pt x="1035" y="21531"/>
                  </a:lnTo>
                  <a:lnTo>
                    <a:pt x="414" y="21375"/>
                  </a:lnTo>
                  <a:lnTo>
                    <a:pt x="276" y="21262"/>
                  </a:lnTo>
                  <a:lnTo>
                    <a:pt x="0" y="21088"/>
                  </a:lnTo>
                  <a:lnTo>
                    <a:pt x="0" y="20247"/>
                  </a:lnTo>
                  <a:lnTo>
                    <a:pt x="414" y="19675"/>
                  </a:lnTo>
                  <a:lnTo>
                    <a:pt x="1656" y="18912"/>
                  </a:lnTo>
                  <a:lnTo>
                    <a:pt x="3105" y="17958"/>
                  </a:lnTo>
                  <a:lnTo>
                    <a:pt x="4762" y="16866"/>
                  </a:lnTo>
                  <a:lnTo>
                    <a:pt x="6487" y="15678"/>
                  </a:lnTo>
                  <a:lnTo>
                    <a:pt x="8281" y="14360"/>
                  </a:lnTo>
                  <a:lnTo>
                    <a:pt x="9661" y="13024"/>
                  </a:lnTo>
                  <a:lnTo>
                    <a:pt x="10904" y="11533"/>
                  </a:lnTo>
                  <a:lnTo>
                    <a:pt x="11801" y="10007"/>
                  </a:lnTo>
                  <a:lnTo>
                    <a:pt x="11801" y="6859"/>
                  </a:lnTo>
                  <a:lnTo>
                    <a:pt x="9937" y="5211"/>
                  </a:lnTo>
                  <a:lnTo>
                    <a:pt x="8281" y="3625"/>
                  </a:lnTo>
                  <a:lnTo>
                    <a:pt x="5107" y="2020"/>
                  </a:lnTo>
                  <a:lnTo>
                    <a:pt x="1035" y="494"/>
                  </a:lnTo>
                  <a:lnTo>
                    <a:pt x="1035" y="451"/>
                  </a:lnTo>
                  <a:lnTo>
                    <a:pt x="1311" y="321"/>
                  </a:lnTo>
                  <a:lnTo>
                    <a:pt x="2208" y="165"/>
                  </a:lnTo>
                  <a:lnTo>
                    <a:pt x="3105" y="52"/>
                  </a:lnTo>
                  <a:lnTo>
                    <a:pt x="4141" y="0"/>
                  </a:lnTo>
                  <a:lnTo>
                    <a:pt x="6004" y="52"/>
                  </a:lnTo>
                  <a:lnTo>
                    <a:pt x="6763" y="95"/>
                  </a:lnTo>
                  <a:lnTo>
                    <a:pt x="8005" y="208"/>
                  </a:lnTo>
                  <a:lnTo>
                    <a:pt x="9178" y="399"/>
                  </a:lnTo>
                  <a:lnTo>
                    <a:pt x="10558" y="607"/>
                  </a:lnTo>
                </a:path>
              </a:pathLst>
            </a:custGeom>
            <a:solidFill>
              <a:srgbClr val="85D18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28" name="Shape 37">
              <a:extLst>
                <a:ext uri="{FF2B5EF4-FFF2-40B4-BE49-F238E27FC236}">
                  <a16:creationId xmlns:a16="http://schemas.microsoft.com/office/drawing/2014/main" id="{6EF3F7A9-E02F-4CB6-9BC0-9AD3F5647C96}"/>
                </a:ext>
              </a:extLst>
            </p:cNvPr>
            <p:cNvSpPr/>
            <p:nvPr/>
          </p:nvSpPr>
          <p:spPr>
            <a:xfrm>
              <a:off x="358775" y="938212"/>
              <a:ext cx="288565" cy="1107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85" y="975"/>
                  </a:moveTo>
                  <a:lnTo>
                    <a:pt x="4293" y="1067"/>
                  </a:lnTo>
                  <a:lnTo>
                    <a:pt x="4887" y="1326"/>
                  </a:lnTo>
                  <a:lnTo>
                    <a:pt x="5670" y="1825"/>
                  </a:lnTo>
                  <a:lnTo>
                    <a:pt x="6696" y="2498"/>
                  </a:lnTo>
                  <a:lnTo>
                    <a:pt x="7695" y="3319"/>
                  </a:lnTo>
                  <a:lnTo>
                    <a:pt x="8721" y="4295"/>
                  </a:lnTo>
                  <a:lnTo>
                    <a:pt x="9612" y="5439"/>
                  </a:lnTo>
                  <a:lnTo>
                    <a:pt x="10449" y="6758"/>
                  </a:lnTo>
                  <a:lnTo>
                    <a:pt x="10881" y="8218"/>
                  </a:lnTo>
                  <a:lnTo>
                    <a:pt x="10989" y="9761"/>
                  </a:lnTo>
                  <a:lnTo>
                    <a:pt x="10746" y="11418"/>
                  </a:lnTo>
                  <a:lnTo>
                    <a:pt x="9990" y="13214"/>
                  </a:lnTo>
                  <a:lnTo>
                    <a:pt x="8613" y="15088"/>
                  </a:lnTo>
                  <a:lnTo>
                    <a:pt x="6561" y="17102"/>
                  </a:lnTo>
                  <a:lnTo>
                    <a:pt x="3753" y="19137"/>
                  </a:lnTo>
                  <a:lnTo>
                    <a:pt x="0" y="21270"/>
                  </a:lnTo>
                  <a:lnTo>
                    <a:pt x="7830" y="21600"/>
                  </a:lnTo>
                  <a:lnTo>
                    <a:pt x="8073" y="21460"/>
                  </a:lnTo>
                  <a:lnTo>
                    <a:pt x="9072" y="21039"/>
                  </a:lnTo>
                  <a:lnTo>
                    <a:pt x="10449" y="20421"/>
                  </a:lnTo>
                  <a:lnTo>
                    <a:pt x="12015" y="19600"/>
                  </a:lnTo>
                  <a:lnTo>
                    <a:pt x="13986" y="18575"/>
                  </a:lnTo>
                  <a:lnTo>
                    <a:pt x="15903" y="17368"/>
                  </a:lnTo>
                  <a:lnTo>
                    <a:pt x="17685" y="15972"/>
                  </a:lnTo>
                  <a:lnTo>
                    <a:pt x="19440" y="14505"/>
                  </a:lnTo>
                  <a:lnTo>
                    <a:pt x="20574" y="12863"/>
                  </a:lnTo>
                  <a:lnTo>
                    <a:pt x="21465" y="11186"/>
                  </a:lnTo>
                  <a:lnTo>
                    <a:pt x="21600" y="9389"/>
                  </a:lnTo>
                  <a:lnTo>
                    <a:pt x="21114" y="7565"/>
                  </a:lnTo>
                  <a:lnTo>
                    <a:pt x="19683" y="5677"/>
                  </a:lnTo>
                  <a:lnTo>
                    <a:pt x="17172" y="3768"/>
                  </a:lnTo>
                  <a:lnTo>
                    <a:pt x="13635" y="1853"/>
                  </a:lnTo>
                  <a:lnTo>
                    <a:pt x="8721" y="0"/>
                  </a:lnTo>
                  <a:lnTo>
                    <a:pt x="4185" y="975"/>
                  </a:lnTo>
                </a:path>
              </a:pathLst>
            </a:custGeom>
            <a:solidFill>
              <a:srgbClr val="29852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29" name="Shape 38">
              <a:extLst>
                <a:ext uri="{FF2B5EF4-FFF2-40B4-BE49-F238E27FC236}">
                  <a16:creationId xmlns:a16="http://schemas.microsoft.com/office/drawing/2014/main" id="{21E1D4D6-64AF-41BC-A284-3DC5643C0849}"/>
                </a:ext>
              </a:extLst>
            </p:cNvPr>
            <p:cNvSpPr/>
            <p:nvPr/>
          </p:nvSpPr>
          <p:spPr>
            <a:xfrm>
              <a:off x="201612" y="2017712"/>
              <a:ext cx="442553" cy="885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874"/>
                  </a:moveTo>
                  <a:lnTo>
                    <a:pt x="15501" y="0"/>
                  </a:lnTo>
                  <a:lnTo>
                    <a:pt x="21600" y="10539"/>
                  </a:lnTo>
                  <a:lnTo>
                    <a:pt x="1353" y="21600"/>
                  </a:lnTo>
                  <a:lnTo>
                    <a:pt x="0" y="2874"/>
                  </a:lnTo>
                </a:path>
              </a:pathLst>
            </a:custGeom>
            <a:solidFill>
              <a:srgbClr val="29852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30" name="Shape 39">
              <a:extLst>
                <a:ext uri="{FF2B5EF4-FFF2-40B4-BE49-F238E27FC236}">
                  <a16:creationId xmlns:a16="http://schemas.microsoft.com/office/drawing/2014/main" id="{5722DFDC-97CA-49E3-9116-0110D299DC28}"/>
                </a:ext>
              </a:extLst>
            </p:cNvPr>
            <p:cNvSpPr/>
            <p:nvPr/>
          </p:nvSpPr>
          <p:spPr>
            <a:xfrm>
              <a:off x="238125" y="1390650"/>
              <a:ext cx="93304" cy="6965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049"/>
                  </a:moveTo>
                  <a:lnTo>
                    <a:pt x="21600" y="19480"/>
                  </a:lnTo>
                  <a:lnTo>
                    <a:pt x="21268" y="18911"/>
                  </a:lnTo>
                  <a:lnTo>
                    <a:pt x="21268" y="18086"/>
                  </a:lnTo>
                  <a:lnTo>
                    <a:pt x="20935" y="17093"/>
                  </a:lnTo>
                  <a:lnTo>
                    <a:pt x="20935" y="13511"/>
                  </a:lnTo>
                  <a:lnTo>
                    <a:pt x="20520" y="12061"/>
                  </a:lnTo>
                  <a:lnTo>
                    <a:pt x="20520" y="10655"/>
                  </a:lnTo>
                  <a:lnTo>
                    <a:pt x="20188" y="9260"/>
                  </a:lnTo>
                  <a:lnTo>
                    <a:pt x="20188" y="2945"/>
                  </a:lnTo>
                  <a:lnTo>
                    <a:pt x="19772" y="2622"/>
                  </a:lnTo>
                  <a:lnTo>
                    <a:pt x="19440" y="2354"/>
                  </a:lnTo>
                  <a:lnTo>
                    <a:pt x="18692" y="1908"/>
                  </a:lnTo>
                  <a:lnTo>
                    <a:pt x="17778" y="1595"/>
                  </a:lnTo>
                  <a:lnTo>
                    <a:pt x="16283" y="1227"/>
                  </a:lnTo>
                  <a:lnTo>
                    <a:pt x="15618" y="859"/>
                  </a:lnTo>
                  <a:lnTo>
                    <a:pt x="14289" y="513"/>
                  </a:lnTo>
                  <a:lnTo>
                    <a:pt x="12794" y="335"/>
                  </a:lnTo>
                  <a:lnTo>
                    <a:pt x="11548" y="89"/>
                  </a:lnTo>
                  <a:lnTo>
                    <a:pt x="9720" y="0"/>
                  </a:lnTo>
                  <a:lnTo>
                    <a:pt x="8225" y="0"/>
                  </a:lnTo>
                  <a:lnTo>
                    <a:pt x="6978" y="190"/>
                  </a:lnTo>
                  <a:lnTo>
                    <a:pt x="5068" y="435"/>
                  </a:lnTo>
                  <a:lnTo>
                    <a:pt x="4154" y="859"/>
                  </a:lnTo>
                  <a:lnTo>
                    <a:pt x="3074" y="1439"/>
                  </a:lnTo>
                  <a:lnTo>
                    <a:pt x="2326" y="2310"/>
                  </a:lnTo>
                  <a:lnTo>
                    <a:pt x="1246" y="3191"/>
                  </a:lnTo>
                  <a:lnTo>
                    <a:pt x="1080" y="4128"/>
                  </a:lnTo>
                  <a:lnTo>
                    <a:pt x="0" y="5155"/>
                  </a:lnTo>
                  <a:lnTo>
                    <a:pt x="0" y="9729"/>
                  </a:lnTo>
                  <a:lnTo>
                    <a:pt x="1080" y="10979"/>
                  </a:lnTo>
                  <a:lnTo>
                    <a:pt x="1080" y="12228"/>
                  </a:lnTo>
                  <a:lnTo>
                    <a:pt x="1994" y="13556"/>
                  </a:lnTo>
                  <a:lnTo>
                    <a:pt x="2742" y="14817"/>
                  </a:lnTo>
                  <a:lnTo>
                    <a:pt x="4154" y="16167"/>
                  </a:lnTo>
                  <a:lnTo>
                    <a:pt x="5068" y="17517"/>
                  </a:lnTo>
                  <a:lnTo>
                    <a:pt x="6563" y="18867"/>
                  </a:lnTo>
                  <a:lnTo>
                    <a:pt x="8225" y="20194"/>
                  </a:lnTo>
                  <a:lnTo>
                    <a:pt x="10468" y="21600"/>
                  </a:lnTo>
                  <a:lnTo>
                    <a:pt x="21600" y="20049"/>
                  </a:lnTo>
                </a:path>
              </a:pathLst>
            </a:custGeom>
            <a:solidFill>
              <a:srgbClr val="29852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31" name="Shape 40">
              <a:extLst>
                <a:ext uri="{FF2B5EF4-FFF2-40B4-BE49-F238E27FC236}">
                  <a16:creationId xmlns:a16="http://schemas.microsoft.com/office/drawing/2014/main" id="{A4BB7E85-26C5-47E4-8FAC-B3E11FDD3ED3}"/>
                </a:ext>
              </a:extLst>
            </p:cNvPr>
            <p:cNvSpPr/>
            <p:nvPr/>
          </p:nvSpPr>
          <p:spPr>
            <a:xfrm>
              <a:off x="446087" y="450850"/>
              <a:ext cx="271102" cy="250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049" y="0"/>
                  </a:moveTo>
                  <a:lnTo>
                    <a:pt x="6529" y="0"/>
                  </a:lnTo>
                  <a:lnTo>
                    <a:pt x="8111" y="124"/>
                  </a:lnTo>
                  <a:lnTo>
                    <a:pt x="9894" y="527"/>
                  </a:lnTo>
                  <a:lnTo>
                    <a:pt x="11792" y="1085"/>
                  </a:lnTo>
                  <a:lnTo>
                    <a:pt x="13892" y="1983"/>
                  </a:lnTo>
                  <a:lnTo>
                    <a:pt x="15675" y="2851"/>
                  </a:lnTo>
                  <a:lnTo>
                    <a:pt x="17516" y="4153"/>
                  </a:lnTo>
                  <a:lnTo>
                    <a:pt x="19098" y="5733"/>
                  </a:lnTo>
                  <a:lnTo>
                    <a:pt x="20306" y="7655"/>
                  </a:lnTo>
                  <a:lnTo>
                    <a:pt x="21140" y="10041"/>
                  </a:lnTo>
                  <a:lnTo>
                    <a:pt x="21600" y="12799"/>
                  </a:lnTo>
                  <a:lnTo>
                    <a:pt x="21514" y="15991"/>
                  </a:lnTo>
                  <a:lnTo>
                    <a:pt x="20881" y="19772"/>
                  </a:lnTo>
                  <a:lnTo>
                    <a:pt x="15560" y="21600"/>
                  </a:lnTo>
                  <a:lnTo>
                    <a:pt x="15560" y="21197"/>
                  </a:lnTo>
                  <a:lnTo>
                    <a:pt x="15675" y="20577"/>
                  </a:lnTo>
                  <a:lnTo>
                    <a:pt x="15934" y="19493"/>
                  </a:lnTo>
                  <a:lnTo>
                    <a:pt x="16308" y="18315"/>
                  </a:lnTo>
                  <a:lnTo>
                    <a:pt x="16452" y="16828"/>
                  </a:lnTo>
                  <a:lnTo>
                    <a:pt x="16682" y="15123"/>
                  </a:lnTo>
                  <a:lnTo>
                    <a:pt x="16682" y="11683"/>
                  </a:lnTo>
                  <a:lnTo>
                    <a:pt x="16308" y="10041"/>
                  </a:lnTo>
                  <a:lnTo>
                    <a:pt x="15675" y="8460"/>
                  </a:lnTo>
                  <a:lnTo>
                    <a:pt x="14841" y="6911"/>
                  </a:lnTo>
                  <a:lnTo>
                    <a:pt x="13633" y="5857"/>
                  </a:lnTo>
                  <a:lnTo>
                    <a:pt x="11936" y="4989"/>
                  </a:lnTo>
                  <a:lnTo>
                    <a:pt x="10153" y="4432"/>
                  </a:lnTo>
                  <a:lnTo>
                    <a:pt x="7622" y="4308"/>
                  </a:lnTo>
                  <a:lnTo>
                    <a:pt x="4688" y="4834"/>
                  </a:lnTo>
                  <a:lnTo>
                    <a:pt x="4487" y="4710"/>
                  </a:lnTo>
                  <a:lnTo>
                    <a:pt x="4228" y="4710"/>
                  </a:lnTo>
                  <a:lnTo>
                    <a:pt x="3739" y="4308"/>
                  </a:lnTo>
                  <a:lnTo>
                    <a:pt x="3365" y="4153"/>
                  </a:lnTo>
                  <a:lnTo>
                    <a:pt x="2790" y="3750"/>
                  </a:lnTo>
                  <a:lnTo>
                    <a:pt x="2157" y="3409"/>
                  </a:lnTo>
                  <a:lnTo>
                    <a:pt x="1582" y="3006"/>
                  </a:lnTo>
                  <a:lnTo>
                    <a:pt x="1064" y="2572"/>
                  </a:lnTo>
                  <a:lnTo>
                    <a:pt x="633" y="2107"/>
                  </a:lnTo>
                  <a:lnTo>
                    <a:pt x="230" y="1704"/>
                  </a:lnTo>
                  <a:lnTo>
                    <a:pt x="0" y="1147"/>
                  </a:lnTo>
                  <a:lnTo>
                    <a:pt x="115" y="930"/>
                  </a:lnTo>
                  <a:lnTo>
                    <a:pt x="230" y="527"/>
                  </a:lnTo>
                  <a:lnTo>
                    <a:pt x="863" y="403"/>
                  </a:lnTo>
                  <a:lnTo>
                    <a:pt x="1697" y="0"/>
                  </a:lnTo>
                  <a:lnTo>
                    <a:pt x="3049" y="0"/>
                  </a:lnTo>
                </a:path>
              </a:pathLst>
            </a:custGeom>
            <a:solidFill>
              <a:srgbClr val="29852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32" name="Shape 41">
              <a:extLst>
                <a:ext uri="{FF2B5EF4-FFF2-40B4-BE49-F238E27FC236}">
                  <a16:creationId xmlns:a16="http://schemas.microsoft.com/office/drawing/2014/main" id="{69754809-1AF5-4F95-95E2-1A39A013E4F9}"/>
                </a:ext>
              </a:extLst>
            </p:cNvPr>
            <p:cNvSpPr/>
            <p:nvPr/>
          </p:nvSpPr>
          <p:spPr>
            <a:xfrm>
              <a:off x="153987" y="0"/>
              <a:ext cx="352066" cy="4965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070" y="14953"/>
                  </a:moveTo>
                  <a:lnTo>
                    <a:pt x="3556" y="14890"/>
                  </a:lnTo>
                  <a:lnTo>
                    <a:pt x="4086" y="14859"/>
                  </a:lnTo>
                  <a:lnTo>
                    <a:pt x="5124" y="14859"/>
                  </a:lnTo>
                  <a:lnTo>
                    <a:pt x="5499" y="14781"/>
                  </a:lnTo>
                  <a:lnTo>
                    <a:pt x="6052" y="14781"/>
                  </a:lnTo>
                  <a:lnTo>
                    <a:pt x="6449" y="14718"/>
                  </a:lnTo>
                  <a:lnTo>
                    <a:pt x="6869" y="14718"/>
                  </a:lnTo>
                  <a:lnTo>
                    <a:pt x="7421" y="14515"/>
                  </a:lnTo>
                  <a:lnTo>
                    <a:pt x="7796" y="14202"/>
                  </a:lnTo>
                  <a:lnTo>
                    <a:pt x="7796" y="13983"/>
                  </a:lnTo>
                  <a:lnTo>
                    <a:pt x="7907" y="13717"/>
                  </a:lnTo>
                  <a:lnTo>
                    <a:pt x="7796" y="13404"/>
                  </a:lnTo>
                  <a:lnTo>
                    <a:pt x="7708" y="13060"/>
                  </a:lnTo>
                  <a:lnTo>
                    <a:pt x="7421" y="12607"/>
                  </a:lnTo>
                  <a:lnTo>
                    <a:pt x="7178" y="12325"/>
                  </a:lnTo>
                  <a:lnTo>
                    <a:pt x="6582" y="12012"/>
                  </a:lnTo>
                  <a:lnTo>
                    <a:pt x="6250" y="11887"/>
                  </a:lnTo>
                  <a:lnTo>
                    <a:pt x="5654" y="11606"/>
                  </a:lnTo>
                  <a:lnTo>
                    <a:pt x="5212" y="11433"/>
                  </a:lnTo>
                  <a:lnTo>
                    <a:pt x="4638" y="11293"/>
                  </a:lnTo>
                  <a:lnTo>
                    <a:pt x="4086" y="11152"/>
                  </a:lnTo>
                  <a:lnTo>
                    <a:pt x="3556" y="11011"/>
                  </a:lnTo>
                  <a:lnTo>
                    <a:pt x="3070" y="10917"/>
                  </a:lnTo>
                  <a:lnTo>
                    <a:pt x="2540" y="10698"/>
                  </a:lnTo>
                  <a:lnTo>
                    <a:pt x="2231" y="10636"/>
                  </a:lnTo>
                  <a:lnTo>
                    <a:pt x="1789" y="10495"/>
                  </a:lnTo>
                  <a:lnTo>
                    <a:pt x="1612" y="10354"/>
                  </a:lnTo>
                  <a:lnTo>
                    <a:pt x="1413" y="10260"/>
                  </a:lnTo>
                  <a:lnTo>
                    <a:pt x="1413" y="9838"/>
                  </a:lnTo>
                  <a:lnTo>
                    <a:pt x="1502" y="9400"/>
                  </a:lnTo>
                  <a:lnTo>
                    <a:pt x="1701" y="8868"/>
                  </a:lnTo>
                  <a:lnTo>
                    <a:pt x="1944" y="8290"/>
                  </a:lnTo>
                  <a:lnTo>
                    <a:pt x="2231" y="7492"/>
                  </a:lnTo>
                  <a:lnTo>
                    <a:pt x="2783" y="6772"/>
                  </a:lnTo>
                  <a:lnTo>
                    <a:pt x="3158" y="5897"/>
                  </a:lnTo>
                  <a:lnTo>
                    <a:pt x="3710" y="5036"/>
                  </a:lnTo>
                  <a:lnTo>
                    <a:pt x="4196" y="4207"/>
                  </a:lnTo>
                  <a:lnTo>
                    <a:pt x="4837" y="3410"/>
                  </a:lnTo>
                  <a:lnTo>
                    <a:pt x="5499" y="2612"/>
                  </a:lnTo>
                  <a:lnTo>
                    <a:pt x="6140" y="1893"/>
                  </a:lnTo>
                  <a:lnTo>
                    <a:pt x="6780" y="1298"/>
                  </a:lnTo>
                  <a:lnTo>
                    <a:pt x="7421" y="860"/>
                  </a:lnTo>
                  <a:lnTo>
                    <a:pt x="8106" y="516"/>
                  </a:lnTo>
                  <a:lnTo>
                    <a:pt x="8834" y="375"/>
                  </a:lnTo>
                  <a:lnTo>
                    <a:pt x="9475" y="203"/>
                  </a:lnTo>
                  <a:lnTo>
                    <a:pt x="10292" y="125"/>
                  </a:lnTo>
                  <a:lnTo>
                    <a:pt x="11131" y="0"/>
                  </a:lnTo>
                  <a:lnTo>
                    <a:pt x="13053" y="0"/>
                  </a:lnTo>
                  <a:lnTo>
                    <a:pt x="14091" y="125"/>
                  </a:lnTo>
                  <a:lnTo>
                    <a:pt x="15018" y="203"/>
                  </a:lnTo>
                  <a:lnTo>
                    <a:pt x="16145" y="516"/>
                  </a:lnTo>
                  <a:lnTo>
                    <a:pt x="16962" y="782"/>
                  </a:lnTo>
                  <a:lnTo>
                    <a:pt x="17890" y="1173"/>
                  </a:lnTo>
                  <a:lnTo>
                    <a:pt x="18729" y="1689"/>
                  </a:lnTo>
                  <a:lnTo>
                    <a:pt x="19568" y="2346"/>
                  </a:lnTo>
                  <a:lnTo>
                    <a:pt x="20253" y="3066"/>
                  </a:lnTo>
                  <a:lnTo>
                    <a:pt x="20783" y="4067"/>
                  </a:lnTo>
                  <a:lnTo>
                    <a:pt x="21269" y="5036"/>
                  </a:lnTo>
                  <a:lnTo>
                    <a:pt x="21600" y="6350"/>
                  </a:lnTo>
                  <a:lnTo>
                    <a:pt x="21600" y="6413"/>
                  </a:lnTo>
                  <a:lnTo>
                    <a:pt x="21423" y="6554"/>
                  </a:lnTo>
                  <a:lnTo>
                    <a:pt x="21269" y="6772"/>
                  </a:lnTo>
                  <a:lnTo>
                    <a:pt x="21070" y="6976"/>
                  </a:lnTo>
                  <a:lnTo>
                    <a:pt x="20672" y="7007"/>
                  </a:lnTo>
                  <a:lnTo>
                    <a:pt x="20341" y="7007"/>
                  </a:lnTo>
                  <a:lnTo>
                    <a:pt x="20054" y="6835"/>
                  </a:lnTo>
                  <a:lnTo>
                    <a:pt x="19745" y="6772"/>
                  </a:lnTo>
                  <a:lnTo>
                    <a:pt x="19502" y="6491"/>
                  </a:lnTo>
                  <a:lnTo>
                    <a:pt x="19215" y="6241"/>
                  </a:lnTo>
                  <a:lnTo>
                    <a:pt x="18729" y="5834"/>
                  </a:lnTo>
                  <a:lnTo>
                    <a:pt x="18375" y="5459"/>
                  </a:lnTo>
                  <a:lnTo>
                    <a:pt x="17801" y="4974"/>
                  </a:lnTo>
                  <a:lnTo>
                    <a:pt x="17448" y="4583"/>
                  </a:lnTo>
                  <a:lnTo>
                    <a:pt x="16763" y="4145"/>
                  </a:lnTo>
                  <a:lnTo>
                    <a:pt x="16233" y="3723"/>
                  </a:lnTo>
                  <a:lnTo>
                    <a:pt x="15703" y="3269"/>
                  </a:lnTo>
                  <a:lnTo>
                    <a:pt x="15018" y="2972"/>
                  </a:lnTo>
                  <a:lnTo>
                    <a:pt x="14378" y="2549"/>
                  </a:lnTo>
                  <a:lnTo>
                    <a:pt x="13737" y="2315"/>
                  </a:lnTo>
                  <a:lnTo>
                    <a:pt x="13053" y="2033"/>
                  </a:lnTo>
                  <a:lnTo>
                    <a:pt x="12346" y="1893"/>
                  </a:lnTo>
                  <a:lnTo>
                    <a:pt x="11706" y="1830"/>
                  </a:lnTo>
                  <a:lnTo>
                    <a:pt x="10977" y="1893"/>
                  </a:lnTo>
                  <a:lnTo>
                    <a:pt x="10292" y="1955"/>
                  </a:lnTo>
                  <a:lnTo>
                    <a:pt x="9674" y="2315"/>
                  </a:lnTo>
                  <a:lnTo>
                    <a:pt x="8923" y="2549"/>
                  </a:lnTo>
                  <a:lnTo>
                    <a:pt x="8304" y="3003"/>
                  </a:lnTo>
                  <a:lnTo>
                    <a:pt x="7620" y="3488"/>
                  </a:lnTo>
                  <a:lnTo>
                    <a:pt x="7067" y="4004"/>
                  </a:lnTo>
                  <a:lnTo>
                    <a:pt x="6449" y="4520"/>
                  </a:lnTo>
                  <a:lnTo>
                    <a:pt x="5941" y="5115"/>
                  </a:lnTo>
                  <a:lnTo>
                    <a:pt x="5499" y="5693"/>
                  </a:lnTo>
                  <a:lnTo>
                    <a:pt x="5124" y="6288"/>
                  </a:lnTo>
                  <a:lnTo>
                    <a:pt x="4726" y="6835"/>
                  </a:lnTo>
                  <a:lnTo>
                    <a:pt x="4395" y="7351"/>
                  </a:lnTo>
                  <a:lnTo>
                    <a:pt x="4086" y="7867"/>
                  </a:lnTo>
                  <a:lnTo>
                    <a:pt x="3887" y="8321"/>
                  </a:lnTo>
                  <a:lnTo>
                    <a:pt x="3799" y="8743"/>
                  </a:lnTo>
                  <a:lnTo>
                    <a:pt x="3799" y="9119"/>
                  </a:lnTo>
                  <a:lnTo>
                    <a:pt x="3887" y="9322"/>
                  </a:lnTo>
                  <a:lnTo>
                    <a:pt x="4086" y="9603"/>
                  </a:lnTo>
                  <a:lnTo>
                    <a:pt x="4196" y="9635"/>
                  </a:lnTo>
                  <a:lnTo>
                    <a:pt x="4572" y="9697"/>
                  </a:lnTo>
                  <a:lnTo>
                    <a:pt x="4925" y="9916"/>
                  </a:lnTo>
                  <a:lnTo>
                    <a:pt x="5411" y="10041"/>
                  </a:lnTo>
                  <a:lnTo>
                    <a:pt x="5764" y="10182"/>
                  </a:lnTo>
                  <a:lnTo>
                    <a:pt x="6339" y="10292"/>
                  </a:lnTo>
                  <a:lnTo>
                    <a:pt x="6869" y="10495"/>
                  </a:lnTo>
                  <a:lnTo>
                    <a:pt x="7421" y="10698"/>
                  </a:lnTo>
                  <a:lnTo>
                    <a:pt x="7796" y="10917"/>
                  </a:lnTo>
                  <a:lnTo>
                    <a:pt x="8304" y="11089"/>
                  </a:lnTo>
                  <a:lnTo>
                    <a:pt x="8724" y="11293"/>
                  </a:lnTo>
                  <a:lnTo>
                    <a:pt x="9121" y="11606"/>
                  </a:lnTo>
                  <a:lnTo>
                    <a:pt x="9364" y="11809"/>
                  </a:lnTo>
                  <a:lnTo>
                    <a:pt x="9674" y="12012"/>
                  </a:lnTo>
                  <a:lnTo>
                    <a:pt x="9850" y="12325"/>
                  </a:lnTo>
                  <a:lnTo>
                    <a:pt x="9961" y="12607"/>
                  </a:lnTo>
                  <a:lnTo>
                    <a:pt x="9850" y="12888"/>
                  </a:lnTo>
                  <a:lnTo>
                    <a:pt x="9850" y="14781"/>
                  </a:lnTo>
                  <a:lnTo>
                    <a:pt x="9563" y="15172"/>
                  </a:lnTo>
                  <a:lnTo>
                    <a:pt x="9364" y="15516"/>
                  </a:lnTo>
                  <a:lnTo>
                    <a:pt x="9033" y="15750"/>
                  </a:lnTo>
                  <a:lnTo>
                    <a:pt x="8547" y="15891"/>
                  </a:lnTo>
                  <a:lnTo>
                    <a:pt x="4837" y="15891"/>
                  </a:lnTo>
                  <a:lnTo>
                    <a:pt x="4086" y="15954"/>
                  </a:lnTo>
                  <a:lnTo>
                    <a:pt x="3556" y="16032"/>
                  </a:lnTo>
                  <a:lnTo>
                    <a:pt x="3070" y="16235"/>
                  </a:lnTo>
                  <a:lnTo>
                    <a:pt x="2628" y="16345"/>
                  </a:lnTo>
                  <a:lnTo>
                    <a:pt x="2540" y="16548"/>
                  </a:lnTo>
                  <a:lnTo>
                    <a:pt x="2429" y="16751"/>
                  </a:lnTo>
                  <a:lnTo>
                    <a:pt x="2540" y="17064"/>
                  </a:lnTo>
                  <a:lnTo>
                    <a:pt x="2540" y="17346"/>
                  </a:lnTo>
                  <a:lnTo>
                    <a:pt x="2717" y="17580"/>
                  </a:lnTo>
                  <a:lnTo>
                    <a:pt x="2783" y="17924"/>
                  </a:lnTo>
                  <a:lnTo>
                    <a:pt x="2871" y="18237"/>
                  </a:lnTo>
                  <a:lnTo>
                    <a:pt x="2960" y="18378"/>
                  </a:lnTo>
                  <a:lnTo>
                    <a:pt x="3269" y="18519"/>
                  </a:lnTo>
                  <a:lnTo>
                    <a:pt x="3644" y="18660"/>
                  </a:lnTo>
                  <a:lnTo>
                    <a:pt x="4395" y="18863"/>
                  </a:lnTo>
                  <a:lnTo>
                    <a:pt x="5013" y="18972"/>
                  </a:lnTo>
                  <a:lnTo>
                    <a:pt x="5853" y="19097"/>
                  </a:lnTo>
                  <a:lnTo>
                    <a:pt x="6780" y="19238"/>
                  </a:lnTo>
                  <a:lnTo>
                    <a:pt x="7796" y="19457"/>
                  </a:lnTo>
                  <a:lnTo>
                    <a:pt x="11617" y="19457"/>
                  </a:lnTo>
                  <a:lnTo>
                    <a:pt x="12346" y="19316"/>
                  </a:lnTo>
                  <a:lnTo>
                    <a:pt x="13163" y="19176"/>
                  </a:lnTo>
                  <a:lnTo>
                    <a:pt x="13737" y="18972"/>
                  </a:lnTo>
                  <a:lnTo>
                    <a:pt x="14290" y="18722"/>
                  </a:lnTo>
                  <a:lnTo>
                    <a:pt x="14665" y="18378"/>
                  </a:lnTo>
                  <a:lnTo>
                    <a:pt x="15018" y="18065"/>
                  </a:lnTo>
                  <a:lnTo>
                    <a:pt x="15306" y="17784"/>
                  </a:lnTo>
                  <a:lnTo>
                    <a:pt x="15791" y="17486"/>
                  </a:lnTo>
                  <a:lnTo>
                    <a:pt x="16034" y="17205"/>
                  </a:lnTo>
                  <a:lnTo>
                    <a:pt x="16432" y="16892"/>
                  </a:lnTo>
                  <a:lnTo>
                    <a:pt x="16719" y="16611"/>
                  </a:lnTo>
                  <a:lnTo>
                    <a:pt x="16962" y="16407"/>
                  </a:lnTo>
                  <a:lnTo>
                    <a:pt x="17558" y="15954"/>
                  </a:lnTo>
                  <a:lnTo>
                    <a:pt x="18000" y="15610"/>
                  </a:lnTo>
                  <a:lnTo>
                    <a:pt x="18375" y="15438"/>
                  </a:lnTo>
                  <a:lnTo>
                    <a:pt x="18729" y="15375"/>
                  </a:lnTo>
                  <a:lnTo>
                    <a:pt x="19016" y="15375"/>
                  </a:lnTo>
                  <a:lnTo>
                    <a:pt x="19502" y="15547"/>
                  </a:lnTo>
                  <a:lnTo>
                    <a:pt x="19745" y="15813"/>
                  </a:lnTo>
                  <a:lnTo>
                    <a:pt x="20054" y="16173"/>
                  </a:lnTo>
                  <a:lnTo>
                    <a:pt x="20253" y="16470"/>
                  </a:lnTo>
                  <a:lnTo>
                    <a:pt x="20253" y="16892"/>
                  </a:lnTo>
                  <a:lnTo>
                    <a:pt x="20054" y="17205"/>
                  </a:lnTo>
                  <a:lnTo>
                    <a:pt x="19656" y="17580"/>
                  </a:lnTo>
                  <a:lnTo>
                    <a:pt x="19215" y="17721"/>
                  </a:lnTo>
                  <a:lnTo>
                    <a:pt x="18817" y="18003"/>
                  </a:lnTo>
                  <a:lnTo>
                    <a:pt x="18375" y="18237"/>
                  </a:lnTo>
                  <a:lnTo>
                    <a:pt x="17801" y="18581"/>
                  </a:lnTo>
                  <a:lnTo>
                    <a:pt x="17161" y="18863"/>
                  </a:lnTo>
                  <a:lnTo>
                    <a:pt x="16520" y="19238"/>
                  </a:lnTo>
                  <a:lnTo>
                    <a:pt x="15836" y="19520"/>
                  </a:lnTo>
                  <a:lnTo>
                    <a:pt x="15107" y="19895"/>
                  </a:lnTo>
                  <a:lnTo>
                    <a:pt x="14290" y="20208"/>
                  </a:lnTo>
                  <a:lnTo>
                    <a:pt x="13539" y="20490"/>
                  </a:lnTo>
                  <a:lnTo>
                    <a:pt x="12721" y="20755"/>
                  </a:lnTo>
                  <a:lnTo>
                    <a:pt x="12015" y="21006"/>
                  </a:lnTo>
                  <a:lnTo>
                    <a:pt x="11131" y="21209"/>
                  </a:lnTo>
                  <a:lnTo>
                    <a:pt x="10292" y="21412"/>
                  </a:lnTo>
                  <a:lnTo>
                    <a:pt x="9563" y="21522"/>
                  </a:lnTo>
                  <a:lnTo>
                    <a:pt x="8834" y="21600"/>
                  </a:lnTo>
                  <a:lnTo>
                    <a:pt x="7995" y="21522"/>
                  </a:lnTo>
                  <a:lnTo>
                    <a:pt x="7266" y="21491"/>
                  </a:lnTo>
                  <a:lnTo>
                    <a:pt x="6449" y="21350"/>
                  </a:lnTo>
                  <a:lnTo>
                    <a:pt x="5654" y="21209"/>
                  </a:lnTo>
                  <a:lnTo>
                    <a:pt x="4837" y="21006"/>
                  </a:lnTo>
                  <a:lnTo>
                    <a:pt x="4086" y="20865"/>
                  </a:lnTo>
                  <a:lnTo>
                    <a:pt x="3357" y="20630"/>
                  </a:lnTo>
                  <a:lnTo>
                    <a:pt x="2783" y="20411"/>
                  </a:lnTo>
                  <a:lnTo>
                    <a:pt x="2032" y="20177"/>
                  </a:lnTo>
                  <a:lnTo>
                    <a:pt x="1502" y="19833"/>
                  </a:lnTo>
                  <a:lnTo>
                    <a:pt x="1016" y="19520"/>
                  </a:lnTo>
                  <a:lnTo>
                    <a:pt x="663" y="19238"/>
                  </a:lnTo>
                  <a:lnTo>
                    <a:pt x="287" y="18863"/>
                  </a:lnTo>
                  <a:lnTo>
                    <a:pt x="88" y="18519"/>
                  </a:lnTo>
                  <a:lnTo>
                    <a:pt x="0" y="18206"/>
                  </a:lnTo>
                  <a:lnTo>
                    <a:pt x="0" y="17486"/>
                  </a:lnTo>
                  <a:lnTo>
                    <a:pt x="177" y="17127"/>
                  </a:lnTo>
                  <a:lnTo>
                    <a:pt x="375" y="16892"/>
                  </a:lnTo>
                  <a:lnTo>
                    <a:pt x="574" y="16548"/>
                  </a:lnTo>
                  <a:lnTo>
                    <a:pt x="1104" y="16094"/>
                  </a:lnTo>
                  <a:lnTo>
                    <a:pt x="1701" y="15688"/>
                  </a:lnTo>
                  <a:lnTo>
                    <a:pt x="2540" y="15093"/>
                  </a:lnTo>
                  <a:lnTo>
                    <a:pt x="2871" y="14953"/>
                  </a:lnTo>
                  <a:lnTo>
                    <a:pt x="3070" y="14953"/>
                  </a:lnTo>
                </a:path>
              </a:pathLst>
            </a:custGeom>
            <a:solidFill>
              <a:srgbClr val="29852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33" name="Shape 42">
              <a:extLst>
                <a:ext uri="{FF2B5EF4-FFF2-40B4-BE49-F238E27FC236}">
                  <a16:creationId xmlns:a16="http://schemas.microsoft.com/office/drawing/2014/main" id="{56A2F704-90D2-4627-A2A1-38B704C991B5}"/>
                </a:ext>
              </a:extLst>
            </p:cNvPr>
            <p:cNvSpPr/>
            <p:nvPr/>
          </p:nvSpPr>
          <p:spPr>
            <a:xfrm>
              <a:off x="254000" y="533400"/>
              <a:ext cx="372704" cy="402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55" y="0"/>
                  </a:moveTo>
                  <a:lnTo>
                    <a:pt x="19600" y="155"/>
                  </a:lnTo>
                  <a:lnTo>
                    <a:pt x="20204" y="541"/>
                  </a:lnTo>
                  <a:lnTo>
                    <a:pt x="20475" y="967"/>
                  </a:lnTo>
                  <a:lnTo>
                    <a:pt x="20704" y="1450"/>
                  </a:lnTo>
                  <a:lnTo>
                    <a:pt x="20892" y="1914"/>
                  </a:lnTo>
                  <a:lnTo>
                    <a:pt x="21183" y="2514"/>
                  </a:lnTo>
                  <a:lnTo>
                    <a:pt x="21350" y="3075"/>
                  </a:lnTo>
                  <a:lnTo>
                    <a:pt x="21454" y="3713"/>
                  </a:lnTo>
                  <a:lnTo>
                    <a:pt x="21496" y="4448"/>
                  </a:lnTo>
                  <a:lnTo>
                    <a:pt x="21600" y="5202"/>
                  </a:lnTo>
                  <a:lnTo>
                    <a:pt x="21454" y="5937"/>
                  </a:lnTo>
                  <a:lnTo>
                    <a:pt x="21350" y="6826"/>
                  </a:lnTo>
                  <a:lnTo>
                    <a:pt x="21183" y="7561"/>
                  </a:lnTo>
                  <a:lnTo>
                    <a:pt x="20996" y="8450"/>
                  </a:lnTo>
                  <a:lnTo>
                    <a:pt x="20538" y="9263"/>
                  </a:lnTo>
                  <a:lnTo>
                    <a:pt x="19934" y="10210"/>
                  </a:lnTo>
                  <a:lnTo>
                    <a:pt x="19142" y="11274"/>
                  </a:lnTo>
                  <a:lnTo>
                    <a:pt x="18267" y="12531"/>
                  </a:lnTo>
                  <a:lnTo>
                    <a:pt x="17122" y="13633"/>
                  </a:lnTo>
                  <a:lnTo>
                    <a:pt x="16018" y="14871"/>
                  </a:lnTo>
                  <a:lnTo>
                    <a:pt x="14768" y="16069"/>
                  </a:lnTo>
                  <a:lnTo>
                    <a:pt x="13518" y="17230"/>
                  </a:lnTo>
                  <a:lnTo>
                    <a:pt x="12227" y="18293"/>
                  </a:lnTo>
                  <a:lnTo>
                    <a:pt x="10894" y="19241"/>
                  </a:lnTo>
                  <a:lnTo>
                    <a:pt x="9602" y="20053"/>
                  </a:lnTo>
                  <a:lnTo>
                    <a:pt x="8353" y="20768"/>
                  </a:lnTo>
                  <a:lnTo>
                    <a:pt x="7165" y="21291"/>
                  </a:lnTo>
                  <a:lnTo>
                    <a:pt x="6103" y="21542"/>
                  </a:lnTo>
                  <a:lnTo>
                    <a:pt x="5145" y="21600"/>
                  </a:lnTo>
                  <a:lnTo>
                    <a:pt x="4457" y="21465"/>
                  </a:lnTo>
                  <a:lnTo>
                    <a:pt x="3687" y="21039"/>
                  </a:lnTo>
                  <a:lnTo>
                    <a:pt x="3041" y="20730"/>
                  </a:lnTo>
                  <a:lnTo>
                    <a:pt x="2437" y="20304"/>
                  </a:lnTo>
                  <a:lnTo>
                    <a:pt x="2020" y="19956"/>
                  </a:lnTo>
                  <a:lnTo>
                    <a:pt x="1562" y="19666"/>
                  </a:lnTo>
                  <a:lnTo>
                    <a:pt x="1187" y="19318"/>
                  </a:lnTo>
                  <a:lnTo>
                    <a:pt x="875" y="18931"/>
                  </a:lnTo>
                  <a:lnTo>
                    <a:pt x="687" y="18680"/>
                  </a:lnTo>
                  <a:lnTo>
                    <a:pt x="271" y="18119"/>
                  </a:lnTo>
                  <a:lnTo>
                    <a:pt x="83" y="17694"/>
                  </a:lnTo>
                  <a:lnTo>
                    <a:pt x="0" y="17481"/>
                  </a:lnTo>
                  <a:lnTo>
                    <a:pt x="0" y="17230"/>
                  </a:lnTo>
                  <a:lnTo>
                    <a:pt x="167" y="17230"/>
                  </a:lnTo>
                  <a:lnTo>
                    <a:pt x="396" y="16978"/>
                  </a:lnTo>
                  <a:lnTo>
                    <a:pt x="1146" y="16978"/>
                  </a:lnTo>
                  <a:lnTo>
                    <a:pt x="1562" y="17230"/>
                  </a:lnTo>
                  <a:lnTo>
                    <a:pt x="1750" y="17307"/>
                  </a:lnTo>
                  <a:lnTo>
                    <a:pt x="2020" y="17520"/>
                  </a:lnTo>
                  <a:lnTo>
                    <a:pt x="2250" y="17945"/>
                  </a:lnTo>
                  <a:lnTo>
                    <a:pt x="2520" y="18332"/>
                  </a:lnTo>
                  <a:lnTo>
                    <a:pt x="2812" y="18680"/>
                  </a:lnTo>
                  <a:lnTo>
                    <a:pt x="3041" y="18931"/>
                  </a:lnTo>
                  <a:lnTo>
                    <a:pt x="3499" y="19105"/>
                  </a:lnTo>
                  <a:lnTo>
                    <a:pt x="3812" y="19318"/>
                  </a:lnTo>
                  <a:lnTo>
                    <a:pt x="4270" y="19318"/>
                  </a:lnTo>
                  <a:lnTo>
                    <a:pt x="4791" y="19415"/>
                  </a:lnTo>
                  <a:lnTo>
                    <a:pt x="5249" y="19318"/>
                  </a:lnTo>
                  <a:lnTo>
                    <a:pt x="5853" y="19318"/>
                  </a:lnTo>
                  <a:lnTo>
                    <a:pt x="6374" y="19144"/>
                  </a:lnTo>
                  <a:lnTo>
                    <a:pt x="6874" y="19028"/>
                  </a:lnTo>
                  <a:lnTo>
                    <a:pt x="7478" y="18777"/>
                  </a:lnTo>
                  <a:lnTo>
                    <a:pt x="8123" y="18603"/>
                  </a:lnTo>
                  <a:lnTo>
                    <a:pt x="8644" y="18293"/>
                  </a:lnTo>
                  <a:lnTo>
                    <a:pt x="9332" y="18042"/>
                  </a:lnTo>
                  <a:lnTo>
                    <a:pt x="9977" y="17694"/>
                  </a:lnTo>
                  <a:lnTo>
                    <a:pt x="10665" y="17481"/>
                  </a:lnTo>
                  <a:lnTo>
                    <a:pt x="11269" y="16978"/>
                  </a:lnTo>
                  <a:lnTo>
                    <a:pt x="11956" y="16418"/>
                  </a:lnTo>
                  <a:lnTo>
                    <a:pt x="12643" y="15683"/>
                  </a:lnTo>
                  <a:lnTo>
                    <a:pt x="13477" y="14871"/>
                  </a:lnTo>
                  <a:lnTo>
                    <a:pt x="14164" y="13884"/>
                  </a:lnTo>
                  <a:lnTo>
                    <a:pt x="14955" y="12898"/>
                  </a:lnTo>
                  <a:lnTo>
                    <a:pt x="15643" y="11757"/>
                  </a:lnTo>
                  <a:lnTo>
                    <a:pt x="16434" y="10732"/>
                  </a:lnTo>
                  <a:lnTo>
                    <a:pt x="17018" y="9495"/>
                  </a:lnTo>
                  <a:lnTo>
                    <a:pt x="17663" y="8373"/>
                  </a:lnTo>
                  <a:lnTo>
                    <a:pt x="18184" y="7310"/>
                  </a:lnTo>
                  <a:lnTo>
                    <a:pt x="18642" y="6323"/>
                  </a:lnTo>
                  <a:lnTo>
                    <a:pt x="18955" y="5260"/>
                  </a:lnTo>
                  <a:lnTo>
                    <a:pt x="19246" y="4448"/>
                  </a:lnTo>
                  <a:lnTo>
                    <a:pt x="19330" y="3635"/>
                  </a:lnTo>
                  <a:lnTo>
                    <a:pt x="19413" y="3075"/>
                  </a:lnTo>
                  <a:lnTo>
                    <a:pt x="19246" y="2901"/>
                  </a:lnTo>
                  <a:lnTo>
                    <a:pt x="18871" y="2591"/>
                  </a:lnTo>
                  <a:lnTo>
                    <a:pt x="18371" y="2088"/>
                  </a:lnTo>
                  <a:lnTo>
                    <a:pt x="17997" y="1624"/>
                  </a:lnTo>
                  <a:lnTo>
                    <a:pt x="17767" y="1064"/>
                  </a:lnTo>
                  <a:lnTo>
                    <a:pt x="17767" y="541"/>
                  </a:lnTo>
                  <a:lnTo>
                    <a:pt x="17851" y="290"/>
                  </a:lnTo>
                  <a:lnTo>
                    <a:pt x="18080" y="155"/>
                  </a:lnTo>
                  <a:lnTo>
                    <a:pt x="18455" y="0"/>
                  </a:lnTo>
                  <a:lnTo>
                    <a:pt x="18955" y="0"/>
                  </a:lnTo>
                </a:path>
              </a:pathLst>
            </a:custGeom>
            <a:solidFill>
              <a:srgbClr val="85D185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34" name="Shape 43">
              <a:extLst>
                <a:ext uri="{FF2B5EF4-FFF2-40B4-BE49-F238E27FC236}">
                  <a16:creationId xmlns:a16="http://schemas.microsoft.com/office/drawing/2014/main" id="{8D339A49-C197-4374-895B-F086CAC41C80}"/>
                </a:ext>
              </a:extLst>
            </p:cNvPr>
            <p:cNvSpPr/>
            <p:nvPr/>
          </p:nvSpPr>
          <p:spPr>
            <a:xfrm>
              <a:off x="12699" y="252412"/>
              <a:ext cx="69488" cy="2187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58" y="284"/>
                  </a:moveTo>
                  <a:lnTo>
                    <a:pt x="12892" y="142"/>
                  </a:lnTo>
                  <a:lnTo>
                    <a:pt x="11422" y="142"/>
                  </a:lnTo>
                  <a:lnTo>
                    <a:pt x="9047" y="0"/>
                  </a:lnTo>
                  <a:lnTo>
                    <a:pt x="4750" y="0"/>
                  </a:lnTo>
                  <a:lnTo>
                    <a:pt x="2714" y="142"/>
                  </a:lnTo>
                  <a:lnTo>
                    <a:pt x="1244" y="461"/>
                  </a:lnTo>
                  <a:lnTo>
                    <a:pt x="905" y="1064"/>
                  </a:lnTo>
                  <a:lnTo>
                    <a:pt x="0" y="1383"/>
                  </a:lnTo>
                  <a:lnTo>
                    <a:pt x="0" y="2234"/>
                  </a:lnTo>
                  <a:lnTo>
                    <a:pt x="452" y="3263"/>
                  </a:lnTo>
                  <a:lnTo>
                    <a:pt x="905" y="4717"/>
                  </a:lnTo>
                  <a:lnTo>
                    <a:pt x="1244" y="6207"/>
                  </a:lnTo>
                  <a:lnTo>
                    <a:pt x="1696" y="7980"/>
                  </a:lnTo>
                  <a:lnTo>
                    <a:pt x="2262" y="9789"/>
                  </a:lnTo>
                  <a:lnTo>
                    <a:pt x="3280" y="11704"/>
                  </a:lnTo>
                  <a:lnTo>
                    <a:pt x="4297" y="13407"/>
                  </a:lnTo>
                  <a:lnTo>
                    <a:pt x="4750" y="15216"/>
                  </a:lnTo>
                  <a:lnTo>
                    <a:pt x="5768" y="16847"/>
                  </a:lnTo>
                  <a:lnTo>
                    <a:pt x="5994" y="18479"/>
                  </a:lnTo>
                  <a:lnTo>
                    <a:pt x="6559" y="19649"/>
                  </a:lnTo>
                  <a:lnTo>
                    <a:pt x="7012" y="20713"/>
                  </a:lnTo>
                  <a:lnTo>
                    <a:pt x="7577" y="21281"/>
                  </a:lnTo>
                  <a:lnTo>
                    <a:pt x="8029" y="21600"/>
                  </a:lnTo>
                  <a:lnTo>
                    <a:pt x="18773" y="18940"/>
                  </a:lnTo>
                  <a:lnTo>
                    <a:pt x="18207" y="18621"/>
                  </a:lnTo>
                  <a:lnTo>
                    <a:pt x="18207" y="17308"/>
                  </a:lnTo>
                  <a:lnTo>
                    <a:pt x="17190" y="16386"/>
                  </a:lnTo>
                  <a:lnTo>
                    <a:pt x="17190" y="15535"/>
                  </a:lnTo>
                  <a:lnTo>
                    <a:pt x="16737" y="14506"/>
                  </a:lnTo>
                  <a:lnTo>
                    <a:pt x="16737" y="13584"/>
                  </a:lnTo>
                  <a:lnTo>
                    <a:pt x="15719" y="12556"/>
                  </a:lnTo>
                  <a:lnTo>
                    <a:pt x="15493" y="11421"/>
                  </a:lnTo>
                  <a:lnTo>
                    <a:pt x="14928" y="10321"/>
                  </a:lnTo>
                  <a:lnTo>
                    <a:pt x="14475" y="9470"/>
                  </a:lnTo>
                  <a:lnTo>
                    <a:pt x="13910" y="8441"/>
                  </a:lnTo>
                  <a:lnTo>
                    <a:pt x="13910" y="7661"/>
                  </a:lnTo>
                  <a:lnTo>
                    <a:pt x="13458" y="7129"/>
                  </a:lnTo>
                  <a:lnTo>
                    <a:pt x="13458" y="6668"/>
                  </a:lnTo>
                  <a:lnTo>
                    <a:pt x="12892" y="5888"/>
                  </a:lnTo>
                  <a:lnTo>
                    <a:pt x="13910" y="5356"/>
                  </a:lnTo>
                  <a:lnTo>
                    <a:pt x="14928" y="4895"/>
                  </a:lnTo>
                  <a:lnTo>
                    <a:pt x="16737" y="4717"/>
                  </a:lnTo>
                  <a:lnTo>
                    <a:pt x="19791" y="4575"/>
                  </a:lnTo>
                  <a:lnTo>
                    <a:pt x="21600" y="4575"/>
                  </a:lnTo>
                  <a:lnTo>
                    <a:pt x="21035" y="2554"/>
                  </a:lnTo>
                  <a:lnTo>
                    <a:pt x="13458" y="284"/>
                  </a:lnTo>
                </a:path>
              </a:pathLst>
            </a:custGeom>
            <a:solidFill>
              <a:srgbClr val="6D2E7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35" name="Shape 44">
              <a:extLst>
                <a:ext uri="{FF2B5EF4-FFF2-40B4-BE49-F238E27FC236}">
                  <a16:creationId xmlns:a16="http://schemas.microsoft.com/office/drawing/2014/main" id="{8A52C588-F84B-4258-886D-0A3C0F534CF6}"/>
                </a:ext>
              </a:extLst>
            </p:cNvPr>
            <p:cNvSpPr/>
            <p:nvPr/>
          </p:nvSpPr>
          <p:spPr>
            <a:xfrm>
              <a:off x="12699" y="2006600"/>
              <a:ext cx="309203" cy="10918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3541"/>
                  </a:lnTo>
                  <a:lnTo>
                    <a:pt x="20516" y="21600"/>
                  </a:lnTo>
                  <a:lnTo>
                    <a:pt x="1890" y="21246"/>
                  </a:lnTo>
                  <a:lnTo>
                    <a:pt x="0" y="0"/>
                  </a:lnTo>
                </a:path>
              </a:pathLst>
            </a:custGeom>
            <a:solidFill>
              <a:srgbClr val="29852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36" name="Shape 45">
              <a:extLst>
                <a:ext uri="{FF2B5EF4-FFF2-40B4-BE49-F238E27FC236}">
                  <a16:creationId xmlns:a16="http://schemas.microsoft.com/office/drawing/2014/main" id="{3061F65E-2FDD-44B9-B42F-C0A2B1F056BD}"/>
                </a:ext>
              </a:extLst>
            </p:cNvPr>
            <p:cNvSpPr/>
            <p:nvPr/>
          </p:nvSpPr>
          <p:spPr>
            <a:xfrm>
              <a:off x="12699" y="255587"/>
              <a:ext cx="69488" cy="217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58" y="143"/>
                  </a:moveTo>
                  <a:lnTo>
                    <a:pt x="12892" y="0"/>
                  </a:lnTo>
                  <a:lnTo>
                    <a:pt x="2714" y="0"/>
                  </a:lnTo>
                  <a:lnTo>
                    <a:pt x="1244" y="464"/>
                  </a:lnTo>
                  <a:lnTo>
                    <a:pt x="905" y="928"/>
                  </a:lnTo>
                  <a:lnTo>
                    <a:pt x="0" y="1321"/>
                  </a:lnTo>
                  <a:lnTo>
                    <a:pt x="0" y="2106"/>
                  </a:lnTo>
                  <a:lnTo>
                    <a:pt x="452" y="3106"/>
                  </a:lnTo>
                  <a:lnTo>
                    <a:pt x="905" y="4606"/>
                  </a:lnTo>
                  <a:lnTo>
                    <a:pt x="1244" y="6069"/>
                  </a:lnTo>
                  <a:lnTo>
                    <a:pt x="1696" y="7890"/>
                  </a:lnTo>
                  <a:lnTo>
                    <a:pt x="2262" y="9675"/>
                  </a:lnTo>
                  <a:lnTo>
                    <a:pt x="3280" y="11710"/>
                  </a:lnTo>
                  <a:lnTo>
                    <a:pt x="4297" y="13531"/>
                  </a:lnTo>
                  <a:lnTo>
                    <a:pt x="4750" y="15316"/>
                  </a:lnTo>
                  <a:lnTo>
                    <a:pt x="5768" y="16816"/>
                  </a:lnTo>
                  <a:lnTo>
                    <a:pt x="5994" y="18458"/>
                  </a:lnTo>
                  <a:lnTo>
                    <a:pt x="6559" y="19779"/>
                  </a:lnTo>
                  <a:lnTo>
                    <a:pt x="7012" y="20636"/>
                  </a:lnTo>
                  <a:lnTo>
                    <a:pt x="7577" y="21279"/>
                  </a:lnTo>
                  <a:lnTo>
                    <a:pt x="8029" y="21600"/>
                  </a:lnTo>
                  <a:lnTo>
                    <a:pt x="18773" y="18922"/>
                  </a:lnTo>
                  <a:lnTo>
                    <a:pt x="18207" y="18780"/>
                  </a:lnTo>
                  <a:lnTo>
                    <a:pt x="18207" y="17280"/>
                  </a:lnTo>
                  <a:lnTo>
                    <a:pt x="17190" y="16352"/>
                  </a:lnTo>
                  <a:lnTo>
                    <a:pt x="17190" y="15495"/>
                  </a:lnTo>
                  <a:lnTo>
                    <a:pt x="16737" y="14460"/>
                  </a:lnTo>
                  <a:lnTo>
                    <a:pt x="16737" y="13674"/>
                  </a:lnTo>
                  <a:lnTo>
                    <a:pt x="15719" y="12496"/>
                  </a:lnTo>
                  <a:lnTo>
                    <a:pt x="15493" y="11496"/>
                  </a:lnTo>
                  <a:lnTo>
                    <a:pt x="14928" y="10389"/>
                  </a:lnTo>
                  <a:lnTo>
                    <a:pt x="14475" y="9390"/>
                  </a:lnTo>
                  <a:lnTo>
                    <a:pt x="13910" y="8354"/>
                  </a:lnTo>
                  <a:lnTo>
                    <a:pt x="13910" y="7747"/>
                  </a:lnTo>
                  <a:lnTo>
                    <a:pt x="13458" y="7033"/>
                  </a:lnTo>
                  <a:lnTo>
                    <a:pt x="13458" y="6569"/>
                  </a:lnTo>
                  <a:lnTo>
                    <a:pt x="12892" y="5784"/>
                  </a:lnTo>
                  <a:lnTo>
                    <a:pt x="13910" y="5213"/>
                  </a:lnTo>
                  <a:lnTo>
                    <a:pt x="14928" y="4748"/>
                  </a:lnTo>
                  <a:lnTo>
                    <a:pt x="16737" y="4748"/>
                  </a:lnTo>
                  <a:lnTo>
                    <a:pt x="19791" y="4427"/>
                  </a:lnTo>
                  <a:lnTo>
                    <a:pt x="21600" y="4427"/>
                  </a:lnTo>
                  <a:lnTo>
                    <a:pt x="21035" y="2392"/>
                  </a:lnTo>
                  <a:lnTo>
                    <a:pt x="13458" y="143"/>
                  </a:lnTo>
                </a:path>
              </a:pathLst>
            </a:custGeom>
            <a:solidFill>
              <a:srgbClr val="29852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</p:grpSp>
      <p:grpSp>
        <p:nvGrpSpPr>
          <p:cNvPr id="37" name="Group 95">
            <a:extLst>
              <a:ext uri="{FF2B5EF4-FFF2-40B4-BE49-F238E27FC236}">
                <a16:creationId xmlns:a16="http://schemas.microsoft.com/office/drawing/2014/main" id="{EDDC838D-EC79-4F55-972A-7FDF3F834768}"/>
              </a:ext>
            </a:extLst>
          </p:cNvPr>
          <p:cNvGrpSpPr/>
          <p:nvPr/>
        </p:nvGrpSpPr>
        <p:grpSpPr>
          <a:xfrm>
            <a:off x="6243637" y="2400300"/>
            <a:ext cx="1953852" cy="2238018"/>
            <a:chOff x="0" y="0"/>
            <a:chExt cx="1953851" cy="2238017"/>
          </a:xfrm>
        </p:grpSpPr>
        <p:sp>
          <p:nvSpPr>
            <p:cNvPr id="38" name="Shape 47">
              <a:extLst>
                <a:ext uri="{FF2B5EF4-FFF2-40B4-BE49-F238E27FC236}">
                  <a16:creationId xmlns:a16="http://schemas.microsoft.com/office/drawing/2014/main" id="{1EFE775F-48B7-45F0-B2C9-BE4AA2EE50DC}"/>
                </a:ext>
              </a:extLst>
            </p:cNvPr>
            <p:cNvSpPr/>
            <p:nvPr/>
          </p:nvSpPr>
          <p:spPr>
            <a:xfrm>
              <a:off x="1558925" y="1957387"/>
              <a:ext cx="299679" cy="710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868"/>
                  </a:lnTo>
                  <a:lnTo>
                    <a:pt x="20953" y="21600"/>
                  </a:lnTo>
                  <a:lnTo>
                    <a:pt x="2046" y="21057"/>
                  </a:lnTo>
                  <a:lnTo>
                    <a:pt x="0" y="0"/>
                  </a:lnTo>
                </a:path>
              </a:pathLst>
            </a:custGeom>
            <a:solidFill>
              <a:srgbClr val="6D2E7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39" name="Shape 48">
              <a:extLst>
                <a:ext uri="{FF2B5EF4-FFF2-40B4-BE49-F238E27FC236}">
                  <a16:creationId xmlns:a16="http://schemas.microsoft.com/office/drawing/2014/main" id="{44DCA87B-1CF4-40FE-B381-772D5441B892}"/>
                </a:ext>
              </a:extLst>
            </p:cNvPr>
            <p:cNvSpPr/>
            <p:nvPr/>
          </p:nvSpPr>
          <p:spPr>
            <a:xfrm>
              <a:off x="1241425" y="401637"/>
              <a:ext cx="679091" cy="16728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07" y="0"/>
                  </a:moveTo>
                  <a:lnTo>
                    <a:pt x="12756" y="0"/>
                  </a:lnTo>
                  <a:lnTo>
                    <a:pt x="15079" y="911"/>
                  </a:lnTo>
                  <a:lnTo>
                    <a:pt x="18877" y="1083"/>
                  </a:lnTo>
                  <a:lnTo>
                    <a:pt x="21600" y="2422"/>
                  </a:lnTo>
                  <a:lnTo>
                    <a:pt x="19689" y="5508"/>
                  </a:lnTo>
                  <a:lnTo>
                    <a:pt x="13489" y="7065"/>
                  </a:lnTo>
                  <a:lnTo>
                    <a:pt x="18545" y="12634"/>
                  </a:lnTo>
                  <a:lnTo>
                    <a:pt x="12631" y="20991"/>
                  </a:lnTo>
                  <a:lnTo>
                    <a:pt x="8969" y="21600"/>
                  </a:lnTo>
                  <a:lnTo>
                    <a:pt x="1487" y="20991"/>
                  </a:lnTo>
                  <a:lnTo>
                    <a:pt x="0" y="9905"/>
                  </a:lnTo>
                  <a:lnTo>
                    <a:pt x="1007" y="0"/>
                  </a:lnTo>
                </a:path>
              </a:pathLst>
            </a:custGeom>
            <a:solidFill>
              <a:srgbClr val="D1759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40" name="Shape 49">
              <a:extLst>
                <a:ext uri="{FF2B5EF4-FFF2-40B4-BE49-F238E27FC236}">
                  <a16:creationId xmlns:a16="http://schemas.microsoft.com/office/drawing/2014/main" id="{54B0D5B8-B5C1-4F6C-AC63-8C1EEB709734}"/>
                </a:ext>
              </a:extLst>
            </p:cNvPr>
            <p:cNvSpPr/>
            <p:nvPr/>
          </p:nvSpPr>
          <p:spPr>
            <a:xfrm>
              <a:off x="1393825" y="12699"/>
              <a:ext cx="333016" cy="442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337" y="17634"/>
                  </a:moveTo>
                  <a:lnTo>
                    <a:pt x="19337" y="17477"/>
                  </a:lnTo>
                  <a:lnTo>
                    <a:pt x="19431" y="17319"/>
                  </a:lnTo>
                  <a:lnTo>
                    <a:pt x="19547" y="17055"/>
                  </a:lnTo>
                  <a:lnTo>
                    <a:pt x="19757" y="16827"/>
                  </a:lnTo>
                  <a:lnTo>
                    <a:pt x="19851" y="16354"/>
                  </a:lnTo>
                  <a:lnTo>
                    <a:pt x="20154" y="15932"/>
                  </a:lnTo>
                  <a:lnTo>
                    <a:pt x="20317" y="15424"/>
                  </a:lnTo>
                  <a:lnTo>
                    <a:pt x="20527" y="14880"/>
                  </a:lnTo>
                  <a:lnTo>
                    <a:pt x="20947" y="13722"/>
                  </a:lnTo>
                  <a:lnTo>
                    <a:pt x="21040" y="13142"/>
                  </a:lnTo>
                  <a:lnTo>
                    <a:pt x="21297" y="12563"/>
                  </a:lnTo>
                  <a:lnTo>
                    <a:pt x="21297" y="11862"/>
                  </a:lnTo>
                  <a:lnTo>
                    <a:pt x="21507" y="11353"/>
                  </a:lnTo>
                  <a:lnTo>
                    <a:pt x="21600" y="10844"/>
                  </a:lnTo>
                  <a:lnTo>
                    <a:pt x="21600" y="10388"/>
                  </a:lnTo>
                  <a:lnTo>
                    <a:pt x="21507" y="9879"/>
                  </a:lnTo>
                  <a:lnTo>
                    <a:pt x="21413" y="9300"/>
                  </a:lnTo>
                  <a:lnTo>
                    <a:pt x="21297" y="8791"/>
                  </a:lnTo>
                  <a:lnTo>
                    <a:pt x="21203" y="8177"/>
                  </a:lnTo>
                  <a:lnTo>
                    <a:pt x="20947" y="7598"/>
                  </a:lnTo>
                  <a:lnTo>
                    <a:pt x="20830" y="7089"/>
                  </a:lnTo>
                  <a:lnTo>
                    <a:pt x="20737" y="6580"/>
                  </a:lnTo>
                  <a:lnTo>
                    <a:pt x="20620" y="6036"/>
                  </a:lnTo>
                  <a:lnTo>
                    <a:pt x="20410" y="5545"/>
                  </a:lnTo>
                  <a:lnTo>
                    <a:pt x="20224" y="5106"/>
                  </a:lnTo>
                  <a:lnTo>
                    <a:pt x="20154" y="4650"/>
                  </a:lnTo>
                  <a:lnTo>
                    <a:pt x="20060" y="4457"/>
                  </a:lnTo>
                  <a:lnTo>
                    <a:pt x="19851" y="4071"/>
                  </a:lnTo>
                  <a:lnTo>
                    <a:pt x="19851" y="3755"/>
                  </a:lnTo>
                  <a:lnTo>
                    <a:pt x="13436" y="0"/>
                  </a:lnTo>
                  <a:lnTo>
                    <a:pt x="9400" y="0"/>
                  </a:lnTo>
                  <a:lnTo>
                    <a:pt x="5482" y="3562"/>
                  </a:lnTo>
                  <a:lnTo>
                    <a:pt x="1749" y="9949"/>
                  </a:lnTo>
                  <a:lnTo>
                    <a:pt x="8048" y="12669"/>
                  </a:lnTo>
                  <a:lnTo>
                    <a:pt x="8934" y="16354"/>
                  </a:lnTo>
                  <a:lnTo>
                    <a:pt x="3032" y="16318"/>
                  </a:lnTo>
                  <a:lnTo>
                    <a:pt x="0" y="17634"/>
                  </a:lnTo>
                  <a:lnTo>
                    <a:pt x="653" y="20354"/>
                  </a:lnTo>
                  <a:lnTo>
                    <a:pt x="7651" y="21600"/>
                  </a:lnTo>
                  <a:lnTo>
                    <a:pt x="13739" y="21389"/>
                  </a:lnTo>
                  <a:lnTo>
                    <a:pt x="19337" y="17634"/>
                  </a:lnTo>
                </a:path>
              </a:pathLst>
            </a:custGeom>
            <a:solidFill>
              <a:srgbClr val="F7919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41" name="Shape 50">
              <a:extLst>
                <a:ext uri="{FF2B5EF4-FFF2-40B4-BE49-F238E27FC236}">
                  <a16:creationId xmlns:a16="http://schemas.microsoft.com/office/drawing/2014/main" id="{235B0498-E009-4735-8D53-616710F4F4A5}"/>
                </a:ext>
              </a:extLst>
            </p:cNvPr>
            <p:cNvSpPr/>
            <p:nvPr/>
          </p:nvSpPr>
          <p:spPr>
            <a:xfrm>
              <a:off x="1255712" y="277812"/>
              <a:ext cx="121880" cy="1853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884"/>
                  </a:moveTo>
                  <a:lnTo>
                    <a:pt x="2096" y="0"/>
                  </a:lnTo>
                  <a:lnTo>
                    <a:pt x="20329" y="0"/>
                  </a:lnTo>
                  <a:lnTo>
                    <a:pt x="21600" y="16884"/>
                  </a:lnTo>
                  <a:lnTo>
                    <a:pt x="10927" y="20211"/>
                  </a:lnTo>
                  <a:lnTo>
                    <a:pt x="826" y="21600"/>
                  </a:lnTo>
                  <a:lnTo>
                    <a:pt x="0" y="16884"/>
                  </a:lnTo>
                </a:path>
              </a:pathLst>
            </a:custGeom>
            <a:solidFill>
              <a:srgbClr val="F7919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42" name="Shape 51">
              <a:extLst>
                <a:ext uri="{FF2B5EF4-FFF2-40B4-BE49-F238E27FC236}">
                  <a16:creationId xmlns:a16="http://schemas.microsoft.com/office/drawing/2014/main" id="{C790AB71-17F9-489F-80C9-DBF7CF06930F}"/>
                </a:ext>
              </a:extLst>
            </p:cNvPr>
            <p:cNvSpPr/>
            <p:nvPr/>
          </p:nvSpPr>
          <p:spPr>
            <a:xfrm>
              <a:off x="1238250" y="255587"/>
              <a:ext cx="450491" cy="5092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3" y="2624"/>
                  </a:moveTo>
                  <a:lnTo>
                    <a:pt x="793" y="2593"/>
                  </a:lnTo>
                  <a:lnTo>
                    <a:pt x="1017" y="2593"/>
                  </a:lnTo>
                  <a:lnTo>
                    <a:pt x="1241" y="2456"/>
                  </a:lnTo>
                  <a:lnTo>
                    <a:pt x="1586" y="2380"/>
                  </a:lnTo>
                  <a:lnTo>
                    <a:pt x="1896" y="2258"/>
                  </a:lnTo>
                  <a:lnTo>
                    <a:pt x="2310" y="2120"/>
                  </a:lnTo>
                  <a:lnTo>
                    <a:pt x="2810" y="2044"/>
                  </a:lnTo>
                  <a:lnTo>
                    <a:pt x="3327" y="1983"/>
                  </a:lnTo>
                  <a:lnTo>
                    <a:pt x="3758" y="1876"/>
                  </a:lnTo>
                  <a:lnTo>
                    <a:pt x="4620" y="1876"/>
                  </a:lnTo>
                  <a:lnTo>
                    <a:pt x="5051" y="1983"/>
                  </a:lnTo>
                  <a:lnTo>
                    <a:pt x="5344" y="2044"/>
                  </a:lnTo>
                  <a:lnTo>
                    <a:pt x="5689" y="2319"/>
                  </a:lnTo>
                  <a:lnTo>
                    <a:pt x="5913" y="2593"/>
                  </a:lnTo>
                  <a:lnTo>
                    <a:pt x="6068" y="2959"/>
                  </a:lnTo>
                  <a:lnTo>
                    <a:pt x="6154" y="3325"/>
                  </a:lnTo>
                  <a:lnTo>
                    <a:pt x="6154" y="3737"/>
                  </a:lnTo>
                  <a:lnTo>
                    <a:pt x="6223" y="4241"/>
                  </a:lnTo>
                  <a:lnTo>
                    <a:pt x="6292" y="4820"/>
                  </a:lnTo>
                  <a:lnTo>
                    <a:pt x="6292" y="6468"/>
                  </a:lnTo>
                  <a:lnTo>
                    <a:pt x="6378" y="7078"/>
                  </a:lnTo>
                  <a:lnTo>
                    <a:pt x="6378" y="9031"/>
                  </a:lnTo>
                  <a:lnTo>
                    <a:pt x="6292" y="9427"/>
                  </a:lnTo>
                  <a:lnTo>
                    <a:pt x="6292" y="10312"/>
                  </a:lnTo>
                  <a:lnTo>
                    <a:pt x="6223" y="10586"/>
                  </a:lnTo>
                  <a:lnTo>
                    <a:pt x="6378" y="11090"/>
                  </a:lnTo>
                  <a:lnTo>
                    <a:pt x="6568" y="11731"/>
                  </a:lnTo>
                  <a:lnTo>
                    <a:pt x="6947" y="12631"/>
                  </a:lnTo>
                  <a:lnTo>
                    <a:pt x="7292" y="13561"/>
                  </a:lnTo>
                  <a:lnTo>
                    <a:pt x="7809" y="14614"/>
                  </a:lnTo>
                  <a:lnTo>
                    <a:pt x="8240" y="15697"/>
                  </a:lnTo>
                  <a:lnTo>
                    <a:pt x="8878" y="16841"/>
                  </a:lnTo>
                  <a:lnTo>
                    <a:pt x="9378" y="17817"/>
                  </a:lnTo>
                  <a:lnTo>
                    <a:pt x="9981" y="18824"/>
                  </a:lnTo>
                  <a:lnTo>
                    <a:pt x="10550" y="19663"/>
                  </a:lnTo>
                  <a:lnTo>
                    <a:pt x="11205" y="20517"/>
                  </a:lnTo>
                  <a:lnTo>
                    <a:pt x="11619" y="21020"/>
                  </a:lnTo>
                  <a:lnTo>
                    <a:pt x="12188" y="21463"/>
                  </a:lnTo>
                  <a:lnTo>
                    <a:pt x="12636" y="21600"/>
                  </a:lnTo>
                  <a:lnTo>
                    <a:pt x="13067" y="21463"/>
                  </a:lnTo>
                  <a:lnTo>
                    <a:pt x="13205" y="21295"/>
                  </a:lnTo>
                  <a:lnTo>
                    <a:pt x="13446" y="21158"/>
                  </a:lnTo>
                  <a:lnTo>
                    <a:pt x="13705" y="21020"/>
                  </a:lnTo>
                  <a:lnTo>
                    <a:pt x="14015" y="20822"/>
                  </a:lnTo>
                  <a:lnTo>
                    <a:pt x="14394" y="20654"/>
                  </a:lnTo>
                  <a:lnTo>
                    <a:pt x="14739" y="20517"/>
                  </a:lnTo>
                  <a:lnTo>
                    <a:pt x="15118" y="20380"/>
                  </a:lnTo>
                  <a:lnTo>
                    <a:pt x="15532" y="20242"/>
                  </a:lnTo>
                  <a:lnTo>
                    <a:pt x="15877" y="20044"/>
                  </a:lnTo>
                  <a:lnTo>
                    <a:pt x="16325" y="19876"/>
                  </a:lnTo>
                  <a:lnTo>
                    <a:pt x="16670" y="19663"/>
                  </a:lnTo>
                  <a:lnTo>
                    <a:pt x="17118" y="19541"/>
                  </a:lnTo>
                  <a:lnTo>
                    <a:pt x="17394" y="19297"/>
                  </a:lnTo>
                  <a:lnTo>
                    <a:pt x="17842" y="19159"/>
                  </a:lnTo>
                  <a:lnTo>
                    <a:pt x="18032" y="18961"/>
                  </a:lnTo>
                  <a:lnTo>
                    <a:pt x="18411" y="18824"/>
                  </a:lnTo>
                  <a:lnTo>
                    <a:pt x="19135" y="18320"/>
                  </a:lnTo>
                  <a:lnTo>
                    <a:pt x="19445" y="18046"/>
                  </a:lnTo>
                  <a:lnTo>
                    <a:pt x="19704" y="17878"/>
                  </a:lnTo>
                  <a:lnTo>
                    <a:pt x="20169" y="17619"/>
                  </a:lnTo>
                  <a:lnTo>
                    <a:pt x="20514" y="17405"/>
                  </a:lnTo>
                  <a:lnTo>
                    <a:pt x="20807" y="17100"/>
                  </a:lnTo>
                  <a:lnTo>
                    <a:pt x="20997" y="16841"/>
                  </a:lnTo>
                  <a:lnTo>
                    <a:pt x="21221" y="16536"/>
                  </a:lnTo>
                  <a:lnTo>
                    <a:pt x="21462" y="16261"/>
                  </a:lnTo>
                  <a:lnTo>
                    <a:pt x="21600" y="15758"/>
                  </a:lnTo>
                  <a:lnTo>
                    <a:pt x="21221" y="15453"/>
                  </a:lnTo>
                  <a:lnTo>
                    <a:pt x="20807" y="15178"/>
                  </a:lnTo>
                  <a:lnTo>
                    <a:pt x="20359" y="15117"/>
                  </a:lnTo>
                  <a:lnTo>
                    <a:pt x="20014" y="15117"/>
                  </a:lnTo>
                  <a:lnTo>
                    <a:pt x="19704" y="15254"/>
                  </a:lnTo>
                  <a:lnTo>
                    <a:pt x="19290" y="15483"/>
                  </a:lnTo>
                  <a:lnTo>
                    <a:pt x="19066" y="15758"/>
                  </a:lnTo>
                  <a:lnTo>
                    <a:pt x="18842" y="15895"/>
                  </a:lnTo>
                  <a:lnTo>
                    <a:pt x="18566" y="15956"/>
                  </a:lnTo>
                  <a:lnTo>
                    <a:pt x="18273" y="16093"/>
                  </a:lnTo>
                  <a:lnTo>
                    <a:pt x="17928" y="16200"/>
                  </a:lnTo>
                  <a:lnTo>
                    <a:pt x="17463" y="16261"/>
                  </a:lnTo>
                  <a:lnTo>
                    <a:pt x="17118" y="16398"/>
                  </a:lnTo>
                  <a:lnTo>
                    <a:pt x="16670" y="16536"/>
                  </a:lnTo>
                  <a:lnTo>
                    <a:pt x="16325" y="16673"/>
                  </a:lnTo>
                  <a:lnTo>
                    <a:pt x="15842" y="16764"/>
                  </a:lnTo>
                  <a:lnTo>
                    <a:pt x="15377" y="16841"/>
                  </a:lnTo>
                  <a:lnTo>
                    <a:pt x="14877" y="17039"/>
                  </a:lnTo>
                  <a:lnTo>
                    <a:pt x="14498" y="17176"/>
                  </a:lnTo>
                  <a:lnTo>
                    <a:pt x="14084" y="17237"/>
                  </a:lnTo>
                  <a:lnTo>
                    <a:pt x="13791" y="17405"/>
                  </a:lnTo>
                  <a:lnTo>
                    <a:pt x="13360" y="17619"/>
                  </a:lnTo>
                  <a:lnTo>
                    <a:pt x="13136" y="17817"/>
                  </a:lnTo>
                  <a:lnTo>
                    <a:pt x="12722" y="17954"/>
                  </a:lnTo>
                  <a:lnTo>
                    <a:pt x="12257" y="17954"/>
                  </a:lnTo>
                  <a:lnTo>
                    <a:pt x="11843" y="17741"/>
                  </a:lnTo>
                  <a:lnTo>
                    <a:pt x="11464" y="17405"/>
                  </a:lnTo>
                  <a:lnTo>
                    <a:pt x="11274" y="17100"/>
                  </a:lnTo>
                  <a:lnTo>
                    <a:pt x="11119" y="16841"/>
                  </a:lnTo>
                  <a:lnTo>
                    <a:pt x="10895" y="16536"/>
                  </a:lnTo>
                  <a:lnTo>
                    <a:pt x="10740" y="16200"/>
                  </a:lnTo>
                  <a:lnTo>
                    <a:pt x="10550" y="15758"/>
                  </a:lnTo>
                  <a:lnTo>
                    <a:pt x="10395" y="15392"/>
                  </a:lnTo>
                  <a:lnTo>
                    <a:pt x="10171" y="14919"/>
                  </a:lnTo>
                  <a:lnTo>
                    <a:pt x="10016" y="14537"/>
                  </a:lnTo>
                  <a:lnTo>
                    <a:pt x="9826" y="13897"/>
                  </a:lnTo>
                  <a:lnTo>
                    <a:pt x="9671" y="13195"/>
                  </a:lnTo>
                  <a:lnTo>
                    <a:pt x="9533" y="12295"/>
                  </a:lnTo>
                  <a:lnTo>
                    <a:pt x="9292" y="11288"/>
                  </a:lnTo>
                  <a:lnTo>
                    <a:pt x="9188" y="10144"/>
                  </a:lnTo>
                  <a:lnTo>
                    <a:pt x="9102" y="9031"/>
                  </a:lnTo>
                  <a:lnTo>
                    <a:pt x="8964" y="7886"/>
                  </a:lnTo>
                  <a:lnTo>
                    <a:pt x="8878" y="6742"/>
                  </a:lnTo>
                  <a:lnTo>
                    <a:pt x="8654" y="5522"/>
                  </a:lnTo>
                  <a:lnTo>
                    <a:pt x="8464" y="4439"/>
                  </a:lnTo>
                  <a:lnTo>
                    <a:pt x="8309" y="3325"/>
                  </a:lnTo>
                  <a:lnTo>
                    <a:pt x="8154" y="2456"/>
                  </a:lnTo>
                  <a:lnTo>
                    <a:pt x="7861" y="1678"/>
                  </a:lnTo>
                  <a:lnTo>
                    <a:pt x="7671" y="1037"/>
                  </a:lnTo>
                  <a:lnTo>
                    <a:pt x="7361" y="595"/>
                  </a:lnTo>
                  <a:lnTo>
                    <a:pt x="7102" y="397"/>
                  </a:lnTo>
                  <a:lnTo>
                    <a:pt x="6637" y="259"/>
                  </a:lnTo>
                  <a:lnTo>
                    <a:pt x="6292" y="198"/>
                  </a:lnTo>
                  <a:lnTo>
                    <a:pt x="5844" y="122"/>
                  </a:lnTo>
                  <a:lnTo>
                    <a:pt x="5430" y="61"/>
                  </a:lnTo>
                  <a:lnTo>
                    <a:pt x="4930" y="0"/>
                  </a:lnTo>
                  <a:lnTo>
                    <a:pt x="3982" y="0"/>
                  </a:lnTo>
                  <a:lnTo>
                    <a:pt x="3517" y="61"/>
                  </a:lnTo>
                  <a:lnTo>
                    <a:pt x="3034" y="61"/>
                  </a:lnTo>
                  <a:lnTo>
                    <a:pt x="2534" y="122"/>
                  </a:lnTo>
                  <a:lnTo>
                    <a:pt x="2086" y="122"/>
                  </a:lnTo>
                  <a:lnTo>
                    <a:pt x="1810" y="259"/>
                  </a:lnTo>
                  <a:lnTo>
                    <a:pt x="1431" y="336"/>
                  </a:lnTo>
                  <a:lnTo>
                    <a:pt x="1172" y="458"/>
                  </a:lnTo>
                  <a:lnTo>
                    <a:pt x="948" y="595"/>
                  </a:lnTo>
                  <a:lnTo>
                    <a:pt x="793" y="763"/>
                  </a:lnTo>
                  <a:lnTo>
                    <a:pt x="517" y="1037"/>
                  </a:lnTo>
                  <a:lnTo>
                    <a:pt x="293" y="1403"/>
                  </a:lnTo>
                  <a:lnTo>
                    <a:pt x="138" y="1739"/>
                  </a:lnTo>
                  <a:lnTo>
                    <a:pt x="69" y="2120"/>
                  </a:lnTo>
                  <a:lnTo>
                    <a:pt x="0" y="2380"/>
                  </a:lnTo>
                  <a:lnTo>
                    <a:pt x="138" y="2593"/>
                  </a:lnTo>
                  <a:lnTo>
                    <a:pt x="379" y="2685"/>
                  </a:lnTo>
                  <a:lnTo>
                    <a:pt x="793" y="2624"/>
                  </a:lnTo>
                </a:path>
              </a:pathLst>
            </a:custGeom>
            <a:solidFill>
              <a:srgbClr val="82409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43" name="Shape 52">
              <a:extLst>
                <a:ext uri="{FF2B5EF4-FFF2-40B4-BE49-F238E27FC236}">
                  <a16:creationId xmlns:a16="http://schemas.microsoft.com/office/drawing/2014/main" id="{046FCCAE-2977-4C61-B305-36A34A1A6A8C}"/>
                </a:ext>
              </a:extLst>
            </p:cNvPr>
            <p:cNvSpPr/>
            <p:nvPr/>
          </p:nvSpPr>
          <p:spPr>
            <a:xfrm>
              <a:off x="1582737" y="1068387"/>
              <a:ext cx="113943" cy="896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664" y="642"/>
                  </a:moveTo>
                  <a:lnTo>
                    <a:pt x="10936" y="685"/>
                  </a:lnTo>
                  <a:lnTo>
                    <a:pt x="11683" y="876"/>
                  </a:lnTo>
                  <a:lnTo>
                    <a:pt x="12634" y="1197"/>
                  </a:lnTo>
                  <a:lnTo>
                    <a:pt x="14468" y="1734"/>
                  </a:lnTo>
                  <a:lnTo>
                    <a:pt x="16166" y="2367"/>
                  </a:lnTo>
                  <a:lnTo>
                    <a:pt x="17796" y="3130"/>
                  </a:lnTo>
                  <a:lnTo>
                    <a:pt x="19358" y="4101"/>
                  </a:lnTo>
                  <a:lnTo>
                    <a:pt x="20717" y="5307"/>
                  </a:lnTo>
                  <a:lnTo>
                    <a:pt x="21328" y="6573"/>
                  </a:lnTo>
                  <a:lnTo>
                    <a:pt x="21600" y="8099"/>
                  </a:lnTo>
                  <a:lnTo>
                    <a:pt x="21057" y="9798"/>
                  </a:lnTo>
                  <a:lnTo>
                    <a:pt x="19970" y="11689"/>
                  </a:lnTo>
                  <a:lnTo>
                    <a:pt x="17525" y="13796"/>
                  </a:lnTo>
                  <a:lnTo>
                    <a:pt x="14128" y="16076"/>
                  </a:lnTo>
                  <a:lnTo>
                    <a:pt x="9442" y="18626"/>
                  </a:lnTo>
                  <a:lnTo>
                    <a:pt x="3328" y="21409"/>
                  </a:lnTo>
                  <a:lnTo>
                    <a:pt x="2853" y="21487"/>
                  </a:lnTo>
                  <a:lnTo>
                    <a:pt x="1970" y="21600"/>
                  </a:lnTo>
                  <a:lnTo>
                    <a:pt x="1358" y="21531"/>
                  </a:lnTo>
                  <a:lnTo>
                    <a:pt x="747" y="21409"/>
                  </a:lnTo>
                  <a:lnTo>
                    <a:pt x="136" y="21279"/>
                  </a:lnTo>
                  <a:lnTo>
                    <a:pt x="0" y="21088"/>
                  </a:lnTo>
                  <a:lnTo>
                    <a:pt x="0" y="20265"/>
                  </a:lnTo>
                  <a:lnTo>
                    <a:pt x="747" y="19710"/>
                  </a:lnTo>
                  <a:lnTo>
                    <a:pt x="1630" y="18912"/>
                  </a:lnTo>
                  <a:lnTo>
                    <a:pt x="3328" y="17975"/>
                  </a:lnTo>
                  <a:lnTo>
                    <a:pt x="5162" y="16918"/>
                  </a:lnTo>
                  <a:lnTo>
                    <a:pt x="6860" y="15721"/>
                  </a:lnTo>
                  <a:lnTo>
                    <a:pt x="8355" y="14429"/>
                  </a:lnTo>
                  <a:lnTo>
                    <a:pt x="10325" y="13033"/>
                  </a:lnTo>
                  <a:lnTo>
                    <a:pt x="11275" y="11541"/>
                  </a:lnTo>
                  <a:lnTo>
                    <a:pt x="11683" y="10033"/>
                  </a:lnTo>
                  <a:lnTo>
                    <a:pt x="12023" y="8428"/>
                  </a:lnTo>
                  <a:lnTo>
                    <a:pt x="11683" y="6859"/>
                  </a:lnTo>
                  <a:lnTo>
                    <a:pt x="10325" y="5229"/>
                  </a:lnTo>
                  <a:lnTo>
                    <a:pt x="8355" y="3625"/>
                  </a:lnTo>
                  <a:lnTo>
                    <a:pt x="5434" y="2064"/>
                  </a:lnTo>
                  <a:lnTo>
                    <a:pt x="1358" y="546"/>
                  </a:lnTo>
                  <a:lnTo>
                    <a:pt x="1358" y="477"/>
                  </a:lnTo>
                  <a:lnTo>
                    <a:pt x="1630" y="321"/>
                  </a:lnTo>
                  <a:lnTo>
                    <a:pt x="2242" y="208"/>
                  </a:lnTo>
                  <a:lnTo>
                    <a:pt x="3328" y="113"/>
                  </a:lnTo>
                  <a:lnTo>
                    <a:pt x="4211" y="0"/>
                  </a:lnTo>
                  <a:lnTo>
                    <a:pt x="5909" y="69"/>
                  </a:lnTo>
                  <a:lnTo>
                    <a:pt x="6860" y="113"/>
                  </a:lnTo>
                  <a:lnTo>
                    <a:pt x="8083" y="243"/>
                  </a:lnTo>
                  <a:lnTo>
                    <a:pt x="9442" y="399"/>
                  </a:lnTo>
                  <a:lnTo>
                    <a:pt x="10664" y="642"/>
                  </a:lnTo>
                </a:path>
              </a:pathLst>
            </a:custGeom>
            <a:solidFill>
              <a:srgbClr val="EB99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44" name="Shape 53">
              <a:extLst>
                <a:ext uri="{FF2B5EF4-FFF2-40B4-BE49-F238E27FC236}">
                  <a16:creationId xmlns:a16="http://schemas.microsoft.com/office/drawing/2014/main" id="{5A2D61E8-7FD1-4D75-B1A7-9B9D02723AAF}"/>
                </a:ext>
              </a:extLst>
            </p:cNvPr>
            <p:cNvSpPr/>
            <p:nvPr/>
          </p:nvSpPr>
          <p:spPr>
            <a:xfrm>
              <a:off x="1211262" y="1317625"/>
              <a:ext cx="174267" cy="761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6" y="2337"/>
                  </a:moveTo>
                  <a:lnTo>
                    <a:pt x="757" y="2428"/>
                  </a:lnTo>
                  <a:lnTo>
                    <a:pt x="757" y="2765"/>
                  </a:lnTo>
                  <a:lnTo>
                    <a:pt x="579" y="3285"/>
                  </a:lnTo>
                  <a:lnTo>
                    <a:pt x="356" y="4051"/>
                  </a:lnTo>
                  <a:lnTo>
                    <a:pt x="178" y="4908"/>
                  </a:lnTo>
                  <a:lnTo>
                    <a:pt x="178" y="5989"/>
                  </a:lnTo>
                  <a:lnTo>
                    <a:pt x="0" y="7142"/>
                  </a:lnTo>
                  <a:lnTo>
                    <a:pt x="356" y="8509"/>
                  </a:lnTo>
                  <a:lnTo>
                    <a:pt x="356" y="9887"/>
                  </a:lnTo>
                  <a:lnTo>
                    <a:pt x="757" y="11407"/>
                  </a:lnTo>
                  <a:lnTo>
                    <a:pt x="1247" y="12989"/>
                  </a:lnTo>
                  <a:lnTo>
                    <a:pt x="2449" y="14672"/>
                  </a:lnTo>
                  <a:lnTo>
                    <a:pt x="3340" y="16386"/>
                  </a:lnTo>
                  <a:lnTo>
                    <a:pt x="4632" y="18100"/>
                  </a:lnTo>
                  <a:lnTo>
                    <a:pt x="6413" y="19814"/>
                  </a:lnTo>
                  <a:lnTo>
                    <a:pt x="8595" y="21600"/>
                  </a:lnTo>
                  <a:lnTo>
                    <a:pt x="21600" y="20825"/>
                  </a:lnTo>
                  <a:lnTo>
                    <a:pt x="19863" y="19457"/>
                  </a:lnTo>
                  <a:lnTo>
                    <a:pt x="18349" y="18264"/>
                  </a:lnTo>
                  <a:lnTo>
                    <a:pt x="16879" y="17070"/>
                  </a:lnTo>
                  <a:lnTo>
                    <a:pt x="15810" y="15917"/>
                  </a:lnTo>
                  <a:lnTo>
                    <a:pt x="14385" y="14744"/>
                  </a:lnTo>
                  <a:lnTo>
                    <a:pt x="13539" y="13642"/>
                  </a:lnTo>
                  <a:lnTo>
                    <a:pt x="12336" y="12509"/>
                  </a:lnTo>
                  <a:lnTo>
                    <a:pt x="11847" y="11407"/>
                  </a:lnTo>
                  <a:lnTo>
                    <a:pt x="11223" y="10224"/>
                  </a:lnTo>
                  <a:lnTo>
                    <a:pt x="10867" y="9030"/>
                  </a:lnTo>
                  <a:lnTo>
                    <a:pt x="10644" y="7744"/>
                  </a:lnTo>
                  <a:lnTo>
                    <a:pt x="10644" y="4949"/>
                  </a:lnTo>
                  <a:lnTo>
                    <a:pt x="11045" y="3418"/>
                  </a:lnTo>
                  <a:lnTo>
                    <a:pt x="11446" y="1735"/>
                  </a:lnTo>
                  <a:lnTo>
                    <a:pt x="12336" y="0"/>
                  </a:lnTo>
                  <a:lnTo>
                    <a:pt x="846" y="2337"/>
                  </a:lnTo>
                </a:path>
              </a:pathLst>
            </a:custGeom>
            <a:solidFill>
              <a:srgbClr val="82409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45" name="Shape 54">
              <a:extLst>
                <a:ext uri="{FF2B5EF4-FFF2-40B4-BE49-F238E27FC236}">
                  <a16:creationId xmlns:a16="http://schemas.microsoft.com/office/drawing/2014/main" id="{10ED842D-B852-455C-80A0-5504DAA59DE5}"/>
                </a:ext>
              </a:extLst>
            </p:cNvPr>
            <p:cNvSpPr/>
            <p:nvPr/>
          </p:nvSpPr>
          <p:spPr>
            <a:xfrm>
              <a:off x="1597025" y="938212"/>
              <a:ext cx="286977" cy="1104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184" y="929"/>
                  </a:moveTo>
                  <a:lnTo>
                    <a:pt x="4293" y="1021"/>
                  </a:lnTo>
                  <a:lnTo>
                    <a:pt x="4836" y="1316"/>
                  </a:lnTo>
                  <a:lnTo>
                    <a:pt x="5678" y="1795"/>
                  </a:lnTo>
                  <a:lnTo>
                    <a:pt x="6684" y="2463"/>
                  </a:lnTo>
                  <a:lnTo>
                    <a:pt x="7716" y="3287"/>
                  </a:lnTo>
                  <a:lnTo>
                    <a:pt x="8722" y="4293"/>
                  </a:lnTo>
                  <a:lnTo>
                    <a:pt x="9618" y="5412"/>
                  </a:lnTo>
                  <a:lnTo>
                    <a:pt x="10406" y="6743"/>
                  </a:lnTo>
                  <a:lnTo>
                    <a:pt x="10868" y="8185"/>
                  </a:lnTo>
                  <a:lnTo>
                    <a:pt x="11004" y="9755"/>
                  </a:lnTo>
                  <a:lnTo>
                    <a:pt x="10759" y="11395"/>
                  </a:lnTo>
                  <a:lnTo>
                    <a:pt x="9971" y="13196"/>
                  </a:lnTo>
                  <a:lnTo>
                    <a:pt x="8613" y="15083"/>
                  </a:lnTo>
                  <a:lnTo>
                    <a:pt x="6575" y="17082"/>
                  </a:lnTo>
                  <a:lnTo>
                    <a:pt x="3586" y="19116"/>
                  </a:lnTo>
                  <a:lnTo>
                    <a:pt x="0" y="21304"/>
                  </a:lnTo>
                  <a:lnTo>
                    <a:pt x="7825" y="21600"/>
                  </a:lnTo>
                  <a:lnTo>
                    <a:pt x="8069" y="21438"/>
                  </a:lnTo>
                  <a:lnTo>
                    <a:pt x="8966" y="21072"/>
                  </a:lnTo>
                  <a:lnTo>
                    <a:pt x="10325" y="20418"/>
                  </a:lnTo>
                  <a:lnTo>
                    <a:pt x="12009" y="19594"/>
                  </a:lnTo>
                  <a:lnTo>
                    <a:pt x="13938" y="18560"/>
                  </a:lnTo>
                  <a:lnTo>
                    <a:pt x="15894" y="17349"/>
                  </a:lnTo>
                  <a:lnTo>
                    <a:pt x="17688" y="15998"/>
                  </a:lnTo>
                  <a:lnTo>
                    <a:pt x="19426" y="14491"/>
                  </a:lnTo>
                  <a:lnTo>
                    <a:pt x="20568" y="12838"/>
                  </a:lnTo>
                  <a:lnTo>
                    <a:pt x="21464" y="11162"/>
                  </a:lnTo>
                  <a:lnTo>
                    <a:pt x="21600" y="9368"/>
                  </a:lnTo>
                  <a:lnTo>
                    <a:pt x="21111" y="7538"/>
                  </a:lnTo>
                  <a:lnTo>
                    <a:pt x="19617" y="5659"/>
                  </a:lnTo>
                  <a:lnTo>
                    <a:pt x="17171" y="3765"/>
                  </a:lnTo>
                  <a:lnTo>
                    <a:pt x="13639" y="1844"/>
                  </a:lnTo>
                  <a:lnTo>
                    <a:pt x="8722" y="0"/>
                  </a:lnTo>
                  <a:lnTo>
                    <a:pt x="4184" y="929"/>
                  </a:lnTo>
                </a:path>
              </a:pathLst>
            </a:custGeom>
            <a:solidFill>
              <a:srgbClr val="82409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46" name="Shape 55">
              <a:extLst>
                <a:ext uri="{FF2B5EF4-FFF2-40B4-BE49-F238E27FC236}">
                  <a16:creationId xmlns:a16="http://schemas.microsoft.com/office/drawing/2014/main" id="{36FC8C50-98CD-41E2-829B-FAA48FE64318}"/>
                </a:ext>
              </a:extLst>
            </p:cNvPr>
            <p:cNvSpPr/>
            <p:nvPr/>
          </p:nvSpPr>
          <p:spPr>
            <a:xfrm>
              <a:off x="1438275" y="2016125"/>
              <a:ext cx="442553" cy="885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874"/>
                  </a:moveTo>
                  <a:lnTo>
                    <a:pt x="15506" y="0"/>
                  </a:lnTo>
                  <a:lnTo>
                    <a:pt x="21600" y="10190"/>
                  </a:lnTo>
                  <a:lnTo>
                    <a:pt x="1300" y="21600"/>
                  </a:lnTo>
                  <a:lnTo>
                    <a:pt x="0" y="2874"/>
                  </a:lnTo>
                </a:path>
              </a:pathLst>
            </a:custGeom>
            <a:solidFill>
              <a:srgbClr val="82409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47" name="Shape 56">
              <a:extLst>
                <a:ext uri="{FF2B5EF4-FFF2-40B4-BE49-F238E27FC236}">
                  <a16:creationId xmlns:a16="http://schemas.microsoft.com/office/drawing/2014/main" id="{37313D2A-1134-47BF-8D64-C9CD4D5CF40F}"/>
                </a:ext>
              </a:extLst>
            </p:cNvPr>
            <p:cNvSpPr/>
            <p:nvPr/>
          </p:nvSpPr>
          <p:spPr>
            <a:xfrm>
              <a:off x="1476375" y="1390650"/>
              <a:ext cx="93306" cy="6949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091"/>
                  </a:moveTo>
                  <a:lnTo>
                    <a:pt x="21352" y="19912"/>
                  </a:lnTo>
                  <a:lnTo>
                    <a:pt x="21352" y="19520"/>
                  </a:lnTo>
                  <a:lnTo>
                    <a:pt x="21021" y="18928"/>
                  </a:lnTo>
                  <a:lnTo>
                    <a:pt x="21021" y="18112"/>
                  </a:lnTo>
                  <a:lnTo>
                    <a:pt x="20607" y="17106"/>
                  </a:lnTo>
                  <a:lnTo>
                    <a:pt x="20607" y="10666"/>
                  </a:lnTo>
                  <a:lnTo>
                    <a:pt x="20276" y="9212"/>
                  </a:lnTo>
                  <a:lnTo>
                    <a:pt x="20276" y="2907"/>
                  </a:lnTo>
                  <a:lnTo>
                    <a:pt x="19862" y="2605"/>
                  </a:lnTo>
                  <a:lnTo>
                    <a:pt x="19531" y="2292"/>
                  </a:lnTo>
                  <a:lnTo>
                    <a:pt x="18786" y="1923"/>
                  </a:lnTo>
                  <a:lnTo>
                    <a:pt x="17876" y="1554"/>
                  </a:lnTo>
                  <a:lnTo>
                    <a:pt x="16800" y="1152"/>
                  </a:lnTo>
                  <a:lnTo>
                    <a:pt x="15641" y="783"/>
                  </a:lnTo>
                  <a:lnTo>
                    <a:pt x="14400" y="514"/>
                  </a:lnTo>
                  <a:lnTo>
                    <a:pt x="12910" y="268"/>
                  </a:lnTo>
                  <a:lnTo>
                    <a:pt x="11421" y="89"/>
                  </a:lnTo>
                  <a:lnTo>
                    <a:pt x="9766" y="0"/>
                  </a:lnTo>
                  <a:lnTo>
                    <a:pt x="8276" y="0"/>
                  </a:lnTo>
                  <a:lnTo>
                    <a:pt x="6952" y="145"/>
                  </a:lnTo>
                  <a:lnTo>
                    <a:pt x="5131" y="414"/>
                  </a:lnTo>
                  <a:lnTo>
                    <a:pt x="4055" y="783"/>
                  </a:lnTo>
                  <a:lnTo>
                    <a:pt x="3062" y="1398"/>
                  </a:lnTo>
                  <a:lnTo>
                    <a:pt x="2400" y="2236"/>
                  </a:lnTo>
                  <a:lnTo>
                    <a:pt x="1241" y="3130"/>
                  </a:lnTo>
                  <a:lnTo>
                    <a:pt x="910" y="4114"/>
                  </a:lnTo>
                  <a:lnTo>
                    <a:pt x="0" y="5098"/>
                  </a:lnTo>
                  <a:lnTo>
                    <a:pt x="0" y="9727"/>
                  </a:lnTo>
                  <a:lnTo>
                    <a:pt x="910" y="10990"/>
                  </a:lnTo>
                  <a:lnTo>
                    <a:pt x="1241" y="12265"/>
                  </a:lnTo>
                  <a:lnTo>
                    <a:pt x="1986" y="13573"/>
                  </a:lnTo>
                  <a:lnTo>
                    <a:pt x="3062" y="14836"/>
                  </a:lnTo>
                  <a:lnTo>
                    <a:pt x="4055" y="16189"/>
                  </a:lnTo>
                  <a:lnTo>
                    <a:pt x="5131" y="17519"/>
                  </a:lnTo>
                  <a:lnTo>
                    <a:pt x="6952" y="18883"/>
                  </a:lnTo>
                  <a:lnTo>
                    <a:pt x="8276" y="20236"/>
                  </a:lnTo>
                  <a:lnTo>
                    <a:pt x="10510" y="21600"/>
                  </a:lnTo>
                  <a:lnTo>
                    <a:pt x="21600" y="20091"/>
                  </a:lnTo>
                </a:path>
              </a:pathLst>
            </a:custGeom>
            <a:solidFill>
              <a:srgbClr val="82409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48" name="Shape 57">
              <a:extLst>
                <a:ext uri="{FF2B5EF4-FFF2-40B4-BE49-F238E27FC236}">
                  <a16:creationId xmlns:a16="http://schemas.microsoft.com/office/drawing/2014/main" id="{7CDE13CE-FED2-427E-805E-055F9CE6EACC}"/>
                </a:ext>
              </a:extLst>
            </p:cNvPr>
            <p:cNvSpPr/>
            <p:nvPr/>
          </p:nvSpPr>
          <p:spPr>
            <a:xfrm>
              <a:off x="1682750" y="449262"/>
              <a:ext cx="271102" cy="250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962" y="124"/>
                  </a:moveTo>
                  <a:lnTo>
                    <a:pt x="3106" y="0"/>
                  </a:lnTo>
                  <a:lnTo>
                    <a:pt x="4947" y="0"/>
                  </a:lnTo>
                  <a:lnTo>
                    <a:pt x="6529" y="124"/>
                  </a:lnTo>
                  <a:lnTo>
                    <a:pt x="8053" y="248"/>
                  </a:lnTo>
                  <a:lnTo>
                    <a:pt x="9894" y="465"/>
                  </a:lnTo>
                  <a:lnTo>
                    <a:pt x="11792" y="1023"/>
                  </a:lnTo>
                  <a:lnTo>
                    <a:pt x="13892" y="1921"/>
                  </a:lnTo>
                  <a:lnTo>
                    <a:pt x="15675" y="2882"/>
                  </a:lnTo>
                  <a:lnTo>
                    <a:pt x="17516" y="4184"/>
                  </a:lnTo>
                  <a:lnTo>
                    <a:pt x="19040" y="5671"/>
                  </a:lnTo>
                  <a:lnTo>
                    <a:pt x="20248" y="7809"/>
                  </a:lnTo>
                  <a:lnTo>
                    <a:pt x="21140" y="9979"/>
                  </a:lnTo>
                  <a:lnTo>
                    <a:pt x="21600" y="12861"/>
                  </a:lnTo>
                  <a:lnTo>
                    <a:pt x="21456" y="16022"/>
                  </a:lnTo>
                  <a:lnTo>
                    <a:pt x="20881" y="19927"/>
                  </a:lnTo>
                  <a:lnTo>
                    <a:pt x="15560" y="21600"/>
                  </a:lnTo>
                  <a:lnTo>
                    <a:pt x="15560" y="21321"/>
                  </a:lnTo>
                  <a:lnTo>
                    <a:pt x="15675" y="20701"/>
                  </a:lnTo>
                  <a:lnTo>
                    <a:pt x="15934" y="19524"/>
                  </a:lnTo>
                  <a:lnTo>
                    <a:pt x="16308" y="18346"/>
                  </a:lnTo>
                  <a:lnTo>
                    <a:pt x="16365" y="16766"/>
                  </a:lnTo>
                  <a:lnTo>
                    <a:pt x="16624" y="15185"/>
                  </a:lnTo>
                  <a:lnTo>
                    <a:pt x="16624" y="11683"/>
                  </a:lnTo>
                  <a:lnTo>
                    <a:pt x="16308" y="9979"/>
                  </a:lnTo>
                  <a:lnTo>
                    <a:pt x="15675" y="8429"/>
                  </a:lnTo>
                  <a:lnTo>
                    <a:pt x="14841" y="7004"/>
                  </a:lnTo>
                  <a:lnTo>
                    <a:pt x="13633" y="5826"/>
                  </a:lnTo>
                  <a:lnTo>
                    <a:pt x="11936" y="4927"/>
                  </a:lnTo>
                  <a:lnTo>
                    <a:pt x="10153" y="4370"/>
                  </a:lnTo>
                  <a:lnTo>
                    <a:pt x="7622" y="4370"/>
                  </a:lnTo>
                  <a:lnTo>
                    <a:pt x="4688" y="4803"/>
                  </a:lnTo>
                  <a:lnTo>
                    <a:pt x="4429" y="4803"/>
                  </a:lnTo>
                  <a:lnTo>
                    <a:pt x="4170" y="4525"/>
                  </a:lnTo>
                  <a:lnTo>
                    <a:pt x="3739" y="4246"/>
                  </a:lnTo>
                  <a:lnTo>
                    <a:pt x="3365" y="4029"/>
                  </a:lnTo>
                  <a:lnTo>
                    <a:pt x="2646" y="3626"/>
                  </a:lnTo>
                  <a:lnTo>
                    <a:pt x="2157" y="3223"/>
                  </a:lnTo>
                  <a:lnTo>
                    <a:pt x="1582" y="2882"/>
                  </a:lnTo>
                  <a:lnTo>
                    <a:pt x="1064" y="2448"/>
                  </a:lnTo>
                  <a:lnTo>
                    <a:pt x="546" y="2045"/>
                  </a:lnTo>
                  <a:lnTo>
                    <a:pt x="230" y="1642"/>
                  </a:lnTo>
                  <a:lnTo>
                    <a:pt x="0" y="1147"/>
                  </a:lnTo>
                  <a:lnTo>
                    <a:pt x="115" y="868"/>
                  </a:lnTo>
                  <a:lnTo>
                    <a:pt x="230" y="465"/>
                  </a:lnTo>
                  <a:lnTo>
                    <a:pt x="805" y="248"/>
                  </a:lnTo>
                  <a:lnTo>
                    <a:pt x="1697" y="124"/>
                  </a:lnTo>
                  <a:lnTo>
                    <a:pt x="2962" y="124"/>
                  </a:lnTo>
                </a:path>
              </a:pathLst>
            </a:custGeom>
            <a:solidFill>
              <a:srgbClr val="82409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49" name="Shape 58">
              <a:extLst>
                <a:ext uri="{FF2B5EF4-FFF2-40B4-BE49-F238E27FC236}">
                  <a16:creationId xmlns:a16="http://schemas.microsoft.com/office/drawing/2014/main" id="{6FFAA96D-073B-4FE2-9DFF-462A43884D93}"/>
                </a:ext>
              </a:extLst>
            </p:cNvPr>
            <p:cNvSpPr/>
            <p:nvPr/>
          </p:nvSpPr>
          <p:spPr>
            <a:xfrm>
              <a:off x="1214437" y="331787"/>
              <a:ext cx="736241" cy="7013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4" y="1806"/>
                  </a:moveTo>
                  <a:lnTo>
                    <a:pt x="85" y="2394"/>
                  </a:lnTo>
                  <a:lnTo>
                    <a:pt x="0" y="3269"/>
                  </a:lnTo>
                  <a:lnTo>
                    <a:pt x="0" y="4444"/>
                  </a:lnTo>
                  <a:lnTo>
                    <a:pt x="85" y="5796"/>
                  </a:lnTo>
                  <a:lnTo>
                    <a:pt x="201" y="7326"/>
                  </a:lnTo>
                  <a:lnTo>
                    <a:pt x="486" y="8944"/>
                  </a:lnTo>
                  <a:lnTo>
                    <a:pt x="835" y="10684"/>
                  </a:lnTo>
                  <a:lnTo>
                    <a:pt x="1322" y="12390"/>
                  </a:lnTo>
                  <a:lnTo>
                    <a:pt x="1861" y="14053"/>
                  </a:lnTo>
                  <a:lnTo>
                    <a:pt x="2516" y="15748"/>
                  </a:lnTo>
                  <a:lnTo>
                    <a:pt x="3267" y="17233"/>
                  </a:lnTo>
                  <a:lnTo>
                    <a:pt x="4155" y="18630"/>
                  </a:lnTo>
                  <a:lnTo>
                    <a:pt x="5181" y="19782"/>
                  </a:lnTo>
                  <a:lnTo>
                    <a:pt x="6301" y="20669"/>
                  </a:lnTo>
                  <a:lnTo>
                    <a:pt x="7538" y="21279"/>
                  </a:lnTo>
                  <a:lnTo>
                    <a:pt x="9008" y="21600"/>
                  </a:lnTo>
                  <a:lnTo>
                    <a:pt x="10382" y="21545"/>
                  </a:lnTo>
                  <a:lnTo>
                    <a:pt x="11736" y="21323"/>
                  </a:lnTo>
                  <a:lnTo>
                    <a:pt x="13047" y="20957"/>
                  </a:lnTo>
                  <a:lnTo>
                    <a:pt x="14284" y="20492"/>
                  </a:lnTo>
                  <a:lnTo>
                    <a:pt x="15426" y="19782"/>
                  </a:lnTo>
                  <a:lnTo>
                    <a:pt x="16546" y="19051"/>
                  </a:lnTo>
                  <a:lnTo>
                    <a:pt x="17530" y="18164"/>
                  </a:lnTo>
                  <a:lnTo>
                    <a:pt x="18439" y="17289"/>
                  </a:lnTo>
                  <a:lnTo>
                    <a:pt x="19263" y="16214"/>
                  </a:lnTo>
                  <a:lnTo>
                    <a:pt x="19961" y="15128"/>
                  </a:lnTo>
                  <a:lnTo>
                    <a:pt x="20500" y="14031"/>
                  </a:lnTo>
                  <a:lnTo>
                    <a:pt x="21029" y="12956"/>
                  </a:lnTo>
                  <a:lnTo>
                    <a:pt x="21293" y="11825"/>
                  </a:lnTo>
                  <a:lnTo>
                    <a:pt x="21547" y="10728"/>
                  </a:lnTo>
                  <a:lnTo>
                    <a:pt x="21600" y="9697"/>
                  </a:lnTo>
                  <a:lnTo>
                    <a:pt x="21547" y="8722"/>
                  </a:lnTo>
                  <a:lnTo>
                    <a:pt x="21473" y="8356"/>
                  </a:lnTo>
                  <a:lnTo>
                    <a:pt x="21389" y="8013"/>
                  </a:lnTo>
                  <a:lnTo>
                    <a:pt x="21241" y="7691"/>
                  </a:lnTo>
                  <a:lnTo>
                    <a:pt x="21156" y="7492"/>
                  </a:lnTo>
                  <a:lnTo>
                    <a:pt x="20987" y="7226"/>
                  </a:lnTo>
                  <a:lnTo>
                    <a:pt x="20849" y="7126"/>
                  </a:lnTo>
                  <a:lnTo>
                    <a:pt x="20659" y="7004"/>
                  </a:lnTo>
                  <a:lnTo>
                    <a:pt x="20352" y="7004"/>
                  </a:lnTo>
                  <a:lnTo>
                    <a:pt x="20215" y="7126"/>
                  </a:lnTo>
                  <a:lnTo>
                    <a:pt x="20099" y="7326"/>
                  </a:lnTo>
                  <a:lnTo>
                    <a:pt x="19961" y="7592"/>
                  </a:lnTo>
                  <a:lnTo>
                    <a:pt x="19866" y="7957"/>
                  </a:lnTo>
                  <a:lnTo>
                    <a:pt x="19824" y="8423"/>
                  </a:lnTo>
                  <a:lnTo>
                    <a:pt x="19771" y="8988"/>
                  </a:lnTo>
                  <a:lnTo>
                    <a:pt x="19824" y="9697"/>
                  </a:lnTo>
                  <a:lnTo>
                    <a:pt x="19750" y="10429"/>
                  </a:lnTo>
                  <a:lnTo>
                    <a:pt x="19517" y="11216"/>
                  </a:lnTo>
                  <a:lnTo>
                    <a:pt x="19211" y="12069"/>
                  </a:lnTo>
                  <a:lnTo>
                    <a:pt x="18819" y="12911"/>
                  </a:lnTo>
                  <a:lnTo>
                    <a:pt x="18280" y="13687"/>
                  </a:lnTo>
                  <a:lnTo>
                    <a:pt x="17646" y="14518"/>
                  </a:lnTo>
                  <a:lnTo>
                    <a:pt x="16948" y="15327"/>
                  </a:lnTo>
                  <a:lnTo>
                    <a:pt x="16176" y="16059"/>
                  </a:lnTo>
                  <a:lnTo>
                    <a:pt x="15383" y="16768"/>
                  </a:lnTo>
                  <a:lnTo>
                    <a:pt x="14495" y="17355"/>
                  </a:lnTo>
                  <a:lnTo>
                    <a:pt x="13565" y="17876"/>
                  </a:lnTo>
                  <a:lnTo>
                    <a:pt x="12677" y="18386"/>
                  </a:lnTo>
                  <a:lnTo>
                    <a:pt x="11736" y="18707"/>
                  </a:lnTo>
                  <a:lnTo>
                    <a:pt x="10826" y="18951"/>
                  </a:lnTo>
                  <a:lnTo>
                    <a:pt x="9896" y="19051"/>
                  </a:lnTo>
                  <a:lnTo>
                    <a:pt x="9008" y="19051"/>
                  </a:lnTo>
                  <a:lnTo>
                    <a:pt x="8078" y="18707"/>
                  </a:lnTo>
                  <a:lnTo>
                    <a:pt x="7253" y="18120"/>
                  </a:lnTo>
                  <a:lnTo>
                    <a:pt x="6555" y="17189"/>
                  </a:lnTo>
                  <a:lnTo>
                    <a:pt x="5900" y="16059"/>
                  </a:lnTo>
                  <a:lnTo>
                    <a:pt x="5276" y="14718"/>
                  </a:lnTo>
                  <a:lnTo>
                    <a:pt x="4779" y="13321"/>
                  </a:lnTo>
                  <a:lnTo>
                    <a:pt x="4293" y="11781"/>
                  </a:lnTo>
                  <a:lnTo>
                    <a:pt x="3891" y="10262"/>
                  </a:lnTo>
                  <a:lnTo>
                    <a:pt x="3542" y="8667"/>
                  </a:lnTo>
                  <a:lnTo>
                    <a:pt x="3246" y="7182"/>
                  </a:lnTo>
                  <a:lnTo>
                    <a:pt x="2960" y="5741"/>
                  </a:lnTo>
                  <a:lnTo>
                    <a:pt x="2823" y="4544"/>
                  </a:lnTo>
                  <a:lnTo>
                    <a:pt x="2654" y="3469"/>
                  </a:lnTo>
                  <a:lnTo>
                    <a:pt x="2559" y="2737"/>
                  </a:lnTo>
                  <a:lnTo>
                    <a:pt x="2516" y="2172"/>
                  </a:lnTo>
                  <a:lnTo>
                    <a:pt x="2516" y="2028"/>
                  </a:lnTo>
                  <a:lnTo>
                    <a:pt x="2474" y="1928"/>
                  </a:lnTo>
                  <a:lnTo>
                    <a:pt x="2474" y="1806"/>
                  </a:lnTo>
                  <a:lnTo>
                    <a:pt x="2421" y="1607"/>
                  </a:lnTo>
                  <a:lnTo>
                    <a:pt x="2379" y="1385"/>
                  </a:lnTo>
                  <a:lnTo>
                    <a:pt x="2305" y="1097"/>
                  </a:lnTo>
                  <a:lnTo>
                    <a:pt x="2210" y="831"/>
                  </a:lnTo>
                  <a:lnTo>
                    <a:pt x="2115" y="587"/>
                  </a:lnTo>
                  <a:lnTo>
                    <a:pt x="2030" y="366"/>
                  </a:lnTo>
                  <a:lnTo>
                    <a:pt x="1861" y="166"/>
                  </a:lnTo>
                  <a:lnTo>
                    <a:pt x="1723" y="66"/>
                  </a:lnTo>
                  <a:lnTo>
                    <a:pt x="1533" y="0"/>
                  </a:lnTo>
                  <a:lnTo>
                    <a:pt x="1322" y="66"/>
                  </a:lnTo>
                  <a:lnTo>
                    <a:pt x="1047" y="266"/>
                  </a:lnTo>
                  <a:lnTo>
                    <a:pt x="835" y="632"/>
                  </a:lnTo>
                  <a:lnTo>
                    <a:pt x="529" y="1097"/>
                  </a:lnTo>
                  <a:lnTo>
                    <a:pt x="254" y="1806"/>
                  </a:lnTo>
                </a:path>
              </a:pathLst>
            </a:custGeom>
            <a:solidFill>
              <a:srgbClr val="82409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50" name="Shape 59">
              <a:extLst>
                <a:ext uri="{FF2B5EF4-FFF2-40B4-BE49-F238E27FC236}">
                  <a16:creationId xmlns:a16="http://schemas.microsoft.com/office/drawing/2014/main" id="{25EFE738-71E6-40E7-AE4D-3784D9F35287}"/>
                </a:ext>
              </a:extLst>
            </p:cNvPr>
            <p:cNvSpPr/>
            <p:nvPr/>
          </p:nvSpPr>
          <p:spPr>
            <a:xfrm>
              <a:off x="1166812" y="434975"/>
              <a:ext cx="185380" cy="901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472" y="0"/>
                  </a:moveTo>
                  <a:lnTo>
                    <a:pt x="19469" y="0"/>
                  </a:lnTo>
                  <a:lnTo>
                    <a:pt x="18550" y="343"/>
                  </a:lnTo>
                  <a:lnTo>
                    <a:pt x="17338" y="514"/>
                  </a:lnTo>
                  <a:lnTo>
                    <a:pt x="15751" y="514"/>
                  </a:lnTo>
                  <a:lnTo>
                    <a:pt x="14372" y="1286"/>
                  </a:lnTo>
                  <a:lnTo>
                    <a:pt x="12826" y="1629"/>
                  </a:lnTo>
                  <a:lnTo>
                    <a:pt x="11072" y="2829"/>
                  </a:lnTo>
                  <a:lnTo>
                    <a:pt x="9108" y="3171"/>
                  </a:lnTo>
                  <a:lnTo>
                    <a:pt x="7562" y="3943"/>
                  </a:lnTo>
                  <a:lnTo>
                    <a:pt x="5807" y="4543"/>
                  </a:lnTo>
                  <a:lnTo>
                    <a:pt x="4303" y="5229"/>
                  </a:lnTo>
                  <a:lnTo>
                    <a:pt x="2757" y="6000"/>
                  </a:lnTo>
                  <a:lnTo>
                    <a:pt x="1922" y="7200"/>
                  </a:lnTo>
                  <a:lnTo>
                    <a:pt x="1170" y="7714"/>
                  </a:lnTo>
                  <a:lnTo>
                    <a:pt x="794" y="8829"/>
                  </a:lnTo>
                  <a:lnTo>
                    <a:pt x="334" y="10371"/>
                  </a:lnTo>
                  <a:lnTo>
                    <a:pt x="167" y="12857"/>
                  </a:lnTo>
                  <a:lnTo>
                    <a:pt x="0" y="14743"/>
                  </a:lnTo>
                  <a:lnTo>
                    <a:pt x="167" y="16800"/>
                  </a:lnTo>
                  <a:lnTo>
                    <a:pt x="167" y="18514"/>
                  </a:lnTo>
                  <a:lnTo>
                    <a:pt x="543" y="20057"/>
                  </a:lnTo>
                  <a:lnTo>
                    <a:pt x="1003" y="20829"/>
                  </a:lnTo>
                  <a:lnTo>
                    <a:pt x="1922" y="21600"/>
                  </a:lnTo>
                  <a:lnTo>
                    <a:pt x="2298" y="21171"/>
                  </a:lnTo>
                  <a:lnTo>
                    <a:pt x="2925" y="20829"/>
                  </a:lnTo>
                  <a:lnTo>
                    <a:pt x="4053" y="20400"/>
                  </a:lnTo>
                  <a:lnTo>
                    <a:pt x="5598" y="19629"/>
                  </a:lnTo>
                  <a:lnTo>
                    <a:pt x="6977" y="18514"/>
                  </a:lnTo>
                  <a:lnTo>
                    <a:pt x="8565" y="18000"/>
                  </a:lnTo>
                  <a:lnTo>
                    <a:pt x="10152" y="17229"/>
                  </a:lnTo>
                  <a:lnTo>
                    <a:pt x="11907" y="16457"/>
                  </a:lnTo>
                  <a:lnTo>
                    <a:pt x="13453" y="14914"/>
                  </a:lnTo>
                  <a:lnTo>
                    <a:pt x="15208" y="14400"/>
                  </a:lnTo>
                  <a:lnTo>
                    <a:pt x="16670" y="12857"/>
                  </a:lnTo>
                  <a:lnTo>
                    <a:pt x="18258" y="12086"/>
                  </a:lnTo>
                  <a:lnTo>
                    <a:pt x="19260" y="11143"/>
                  </a:lnTo>
                  <a:lnTo>
                    <a:pt x="20305" y="10029"/>
                  </a:lnTo>
                  <a:lnTo>
                    <a:pt x="21015" y="9257"/>
                  </a:lnTo>
                  <a:lnTo>
                    <a:pt x="21600" y="8829"/>
                  </a:lnTo>
                  <a:lnTo>
                    <a:pt x="21600" y="5657"/>
                  </a:lnTo>
                  <a:lnTo>
                    <a:pt x="21391" y="4543"/>
                  </a:lnTo>
                  <a:lnTo>
                    <a:pt x="21224" y="3171"/>
                  </a:lnTo>
                  <a:lnTo>
                    <a:pt x="20472" y="514"/>
                  </a:lnTo>
                  <a:lnTo>
                    <a:pt x="20472" y="0"/>
                  </a:lnTo>
                </a:path>
              </a:pathLst>
            </a:custGeom>
            <a:solidFill>
              <a:srgbClr val="82409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51" name="Shape 60">
              <a:extLst>
                <a:ext uri="{FF2B5EF4-FFF2-40B4-BE49-F238E27FC236}">
                  <a16:creationId xmlns:a16="http://schemas.microsoft.com/office/drawing/2014/main" id="{597E3F26-53B2-47EE-B418-2F4AD9FB60AF}"/>
                </a:ext>
              </a:extLst>
            </p:cNvPr>
            <p:cNvSpPr/>
            <p:nvPr/>
          </p:nvSpPr>
          <p:spPr>
            <a:xfrm>
              <a:off x="1392237" y="0"/>
              <a:ext cx="348891" cy="4933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073" y="14956"/>
                  </a:moveTo>
                  <a:lnTo>
                    <a:pt x="3518" y="14893"/>
                  </a:lnTo>
                  <a:lnTo>
                    <a:pt x="5144" y="14893"/>
                  </a:lnTo>
                  <a:lnTo>
                    <a:pt x="5478" y="14815"/>
                  </a:lnTo>
                  <a:lnTo>
                    <a:pt x="6079" y="14752"/>
                  </a:lnTo>
                  <a:lnTo>
                    <a:pt x="6413" y="14673"/>
                  </a:lnTo>
                  <a:lnTo>
                    <a:pt x="6903" y="14673"/>
                  </a:lnTo>
                  <a:lnTo>
                    <a:pt x="7438" y="14500"/>
                  </a:lnTo>
                  <a:lnTo>
                    <a:pt x="7838" y="14232"/>
                  </a:lnTo>
                  <a:lnTo>
                    <a:pt x="7838" y="14027"/>
                  </a:lnTo>
                  <a:lnTo>
                    <a:pt x="7927" y="13776"/>
                  </a:lnTo>
                  <a:lnTo>
                    <a:pt x="7838" y="13508"/>
                  </a:lnTo>
                  <a:lnTo>
                    <a:pt x="7727" y="13193"/>
                  </a:lnTo>
                  <a:lnTo>
                    <a:pt x="7438" y="12705"/>
                  </a:lnTo>
                  <a:lnTo>
                    <a:pt x="7148" y="12390"/>
                  </a:lnTo>
                  <a:lnTo>
                    <a:pt x="6614" y="12122"/>
                  </a:lnTo>
                  <a:lnTo>
                    <a:pt x="6213" y="11839"/>
                  </a:lnTo>
                  <a:lnTo>
                    <a:pt x="5678" y="11524"/>
                  </a:lnTo>
                  <a:lnTo>
                    <a:pt x="5144" y="11383"/>
                  </a:lnTo>
                  <a:lnTo>
                    <a:pt x="4543" y="11257"/>
                  </a:lnTo>
                  <a:lnTo>
                    <a:pt x="4097" y="11146"/>
                  </a:lnTo>
                  <a:lnTo>
                    <a:pt x="3429" y="10942"/>
                  </a:lnTo>
                  <a:lnTo>
                    <a:pt x="2984" y="10800"/>
                  </a:lnTo>
                  <a:lnTo>
                    <a:pt x="2494" y="10737"/>
                  </a:lnTo>
                  <a:lnTo>
                    <a:pt x="2138" y="10595"/>
                  </a:lnTo>
                  <a:lnTo>
                    <a:pt x="1648" y="10485"/>
                  </a:lnTo>
                  <a:lnTo>
                    <a:pt x="1514" y="10343"/>
                  </a:lnTo>
                  <a:lnTo>
                    <a:pt x="1314" y="10217"/>
                  </a:lnTo>
                  <a:lnTo>
                    <a:pt x="1314" y="9824"/>
                  </a:lnTo>
                  <a:lnTo>
                    <a:pt x="1403" y="9415"/>
                  </a:lnTo>
                  <a:lnTo>
                    <a:pt x="1559" y="8832"/>
                  </a:lnTo>
                  <a:lnTo>
                    <a:pt x="1960" y="8234"/>
                  </a:lnTo>
                  <a:lnTo>
                    <a:pt x="2249" y="7510"/>
                  </a:lnTo>
                  <a:lnTo>
                    <a:pt x="2694" y="6707"/>
                  </a:lnTo>
                  <a:lnTo>
                    <a:pt x="3073" y="5888"/>
                  </a:lnTo>
                  <a:lnTo>
                    <a:pt x="3607" y="5085"/>
                  </a:lnTo>
                  <a:lnTo>
                    <a:pt x="4097" y="4219"/>
                  </a:lnTo>
                  <a:lnTo>
                    <a:pt x="4743" y="3416"/>
                  </a:lnTo>
                  <a:lnTo>
                    <a:pt x="5389" y="2629"/>
                  </a:lnTo>
                  <a:lnTo>
                    <a:pt x="6079" y="1968"/>
                  </a:lnTo>
                  <a:lnTo>
                    <a:pt x="6703" y="1307"/>
                  </a:lnTo>
                  <a:lnTo>
                    <a:pt x="7438" y="787"/>
                  </a:lnTo>
                  <a:lnTo>
                    <a:pt x="8039" y="472"/>
                  </a:lnTo>
                  <a:lnTo>
                    <a:pt x="8863" y="346"/>
                  </a:lnTo>
                  <a:lnTo>
                    <a:pt x="9508" y="205"/>
                  </a:lnTo>
                  <a:lnTo>
                    <a:pt x="10332" y="63"/>
                  </a:lnTo>
                  <a:lnTo>
                    <a:pt x="11179" y="0"/>
                  </a:lnTo>
                  <a:lnTo>
                    <a:pt x="13027" y="0"/>
                  </a:lnTo>
                  <a:lnTo>
                    <a:pt x="14051" y="63"/>
                  </a:lnTo>
                  <a:lnTo>
                    <a:pt x="15098" y="205"/>
                  </a:lnTo>
                  <a:lnTo>
                    <a:pt x="16122" y="472"/>
                  </a:lnTo>
                  <a:lnTo>
                    <a:pt x="17057" y="724"/>
                  </a:lnTo>
                  <a:lnTo>
                    <a:pt x="17881" y="1212"/>
                  </a:lnTo>
                  <a:lnTo>
                    <a:pt x="18727" y="1653"/>
                  </a:lnTo>
                  <a:lnTo>
                    <a:pt x="19551" y="2377"/>
                  </a:lnTo>
                  <a:lnTo>
                    <a:pt x="20242" y="3117"/>
                  </a:lnTo>
                  <a:lnTo>
                    <a:pt x="20865" y="4015"/>
                  </a:lnTo>
                  <a:lnTo>
                    <a:pt x="21221" y="5085"/>
                  </a:lnTo>
                  <a:lnTo>
                    <a:pt x="21600" y="6329"/>
                  </a:lnTo>
                  <a:lnTo>
                    <a:pt x="21511" y="6408"/>
                  </a:lnTo>
                  <a:lnTo>
                    <a:pt x="21422" y="6534"/>
                  </a:lnTo>
                  <a:lnTo>
                    <a:pt x="21177" y="6707"/>
                  </a:lnTo>
                  <a:lnTo>
                    <a:pt x="21066" y="6927"/>
                  </a:lnTo>
                  <a:lnTo>
                    <a:pt x="20687" y="6990"/>
                  </a:lnTo>
                  <a:lnTo>
                    <a:pt x="20375" y="6927"/>
                  </a:lnTo>
                  <a:lnTo>
                    <a:pt x="20041" y="6785"/>
                  </a:lnTo>
                  <a:lnTo>
                    <a:pt x="19841" y="6644"/>
                  </a:lnTo>
                  <a:lnTo>
                    <a:pt x="19551" y="6408"/>
                  </a:lnTo>
                  <a:lnTo>
                    <a:pt x="19351" y="6124"/>
                  </a:lnTo>
                  <a:lnTo>
                    <a:pt x="19017" y="5746"/>
                  </a:lnTo>
                  <a:lnTo>
                    <a:pt x="18527" y="5321"/>
                  </a:lnTo>
                  <a:lnTo>
                    <a:pt x="18082" y="4880"/>
                  </a:lnTo>
                  <a:lnTo>
                    <a:pt x="17592" y="4566"/>
                  </a:lnTo>
                  <a:lnTo>
                    <a:pt x="16946" y="4078"/>
                  </a:lnTo>
                  <a:lnTo>
                    <a:pt x="15721" y="3212"/>
                  </a:lnTo>
                  <a:lnTo>
                    <a:pt x="15187" y="2976"/>
                  </a:lnTo>
                  <a:lnTo>
                    <a:pt x="14541" y="2550"/>
                  </a:lnTo>
                  <a:lnTo>
                    <a:pt x="13762" y="2251"/>
                  </a:lnTo>
                  <a:lnTo>
                    <a:pt x="13138" y="1968"/>
                  </a:lnTo>
                  <a:lnTo>
                    <a:pt x="12403" y="1905"/>
                  </a:lnTo>
                  <a:lnTo>
                    <a:pt x="11758" y="1795"/>
                  </a:lnTo>
                  <a:lnTo>
                    <a:pt x="10978" y="1858"/>
                  </a:lnTo>
                  <a:lnTo>
                    <a:pt x="10332" y="1968"/>
                  </a:lnTo>
                  <a:lnTo>
                    <a:pt x="9687" y="2251"/>
                  </a:lnTo>
                  <a:lnTo>
                    <a:pt x="8952" y="2550"/>
                  </a:lnTo>
                  <a:lnTo>
                    <a:pt x="8284" y="2976"/>
                  </a:lnTo>
                  <a:lnTo>
                    <a:pt x="7638" y="3416"/>
                  </a:lnTo>
                  <a:lnTo>
                    <a:pt x="7104" y="3936"/>
                  </a:lnTo>
                  <a:lnTo>
                    <a:pt x="6413" y="4566"/>
                  </a:lnTo>
                  <a:lnTo>
                    <a:pt x="5968" y="5085"/>
                  </a:lnTo>
                  <a:lnTo>
                    <a:pt x="5478" y="5668"/>
                  </a:lnTo>
                  <a:lnTo>
                    <a:pt x="5144" y="6329"/>
                  </a:lnTo>
                  <a:lnTo>
                    <a:pt x="4743" y="6848"/>
                  </a:lnTo>
                  <a:lnTo>
                    <a:pt x="4342" y="7447"/>
                  </a:lnTo>
                  <a:lnTo>
                    <a:pt x="4097" y="7887"/>
                  </a:lnTo>
                  <a:lnTo>
                    <a:pt x="3919" y="8438"/>
                  </a:lnTo>
                  <a:lnTo>
                    <a:pt x="3808" y="8832"/>
                  </a:lnTo>
                  <a:lnTo>
                    <a:pt x="3808" y="9178"/>
                  </a:lnTo>
                  <a:lnTo>
                    <a:pt x="3919" y="9415"/>
                  </a:lnTo>
                  <a:lnTo>
                    <a:pt x="4097" y="9556"/>
                  </a:lnTo>
                  <a:lnTo>
                    <a:pt x="4209" y="9698"/>
                  </a:lnTo>
                  <a:lnTo>
                    <a:pt x="4543" y="9761"/>
                  </a:lnTo>
                  <a:lnTo>
                    <a:pt x="4944" y="9934"/>
                  </a:lnTo>
                  <a:lnTo>
                    <a:pt x="5389" y="10076"/>
                  </a:lnTo>
                  <a:lnTo>
                    <a:pt x="5767" y="10217"/>
                  </a:lnTo>
                  <a:lnTo>
                    <a:pt x="6324" y="10343"/>
                  </a:lnTo>
                  <a:lnTo>
                    <a:pt x="6814" y="10517"/>
                  </a:lnTo>
                  <a:lnTo>
                    <a:pt x="7348" y="10737"/>
                  </a:lnTo>
                  <a:lnTo>
                    <a:pt x="7727" y="10942"/>
                  </a:lnTo>
                  <a:lnTo>
                    <a:pt x="8284" y="11146"/>
                  </a:lnTo>
                  <a:lnTo>
                    <a:pt x="8662" y="11320"/>
                  </a:lnTo>
                  <a:lnTo>
                    <a:pt x="9108" y="11603"/>
                  </a:lnTo>
                  <a:lnTo>
                    <a:pt x="9397" y="11808"/>
                  </a:lnTo>
                  <a:lnTo>
                    <a:pt x="9687" y="12044"/>
                  </a:lnTo>
                  <a:lnTo>
                    <a:pt x="9798" y="12327"/>
                  </a:lnTo>
                  <a:lnTo>
                    <a:pt x="9887" y="12642"/>
                  </a:lnTo>
                  <a:lnTo>
                    <a:pt x="9887" y="14752"/>
                  </a:lnTo>
                  <a:lnTo>
                    <a:pt x="9687" y="15161"/>
                  </a:lnTo>
                  <a:lnTo>
                    <a:pt x="9397" y="15476"/>
                  </a:lnTo>
                  <a:lnTo>
                    <a:pt x="9063" y="15759"/>
                  </a:lnTo>
                  <a:lnTo>
                    <a:pt x="8573" y="15854"/>
                  </a:lnTo>
                  <a:lnTo>
                    <a:pt x="4832" y="15854"/>
                  </a:lnTo>
                  <a:lnTo>
                    <a:pt x="4097" y="15995"/>
                  </a:lnTo>
                  <a:lnTo>
                    <a:pt x="3518" y="15995"/>
                  </a:lnTo>
                  <a:lnTo>
                    <a:pt x="3073" y="16200"/>
                  </a:lnTo>
                  <a:lnTo>
                    <a:pt x="2583" y="16405"/>
                  </a:lnTo>
                  <a:lnTo>
                    <a:pt x="2494" y="16578"/>
                  </a:lnTo>
                  <a:lnTo>
                    <a:pt x="2449" y="16798"/>
                  </a:lnTo>
                  <a:lnTo>
                    <a:pt x="2494" y="17066"/>
                  </a:lnTo>
                  <a:lnTo>
                    <a:pt x="2494" y="17318"/>
                  </a:lnTo>
                  <a:lnTo>
                    <a:pt x="2694" y="17585"/>
                  </a:lnTo>
                  <a:lnTo>
                    <a:pt x="2784" y="17900"/>
                  </a:lnTo>
                  <a:lnTo>
                    <a:pt x="2873" y="18247"/>
                  </a:lnTo>
                  <a:lnTo>
                    <a:pt x="2984" y="18388"/>
                  </a:lnTo>
                  <a:lnTo>
                    <a:pt x="3273" y="18562"/>
                  </a:lnTo>
                  <a:lnTo>
                    <a:pt x="3607" y="18703"/>
                  </a:lnTo>
                  <a:lnTo>
                    <a:pt x="4342" y="18908"/>
                  </a:lnTo>
                  <a:lnTo>
                    <a:pt x="5033" y="19050"/>
                  </a:lnTo>
                  <a:lnTo>
                    <a:pt x="5879" y="19144"/>
                  </a:lnTo>
                  <a:lnTo>
                    <a:pt x="6814" y="19286"/>
                  </a:lnTo>
                  <a:lnTo>
                    <a:pt x="7838" y="19427"/>
                  </a:lnTo>
                  <a:lnTo>
                    <a:pt x="8774" y="19490"/>
                  </a:lnTo>
                  <a:lnTo>
                    <a:pt x="9687" y="19569"/>
                  </a:lnTo>
                  <a:lnTo>
                    <a:pt x="10733" y="19490"/>
                  </a:lnTo>
                  <a:lnTo>
                    <a:pt x="11668" y="19490"/>
                  </a:lnTo>
                  <a:lnTo>
                    <a:pt x="12403" y="19286"/>
                  </a:lnTo>
                  <a:lnTo>
                    <a:pt x="13227" y="19144"/>
                  </a:lnTo>
                  <a:lnTo>
                    <a:pt x="13762" y="18971"/>
                  </a:lnTo>
                  <a:lnTo>
                    <a:pt x="14363" y="18766"/>
                  </a:lnTo>
                  <a:lnTo>
                    <a:pt x="14697" y="18388"/>
                  </a:lnTo>
                  <a:lnTo>
                    <a:pt x="15098" y="18105"/>
                  </a:lnTo>
                  <a:lnTo>
                    <a:pt x="15387" y="17790"/>
                  </a:lnTo>
                  <a:lnTo>
                    <a:pt x="15833" y="17522"/>
                  </a:lnTo>
                  <a:lnTo>
                    <a:pt x="16122" y="17176"/>
                  </a:lnTo>
                  <a:lnTo>
                    <a:pt x="16523" y="16924"/>
                  </a:lnTo>
                  <a:lnTo>
                    <a:pt x="16768" y="16578"/>
                  </a:lnTo>
                  <a:lnTo>
                    <a:pt x="17057" y="16405"/>
                  </a:lnTo>
                  <a:lnTo>
                    <a:pt x="17592" y="15932"/>
                  </a:lnTo>
                  <a:lnTo>
                    <a:pt x="18082" y="15617"/>
                  </a:lnTo>
                  <a:lnTo>
                    <a:pt x="18416" y="15413"/>
                  </a:lnTo>
                  <a:lnTo>
                    <a:pt x="19106" y="15413"/>
                  </a:lnTo>
                  <a:lnTo>
                    <a:pt x="19551" y="15617"/>
                  </a:lnTo>
                  <a:lnTo>
                    <a:pt x="19841" y="15822"/>
                  </a:lnTo>
                  <a:lnTo>
                    <a:pt x="20130" y="16200"/>
                  </a:lnTo>
                  <a:lnTo>
                    <a:pt x="20286" y="16483"/>
                  </a:lnTo>
                  <a:lnTo>
                    <a:pt x="20286" y="16861"/>
                  </a:lnTo>
                  <a:lnTo>
                    <a:pt x="20041" y="17176"/>
                  </a:lnTo>
                  <a:lnTo>
                    <a:pt x="19752" y="17585"/>
                  </a:lnTo>
                  <a:lnTo>
                    <a:pt x="19306" y="17790"/>
                  </a:lnTo>
                  <a:lnTo>
                    <a:pt x="18906" y="17963"/>
                  </a:lnTo>
                  <a:lnTo>
                    <a:pt x="18416" y="18247"/>
                  </a:lnTo>
                  <a:lnTo>
                    <a:pt x="17881" y="18562"/>
                  </a:lnTo>
                  <a:lnTo>
                    <a:pt x="17258" y="18908"/>
                  </a:lnTo>
                  <a:lnTo>
                    <a:pt x="16567" y="19223"/>
                  </a:lnTo>
                  <a:lnTo>
                    <a:pt x="15922" y="19569"/>
                  </a:lnTo>
                  <a:lnTo>
                    <a:pt x="15187" y="19868"/>
                  </a:lnTo>
                  <a:lnTo>
                    <a:pt x="14363" y="20215"/>
                  </a:lnTo>
                  <a:lnTo>
                    <a:pt x="13628" y="20466"/>
                  </a:lnTo>
                  <a:lnTo>
                    <a:pt x="12782" y="20734"/>
                  </a:lnTo>
                  <a:lnTo>
                    <a:pt x="12002" y="21080"/>
                  </a:lnTo>
                  <a:lnTo>
                    <a:pt x="11179" y="21254"/>
                  </a:lnTo>
                  <a:lnTo>
                    <a:pt x="10332" y="21474"/>
                  </a:lnTo>
                  <a:lnTo>
                    <a:pt x="8863" y="21600"/>
                  </a:lnTo>
                  <a:lnTo>
                    <a:pt x="8039" y="21537"/>
                  </a:lnTo>
                  <a:lnTo>
                    <a:pt x="7148" y="21474"/>
                  </a:lnTo>
                  <a:lnTo>
                    <a:pt x="6413" y="21332"/>
                  </a:lnTo>
                  <a:lnTo>
                    <a:pt x="5678" y="21254"/>
                  </a:lnTo>
                  <a:lnTo>
                    <a:pt x="4832" y="21080"/>
                  </a:lnTo>
                  <a:lnTo>
                    <a:pt x="3362" y="20671"/>
                  </a:lnTo>
                  <a:lnTo>
                    <a:pt x="2784" y="20466"/>
                  </a:lnTo>
                  <a:lnTo>
                    <a:pt x="2049" y="20152"/>
                  </a:lnTo>
                  <a:lnTo>
                    <a:pt x="1514" y="19868"/>
                  </a:lnTo>
                  <a:lnTo>
                    <a:pt x="1024" y="19569"/>
                  </a:lnTo>
                  <a:lnTo>
                    <a:pt x="624" y="19223"/>
                  </a:lnTo>
                  <a:lnTo>
                    <a:pt x="289" y="18908"/>
                  </a:lnTo>
                  <a:lnTo>
                    <a:pt x="89" y="18562"/>
                  </a:lnTo>
                  <a:lnTo>
                    <a:pt x="0" y="18184"/>
                  </a:lnTo>
                  <a:lnTo>
                    <a:pt x="0" y="17522"/>
                  </a:lnTo>
                  <a:lnTo>
                    <a:pt x="178" y="17176"/>
                  </a:lnTo>
                  <a:lnTo>
                    <a:pt x="379" y="16861"/>
                  </a:lnTo>
                  <a:lnTo>
                    <a:pt x="579" y="16578"/>
                  </a:lnTo>
                  <a:lnTo>
                    <a:pt x="1113" y="16058"/>
                  </a:lnTo>
                  <a:lnTo>
                    <a:pt x="2138" y="15334"/>
                  </a:lnTo>
                  <a:lnTo>
                    <a:pt x="2494" y="15098"/>
                  </a:lnTo>
                  <a:lnTo>
                    <a:pt x="2873" y="14956"/>
                  </a:lnTo>
                  <a:lnTo>
                    <a:pt x="3073" y="14956"/>
                  </a:lnTo>
                </a:path>
              </a:pathLst>
            </a:custGeom>
            <a:solidFill>
              <a:srgbClr val="82409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52" name="Shape 61">
              <a:extLst>
                <a:ext uri="{FF2B5EF4-FFF2-40B4-BE49-F238E27FC236}">
                  <a16:creationId xmlns:a16="http://schemas.microsoft.com/office/drawing/2014/main" id="{D9F42FC1-DD55-48B0-AE2D-F6E93E1FB75A}"/>
                </a:ext>
              </a:extLst>
            </p:cNvPr>
            <p:cNvSpPr/>
            <p:nvPr/>
          </p:nvSpPr>
          <p:spPr>
            <a:xfrm>
              <a:off x="1122362" y="2027237"/>
              <a:ext cx="301267" cy="742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835"/>
                  </a:lnTo>
                  <a:lnTo>
                    <a:pt x="21162" y="21600"/>
                  </a:lnTo>
                  <a:lnTo>
                    <a:pt x="1933" y="20243"/>
                  </a:lnTo>
                  <a:lnTo>
                    <a:pt x="0" y="0"/>
                  </a:lnTo>
                </a:path>
              </a:pathLst>
            </a:custGeom>
            <a:solidFill>
              <a:srgbClr val="FFFFC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53" name="Shape 62">
              <a:extLst>
                <a:ext uri="{FF2B5EF4-FFF2-40B4-BE49-F238E27FC236}">
                  <a16:creationId xmlns:a16="http://schemas.microsoft.com/office/drawing/2014/main" id="{0568CF2B-FD16-4B80-928A-5481183DF862}"/>
                </a:ext>
              </a:extLst>
            </p:cNvPr>
            <p:cNvSpPr/>
            <p:nvPr/>
          </p:nvSpPr>
          <p:spPr>
            <a:xfrm>
              <a:off x="1490662" y="534987"/>
              <a:ext cx="374290" cy="39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57" y="0"/>
                  </a:moveTo>
                  <a:lnTo>
                    <a:pt x="19561" y="78"/>
                  </a:lnTo>
                  <a:lnTo>
                    <a:pt x="20206" y="544"/>
                  </a:lnTo>
                  <a:lnTo>
                    <a:pt x="20435" y="796"/>
                  </a:lnTo>
                  <a:lnTo>
                    <a:pt x="20705" y="1321"/>
                  </a:lnTo>
                  <a:lnTo>
                    <a:pt x="20892" y="1768"/>
                  </a:lnTo>
                  <a:lnTo>
                    <a:pt x="21184" y="2409"/>
                  </a:lnTo>
                  <a:lnTo>
                    <a:pt x="21309" y="2972"/>
                  </a:lnTo>
                  <a:lnTo>
                    <a:pt x="21413" y="3652"/>
                  </a:lnTo>
                  <a:lnTo>
                    <a:pt x="21496" y="4390"/>
                  </a:lnTo>
                  <a:lnTo>
                    <a:pt x="21600" y="5128"/>
                  </a:lnTo>
                  <a:lnTo>
                    <a:pt x="21413" y="5847"/>
                  </a:lnTo>
                  <a:lnTo>
                    <a:pt x="21309" y="6663"/>
                  </a:lnTo>
                  <a:lnTo>
                    <a:pt x="21184" y="7478"/>
                  </a:lnTo>
                  <a:lnTo>
                    <a:pt x="20997" y="8294"/>
                  </a:lnTo>
                  <a:lnTo>
                    <a:pt x="20539" y="9110"/>
                  </a:lnTo>
                  <a:lnTo>
                    <a:pt x="19935" y="10178"/>
                  </a:lnTo>
                  <a:lnTo>
                    <a:pt x="19145" y="11169"/>
                  </a:lnTo>
                  <a:lnTo>
                    <a:pt x="18187" y="12373"/>
                  </a:lnTo>
                  <a:lnTo>
                    <a:pt x="17126" y="13617"/>
                  </a:lnTo>
                  <a:lnTo>
                    <a:pt x="15961" y="14821"/>
                  </a:lnTo>
                  <a:lnTo>
                    <a:pt x="14775" y="15967"/>
                  </a:lnTo>
                  <a:lnTo>
                    <a:pt x="13630" y="17171"/>
                  </a:lnTo>
                  <a:lnTo>
                    <a:pt x="12340" y="18162"/>
                  </a:lnTo>
                  <a:lnTo>
                    <a:pt x="10987" y="19153"/>
                  </a:lnTo>
                  <a:lnTo>
                    <a:pt x="9697" y="19968"/>
                  </a:lnTo>
                  <a:lnTo>
                    <a:pt x="8469" y="20687"/>
                  </a:lnTo>
                  <a:lnTo>
                    <a:pt x="7221" y="21153"/>
                  </a:lnTo>
                  <a:lnTo>
                    <a:pt x="6201" y="21503"/>
                  </a:lnTo>
                  <a:lnTo>
                    <a:pt x="5244" y="21600"/>
                  </a:lnTo>
                  <a:lnTo>
                    <a:pt x="4453" y="21328"/>
                  </a:lnTo>
                  <a:lnTo>
                    <a:pt x="3621" y="20998"/>
                  </a:lnTo>
                  <a:lnTo>
                    <a:pt x="3038" y="20609"/>
                  </a:lnTo>
                  <a:lnTo>
                    <a:pt x="2435" y="20260"/>
                  </a:lnTo>
                  <a:lnTo>
                    <a:pt x="1977" y="19871"/>
                  </a:lnTo>
                  <a:lnTo>
                    <a:pt x="1561" y="19541"/>
                  </a:lnTo>
                  <a:lnTo>
                    <a:pt x="1186" y="19230"/>
                  </a:lnTo>
                  <a:lnTo>
                    <a:pt x="874" y="18881"/>
                  </a:lnTo>
                  <a:lnTo>
                    <a:pt x="687" y="18628"/>
                  </a:lnTo>
                  <a:lnTo>
                    <a:pt x="229" y="17987"/>
                  </a:lnTo>
                  <a:lnTo>
                    <a:pt x="42" y="17696"/>
                  </a:lnTo>
                  <a:lnTo>
                    <a:pt x="0" y="17346"/>
                  </a:lnTo>
                  <a:lnTo>
                    <a:pt x="0" y="17171"/>
                  </a:lnTo>
                  <a:lnTo>
                    <a:pt x="125" y="17094"/>
                  </a:lnTo>
                  <a:lnTo>
                    <a:pt x="395" y="16919"/>
                  </a:lnTo>
                  <a:lnTo>
                    <a:pt x="1103" y="16919"/>
                  </a:lnTo>
                  <a:lnTo>
                    <a:pt x="1561" y="17094"/>
                  </a:lnTo>
                  <a:lnTo>
                    <a:pt x="1748" y="17171"/>
                  </a:lnTo>
                  <a:lnTo>
                    <a:pt x="1977" y="17424"/>
                  </a:lnTo>
                  <a:lnTo>
                    <a:pt x="2247" y="17812"/>
                  </a:lnTo>
                  <a:lnTo>
                    <a:pt x="2518" y="18240"/>
                  </a:lnTo>
                  <a:lnTo>
                    <a:pt x="2747" y="18550"/>
                  </a:lnTo>
                  <a:lnTo>
                    <a:pt x="3121" y="18881"/>
                  </a:lnTo>
                  <a:lnTo>
                    <a:pt x="3496" y="19055"/>
                  </a:lnTo>
                  <a:lnTo>
                    <a:pt x="3912" y="19230"/>
                  </a:lnTo>
                  <a:lnTo>
                    <a:pt x="4266" y="19308"/>
                  </a:lnTo>
                  <a:lnTo>
                    <a:pt x="4786" y="19366"/>
                  </a:lnTo>
                  <a:lnTo>
                    <a:pt x="5327" y="19308"/>
                  </a:lnTo>
                  <a:lnTo>
                    <a:pt x="5847" y="19308"/>
                  </a:lnTo>
                  <a:lnTo>
                    <a:pt x="6347" y="19153"/>
                  </a:lnTo>
                  <a:lnTo>
                    <a:pt x="6888" y="18881"/>
                  </a:lnTo>
                  <a:lnTo>
                    <a:pt x="7491" y="18628"/>
                  </a:lnTo>
                  <a:lnTo>
                    <a:pt x="8095" y="18512"/>
                  </a:lnTo>
                  <a:lnTo>
                    <a:pt x="8657" y="18162"/>
                  </a:lnTo>
                  <a:lnTo>
                    <a:pt x="9343" y="17909"/>
                  </a:lnTo>
                  <a:lnTo>
                    <a:pt x="9947" y="17696"/>
                  </a:lnTo>
                  <a:lnTo>
                    <a:pt x="10634" y="17346"/>
                  </a:lnTo>
                  <a:lnTo>
                    <a:pt x="11279" y="16880"/>
                  </a:lnTo>
                  <a:lnTo>
                    <a:pt x="11965" y="16278"/>
                  </a:lnTo>
                  <a:lnTo>
                    <a:pt x="12652" y="15540"/>
                  </a:lnTo>
                  <a:lnTo>
                    <a:pt x="13443" y="14821"/>
                  </a:lnTo>
                  <a:lnTo>
                    <a:pt x="14129" y="13830"/>
                  </a:lnTo>
                  <a:lnTo>
                    <a:pt x="14962" y="12801"/>
                  </a:lnTo>
                  <a:lnTo>
                    <a:pt x="15649" y="11635"/>
                  </a:lnTo>
                  <a:lnTo>
                    <a:pt x="16439" y="10567"/>
                  </a:lnTo>
                  <a:lnTo>
                    <a:pt x="17022" y="9460"/>
                  </a:lnTo>
                  <a:lnTo>
                    <a:pt x="17729" y="8294"/>
                  </a:lnTo>
                  <a:lnTo>
                    <a:pt x="18187" y="7129"/>
                  </a:lnTo>
                  <a:lnTo>
                    <a:pt x="18687" y="6196"/>
                  </a:lnTo>
                  <a:lnTo>
                    <a:pt x="18957" y="5128"/>
                  </a:lnTo>
                  <a:lnTo>
                    <a:pt x="19249" y="4312"/>
                  </a:lnTo>
                  <a:lnTo>
                    <a:pt x="19332" y="3496"/>
                  </a:lnTo>
                  <a:lnTo>
                    <a:pt x="19415" y="2972"/>
                  </a:lnTo>
                  <a:lnTo>
                    <a:pt x="19249" y="2758"/>
                  </a:lnTo>
                  <a:lnTo>
                    <a:pt x="18874" y="2409"/>
                  </a:lnTo>
                  <a:lnTo>
                    <a:pt x="18375" y="2040"/>
                  </a:lnTo>
                  <a:lnTo>
                    <a:pt x="18000" y="1515"/>
                  </a:lnTo>
                  <a:lnTo>
                    <a:pt x="17729" y="1068"/>
                  </a:lnTo>
                  <a:lnTo>
                    <a:pt x="17729" y="544"/>
                  </a:lnTo>
                  <a:lnTo>
                    <a:pt x="17813" y="330"/>
                  </a:lnTo>
                  <a:lnTo>
                    <a:pt x="18083" y="155"/>
                  </a:lnTo>
                  <a:lnTo>
                    <a:pt x="18458" y="0"/>
                  </a:lnTo>
                  <a:lnTo>
                    <a:pt x="18957" y="0"/>
                  </a:lnTo>
                </a:path>
              </a:pathLst>
            </a:custGeom>
            <a:solidFill>
              <a:srgbClr val="EB99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54" name="Shape 63">
              <a:extLst>
                <a:ext uri="{FF2B5EF4-FFF2-40B4-BE49-F238E27FC236}">
                  <a16:creationId xmlns:a16="http://schemas.microsoft.com/office/drawing/2014/main" id="{B6862D0B-4375-43F6-AF1E-2672A8086A6F}"/>
                </a:ext>
              </a:extLst>
            </p:cNvPr>
            <p:cNvSpPr/>
            <p:nvPr/>
          </p:nvSpPr>
          <p:spPr>
            <a:xfrm>
              <a:off x="814387" y="487362"/>
              <a:ext cx="675916" cy="16268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222" y="263"/>
                  </a:moveTo>
                  <a:lnTo>
                    <a:pt x="12790" y="0"/>
                  </a:lnTo>
                  <a:lnTo>
                    <a:pt x="15044" y="947"/>
                  </a:lnTo>
                  <a:lnTo>
                    <a:pt x="18886" y="1119"/>
                  </a:lnTo>
                  <a:lnTo>
                    <a:pt x="21600" y="2500"/>
                  </a:lnTo>
                  <a:lnTo>
                    <a:pt x="18610" y="5598"/>
                  </a:lnTo>
                  <a:lnTo>
                    <a:pt x="13445" y="7262"/>
                  </a:lnTo>
                  <a:lnTo>
                    <a:pt x="18506" y="12999"/>
                  </a:lnTo>
                  <a:lnTo>
                    <a:pt x="12686" y="21600"/>
                  </a:lnTo>
                  <a:lnTo>
                    <a:pt x="8787" y="21485"/>
                  </a:lnTo>
                  <a:lnTo>
                    <a:pt x="1392" y="21600"/>
                  </a:lnTo>
                  <a:lnTo>
                    <a:pt x="0" y="10217"/>
                  </a:lnTo>
                  <a:lnTo>
                    <a:pt x="5222" y="263"/>
                  </a:lnTo>
                </a:path>
              </a:pathLst>
            </a:custGeom>
            <a:solidFill>
              <a:srgbClr val="7A85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55" name="Shape 64">
              <a:extLst>
                <a:ext uri="{FF2B5EF4-FFF2-40B4-BE49-F238E27FC236}">
                  <a16:creationId xmlns:a16="http://schemas.microsoft.com/office/drawing/2014/main" id="{D2B18244-44E1-41FB-A7AF-AF3798710755}"/>
                </a:ext>
              </a:extLst>
            </p:cNvPr>
            <p:cNvSpPr/>
            <p:nvPr/>
          </p:nvSpPr>
          <p:spPr>
            <a:xfrm>
              <a:off x="773112" y="1398587"/>
              <a:ext cx="172679" cy="7568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53" y="2279"/>
                  </a:moveTo>
                  <a:lnTo>
                    <a:pt x="763" y="2371"/>
                  </a:lnTo>
                  <a:lnTo>
                    <a:pt x="584" y="2710"/>
                  </a:lnTo>
                  <a:lnTo>
                    <a:pt x="584" y="3234"/>
                  </a:lnTo>
                  <a:lnTo>
                    <a:pt x="359" y="4004"/>
                  </a:lnTo>
                  <a:lnTo>
                    <a:pt x="0" y="4866"/>
                  </a:lnTo>
                  <a:lnTo>
                    <a:pt x="0" y="7104"/>
                  </a:lnTo>
                  <a:lnTo>
                    <a:pt x="180" y="8439"/>
                  </a:lnTo>
                  <a:lnTo>
                    <a:pt x="359" y="9866"/>
                  </a:lnTo>
                  <a:lnTo>
                    <a:pt x="763" y="11354"/>
                  </a:lnTo>
                  <a:lnTo>
                    <a:pt x="1257" y="12987"/>
                  </a:lnTo>
                  <a:lnTo>
                    <a:pt x="2245" y="14660"/>
                  </a:lnTo>
                  <a:lnTo>
                    <a:pt x="3368" y="16364"/>
                  </a:lnTo>
                  <a:lnTo>
                    <a:pt x="4850" y="18110"/>
                  </a:lnTo>
                  <a:lnTo>
                    <a:pt x="6511" y="19855"/>
                  </a:lnTo>
                  <a:lnTo>
                    <a:pt x="8802" y="21600"/>
                  </a:lnTo>
                  <a:lnTo>
                    <a:pt x="21600" y="20912"/>
                  </a:lnTo>
                  <a:lnTo>
                    <a:pt x="19938" y="19537"/>
                  </a:lnTo>
                  <a:lnTo>
                    <a:pt x="16975" y="17134"/>
                  </a:lnTo>
                  <a:lnTo>
                    <a:pt x="15672" y="15954"/>
                  </a:lnTo>
                  <a:lnTo>
                    <a:pt x="14460" y="14804"/>
                  </a:lnTo>
                  <a:lnTo>
                    <a:pt x="13382" y="13685"/>
                  </a:lnTo>
                  <a:lnTo>
                    <a:pt x="12394" y="12514"/>
                  </a:lnTo>
                  <a:lnTo>
                    <a:pt x="11900" y="11406"/>
                  </a:lnTo>
                  <a:lnTo>
                    <a:pt x="11092" y="10205"/>
                  </a:lnTo>
                  <a:lnTo>
                    <a:pt x="10912" y="8952"/>
                  </a:lnTo>
                  <a:lnTo>
                    <a:pt x="10508" y="7679"/>
                  </a:lnTo>
                  <a:lnTo>
                    <a:pt x="10508" y="4907"/>
                  </a:lnTo>
                  <a:lnTo>
                    <a:pt x="11092" y="3367"/>
                  </a:lnTo>
                  <a:lnTo>
                    <a:pt x="11676" y="1714"/>
                  </a:lnTo>
                  <a:lnTo>
                    <a:pt x="12394" y="0"/>
                  </a:lnTo>
                  <a:lnTo>
                    <a:pt x="853" y="2279"/>
                  </a:lnTo>
                </a:path>
              </a:pathLst>
            </a:custGeom>
            <a:solidFill>
              <a:srgbClr val="3147B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56" name="Shape 65">
              <a:extLst>
                <a:ext uri="{FF2B5EF4-FFF2-40B4-BE49-F238E27FC236}">
                  <a16:creationId xmlns:a16="http://schemas.microsoft.com/office/drawing/2014/main" id="{789CFD75-E8BF-43A7-9128-720A088BB288}"/>
                </a:ext>
              </a:extLst>
            </p:cNvPr>
            <p:cNvSpPr/>
            <p:nvPr/>
          </p:nvSpPr>
          <p:spPr>
            <a:xfrm>
              <a:off x="0" y="373062"/>
              <a:ext cx="1006116" cy="18205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696" y="21600"/>
                  </a:moveTo>
                  <a:lnTo>
                    <a:pt x="14745" y="21284"/>
                  </a:lnTo>
                  <a:lnTo>
                    <a:pt x="16917" y="14295"/>
                  </a:lnTo>
                  <a:lnTo>
                    <a:pt x="17373" y="12526"/>
                  </a:lnTo>
                  <a:lnTo>
                    <a:pt x="21600" y="8284"/>
                  </a:lnTo>
                  <a:lnTo>
                    <a:pt x="21252" y="5289"/>
                  </a:lnTo>
                  <a:lnTo>
                    <a:pt x="19606" y="3038"/>
                  </a:lnTo>
                  <a:lnTo>
                    <a:pt x="17241" y="1196"/>
                  </a:lnTo>
                  <a:lnTo>
                    <a:pt x="13022" y="0"/>
                  </a:lnTo>
                  <a:lnTo>
                    <a:pt x="9073" y="440"/>
                  </a:lnTo>
                  <a:lnTo>
                    <a:pt x="5502" y="1931"/>
                  </a:lnTo>
                  <a:lnTo>
                    <a:pt x="2365" y="3896"/>
                  </a:lnTo>
                  <a:lnTo>
                    <a:pt x="100" y="6870"/>
                  </a:lnTo>
                  <a:lnTo>
                    <a:pt x="0" y="9360"/>
                  </a:lnTo>
                  <a:lnTo>
                    <a:pt x="1414" y="12381"/>
                  </a:lnTo>
                  <a:lnTo>
                    <a:pt x="2164" y="17353"/>
                  </a:lnTo>
                  <a:lnTo>
                    <a:pt x="5696" y="21600"/>
                  </a:lnTo>
                </a:path>
              </a:pathLst>
            </a:custGeom>
            <a:solidFill>
              <a:srgbClr val="E6803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57" name="Shape 66">
              <a:extLst>
                <a:ext uri="{FF2B5EF4-FFF2-40B4-BE49-F238E27FC236}">
                  <a16:creationId xmlns:a16="http://schemas.microsoft.com/office/drawing/2014/main" id="{3292117C-B878-4D5A-9AD8-42BC08A6409E}"/>
                </a:ext>
              </a:extLst>
            </p:cNvPr>
            <p:cNvSpPr/>
            <p:nvPr/>
          </p:nvSpPr>
          <p:spPr>
            <a:xfrm>
              <a:off x="542925" y="17462"/>
              <a:ext cx="377466" cy="504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069"/>
                  </a:moveTo>
                  <a:lnTo>
                    <a:pt x="0" y="10500"/>
                  </a:lnTo>
                  <a:lnTo>
                    <a:pt x="268" y="11146"/>
                  </a:lnTo>
                  <a:lnTo>
                    <a:pt x="535" y="11855"/>
                  </a:lnTo>
                  <a:lnTo>
                    <a:pt x="1030" y="12778"/>
                  </a:lnTo>
                  <a:lnTo>
                    <a:pt x="1400" y="13517"/>
                  </a:lnTo>
                  <a:lnTo>
                    <a:pt x="1977" y="14503"/>
                  </a:lnTo>
                  <a:lnTo>
                    <a:pt x="2574" y="15380"/>
                  </a:lnTo>
                  <a:lnTo>
                    <a:pt x="3171" y="16366"/>
                  </a:lnTo>
                  <a:lnTo>
                    <a:pt x="3706" y="17212"/>
                  </a:lnTo>
                  <a:lnTo>
                    <a:pt x="4304" y="17967"/>
                  </a:lnTo>
                  <a:lnTo>
                    <a:pt x="4839" y="18675"/>
                  </a:lnTo>
                  <a:lnTo>
                    <a:pt x="5333" y="19460"/>
                  </a:lnTo>
                  <a:lnTo>
                    <a:pt x="5601" y="20030"/>
                  </a:lnTo>
                  <a:lnTo>
                    <a:pt x="6013" y="20445"/>
                  </a:lnTo>
                  <a:lnTo>
                    <a:pt x="6198" y="20676"/>
                  </a:lnTo>
                  <a:lnTo>
                    <a:pt x="6383" y="20815"/>
                  </a:lnTo>
                  <a:lnTo>
                    <a:pt x="10151" y="21600"/>
                  </a:lnTo>
                  <a:lnTo>
                    <a:pt x="16988" y="15719"/>
                  </a:lnTo>
                  <a:lnTo>
                    <a:pt x="20756" y="8945"/>
                  </a:lnTo>
                  <a:lnTo>
                    <a:pt x="21600" y="5419"/>
                  </a:lnTo>
                  <a:lnTo>
                    <a:pt x="19294" y="2125"/>
                  </a:lnTo>
                  <a:lnTo>
                    <a:pt x="19026" y="2063"/>
                  </a:lnTo>
                  <a:lnTo>
                    <a:pt x="18614" y="1924"/>
                  </a:lnTo>
                  <a:lnTo>
                    <a:pt x="17029" y="1416"/>
                  </a:lnTo>
                  <a:lnTo>
                    <a:pt x="15855" y="1078"/>
                  </a:lnTo>
                  <a:lnTo>
                    <a:pt x="14640" y="770"/>
                  </a:lnTo>
                  <a:lnTo>
                    <a:pt x="13178" y="508"/>
                  </a:lnTo>
                  <a:lnTo>
                    <a:pt x="11860" y="339"/>
                  </a:lnTo>
                  <a:lnTo>
                    <a:pt x="10419" y="62"/>
                  </a:lnTo>
                  <a:lnTo>
                    <a:pt x="8875" y="0"/>
                  </a:lnTo>
                  <a:lnTo>
                    <a:pt x="7475" y="0"/>
                  </a:lnTo>
                  <a:lnTo>
                    <a:pt x="6198" y="200"/>
                  </a:lnTo>
                  <a:lnTo>
                    <a:pt x="4983" y="508"/>
                  </a:lnTo>
                  <a:lnTo>
                    <a:pt x="3974" y="1047"/>
                  </a:lnTo>
                  <a:lnTo>
                    <a:pt x="3027" y="1724"/>
                  </a:lnTo>
                  <a:lnTo>
                    <a:pt x="2492" y="2710"/>
                  </a:lnTo>
                  <a:lnTo>
                    <a:pt x="1894" y="3695"/>
                  </a:lnTo>
                  <a:lnTo>
                    <a:pt x="1524" y="4434"/>
                  </a:lnTo>
                  <a:lnTo>
                    <a:pt x="1133" y="5142"/>
                  </a:lnTo>
                  <a:lnTo>
                    <a:pt x="947" y="5789"/>
                  </a:lnTo>
                  <a:lnTo>
                    <a:pt x="577" y="6297"/>
                  </a:lnTo>
                  <a:lnTo>
                    <a:pt x="453" y="6774"/>
                  </a:lnTo>
                  <a:lnTo>
                    <a:pt x="268" y="7082"/>
                  </a:lnTo>
                  <a:lnTo>
                    <a:pt x="165" y="7482"/>
                  </a:lnTo>
                  <a:lnTo>
                    <a:pt x="0" y="7729"/>
                  </a:lnTo>
                  <a:lnTo>
                    <a:pt x="0" y="10069"/>
                  </a:lnTo>
                </a:path>
              </a:pathLst>
            </a:custGeom>
            <a:solidFill>
              <a:srgbClr val="FFE6B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58" name="Shape 67">
              <a:extLst>
                <a:ext uri="{FF2B5EF4-FFF2-40B4-BE49-F238E27FC236}">
                  <a16:creationId xmlns:a16="http://schemas.microsoft.com/office/drawing/2014/main" id="{B2EB7987-7F8D-4C98-8882-F45824508006}"/>
                </a:ext>
              </a:extLst>
            </p:cNvPr>
            <p:cNvSpPr/>
            <p:nvPr/>
          </p:nvSpPr>
          <p:spPr>
            <a:xfrm>
              <a:off x="752475" y="523875"/>
              <a:ext cx="201254" cy="8092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006" y="144"/>
                  </a:moveTo>
                  <a:lnTo>
                    <a:pt x="6237" y="231"/>
                  </a:lnTo>
                  <a:lnTo>
                    <a:pt x="7431" y="586"/>
                  </a:lnTo>
                  <a:lnTo>
                    <a:pt x="9048" y="1115"/>
                  </a:lnTo>
                  <a:lnTo>
                    <a:pt x="11089" y="1912"/>
                  </a:lnTo>
                  <a:lnTo>
                    <a:pt x="13206" y="2806"/>
                  </a:lnTo>
                  <a:lnTo>
                    <a:pt x="15671" y="3978"/>
                  </a:lnTo>
                  <a:lnTo>
                    <a:pt x="17673" y="5227"/>
                  </a:lnTo>
                  <a:lnTo>
                    <a:pt x="19636" y="6668"/>
                  </a:lnTo>
                  <a:lnTo>
                    <a:pt x="20907" y="8215"/>
                  </a:lnTo>
                  <a:lnTo>
                    <a:pt x="21600" y="9849"/>
                  </a:lnTo>
                  <a:lnTo>
                    <a:pt x="21253" y="11636"/>
                  </a:lnTo>
                  <a:lnTo>
                    <a:pt x="20137" y="13519"/>
                  </a:lnTo>
                  <a:lnTo>
                    <a:pt x="17673" y="15431"/>
                  </a:lnTo>
                  <a:lnTo>
                    <a:pt x="13861" y="17449"/>
                  </a:lnTo>
                  <a:lnTo>
                    <a:pt x="8548" y="19505"/>
                  </a:lnTo>
                  <a:lnTo>
                    <a:pt x="1579" y="21600"/>
                  </a:lnTo>
                  <a:lnTo>
                    <a:pt x="1425" y="21562"/>
                  </a:lnTo>
                  <a:lnTo>
                    <a:pt x="1155" y="21437"/>
                  </a:lnTo>
                  <a:lnTo>
                    <a:pt x="847" y="21225"/>
                  </a:lnTo>
                  <a:lnTo>
                    <a:pt x="501" y="21120"/>
                  </a:lnTo>
                  <a:lnTo>
                    <a:pt x="0" y="20860"/>
                  </a:lnTo>
                  <a:lnTo>
                    <a:pt x="0" y="20716"/>
                  </a:lnTo>
                  <a:lnTo>
                    <a:pt x="154" y="20505"/>
                  </a:lnTo>
                  <a:lnTo>
                    <a:pt x="847" y="20418"/>
                  </a:lnTo>
                  <a:lnTo>
                    <a:pt x="1348" y="20226"/>
                  </a:lnTo>
                  <a:lnTo>
                    <a:pt x="2618" y="19822"/>
                  </a:lnTo>
                  <a:lnTo>
                    <a:pt x="4389" y="19207"/>
                  </a:lnTo>
                  <a:lnTo>
                    <a:pt x="6584" y="18448"/>
                  </a:lnTo>
                  <a:lnTo>
                    <a:pt x="8702" y="17536"/>
                  </a:lnTo>
                  <a:lnTo>
                    <a:pt x="11089" y="16431"/>
                  </a:lnTo>
                  <a:lnTo>
                    <a:pt x="13206" y="15220"/>
                  </a:lnTo>
                  <a:lnTo>
                    <a:pt x="15324" y="13923"/>
                  </a:lnTo>
                  <a:lnTo>
                    <a:pt x="16941" y="12443"/>
                  </a:lnTo>
                  <a:lnTo>
                    <a:pt x="18019" y="10915"/>
                  </a:lnTo>
                  <a:lnTo>
                    <a:pt x="18366" y="9301"/>
                  </a:lnTo>
                  <a:lnTo>
                    <a:pt x="18019" y="7648"/>
                  </a:lnTo>
                  <a:lnTo>
                    <a:pt x="16595" y="5909"/>
                  </a:lnTo>
                  <a:lnTo>
                    <a:pt x="14207" y="4160"/>
                  </a:lnTo>
                  <a:lnTo>
                    <a:pt x="10319" y="2450"/>
                  </a:lnTo>
                  <a:lnTo>
                    <a:pt x="5506" y="721"/>
                  </a:lnTo>
                  <a:lnTo>
                    <a:pt x="5313" y="673"/>
                  </a:lnTo>
                  <a:lnTo>
                    <a:pt x="5159" y="548"/>
                  </a:lnTo>
                  <a:lnTo>
                    <a:pt x="4967" y="394"/>
                  </a:lnTo>
                  <a:lnTo>
                    <a:pt x="4967" y="231"/>
                  </a:lnTo>
                  <a:lnTo>
                    <a:pt x="4813" y="77"/>
                  </a:lnTo>
                  <a:lnTo>
                    <a:pt x="4967" y="0"/>
                  </a:lnTo>
                  <a:lnTo>
                    <a:pt x="5159" y="0"/>
                  </a:lnTo>
                  <a:lnTo>
                    <a:pt x="6006" y="144"/>
                  </a:lnTo>
                </a:path>
              </a:pathLst>
            </a:custGeom>
            <a:solidFill>
              <a:srgbClr val="FFB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59" name="Shape 68">
              <a:extLst>
                <a:ext uri="{FF2B5EF4-FFF2-40B4-BE49-F238E27FC236}">
                  <a16:creationId xmlns:a16="http://schemas.microsoft.com/office/drawing/2014/main" id="{D02E23C2-D40C-4235-B223-C37706A7C946}"/>
                </a:ext>
              </a:extLst>
            </p:cNvPr>
            <p:cNvSpPr/>
            <p:nvPr/>
          </p:nvSpPr>
          <p:spPr>
            <a:xfrm>
              <a:off x="390525" y="458787"/>
              <a:ext cx="271102" cy="688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184" y="0"/>
                  </a:moveTo>
                  <a:lnTo>
                    <a:pt x="18983" y="45"/>
                  </a:lnTo>
                  <a:lnTo>
                    <a:pt x="18609" y="248"/>
                  </a:lnTo>
                  <a:lnTo>
                    <a:pt x="17832" y="463"/>
                  </a:lnTo>
                  <a:lnTo>
                    <a:pt x="16998" y="790"/>
                  </a:lnTo>
                  <a:lnTo>
                    <a:pt x="15934" y="1186"/>
                  </a:lnTo>
                  <a:lnTo>
                    <a:pt x="14841" y="1660"/>
                  </a:lnTo>
                  <a:lnTo>
                    <a:pt x="13633" y="2179"/>
                  </a:lnTo>
                  <a:lnTo>
                    <a:pt x="12569" y="2732"/>
                  </a:lnTo>
                  <a:lnTo>
                    <a:pt x="11217" y="3195"/>
                  </a:lnTo>
                  <a:lnTo>
                    <a:pt x="10009" y="3715"/>
                  </a:lnTo>
                  <a:lnTo>
                    <a:pt x="8945" y="4189"/>
                  </a:lnTo>
                  <a:lnTo>
                    <a:pt x="8312" y="4663"/>
                  </a:lnTo>
                  <a:lnTo>
                    <a:pt x="7622" y="5081"/>
                  </a:lnTo>
                  <a:lnTo>
                    <a:pt x="7104" y="5431"/>
                  </a:lnTo>
                  <a:lnTo>
                    <a:pt x="6845" y="5657"/>
                  </a:lnTo>
                  <a:lnTo>
                    <a:pt x="7219" y="5905"/>
                  </a:lnTo>
                  <a:lnTo>
                    <a:pt x="7478" y="6007"/>
                  </a:lnTo>
                  <a:lnTo>
                    <a:pt x="7996" y="6131"/>
                  </a:lnTo>
                  <a:lnTo>
                    <a:pt x="8427" y="6323"/>
                  </a:lnTo>
                  <a:lnTo>
                    <a:pt x="8945" y="6504"/>
                  </a:lnTo>
                  <a:lnTo>
                    <a:pt x="9376" y="6752"/>
                  </a:lnTo>
                  <a:lnTo>
                    <a:pt x="10009" y="6978"/>
                  </a:lnTo>
                  <a:lnTo>
                    <a:pt x="10527" y="7226"/>
                  </a:lnTo>
                  <a:lnTo>
                    <a:pt x="11102" y="7497"/>
                  </a:lnTo>
                  <a:lnTo>
                    <a:pt x="11361" y="7746"/>
                  </a:lnTo>
                  <a:lnTo>
                    <a:pt x="11735" y="8017"/>
                  </a:lnTo>
                  <a:lnTo>
                    <a:pt x="11792" y="8265"/>
                  </a:lnTo>
                  <a:lnTo>
                    <a:pt x="11936" y="8547"/>
                  </a:lnTo>
                  <a:lnTo>
                    <a:pt x="11792" y="8739"/>
                  </a:lnTo>
                  <a:lnTo>
                    <a:pt x="11476" y="9010"/>
                  </a:lnTo>
                  <a:lnTo>
                    <a:pt x="11102" y="9214"/>
                  </a:lnTo>
                  <a:lnTo>
                    <a:pt x="10412" y="9439"/>
                  </a:lnTo>
                  <a:lnTo>
                    <a:pt x="9520" y="9586"/>
                  </a:lnTo>
                  <a:lnTo>
                    <a:pt x="8686" y="9835"/>
                  </a:lnTo>
                  <a:lnTo>
                    <a:pt x="7737" y="10015"/>
                  </a:lnTo>
                  <a:lnTo>
                    <a:pt x="6845" y="10309"/>
                  </a:lnTo>
                  <a:lnTo>
                    <a:pt x="5781" y="10580"/>
                  </a:lnTo>
                  <a:lnTo>
                    <a:pt x="4947" y="10907"/>
                  </a:lnTo>
                  <a:lnTo>
                    <a:pt x="4113" y="11257"/>
                  </a:lnTo>
                  <a:lnTo>
                    <a:pt x="3221" y="11573"/>
                  </a:lnTo>
                  <a:lnTo>
                    <a:pt x="2531" y="11799"/>
                  </a:lnTo>
                  <a:lnTo>
                    <a:pt x="1841" y="12104"/>
                  </a:lnTo>
                  <a:lnTo>
                    <a:pt x="1179" y="12375"/>
                  </a:lnTo>
                  <a:lnTo>
                    <a:pt x="748" y="12669"/>
                  </a:lnTo>
                  <a:lnTo>
                    <a:pt x="230" y="12895"/>
                  </a:lnTo>
                  <a:lnTo>
                    <a:pt x="115" y="13143"/>
                  </a:lnTo>
                  <a:lnTo>
                    <a:pt x="0" y="13324"/>
                  </a:lnTo>
                  <a:lnTo>
                    <a:pt x="230" y="13516"/>
                  </a:lnTo>
                  <a:lnTo>
                    <a:pt x="489" y="13640"/>
                  </a:lnTo>
                  <a:lnTo>
                    <a:pt x="805" y="13990"/>
                  </a:lnTo>
                  <a:lnTo>
                    <a:pt x="1064" y="14419"/>
                  </a:lnTo>
                  <a:lnTo>
                    <a:pt x="1582" y="15040"/>
                  </a:lnTo>
                  <a:lnTo>
                    <a:pt x="2013" y="15638"/>
                  </a:lnTo>
                  <a:lnTo>
                    <a:pt x="2646" y="16406"/>
                  </a:lnTo>
                  <a:lnTo>
                    <a:pt x="3164" y="17151"/>
                  </a:lnTo>
                  <a:lnTo>
                    <a:pt x="3739" y="17919"/>
                  </a:lnTo>
                  <a:lnTo>
                    <a:pt x="4372" y="18619"/>
                  </a:lnTo>
                  <a:lnTo>
                    <a:pt x="4947" y="19364"/>
                  </a:lnTo>
                  <a:lnTo>
                    <a:pt x="5580" y="19985"/>
                  </a:lnTo>
                  <a:lnTo>
                    <a:pt x="6270" y="20606"/>
                  </a:lnTo>
                  <a:lnTo>
                    <a:pt x="6845" y="21035"/>
                  </a:lnTo>
                  <a:lnTo>
                    <a:pt x="7478" y="21352"/>
                  </a:lnTo>
                  <a:lnTo>
                    <a:pt x="8053" y="21555"/>
                  </a:lnTo>
                  <a:lnTo>
                    <a:pt x="8686" y="21600"/>
                  </a:lnTo>
                  <a:lnTo>
                    <a:pt x="9319" y="21227"/>
                  </a:lnTo>
                  <a:lnTo>
                    <a:pt x="10009" y="20516"/>
                  </a:lnTo>
                  <a:lnTo>
                    <a:pt x="10728" y="19421"/>
                  </a:lnTo>
                  <a:lnTo>
                    <a:pt x="11792" y="18145"/>
                  </a:lnTo>
                  <a:lnTo>
                    <a:pt x="12943" y="16530"/>
                  </a:lnTo>
                  <a:lnTo>
                    <a:pt x="14036" y="14837"/>
                  </a:lnTo>
                  <a:lnTo>
                    <a:pt x="15100" y="12951"/>
                  </a:lnTo>
                  <a:lnTo>
                    <a:pt x="16193" y="11156"/>
                  </a:lnTo>
                  <a:lnTo>
                    <a:pt x="17142" y="9214"/>
                  </a:lnTo>
                  <a:lnTo>
                    <a:pt x="18206" y="7418"/>
                  </a:lnTo>
                  <a:lnTo>
                    <a:pt x="19040" y="5702"/>
                  </a:lnTo>
                  <a:lnTo>
                    <a:pt x="20047" y="4234"/>
                  </a:lnTo>
                  <a:lnTo>
                    <a:pt x="20622" y="2936"/>
                  </a:lnTo>
                  <a:lnTo>
                    <a:pt x="21140" y="1987"/>
                  </a:lnTo>
                  <a:lnTo>
                    <a:pt x="21456" y="1310"/>
                  </a:lnTo>
                  <a:lnTo>
                    <a:pt x="21600" y="1140"/>
                  </a:lnTo>
                  <a:lnTo>
                    <a:pt x="19184" y="0"/>
                  </a:lnTo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60" name="Shape 69">
              <a:extLst>
                <a:ext uri="{FF2B5EF4-FFF2-40B4-BE49-F238E27FC236}">
                  <a16:creationId xmlns:a16="http://schemas.microsoft.com/office/drawing/2014/main" id="{22F2E867-5A7C-4798-A76D-1AC495695157}"/>
                </a:ext>
              </a:extLst>
            </p:cNvPr>
            <p:cNvSpPr/>
            <p:nvPr/>
          </p:nvSpPr>
          <p:spPr>
            <a:xfrm>
              <a:off x="280987" y="482599"/>
              <a:ext cx="267929" cy="655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284" y="130"/>
                  </a:moveTo>
                  <a:lnTo>
                    <a:pt x="19023" y="178"/>
                  </a:lnTo>
                  <a:lnTo>
                    <a:pt x="18531" y="332"/>
                  </a:lnTo>
                  <a:lnTo>
                    <a:pt x="17575" y="569"/>
                  </a:lnTo>
                  <a:lnTo>
                    <a:pt x="16475" y="937"/>
                  </a:lnTo>
                  <a:lnTo>
                    <a:pt x="15143" y="1329"/>
                  </a:lnTo>
                  <a:lnTo>
                    <a:pt x="13811" y="1767"/>
                  </a:lnTo>
                  <a:lnTo>
                    <a:pt x="12595" y="2266"/>
                  </a:lnTo>
                  <a:lnTo>
                    <a:pt x="11379" y="2811"/>
                  </a:lnTo>
                  <a:lnTo>
                    <a:pt x="9931" y="3357"/>
                  </a:lnTo>
                  <a:lnTo>
                    <a:pt x="8976" y="3962"/>
                  </a:lnTo>
                  <a:lnTo>
                    <a:pt x="8136" y="4531"/>
                  </a:lnTo>
                  <a:lnTo>
                    <a:pt x="7760" y="5136"/>
                  </a:lnTo>
                  <a:lnTo>
                    <a:pt x="7499" y="5741"/>
                  </a:lnTo>
                  <a:lnTo>
                    <a:pt x="7876" y="6346"/>
                  </a:lnTo>
                  <a:lnTo>
                    <a:pt x="8715" y="6832"/>
                  </a:lnTo>
                  <a:lnTo>
                    <a:pt x="10192" y="7330"/>
                  </a:lnTo>
                  <a:lnTo>
                    <a:pt x="9931" y="7330"/>
                  </a:lnTo>
                  <a:lnTo>
                    <a:pt x="9555" y="7497"/>
                  </a:lnTo>
                  <a:lnTo>
                    <a:pt x="9092" y="7674"/>
                  </a:lnTo>
                  <a:lnTo>
                    <a:pt x="8339" y="7935"/>
                  </a:lnTo>
                  <a:lnTo>
                    <a:pt x="7383" y="8220"/>
                  </a:lnTo>
                  <a:lnTo>
                    <a:pt x="6544" y="8612"/>
                  </a:lnTo>
                  <a:lnTo>
                    <a:pt x="5588" y="9039"/>
                  </a:lnTo>
                  <a:lnTo>
                    <a:pt x="4633" y="9477"/>
                  </a:lnTo>
                  <a:lnTo>
                    <a:pt x="3503" y="9869"/>
                  </a:lnTo>
                  <a:lnTo>
                    <a:pt x="2664" y="10320"/>
                  </a:lnTo>
                  <a:lnTo>
                    <a:pt x="1708" y="10758"/>
                  </a:lnTo>
                  <a:lnTo>
                    <a:pt x="1071" y="11150"/>
                  </a:lnTo>
                  <a:lnTo>
                    <a:pt x="492" y="11541"/>
                  </a:lnTo>
                  <a:lnTo>
                    <a:pt x="232" y="11968"/>
                  </a:lnTo>
                  <a:lnTo>
                    <a:pt x="0" y="12253"/>
                  </a:lnTo>
                  <a:lnTo>
                    <a:pt x="232" y="12597"/>
                  </a:lnTo>
                  <a:lnTo>
                    <a:pt x="637" y="12905"/>
                  </a:lnTo>
                  <a:lnTo>
                    <a:pt x="1013" y="13356"/>
                  </a:lnTo>
                  <a:lnTo>
                    <a:pt x="1332" y="13902"/>
                  </a:lnTo>
                  <a:lnTo>
                    <a:pt x="1824" y="14578"/>
                  </a:lnTo>
                  <a:lnTo>
                    <a:pt x="2403" y="15290"/>
                  </a:lnTo>
                  <a:lnTo>
                    <a:pt x="2924" y="16049"/>
                  </a:lnTo>
                  <a:lnTo>
                    <a:pt x="3417" y="16784"/>
                  </a:lnTo>
                  <a:lnTo>
                    <a:pt x="3996" y="17614"/>
                  </a:lnTo>
                  <a:lnTo>
                    <a:pt x="4517" y="18374"/>
                  </a:lnTo>
                  <a:lnTo>
                    <a:pt x="4951" y="19109"/>
                  </a:lnTo>
                  <a:lnTo>
                    <a:pt x="5472" y="19714"/>
                  </a:lnTo>
                  <a:lnTo>
                    <a:pt x="5907" y="20366"/>
                  </a:lnTo>
                  <a:lnTo>
                    <a:pt x="6167" y="20865"/>
                  </a:lnTo>
                  <a:lnTo>
                    <a:pt x="6428" y="21256"/>
                  </a:lnTo>
                  <a:lnTo>
                    <a:pt x="6688" y="21517"/>
                  </a:lnTo>
                  <a:lnTo>
                    <a:pt x="6688" y="21600"/>
                  </a:lnTo>
                  <a:lnTo>
                    <a:pt x="8339" y="21600"/>
                  </a:lnTo>
                  <a:lnTo>
                    <a:pt x="8831" y="21517"/>
                  </a:lnTo>
                  <a:lnTo>
                    <a:pt x="9468" y="21410"/>
                  </a:lnTo>
                  <a:lnTo>
                    <a:pt x="9787" y="21197"/>
                  </a:lnTo>
                  <a:lnTo>
                    <a:pt x="9931" y="20971"/>
                  </a:lnTo>
                  <a:lnTo>
                    <a:pt x="9787" y="20710"/>
                  </a:lnTo>
                  <a:lnTo>
                    <a:pt x="9555" y="20307"/>
                  </a:lnTo>
                  <a:lnTo>
                    <a:pt x="9236" y="19868"/>
                  </a:lnTo>
                  <a:lnTo>
                    <a:pt x="8976" y="19263"/>
                  </a:lnTo>
                  <a:lnTo>
                    <a:pt x="8455" y="18611"/>
                  </a:lnTo>
                  <a:lnTo>
                    <a:pt x="8020" y="17982"/>
                  </a:lnTo>
                  <a:lnTo>
                    <a:pt x="7383" y="17223"/>
                  </a:lnTo>
                  <a:lnTo>
                    <a:pt x="7065" y="16488"/>
                  </a:lnTo>
                  <a:lnTo>
                    <a:pt x="6428" y="15729"/>
                  </a:lnTo>
                  <a:lnTo>
                    <a:pt x="5907" y="15029"/>
                  </a:lnTo>
                  <a:lnTo>
                    <a:pt x="5328" y="14293"/>
                  </a:lnTo>
                  <a:lnTo>
                    <a:pt x="5096" y="13688"/>
                  </a:lnTo>
                  <a:lnTo>
                    <a:pt x="4691" y="13095"/>
                  </a:lnTo>
                  <a:lnTo>
                    <a:pt x="4517" y="12644"/>
                  </a:lnTo>
                  <a:lnTo>
                    <a:pt x="4517" y="12099"/>
                  </a:lnTo>
                  <a:lnTo>
                    <a:pt x="4691" y="11909"/>
                  </a:lnTo>
                  <a:lnTo>
                    <a:pt x="5212" y="11648"/>
                  </a:lnTo>
                  <a:lnTo>
                    <a:pt x="5907" y="11363"/>
                  </a:lnTo>
                  <a:lnTo>
                    <a:pt x="6920" y="11102"/>
                  </a:lnTo>
                  <a:lnTo>
                    <a:pt x="7876" y="10758"/>
                  </a:lnTo>
                  <a:lnTo>
                    <a:pt x="8976" y="10474"/>
                  </a:lnTo>
                  <a:lnTo>
                    <a:pt x="10192" y="10165"/>
                  </a:lnTo>
                  <a:lnTo>
                    <a:pt x="11379" y="9821"/>
                  </a:lnTo>
                  <a:lnTo>
                    <a:pt x="12479" y="9477"/>
                  </a:lnTo>
                  <a:lnTo>
                    <a:pt x="13695" y="9110"/>
                  </a:lnTo>
                  <a:lnTo>
                    <a:pt x="15606" y="8540"/>
                  </a:lnTo>
                  <a:lnTo>
                    <a:pt x="16359" y="8279"/>
                  </a:lnTo>
                  <a:lnTo>
                    <a:pt x="16794" y="8066"/>
                  </a:lnTo>
                  <a:lnTo>
                    <a:pt x="17054" y="7935"/>
                  </a:lnTo>
                  <a:lnTo>
                    <a:pt x="17054" y="7829"/>
                  </a:lnTo>
                  <a:lnTo>
                    <a:pt x="16359" y="7568"/>
                  </a:lnTo>
                  <a:lnTo>
                    <a:pt x="15606" y="7330"/>
                  </a:lnTo>
                  <a:lnTo>
                    <a:pt x="15143" y="7236"/>
                  </a:lnTo>
                  <a:lnTo>
                    <a:pt x="14651" y="7070"/>
                  </a:lnTo>
                  <a:lnTo>
                    <a:pt x="14188" y="6892"/>
                  </a:lnTo>
                  <a:lnTo>
                    <a:pt x="13695" y="6785"/>
                  </a:lnTo>
                  <a:lnTo>
                    <a:pt x="13116" y="6571"/>
                  </a:lnTo>
                  <a:lnTo>
                    <a:pt x="12740" y="6393"/>
                  </a:lnTo>
                  <a:lnTo>
                    <a:pt x="12219" y="6180"/>
                  </a:lnTo>
                  <a:lnTo>
                    <a:pt x="11958" y="6026"/>
                  </a:lnTo>
                  <a:lnTo>
                    <a:pt x="11640" y="5895"/>
                  </a:lnTo>
                  <a:lnTo>
                    <a:pt x="11379" y="5682"/>
                  </a:lnTo>
                  <a:lnTo>
                    <a:pt x="11263" y="5456"/>
                  </a:lnTo>
                  <a:lnTo>
                    <a:pt x="11379" y="5290"/>
                  </a:lnTo>
                  <a:lnTo>
                    <a:pt x="11379" y="5006"/>
                  </a:lnTo>
                  <a:lnTo>
                    <a:pt x="11640" y="4745"/>
                  </a:lnTo>
                  <a:lnTo>
                    <a:pt x="12219" y="4460"/>
                  </a:lnTo>
                  <a:lnTo>
                    <a:pt x="12972" y="4140"/>
                  </a:lnTo>
                  <a:lnTo>
                    <a:pt x="13695" y="3808"/>
                  </a:lnTo>
                  <a:lnTo>
                    <a:pt x="14506" y="3511"/>
                  </a:lnTo>
                  <a:lnTo>
                    <a:pt x="15520" y="3143"/>
                  </a:lnTo>
                  <a:lnTo>
                    <a:pt x="16475" y="2859"/>
                  </a:lnTo>
                  <a:lnTo>
                    <a:pt x="17431" y="2527"/>
                  </a:lnTo>
                  <a:lnTo>
                    <a:pt x="18270" y="2266"/>
                  </a:lnTo>
                  <a:lnTo>
                    <a:pt x="19168" y="1981"/>
                  </a:lnTo>
                  <a:lnTo>
                    <a:pt x="19863" y="1767"/>
                  </a:lnTo>
                  <a:lnTo>
                    <a:pt x="20558" y="1566"/>
                  </a:lnTo>
                  <a:lnTo>
                    <a:pt x="21079" y="1483"/>
                  </a:lnTo>
                  <a:lnTo>
                    <a:pt x="21339" y="1329"/>
                  </a:lnTo>
                  <a:lnTo>
                    <a:pt x="21600" y="1329"/>
                  </a:lnTo>
                  <a:lnTo>
                    <a:pt x="21455" y="1222"/>
                  </a:lnTo>
                  <a:lnTo>
                    <a:pt x="21339" y="1020"/>
                  </a:lnTo>
                  <a:lnTo>
                    <a:pt x="21195" y="783"/>
                  </a:lnTo>
                  <a:lnTo>
                    <a:pt x="20934" y="569"/>
                  </a:lnTo>
                  <a:lnTo>
                    <a:pt x="20558" y="285"/>
                  </a:lnTo>
                  <a:lnTo>
                    <a:pt x="20239" y="130"/>
                  </a:lnTo>
                  <a:lnTo>
                    <a:pt x="19747" y="0"/>
                  </a:lnTo>
                  <a:lnTo>
                    <a:pt x="19284" y="130"/>
                  </a:lnTo>
                </a:path>
              </a:pathLst>
            </a:custGeom>
            <a:solidFill>
              <a:srgbClr val="8529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61" name="Shape 70">
              <a:extLst>
                <a:ext uri="{FF2B5EF4-FFF2-40B4-BE49-F238E27FC236}">
                  <a16:creationId xmlns:a16="http://schemas.microsoft.com/office/drawing/2014/main" id="{EC517F3D-3B35-43EE-ACC8-0940B0873CE0}"/>
                </a:ext>
              </a:extLst>
            </p:cNvPr>
            <p:cNvSpPr/>
            <p:nvPr/>
          </p:nvSpPr>
          <p:spPr>
            <a:xfrm>
              <a:off x="142875" y="606425"/>
              <a:ext cx="198079" cy="5822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856" y="520"/>
                  </a:moveTo>
                  <a:lnTo>
                    <a:pt x="18503" y="614"/>
                  </a:lnTo>
                  <a:lnTo>
                    <a:pt x="17758" y="1107"/>
                  </a:lnTo>
                  <a:lnTo>
                    <a:pt x="16465" y="1908"/>
                  </a:lnTo>
                  <a:lnTo>
                    <a:pt x="14818" y="2908"/>
                  </a:lnTo>
                  <a:lnTo>
                    <a:pt x="12662" y="4083"/>
                  </a:lnTo>
                  <a:lnTo>
                    <a:pt x="10663" y="5497"/>
                  </a:lnTo>
                  <a:lnTo>
                    <a:pt x="8507" y="7058"/>
                  </a:lnTo>
                  <a:lnTo>
                    <a:pt x="6547" y="8672"/>
                  </a:lnTo>
                  <a:lnTo>
                    <a:pt x="4469" y="10353"/>
                  </a:lnTo>
                  <a:lnTo>
                    <a:pt x="2823" y="12141"/>
                  </a:lnTo>
                  <a:lnTo>
                    <a:pt x="1529" y="13889"/>
                  </a:lnTo>
                  <a:lnTo>
                    <a:pt x="510" y="15676"/>
                  </a:lnTo>
                  <a:lnTo>
                    <a:pt x="0" y="17291"/>
                  </a:lnTo>
                  <a:lnTo>
                    <a:pt x="314" y="18852"/>
                  </a:lnTo>
                  <a:lnTo>
                    <a:pt x="1372" y="20293"/>
                  </a:lnTo>
                  <a:lnTo>
                    <a:pt x="3254" y="21600"/>
                  </a:lnTo>
                  <a:lnTo>
                    <a:pt x="8860" y="19652"/>
                  </a:lnTo>
                  <a:lnTo>
                    <a:pt x="8703" y="19479"/>
                  </a:lnTo>
                  <a:lnTo>
                    <a:pt x="8703" y="15823"/>
                  </a:lnTo>
                  <a:lnTo>
                    <a:pt x="8860" y="14622"/>
                  </a:lnTo>
                  <a:lnTo>
                    <a:pt x="9369" y="13328"/>
                  </a:lnTo>
                  <a:lnTo>
                    <a:pt x="9722" y="11914"/>
                  </a:lnTo>
                  <a:lnTo>
                    <a:pt x="10506" y="10526"/>
                  </a:lnTo>
                  <a:lnTo>
                    <a:pt x="11525" y="8992"/>
                  </a:lnTo>
                  <a:lnTo>
                    <a:pt x="12819" y="7498"/>
                  </a:lnTo>
                  <a:lnTo>
                    <a:pt x="14309" y="5937"/>
                  </a:lnTo>
                  <a:lnTo>
                    <a:pt x="16269" y="4469"/>
                  </a:lnTo>
                  <a:lnTo>
                    <a:pt x="18503" y="2962"/>
                  </a:lnTo>
                  <a:lnTo>
                    <a:pt x="21208" y="1588"/>
                  </a:lnTo>
                  <a:lnTo>
                    <a:pt x="21443" y="1347"/>
                  </a:lnTo>
                  <a:lnTo>
                    <a:pt x="21600" y="1027"/>
                  </a:lnTo>
                  <a:lnTo>
                    <a:pt x="21443" y="667"/>
                  </a:lnTo>
                  <a:lnTo>
                    <a:pt x="21365" y="347"/>
                  </a:lnTo>
                  <a:lnTo>
                    <a:pt x="20855" y="53"/>
                  </a:lnTo>
                  <a:lnTo>
                    <a:pt x="20150" y="0"/>
                  </a:lnTo>
                  <a:lnTo>
                    <a:pt x="19797" y="0"/>
                  </a:lnTo>
                  <a:lnTo>
                    <a:pt x="19562" y="107"/>
                  </a:lnTo>
                  <a:lnTo>
                    <a:pt x="19209" y="227"/>
                  </a:lnTo>
                  <a:lnTo>
                    <a:pt x="18856" y="520"/>
                  </a:lnTo>
                </a:path>
              </a:pathLst>
            </a:custGeom>
            <a:solidFill>
              <a:srgbClr val="8529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62" name="Shape 71">
              <a:extLst>
                <a:ext uri="{FF2B5EF4-FFF2-40B4-BE49-F238E27FC236}">
                  <a16:creationId xmlns:a16="http://schemas.microsoft.com/office/drawing/2014/main" id="{3A0C1B05-399D-4D0C-8611-E966635F82EE}"/>
                </a:ext>
              </a:extLst>
            </p:cNvPr>
            <p:cNvSpPr/>
            <p:nvPr/>
          </p:nvSpPr>
          <p:spPr>
            <a:xfrm>
              <a:off x="19050" y="1112837"/>
              <a:ext cx="294916" cy="108072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550" y="266"/>
                  </a:moveTo>
                  <a:lnTo>
                    <a:pt x="11181" y="360"/>
                  </a:lnTo>
                  <a:lnTo>
                    <a:pt x="10313" y="662"/>
                  </a:lnTo>
                  <a:lnTo>
                    <a:pt x="9103" y="1172"/>
                  </a:lnTo>
                  <a:lnTo>
                    <a:pt x="7709" y="1899"/>
                  </a:lnTo>
                  <a:lnTo>
                    <a:pt x="6025" y="2769"/>
                  </a:lnTo>
                  <a:lnTo>
                    <a:pt x="4394" y="3819"/>
                  </a:lnTo>
                  <a:lnTo>
                    <a:pt x="2710" y="5057"/>
                  </a:lnTo>
                  <a:lnTo>
                    <a:pt x="1500" y="6416"/>
                  </a:lnTo>
                  <a:lnTo>
                    <a:pt x="500" y="7919"/>
                  </a:lnTo>
                  <a:lnTo>
                    <a:pt x="0" y="9552"/>
                  </a:lnTo>
                  <a:lnTo>
                    <a:pt x="105" y="11300"/>
                  </a:lnTo>
                  <a:lnTo>
                    <a:pt x="868" y="13163"/>
                  </a:lnTo>
                  <a:lnTo>
                    <a:pt x="2473" y="15083"/>
                  </a:lnTo>
                  <a:lnTo>
                    <a:pt x="5157" y="17140"/>
                  </a:lnTo>
                  <a:lnTo>
                    <a:pt x="8919" y="19284"/>
                  </a:lnTo>
                  <a:lnTo>
                    <a:pt x="13865" y="21499"/>
                  </a:lnTo>
                  <a:lnTo>
                    <a:pt x="14207" y="21564"/>
                  </a:lnTo>
                  <a:lnTo>
                    <a:pt x="14970" y="21600"/>
                  </a:lnTo>
                  <a:lnTo>
                    <a:pt x="15838" y="21600"/>
                  </a:lnTo>
                  <a:lnTo>
                    <a:pt x="16522" y="21564"/>
                  </a:lnTo>
                  <a:lnTo>
                    <a:pt x="17048" y="21564"/>
                  </a:lnTo>
                  <a:lnTo>
                    <a:pt x="17627" y="21499"/>
                  </a:lnTo>
                  <a:lnTo>
                    <a:pt x="18285" y="21471"/>
                  </a:lnTo>
                  <a:lnTo>
                    <a:pt x="18732" y="21406"/>
                  </a:lnTo>
                  <a:lnTo>
                    <a:pt x="19390" y="21355"/>
                  </a:lnTo>
                  <a:lnTo>
                    <a:pt x="20074" y="21298"/>
                  </a:lnTo>
                  <a:lnTo>
                    <a:pt x="20600" y="21233"/>
                  </a:lnTo>
                  <a:lnTo>
                    <a:pt x="21074" y="21140"/>
                  </a:lnTo>
                  <a:lnTo>
                    <a:pt x="21600" y="21061"/>
                  </a:lnTo>
                  <a:lnTo>
                    <a:pt x="21363" y="20838"/>
                  </a:lnTo>
                  <a:lnTo>
                    <a:pt x="20495" y="20420"/>
                  </a:lnTo>
                  <a:lnTo>
                    <a:pt x="19153" y="19723"/>
                  </a:lnTo>
                  <a:lnTo>
                    <a:pt x="17522" y="18824"/>
                  </a:lnTo>
                  <a:lnTo>
                    <a:pt x="15549" y="17745"/>
                  </a:lnTo>
                  <a:lnTo>
                    <a:pt x="13523" y="16507"/>
                  </a:lnTo>
                  <a:lnTo>
                    <a:pt x="11550" y="15112"/>
                  </a:lnTo>
                  <a:lnTo>
                    <a:pt x="9682" y="13638"/>
                  </a:lnTo>
                  <a:lnTo>
                    <a:pt x="7998" y="12041"/>
                  </a:lnTo>
                  <a:lnTo>
                    <a:pt x="6735" y="10458"/>
                  </a:lnTo>
                  <a:lnTo>
                    <a:pt x="5920" y="8761"/>
                  </a:lnTo>
                  <a:lnTo>
                    <a:pt x="5788" y="7114"/>
                  </a:lnTo>
                  <a:lnTo>
                    <a:pt x="6367" y="5452"/>
                  </a:lnTo>
                  <a:lnTo>
                    <a:pt x="7814" y="3819"/>
                  </a:lnTo>
                  <a:lnTo>
                    <a:pt x="10208" y="2295"/>
                  </a:lnTo>
                  <a:lnTo>
                    <a:pt x="13865" y="834"/>
                  </a:lnTo>
                  <a:lnTo>
                    <a:pt x="13760" y="770"/>
                  </a:lnTo>
                  <a:lnTo>
                    <a:pt x="13760" y="633"/>
                  </a:lnTo>
                  <a:lnTo>
                    <a:pt x="13628" y="424"/>
                  </a:lnTo>
                  <a:lnTo>
                    <a:pt x="13523" y="237"/>
                  </a:lnTo>
                  <a:lnTo>
                    <a:pt x="13234" y="58"/>
                  </a:lnTo>
                  <a:lnTo>
                    <a:pt x="12865" y="0"/>
                  </a:lnTo>
                  <a:lnTo>
                    <a:pt x="12523" y="0"/>
                  </a:lnTo>
                  <a:lnTo>
                    <a:pt x="12234" y="29"/>
                  </a:lnTo>
                  <a:lnTo>
                    <a:pt x="11892" y="94"/>
                  </a:lnTo>
                  <a:lnTo>
                    <a:pt x="11550" y="266"/>
                  </a:lnTo>
                </a:path>
              </a:pathLst>
            </a:custGeom>
            <a:solidFill>
              <a:srgbClr val="8529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63" name="Shape 72">
              <a:extLst>
                <a:ext uri="{FF2B5EF4-FFF2-40B4-BE49-F238E27FC236}">
                  <a16:creationId xmlns:a16="http://schemas.microsoft.com/office/drawing/2014/main" id="{38443E61-2132-4E8A-935E-7432FCB6FE45}"/>
                </a:ext>
              </a:extLst>
            </p:cNvPr>
            <p:cNvSpPr/>
            <p:nvPr/>
          </p:nvSpPr>
          <p:spPr>
            <a:xfrm>
              <a:off x="388937" y="1357312"/>
              <a:ext cx="58374" cy="850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455" y="174"/>
                  </a:moveTo>
                  <a:lnTo>
                    <a:pt x="4995" y="155"/>
                  </a:lnTo>
                  <a:lnTo>
                    <a:pt x="7425" y="119"/>
                  </a:lnTo>
                  <a:lnTo>
                    <a:pt x="9855" y="37"/>
                  </a:lnTo>
                  <a:lnTo>
                    <a:pt x="13095" y="37"/>
                  </a:lnTo>
                  <a:lnTo>
                    <a:pt x="15795" y="0"/>
                  </a:lnTo>
                  <a:lnTo>
                    <a:pt x="18900" y="37"/>
                  </a:lnTo>
                  <a:lnTo>
                    <a:pt x="21195" y="155"/>
                  </a:lnTo>
                  <a:lnTo>
                    <a:pt x="21600" y="420"/>
                  </a:lnTo>
                  <a:lnTo>
                    <a:pt x="13770" y="21253"/>
                  </a:lnTo>
                  <a:lnTo>
                    <a:pt x="13095" y="21253"/>
                  </a:lnTo>
                  <a:lnTo>
                    <a:pt x="11340" y="21371"/>
                  </a:lnTo>
                  <a:lnTo>
                    <a:pt x="9180" y="21435"/>
                  </a:lnTo>
                  <a:lnTo>
                    <a:pt x="6885" y="21554"/>
                  </a:lnTo>
                  <a:lnTo>
                    <a:pt x="4455" y="21600"/>
                  </a:lnTo>
                  <a:lnTo>
                    <a:pt x="2295" y="21600"/>
                  </a:lnTo>
                  <a:lnTo>
                    <a:pt x="1080" y="21472"/>
                  </a:lnTo>
                  <a:lnTo>
                    <a:pt x="540" y="21435"/>
                  </a:lnTo>
                  <a:lnTo>
                    <a:pt x="0" y="21335"/>
                  </a:lnTo>
                  <a:lnTo>
                    <a:pt x="0" y="21170"/>
                  </a:lnTo>
                  <a:lnTo>
                    <a:pt x="4455" y="174"/>
                  </a:lnTo>
                </a:path>
              </a:pathLst>
            </a:custGeom>
            <a:solidFill>
              <a:srgbClr val="8529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64" name="Shape 73">
              <a:extLst>
                <a:ext uri="{FF2B5EF4-FFF2-40B4-BE49-F238E27FC236}">
                  <a16:creationId xmlns:a16="http://schemas.microsoft.com/office/drawing/2014/main" id="{676C93C1-6FC0-41DF-A14B-6C0D78C6141F}"/>
                </a:ext>
              </a:extLst>
            </p:cNvPr>
            <p:cNvSpPr/>
            <p:nvPr/>
          </p:nvSpPr>
          <p:spPr>
            <a:xfrm>
              <a:off x="536575" y="36512"/>
              <a:ext cx="393341" cy="5139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9" y="10460"/>
                  </a:moveTo>
                  <a:lnTo>
                    <a:pt x="39" y="10596"/>
                  </a:lnTo>
                  <a:lnTo>
                    <a:pt x="296" y="10928"/>
                  </a:lnTo>
                  <a:lnTo>
                    <a:pt x="553" y="11442"/>
                  </a:lnTo>
                  <a:lnTo>
                    <a:pt x="869" y="12077"/>
                  </a:lnTo>
                  <a:lnTo>
                    <a:pt x="1303" y="12848"/>
                  </a:lnTo>
                  <a:lnTo>
                    <a:pt x="1777" y="13710"/>
                  </a:lnTo>
                  <a:lnTo>
                    <a:pt x="2310" y="14677"/>
                  </a:lnTo>
                  <a:lnTo>
                    <a:pt x="2962" y="15690"/>
                  </a:lnTo>
                  <a:lnTo>
                    <a:pt x="3435" y="16657"/>
                  </a:lnTo>
                  <a:lnTo>
                    <a:pt x="4127" y="17594"/>
                  </a:lnTo>
                  <a:lnTo>
                    <a:pt x="4699" y="18426"/>
                  </a:lnTo>
                  <a:lnTo>
                    <a:pt x="5272" y="19333"/>
                  </a:lnTo>
                  <a:lnTo>
                    <a:pt x="5785" y="20028"/>
                  </a:lnTo>
                  <a:lnTo>
                    <a:pt x="6358" y="20602"/>
                  </a:lnTo>
                  <a:lnTo>
                    <a:pt x="6752" y="20905"/>
                  </a:lnTo>
                  <a:lnTo>
                    <a:pt x="7187" y="21177"/>
                  </a:lnTo>
                  <a:lnTo>
                    <a:pt x="7582" y="21177"/>
                  </a:lnTo>
                  <a:lnTo>
                    <a:pt x="7917" y="21237"/>
                  </a:lnTo>
                  <a:lnTo>
                    <a:pt x="8312" y="21237"/>
                  </a:lnTo>
                  <a:lnTo>
                    <a:pt x="8747" y="21373"/>
                  </a:lnTo>
                  <a:lnTo>
                    <a:pt x="9102" y="21403"/>
                  </a:lnTo>
                  <a:lnTo>
                    <a:pt x="9497" y="21403"/>
                  </a:lnTo>
                  <a:lnTo>
                    <a:pt x="9931" y="21479"/>
                  </a:lnTo>
                  <a:lnTo>
                    <a:pt x="10326" y="21540"/>
                  </a:lnTo>
                  <a:lnTo>
                    <a:pt x="11313" y="21540"/>
                  </a:lnTo>
                  <a:lnTo>
                    <a:pt x="11708" y="21600"/>
                  </a:lnTo>
                  <a:lnTo>
                    <a:pt x="12241" y="21479"/>
                  </a:lnTo>
                  <a:lnTo>
                    <a:pt x="12715" y="21403"/>
                  </a:lnTo>
                  <a:lnTo>
                    <a:pt x="12972" y="21237"/>
                  </a:lnTo>
                  <a:lnTo>
                    <a:pt x="13248" y="20965"/>
                  </a:lnTo>
                  <a:lnTo>
                    <a:pt x="13544" y="20542"/>
                  </a:lnTo>
                  <a:lnTo>
                    <a:pt x="14078" y="20073"/>
                  </a:lnTo>
                  <a:lnTo>
                    <a:pt x="14453" y="19499"/>
                  </a:lnTo>
                  <a:lnTo>
                    <a:pt x="14986" y="18925"/>
                  </a:lnTo>
                  <a:lnTo>
                    <a:pt x="15558" y="18154"/>
                  </a:lnTo>
                  <a:lnTo>
                    <a:pt x="16111" y="17489"/>
                  </a:lnTo>
                  <a:lnTo>
                    <a:pt x="16684" y="16582"/>
                  </a:lnTo>
                  <a:lnTo>
                    <a:pt x="17217" y="15750"/>
                  </a:lnTo>
                  <a:lnTo>
                    <a:pt x="17770" y="14813"/>
                  </a:lnTo>
                  <a:lnTo>
                    <a:pt x="18342" y="13846"/>
                  </a:lnTo>
                  <a:lnTo>
                    <a:pt x="18856" y="12909"/>
                  </a:lnTo>
                  <a:lnTo>
                    <a:pt x="19349" y="12002"/>
                  </a:lnTo>
                  <a:lnTo>
                    <a:pt x="19863" y="11065"/>
                  </a:lnTo>
                  <a:lnTo>
                    <a:pt x="20257" y="10097"/>
                  </a:lnTo>
                  <a:lnTo>
                    <a:pt x="20257" y="9901"/>
                  </a:lnTo>
                  <a:lnTo>
                    <a:pt x="20336" y="9598"/>
                  </a:lnTo>
                  <a:lnTo>
                    <a:pt x="20435" y="9326"/>
                  </a:lnTo>
                  <a:lnTo>
                    <a:pt x="20613" y="9160"/>
                  </a:lnTo>
                  <a:lnTo>
                    <a:pt x="20613" y="8827"/>
                  </a:lnTo>
                  <a:lnTo>
                    <a:pt x="20830" y="8555"/>
                  </a:lnTo>
                  <a:lnTo>
                    <a:pt x="20830" y="8193"/>
                  </a:lnTo>
                  <a:lnTo>
                    <a:pt x="21008" y="7815"/>
                  </a:lnTo>
                  <a:lnTo>
                    <a:pt x="21087" y="7422"/>
                  </a:lnTo>
                  <a:lnTo>
                    <a:pt x="21166" y="7059"/>
                  </a:lnTo>
                  <a:lnTo>
                    <a:pt x="21264" y="6621"/>
                  </a:lnTo>
                  <a:lnTo>
                    <a:pt x="21343" y="6152"/>
                  </a:lnTo>
                  <a:lnTo>
                    <a:pt x="21521" y="5774"/>
                  </a:lnTo>
                  <a:lnTo>
                    <a:pt x="21600" y="5351"/>
                  </a:lnTo>
                  <a:lnTo>
                    <a:pt x="21600" y="4640"/>
                  </a:lnTo>
                  <a:lnTo>
                    <a:pt x="21521" y="4247"/>
                  </a:lnTo>
                  <a:lnTo>
                    <a:pt x="21343" y="3870"/>
                  </a:lnTo>
                  <a:lnTo>
                    <a:pt x="21087" y="3371"/>
                  </a:lnTo>
                  <a:lnTo>
                    <a:pt x="20909" y="2902"/>
                  </a:lnTo>
                  <a:lnTo>
                    <a:pt x="20613" y="2539"/>
                  </a:lnTo>
                  <a:lnTo>
                    <a:pt x="20336" y="2162"/>
                  </a:lnTo>
                  <a:lnTo>
                    <a:pt x="20001" y="1693"/>
                  </a:lnTo>
                  <a:lnTo>
                    <a:pt x="19606" y="1330"/>
                  </a:lnTo>
                  <a:lnTo>
                    <a:pt x="19250" y="922"/>
                  </a:lnTo>
                  <a:lnTo>
                    <a:pt x="18856" y="695"/>
                  </a:lnTo>
                  <a:lnTo>
                    <a:pt x="18520" y="363"/>
                  </a:lnTo>
                  <a:lnTo>
                    <a:pt x="18125" y="197"/>
                  </a:lnTo>
                  <a:lnTo>
                    <a:pt x="17770" y="60"/>
                  </a:lnTo>
                  <a:lnTo>
                    <a:pt x="17473" y="60"/>
                  </a:lnTo>
                  <a:lnTo>
                    <a:pt x="16940" y="0"/>
                  </a:lnTo>
                  <a:lnTo>
                    <a:pt x="16289" y="0"/>
                  </a:lnTo>
                  <a:lnTo>
                    <a:pt x="16111" y="121"/>
                  </a:lnTo>
                  <a:lnTo>
                    <a:pt x="15953" y="121"/>
                  </a:lnTo>
                  <a:lnTo>
                    <a:pt x="15953" y="287"/>
                  </a:lnTo>
                  <a:lnTo>
                    <a:pt x="16111" y="423"/>
                  </a:lnTo>
                  <a:lnTo>
                    <a:pt x="16467" y="695"/>
                  </a:lnTo>
                  <a:lnTo>
                    <a:pt x="17473" y="1270"/>
                  </a:lnTo>
                  <a:lnTo>
                    <a:pt x="18303" y="1769"/>
                  </a:lnTo>
                  <a:lnTo>
                    <a:pt x="18856" y="2403"/>
                  </a:lnTo>
                  <a:lnTo>
                    <a:pt x="19428" y="3099"/>
                  </a:lnTo>
                  <a:lnTo>
                    <a:pt x="19784" y="3673"/>
                  </a:lnTo>
                  <a:lnTo>
                    <a:pt x="20001" y="4308"/>
                  </a:lnTo>
                  <a:lnTo>
                    <a:pt x="20080" y="4882"/>
                  </a:lnTo>
                  <a:lnTo>
                    <a:pt x="20178" y="5517"/>
                  </a:lnTo>
                  <a:lnTo>
                    <a:pt x="20080" y="5986"/>
                  </a:lnTo>
                  <a:lnTo>
                    <a:pt x="20080" y="6545"/>
                  </a:lnTo>
                  <a:lnTo>
                    <a:pt x="19961" y="6923"/>
                  </a:lnTo>
                  <a:lnTo>
                    <a:pt x="19863" y="7286"/>
                  </a:lnTo>
                  <a:lnTo>
                    <a:pt x="19606" y="7618"/>
                  </a:lnTo>
                  <a:lnTo>
                    <a:pt x="19606" y="7815"/>
                  </a:lnTo>
                  <a:lnTo>
                    <a:pt x="19527" y="7996"/>
                  </a:lnTo>
                  <a:lnTo>
                    <a:pt x="19527" y="8057"/>
                  </a:lnTo>
                  <a:lnTo>
                    <a:pt x="19349" y="8193"/>
                  </a:lnTo>
                  <a:lnTo>
                    <a:pt x="19250" y="8555"/>
                  </a:lnTo>
                  <a:lnTo>
                    <a:pt x="18954" y="9100"/>
                  </a:lnTo>
                  <a:lnTo>
                    <a:pt x="18599" y="9825"/>
                  </a:lnTo>
                  <a:lnTo>
                    <a:pt x="18125" y="10672"/>
                  </a:lnTo>
                  <a:lnTo>
                    <a:pt x="17592" y="11699"/>
                  </a:lnTo>
                  <a:lnTo>
                    <a:pt x="16940" y="12712"/>
                  </a:lnTo>
                  <a:lnTo>
                    <a:pt x="16289" y="13846"/>
                  </a:lnTo>
                  <a:lnTo>
                    <a:pt x="15460" y="14889"/>
                  </a:lnTo>
                  <a:lnTo>
                    <a:pt x="14729" y="15947"/>
                  </a:lnTo>
                  <a:lnTo>
                    <a:pt x="13722" y="16884"/>
                  </a:lnTo>
                  <a:lnTo>
                    <a:pt x="12893" y="17791"/>
                  </a:lnTo>
                  <a:lnTo>
                    <a:pt x="11807" y="18562"/>
                  </a:lnTo>
                  <a:lnTo>
                    <a:pt x="10800" y="19136"/>
                  </a:lnTo>
                  <a:lnTo>
                    <a:pt x="9833" y="19499"/>
                  </a:lnTo>
                  <a:lnTo>
                    <a:pt x="8747" y="19695"/>
                  </a:lnTo>
                  <a:lnTo>
                    <a:pt x="8095" y="19695"/>
                  </a:lnTo>
                  <a:lnTo>
                    <a:pt x="7838" y="19635"/>
                  </a:lnTo>
                  <a:lnTo>
                    <a:pt x="7483" y="19559"/>
                  </a:lnTo>
                  <a:lnTo>
                    <a:pt x="7187" y="19393"/>
                  </a:lnTo>
                  <a:lnTo>
                    <a:pt x="6930" y="19272"/>
                  </a:lnTo>
                  <a:lnTo>
                    <a:pt x="6654" y="18925"/>
                  </a:lnTo>
                  <a:lnTo>
                    <a:pt x="6535" y="18622"/>
                  </a:lnTo>
                  <a:lnTo>
                    <a:pt x="6358" y="18365"/>
                  </a:lnTo>
                  <a:lnTo>
                    <a:pt x="6180" y="17987"/>
                  </a:lnTo>
                  <a:lnTo>
                    <a:pt x="5824" y="17489"/>
                  </a:lnTo>
                  <a:lnTo>
                    <a:pt x="5528" y="16884"/>
                  </a:lnTo>
                  <a:lnTo>
                    <a:pt x="5094" y="16219"/>
                  </a:lnTo>
                  <a:lnTo>
                    <a:pt x="4699" y="15584"/>
                  </a:lnTo>
                  <a:lnTo>
                    <a:pt x="4265" y="14813"/>
                  </a:lnTo>
                  <a:lnTo>
                    <a:pt x="3949" y="14178"/>
                  </a:lnTo>
                  <a:lnTo>
                    <a:pt x="3435" y="13483"/>
                  </a:lnTo>
                  <a:lnTo>
                    <a:pt x="3041" y="12773"/>
                  </a:lnTo>
                  <a:lnTo>
                    <a:pt x="2685" y="12138"/>
                  </a:lnTo>
                  <a:lnTo>
                    <a:pt x="2389" y="11639"/>
                  </a:lnTo>
                  <a:lnTo>
                    <a:pt x="2034" y="11140"/>
                  </a:lnTo>
                  <a:lnTo>
                    <a:pt x="1856" y="10792"/>
                  </a:lnTo>
                  <a:lnTo>
                    <a:pt x="1777" y="10535"/>
                  </a:lnTo>
                  <a:lnTo>
                    <a:pt x="1777" y="10460"/>
                  </a:lnTo>
                  <a:lnTo>
                    <a:pt x="1639" y="10430"/>
                  </a:lnTo>
                  <a:lnTo>
                    <a:pt x="1382" y="10294"/>
                  </a:lnTo>
                  <a:lnTo>
                    <a:pt x="1027" y="10158"/>
                  </a:lnTo>
                  <a:lnTo>
                    <a:pt x="731" y="10097"/>
                  </a:lnTo>
                  <a:lnTo>
                    <a:pt x="296" y="9901"/>
                  </a:lnTo>
                  <a:lnTo>
                    <a:pt x="39" y="9961"/>
                  </a:lnTo>
                  <a:lnTo>
                    <a:pt x="0" y="10158"/>
                  </a:lnTo>
                  <a:lnTo>
                    <a:pt x="39" y="10460"/>
                  </a:lnTo>
                </a:path>
              </a:pathLst>
            </a:custGeom>
            <a:solidFill>
              <a:srgbClr val="8529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65" name="Shape 74">
              <a:extLst>
                <a:ext uri="{FF2B5EF4-FFF2-40B4-BE49-F238E27FC236}">
                  <a16:creationId xmlns:a16="http://schemas.microsoft.com/office/drawing/2014/main" id="{658A6103-39F8-4C96-A230-B61CD814A959}"/>
                </a:ext>
              </a:extLst>
            </p:cNvPr>
            <p:cNvSpPr/>
            <p:nvPr/>
          </p:nvSpPr>
          <p:spPr>
            <a:xfrm>
              <a:off x="750887" y="461962"/>
              <a:ext cx="269516" cy="10616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076" y="0"/>
                  </a:moveTo>
                  <a:lnTo>
                    <a:pt x="5825" y="205"/>
                  </a:lnTo>
                  <a:lnTo>
                    <a:pt x="7152" y="674"/>
                  </a:lnTo>
                  <a:lnTo>
                    <a:pt x="8940" y="1318"/>
                  </a:lnTo>
                  <a:lnTo>
                    <a:pt x="11103" y="2204"/>
                  </a:lnTo>
                  <a:lnTo>
                    <a:pt x="13381" y="3200"/>
                  </a:lnTo>
                  <a:lnTo>
                    <a:pt x="15659" y="4415"/>
                  </a:lnTo>
                  <a:lnTo>
                    <a:pt x="17909" y="5719"/>
                  </a:lnTo>
                  <a:lnTo>
                    <a:pt x="19639" y="7205"/>
                  </a:lnTo>
                  <a:lnTo>
                    <a:pt x="20850" y="8757"/>
                  </a:lnTo>
                  <a:lnTo>
                    <a:pt x="21600" y="10456"/>
                  </a:lnTo>
                  <a:lnTo>
                    <a:pt x="21369" y="12199"/>
                  </a:lnTo>
                  <a:lnTo>
                    <a:pt x="20158" y="14007"/>
                  </a:lnTo>
                  <a:lnTo>
                    <a:pt x="17764" y="15867"/>
                  </a:lnTo>
                  <a:lnTo>
                    <a:pt x="14015" y="17756"/>
                  </a:lnTo>
                  <a:lnTo>
                    <a:pt x="8825" y="19660"/>
                  </a:lnTo>
                  <a:lnTo>
                    <a:pt x="2076" y="21600"/>
                  </a:lnTo>
                  <a:lnTo>
                    <a:pt x="1817" y="21600"/>
                  </a:lnTo>
                  <a:lnTo>
                    <a:pt x="1586" y="21534"/>
                  </a:lnTo>
                  <a:lnTo>
                    <a:pt x="1442" y="21417"/>
                  </a:lnTo>
                  <a:lnTo>
                    <a:pt x="1327" y="21322"/>
                  </a:lnTo>
                  <a:lnTo>
                    <a:pt x="1125" y="21131"/>
                  </a:lnTo>
                  <a:lnTo>
                    <a:pt x="1009" y="20948"/>
                  </a:lnTo>
                  <a:lnTo>
                    <a:pt x="750" y="20707"/>
                  </a:lnTo>
                  <a:lnTo>
                    <a:pt x="750" y="20502"/>
                  </a:lnTo>
                  <a:lnTo>
                    <a:pt x="490" y="20238"/>
                  </a:lnTo>
                  <a:lnTo>
                    <a:pt x="375" y="20033"/>
                  </a:lnTo>
                  <a:lnTo>
                    <a:pt x="115" y="19821"/>
                  </a:lnTo>
                  <a:lnTo>
                    <a:pt x="115" y="19623"/>
                  </a:lnTo>
                  <a:lnTo>
                    <a:pt x="0" y="19484"/>
                  </a:lnTo>
                  <a:lnTo>
                    <a:pt x="0" y="19272"/>
                  </a:lnTo>
                  <a:lnTo>
                    <a:pt x="375" y="19140"/>
                  </a:lnTo>
                  <a:lnTo>
                    <a:pt x="1586" y="18898"/>
                  </a:lnTo>
                  <a:lnTo>
                    <a:pt x="3403" y="18466"/>
                  </a:lnTo>
                  <a:lnTo>
                    <a:pt x="5825" y="17917"/>
                  </a:lnTo>
                  <a:lnTo>
                    <a:pt x="8248" y="17141"/>
                  </a:lnTo>
                  <a:lnTo>
                    <a:pt x="10786" y="16248"/>
                  </a:lnTo>
                  <a:lnTo>
                    <a:pt x="13266" y="15215"/>
                  </a:lnTo>
                  <a:lnTo>
                    <a:pt x="15602" y="14073"/>
                  </a:lnTo>
                  <a:lnTo>
                    <a:pt x="17274" y="12762"/>
                  </a:lnTo>
                  <a:lnTo>
                    <a:pt x="18428" y="11313"/>
                  </a:lnTo>
                  <a:lnTo>
                    <a:pt x="18832" y="9746"/>
                  </a:lnTo>
                  <a:lnTo>
                    <a:pt x="18312" y="8127"/>
                  </a:lnTo>
                  <a:lnTo>
                    <a:pt x="16553" y="6304"/>
                  </a:lnTo>
                  <a:lnTo>
                    <a:pt x="13641" y="4430"/>
                  </a:lnTo>
                  <a:lnTo>
                    <a:pt x="8940" y="2446"/>
                  </a:lnTo>
                  <a:lnTo>
                    <a:pt x="2913" y="403"/>
                  </a:lnTo>
                  <a:lnTo>
                    <a:pt x="5076" y="0"/>
                  </a:lnTo>
                </a:path>
              </a:pathLst>
            </a:custGeom>
            <a:solidFill>
              <a:srgbClr val="8529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66" name="Shape 75">
              <a:extLst>
                <a:ext uri="{FF2B5EF4-FFF2-40B4-BE49-F238E27FC236}">
                  <a16:creationId xmlns:a16="http://schemas.microsoft.com/office/drawing/2014/main" id="{015F9B23-EE36-45C6-B776-EDE038E0D3BF}"/>
                </a:ext>
              </a:extLst>
            </p:cNvPr>
            <p:cNvSpPr/>
            <p:nvPr/>
          </p:nvSpPr>
          <p:spPr>
            <a:xfrm>
              <a:off x="693737" y="673100"/>
              <a:ext cx="134580" cy="5917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50" y="538"/>
                  </a:moveTo>
                  <a:lnTo>
                    <a:pt x="18950" y="722"/>
                  </a:lnTo>
                  <a:lnTo>
                    <a:pt x="19238" y="1261"/>
                  </a:lnTo>
                  <a:lnTo>
                    <a:pt x="19757" y="2075"/>
                  </a:lnTo>
                  <a:lnTo>
                    <a:pt x="20218" y="3230"/>
                  </a:lnTo>
                  <a:lnTo>
                    <a:pt x="20736" y="4569"/>
                  </a:lnTo>
                  <a:lnTo>
                    <a:pt x="21139" y="6093"/>
                  </a:lnTo>
                  <a:lnTo>
                    <a:pt x="21370" y="7747"/>
                  </a:lnTo>
                  <a:lnTo>
                    <a:pt x="21600" y="9572"/>
                  </a:lnTo>
                  <a:lnTo>
                    <a:pt x="21139" y="11332"/>
                  </a:lnTo>
                  <a:lnTo>
                    <a:pt x="20736" y="13131"/>
                  </a:lnTo>
                  <a:lnTo>
                    <a:pt x="19469" y="14890"/>
                  </a:lnTo>
                  <a:lnTo>
                    <a:pt x="17856" y="16663"/>
                  </a:lnTo>
                  <a:lnTo>
                    <a:pt x="15437" y="18186"/>
                  </a:lnTo>
                  <a:lnTo>
                    <a:pt x="12499" y="19578"/>
                  </a:lnTo>
                  <a:lnTo>
                    <a:pt x="8698" y="20733"/>
                  </a:lnTo>
                  <a:lnTo>
                    <a:pt x="4262" y="21600"/>
                  </a:lnTo>
                  <a:lnTo>
                    <a:pt x="0" y="19145"/>
                  </a:lnTo>
                  <a:lnTo>
                    <a:pt x="230" y="19026"/>
                  </a:lnTo>
                  <a:lnTo>
                    <a:pt x="1210" y="18685"/>
                  </a:lnTo>
                  <a:lnTo>
                    <a:pt x="2362" y="18186"/>
                  </a:lnTo>
                  <a:lnTo>
                    <a:pt x="4262" y="17464"/>
                  </a:lnTo>
                  <a:lnTo>
                    <a:pt x="6048" y="16545"/>
                  </a:lnTo>
                  <a:lnTo>
                    <a:pt x="7949" y="15560"/>
                  </a:lnTo>
                  <a:lnTo>
                    <a:pt x="10080" y="14457"/>
                  </a:lnTo>
                  <a:lnTo>
                    <a:pt x="12269" y="13249"/>
                  </a:lnTo>
                  <a:lnTo>
                    <a:pt x="13882" y="11883"/>
                  </a:lnTo>
                  <a:lnTo>
                    <a:pt x="15667" y="10439"/>
                  </a:lnTo>
                  <a:lnTo>
                    <a:pt x="16819" y="8903"/>
                  </a:lnTo>
                  <a:lnTo>
                    <a:pt x="17856" y="7432"/>
                  </a:lnTo>
                  <a:lnTo>
                    <a:pt x="17856" y="5869"/>
                  </a:lnTo>
                  <a:lnTo>
                    <a:pt x="17338" y="4333"/>
                  </a:lnTo>
                  <a:lnTo>
                    <a:pt x="16186" y="2679"/>
                  </a:lnTo>
                  <a:lnTo>
                    <a:pt x="13882" y="1208"/>
                  </a:lnTo>
                  <a:lnTo>
                    <a:pt x="13882" y="1090"/>
                  </a:lnTo>
                  <a:lnTo>
                    <a:pt x="14400" y="919"/>
                  </a:lnTo>
                  <a:lnTo>
                    <a:pt x="14918" y="604"/>
                  </a:lnTo>
                  <a:lnTo>
                    <a:pt x="15955" y="315"/>
                  </a:lnTo>
                  <a:lnTo>
                    <a:pt x="16819" y="105"/>
                  </a:lnTo>
                  <a:lnTo>
                    <a:pt x="17856" y="0"/>
                  </a:lnTo>
                  <a:lnTo>
                    <a:pt x="18317" y="105"/>
                  </a:lnTo>
                  <a:lnTo>
                    <a:pt x="18605" y="289"/>
                  </a:lnTo>
                  <a:lnTo>
                    <a:pt x="18950" y="538"/>
                  </a:lnTo>
                </a:path>
              </a:pathLst>
            </a:custGeom>
            <a:solidFill>
              <a:srgbClr val="8529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67" name="Shape 76">
              <a:extLst>
                <a:ext uri="{FF2B5EF4-FFF2-40B4-BE49-F238E27FC236}">
                  <a16:creationId xmlns:a16="http://schemas.microsoft.com/office/drawing/2014/main" id="{836BE76C-2D11-405D-88A3-320CBBB95D43}"/>
                </a:ext>
              </a:extLst>
            </p:cNvPr>
            <p:cNvSpPr/>
            <p:nvPr/>
          </p:nvSpPr>
          <p:spPr>
            <a:xfrm>
              <a:off x="633412" y="1179512"/>
              <a:ext cx="82194" cy="7203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696" y="496"/>
                  </a:moveTo>
                  <a:lnTo>
                    <a:pt x="4696" y="539"/>
                  </a:lnTo>
                  <a:lnTo>
                    <a:pt x="5917" y="809"/>
                  </a:lnTo>
                  <a:lnTo>
                    <a:pt x="7325" y="1252"/>
                  </a:lnTo>
                  <a:lnTo>
                    <a:pt x="9391" y="1899"/>
                  </a:lnTo>
                  <a:lnTo>
                    <a:pt x="11270" y="2665"/>
                  </a:lnTo>
                  <a:lnTo>
                    <a:pt x="13711" y="3614"/>
                  </a:lnTo>
                  <a:lnTo>
                    <a:pt x="15590" y="4683"/>
                  </a:lnTo>
                  <a:lnTo>
                    <a:pt x="18031" y="5966"/>
                  </a:lnTo>
                  <a:lnTo>
                    <a:pt x="19534" y="7326"/>
                  </a:lnTo>
                  <a:lnTo>
                    <a:pt x="20755" y="8847"/>
                  </a:lnTo>
                  <a:lnTo>
                    <a:pt x="21600" y="10487"/>
                  </a:lnTo>
                  <a:lnTo>
                    <a:pt x="21600" y="12343"/>
                  </a:lnTo>
                  <a:lnTo>
                    <a:pt x="19910" y="14231"/>
                  </a:lnTo>
                  <a:lnTo>
                    <a:pt x="18031" y="16259"/>
                  </a:lnTo>
                  <a:lnTo>
                    <a:pt x="14369" y="18428"/>
                  </a:lnTo>
                  <a:lnTo>
                    <a:pt x="10237" y="20737"/>
                  </a:lnTo>
                  <a:lnTo>
                    <a:pt x="9861" y="20780"/>
                  </a:lnTo>
                  <a:lnTo>
                    <a:pt x="9016" y="20931"/>
                  </a:lnTo>
                  <a:lnTo>
                    <a:pt x="7795" y="21147"/>
                  </a:lnTo>
                  <a:lnTo>
                    <a:pt x="6574" y="21330"/>
                  </a:lnTo>
                  <a:lnTo>
                    <a:pt x="5071" y="21503"/>
                  </a:lnTo>
                  <a:lnTo>
                    <a:pt x="4320" y="21600"/>
                  </a:lnTo>
                  <a:lnTo>
                    <a:pt x="3005" y="21503"/>
                  </a:lnTo>
                  <a:lnTo>
                    <a:pt x="3475" y="21330"/>
                  </a:lnTo>
                  <a:lnTo>
                    <a:pt x="3475" y="21028"/>
                  </a:lnTo>
                  <a:lnTo>
                    <a:pt x="4320" y="20521"/>
                  </a:lnTo>
                  <a:lnTo>
                    <a:pt x="5541" y="19831"/>
                  </a:lnTo>
                  <a:lnTo>
                    <a:pt x="6574" y="19021"/>
                  </a:lnTo>
                  <a:lnTo>
                    <a:pt x="7795" y="17975"/>
                  </a:lnTo>
                  <a:lnTo>
                    <a:pt x="9016" y="16907"/>
                  </a:lnTo>
                  <a:lnTo>
                    <a:pt x="10237" y="15569"/>
                  </a:lnTo>
                  <a:lnTo>
                    <a:pt x="11270" y="14231"/>
                  </a:lnTo>
                  <a:lnTo>
                    <a:pt x="12115" y="12753"/>
                  </a:lnTo>
                  <a:lnTo>
                    <a:pt x="12115" y="9581"/>
                  </a:lnTo>
                  <a:lnTo>
                    <a:pt x="11270" y="7898"/>
                  </a:lnTo>
                  <a:lnTo>
                    <a:pt x="9861" y="6182"/>
                  </a:lnTo>
                  <a:lnTo>
                    <a:pt x="7795" y="4521"/>
                  </a:lnTo>
                  <a:lnTo>
                    <a:pt x="4320" y="2805"/>
                  </a:lnTo>
                  <a:lnTo>
                    <a:pt x="376" y="1111"/>
                  </a:lnTo>
                  <a:lnTo>
                    <a:pt x="0" y="1014"/>
                  </a:lnTo>
                  <a:lnTo>
                    <a:pt x="0" y="539"/>
                  </a:lnTo>
                  <a:lnTo>
                    <a:pt x="376" y="302"/>
                  </a:lnTo>
                  <a:lnTo>
                    <a:pt x="376" y="86"/>
                  </a:lnTo>
                  <a:lnTo>
                    <a:pt x="1597" y="0"/>
                  </a:lnTo>
                  <a:lnTo>
                    <a:pt x="1972" y="0"/>
                  </a:lnTo>
                  <a:lnTo>
                    <a:pt x="2630" y="119"/>
                  </a:lnTo>
                  <a:lnTo>
                    <a:pt x="3475" y="259"/>
                  </a:lnTo>
                  <a:lnTo>
                    <a:pt x="4696" y="496"/>
                  </a:lnTo>
                </a:path>
              </a:pathLst>
            </a:custGeom>
            <a:solidFill>
              <a:srgbClr val="FFB3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68" name="Shape 77">
              <a:extLst>
                <a:ext uri="{FF2B5EF4-FFF2-40B4-BE49-F238E27FC236}">
                  <a16:creationId xmlns:a16="http://schemas.microsoft.com/office/drawing/2014/main" id="{50EFD280-EF78-4D0B-B4C7-881D6732043F}"/>
                </a:ext>
              </a:extLst>
            </p:cNvPr>
            <p:cNvSpPr/>
            <p:nvPr/>
          </p:nvSpPr>
          <p:spPr>
            <a:xfrm>
              <a:off x="1155700" y="1012825"/>
              <a:ext cx="290153" cy="11061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363" y="956"/>
                  </a:moveTo>
                  <a:lnTo>
                    <a:pt x="4497" y="1055"/>
                  </a:lnTo>
                  <a:lnTo>
                    <a:pt x="4898" y="1315"/>
                  </a:lnTo>
                  <a:lnTo>
                    <a:pt x="5728" y="1814"/>
                  </a:lnTo>
                  <a:lnTo>
                    <a:pt x="6745" y="2496"/>
                  </a:lnTo>
                  <a:lnTo>
                    <a:pt x="7628" y="3319"/>
                  </a:lnTo>
                  <a:lnTo>
                    <a:pt x="8645" y="4324"/>
                  </a:lnTo>
                  <a:lnTo>
                    <a:pt x="9529" y="5470"/>
                  </a:lnTo>
                  <a:lnTo>
                    <a:pt x="10412" y="6806"/>
                  </a:lnTo>
                  <a:lnTo>
                    <a:pt x="10894" y="8220"/>
                  </a:lnTo>
                  <a:lnTo>
                    <a:pt x="11001" y="9788"/>
                  </a:lnTo>
                  <a:lnTo>
                    <a:pt x="10760" y="11461"/>
                  </a:lnTo>
                  <a:lnTo>
                    <a:pt x="10010" y="13254"/>
                  </a:lnTo>
                  <a:lnTo>
                    <a:pt x="8645" y="15145"/>
                  </a:lnTo>
                  <a:lnTo>
                    <a:pt x="6504" y="17149"/>
                  </a:lnTo>
                  <a:lnTo>
                    <a:pt x="3533" y="19216"/>
                  </a:lnTo>
                  <a:lnTo>
                    <a:pt x="0" y="21368"/>
                  </a:lnTo>
                  <a:lnTo>
                    <a:pt x="7735" y="21600"/>
                  </a:lnTo>
                  <a:lnTo>
                    <a:pt x="7976" y="21445"/>
                  </a:lnTo>
                  <a:lnTo>
                    <a:pt x="8993" y="21073"/>
                  </a:lnTo>
                  <a:lnTo>
                    <a:pt x="10225" y="20426"/>
                  </a:lnTo>
                  <a:lnTo>
                    <a:pt x="11884" y="19603"/>
                  </a:lnTo>
                  <a:lnTo>
                    <a:pt x="13784" y="18563"/>
                  </a:lnTo>
                  <a:lnTo>
                    <a:pt x="15738" y="17353"/>
                  </a:lnTo>
                  <a:lnTo>
                    <a:pt x="17532" y="16003"/>
                  </a:lnTo>
                  <a:lnTo>
                    <a:pt x="19245" y="14527"/>
                  </a:lnTo>
                  <a:lnTo>
                    <a:pt x="20476" y="12874"/>
                  </a:lnTo>
                  <a:lnTo>
                    <a:pt x="21252" y="11166"/>
                  </a:lnTo>
                  <a:lnTo>
                    <a:pt x="21600" y="9366"/>
                  </a:lnTo>
                  <a:lnTo>
                    <a:pt x="21011" y="7538"/>
                  </a:lnTo>
                  <a:lnTo>
                    <a:pt x="19539" y="5660"/>
                  </a:lnTo>
                  <a:lnTo>
                    <a:pt x="17157" y="3769"/>
                  </a:lnTo>
                  <a:lnTo>
                    <a:pt x="13624" y="1842"/>
                  </a:lnTo>
                  <a:lnTo>
                    <a:pt x="8886" y="0"/>
                  </a:lnTo>
                  <a:lnTo>
                    <a:pt x="4363" y="956"/>
                  </a:lnTo>
                </a:path>
              </a:pathLst>
            </a:custGeom>
            <a:solidFill>
              <a:srgbClr val="3147B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69" name="Shape 78">
              <a:extLst>
                <a:ext uri="{FF2B5EF4-FFF2-40B4-BE49-F238E27FC236}">
                  <a16:creationId xmlns:a16="http://schemas.microsoft.com/office/drawing/2014/main" id="{7D1DBFBC-C0A8-4C98-A536-9A0DC21701DD}"/>
                </a:ext>
              </a:extLst>
            </p:cNvPr>
            <p:cNvSpPr/>
            <p:nvPr/>
          </p:nvSpPr>
          <p:spPr>
            <a:xfrm>
              <a:off x="1000125" y="2092325"/>
              <a:ext cx="440966" cy="933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530"/>
                  </a:moveTo>
                  <a:lnTo>
                    <a:pt x="15527" y="0"/>
                  </a:lnTo>
                  <a:lnTo>
                    <a:pt x="21600" y="9833"/>
                  </a:lnTo>
                  <a:lnTo>
                    <a:pt x="1232" y="21600"/>
                  </a:lnTo>
                  <a:lnTo>
                    <a:pt x="0" y="3530"/>
                  </a:lnTo>
                </a:path>
              </a:pathLst>
            </a:custGeom>
            <a:solidFill>
              <a:srgbClr val="3147B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70" name="Shape 79">
              <a:extLst>
                <a:ext uri="{FF2B5EF4-FFF2-40B4-BE49-F238E27FC236}">
                  <a16:creationId xmlns:a16="http://schemas.microsoft.com/office/drawing/2014/main" id="{8320A0F8-F9D7-4EA0-9499-053BBFB78D20}"/>
                </a:ext>
              </a:extLst>
            </p:cNvPr>
            <p:cNvSpPr/>
            <p:nvPr/>
          </p:nvSpPr>
          <p:spPr>
            <a:xfrm>
              <a:off x="1035050" y="1465262"/>
              <a:ext cx="96481" cy="6965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0093"/>
                  </a:moveTo>
                  <a:lnTo>
                    <a:pt x="21200" y="19926"/>
                  </a:lnTo>
                  <a:lnTo>
                    <a:pt x="21200" y="19524"/>
                  </a:lnTo>
                  <a:lnTo>
                    <a:pt x="20880" y="18932"/>
                  </a:lnTo>
                  <a:lnTo>
                    <a:pt x="20880" y="16030"/>
                  </a:lnTo>
                  <a:lnTo>
                    <a:pt x="20640" y="14757"/>
                  </a:lnTo>
                  <a:lnTo>
                    <a:pt x="20640" y="13451"/>
                  </a:lnTo>
                  <a:lnTo>
                    <a:pt x="20320" y="12045"/>
                  </a:lnTo>
                  <a:lnTo>
                    <a:pt x="19920" y="10638"/>
                  </a:lnTo>
                  <a:lnTo>
                    <a:pt x="19920" y="7780"/>
                  </a:lnTo>
                  <a:lnTo>
                    <a:pt x="19600" y="6396"/>
                  </a:lnTo>
                  <a:lnTo>
                    <a:pt x="19600" y="2902"/>
                  </a:lnTo>
                  <a:lnTo>
                    <a:pt x="19200" y="2601"/>
                  </a:lnTo>
                  <a:lnTo>
                    <a:pt x="18880" y="2288"/>
                  </a:lnTo>
                  <a:lnTo>
                    <a:pt x="17840" y="1965"/>
                  </a:lnTo>
                  <a:lnTo>
                    <a:pt x="17280" y="1574"/>
                  </a:lnTo>
                  <a:lnTo>
                    <a:pt x="16240" y="1206"/>
                  </a:lnTo>
                  <a:lnTo>
                    <a:pt x="14800" y="826"/>
                  </a:lnTo>
                  <a:lnTo>
                    <a:pt x="13920" y="558"/>
                  </a:lnTo>
                  <a:lnTo>
                    <a:pt x="12800" y="313"/>
                  </a:lnTo>
                  <a:lnTo>
                    <a:pt x="11040" y="145"/>
                  </a:lnTo>
                  <a:lnTo>
                    <a:pt x="9760" y="0"/>
                  </a:lnTo>
                  <a:lnTo>
                    <a:pt x="8000" y="0"/>
                  </a:lnTo>
                  <a:lnTo>
                    <a:pt x="7120" y="145"/>
                  </a:lnTo>
                  <a:lnTo>
                    <a:pt x="5280" y="413"/>
                  </a:lnTo>
                  <a:lnTo>
                    <a:pt x="3920" y="826"/>
                  </a:lnTo>
                  <a:lnTo>
                    <a:pt x="2960" y="1451"/>
                  </a:lnTo>
                  <a:lnTo>
                    <a:pt x="2320" y="2233"/>
                  </a:lnTo>
                  <a:lnTo>
                    <a:pt x="1200" y="3170"/>
                  </a:lnTo>
                  <a:lnTo>
                    <a:pt x="880" y="4153"/>
                  </a:lnTo>
                  <a:lnTo>
                    <a:pt x="320" y="5135"/>
                  </a:lnTo>
                  <a:lnTo>
                    <a:pt x="320" y="6273"/>
                  </a:lnTo>
                  <a:lnTo>
                    <a:pt x="0" y="7367"/>
                  </a:lnTo>
                  <a:lnTo>
                    <a:pt x="320" y="8551"/>
                  </a:lnTo>
                  <a:lnTo>
                    <a:pt x="320" y="9756"/>
                  </a:lnTo>
                  <a:lnTo>
                    <a:pt x="880" y="11007"/>
                  </a:lnTo>
                  <a:lnTo>
                    <a:pt x="1600" y="12290"/>
                  </a:lnTo>
                  <a:lnTo>
                    <a:pt x="2320" y="13540"/>
                  </a:lnTo>
                  <a:lnTo>
                    <a:pt x="2960" y="14847"/>
                  </a:lnTo>
                  <a:lnTo>
                    <a:pt x="4240" y="16208"/>
                  </a:lnTo>
                  <a:lnTo>
                    <a:pt x="5280" y="17537"/>
                  </a:lnTo>
                  <a:lnTo>
                    <a:pt x="7120" y="18887"/>
                  </a:lnTo>
                  <a:lnTo>
                    <a:pt x="8320" y="20238"/>
                  </a:lnTo>
                  <a:lnTo>
                    <a:pt x="10480" y="21600"/>
                  </a:lnTo>
                  <a:lnTo>
                    <a:pt x="21600" y="20093"/>
                  </a:lnTo>
                </a:path>
              </a:pathLst>
            </a:custGeom>
            <a:solidFill>
              <a:srgbClr val="3147B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71" name="Shape 80">
              <a:extLst>
                <a:ext uri="{FF2B5EF4-FFF2-40B4-BE49-F238E27FC236}">
                  <a16:creationId xmlns:a16="http://schemas.microsoft.com/office/drawing/2014/main" id="{679F4C97-366C-4CAC-88F1-B700EC28D841}"/>
                </a:ext>
              </a:extLst>
            </p:cNvPr>
            <p:cNvSpPr/>
            <p:nvPr/>
          </p:nvSpPr>
          <p:spPr>
            <a:xfrm>
              <a:off x="827087" y="363537"/>
              <a:ext cx="120289" cy="1853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6842"/>
                  </a:moveTo>
                  <a:lnTo>
                    <a:pt x="1692" y="0"/>
                  </a:lnTo>
                  <a:lnTo>
                    <a:pt x="20299" y="0"/>
                  </a:lnTo>
                  <a:lnTo>
                    <a:pt x="21600" y="16842"/>
                  </a:lnTo>
                  <a:lnTo>
                    <a:pt x="10930" y="20168"/>
                  </a:lnTo>
                  <a:lnTo>
                    <a:pt x="260" y="21600"/>
                  </a:lnTo>
                  <a:lnTo>
                    <a:pt x="0" y="16842"/>
                  </a:lnTo>
                </a:path>
              </a:pathLst>
            </a:custGeom>
            <a:solidFill>
              <a:srgbClr val="D999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72" name="Shape 81">
              <a:extLst>
                <a:ext uri="{FF2B5EF4-FFF2-40B4-BE49-F238E27FC236}">
                  <a16:creationId xmlns:a16="http://schemas.microsoft.com/office/drawing/2014/main" id="{E832CD25-763D-4FB0-880D-03B9D5F828EE}"/>
                </a:ext>
              </a:extLst>
            </p:cNvPr>
            <p:cNvSpPr/>
            <p:nvPr/>
          </p:nvSpPr>
          <p:spPr>
            <a:xfrm>
              <a:off x="800100" y="487362"/>
              <a:ext cx="321903" cy="5838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677"/>
                  </a:moveTo>
                  <a:lnTo>
                    <a:pt x="10305" y="0"/>
                  </a:lnTo>
                  <a:lnTo>
                    <a:pt x="12405" y="6658"/>
                  </a:lnTo>
                  <a:lnTo>
                    <a:pt x="16435" y="11679"/>
                  </a:lnTo>
                  <a:lnTo>
                    <a:pt x="19790" y="10733"/>
                  </a:lnTo>
                  <a:lnTo>
                    <a:pt x="21600" y="21600"/>
                  </a:lnTo>
                  <a:lnTo>
                    <a:pt x="13201" y="19989"/>
                  </a:lnTo>
                  <a:lnTo>
                    <a:pt x="3717" y="12291"/>
                  </a:lnTo>
                  <a:lnTo>
                    <a:pt x="0" y="2677"/>
                  </a:lnTo>
                </a:path>
              </a:pathLst>
            </a:custGeom>
            <a:solidFill>
              <a:srgbClr val="7A85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73" name="Shape 82">
              <a:extLst>
                <a:ext uri="{FF2B5EF4-FFF2-40B4-BE49-F238E27FC236}">
                  <a16:creationId xmlns:a16="http://schemas.microsoft.com/office/drawing/2014/main" id="{291B9D10-3CAA-421F-B0C0-A9ACF3D15715}"/>
                </a:ext>
              </a:extLst>
            </p:cNvPr>
            <p:cNvSpPr/>
            <p:nvPr/>
          </p:nvSpPr>
          <p:spPr>
            <a:xfrm>
              <a:off x="774700" y="406400"/>
              <a:ext cx="737828" cy="7044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3" y="1842"/>
                  </a:moveTo>
                  <a:lnTo>
                    <a:pt x="84" y="2383"/>
                  </a:lnTo>
                  <a:lnTo>
                    <a:pt x="0" y="3254"/>
                  </a:lnTo>
                  <a:lnTo>
                    <a:pt x="0" y="4424"/>
                  </a:lnTo>
                  <a:lnTo>
                    <a:pt x="84" y="5803"/>
                  </a:lnTo>
                  <a:lnTo>
                    <a:pt x="253" y="7336"/>
                  </a:lnTo>
                  <a:lnTo>
                    <a:pt x="527" y="8947"/>
                  </a:lnTo>
                  <a:lnTo>
                    <a:pt x="875" y="10679"/>
                  </a:lnTo>
                  <a:lnTo>
                    <a:pt x="1370" y="12389"/>
                  </a:lnTo>
                  <a:lnTo>
                    <a:pt x="1907" y="14043"/>
                  </a:lnTo>
                  <a:lnTo>
                    <a:pt x="2550" y="15720"/>
                  </a:lnTo>
                  <a:lnTo>
                    <a:pt x="3340" y="17254"/>
                  </a:lnTo>
                  <a:lnTo>
                    <a:pt x="4225" y="18644"/>
                  </a:lnTo>
                  <a:lnTo>
                    <a:pt x="5205" y="19747"/>
                  </a:lnTo>
                  <a:lnTo>
                    <a:pt x="6332" y="20673"/>
                  </a:lnTo>
                  <a:lnTo>
                    <a:pt x="7586" y="21280"/>
                  </a:lnTo>
                  <a:lnTo>
                    <a:pt x="9009" y="21600"/>
                  </a:lnTo>
                  <a:lnTo>
                    <a:pt x="10357" y="21501"/>
                  </a:lnTo>
                  <a:lnTo>
                    <a:pt x="11727" y="21324"/>
                  </a:lnTo>
                  <a:lnTo>
                    <a:pt x="13013" y="20916"/>
                  </a:lnTo>
                  <a:lnTo>
                    <a:pt x="14309" y="20398"/>
                  </a:lnTo>
                  <a:lnTo>
                    <a:pt x="15457" y="19747"/>
                  </a:lnTo>
                  <a:lnTo>
                    <a:pt x="16521" y="19008"/>
                  </a:lnTo>
                  <a:lnTo>
                    <a:pt x="17522" y="18136"/>
                  </a:lnTo>
                  <a:lnTo>
                    <a:pt x="18450" y="17209"/>
                  </a:lnTo>
                  <a:lnTo>
                    <a:pt x="19250" y="16183"/>
                  </a:lnTo>
                  <a:lnTo>
                    <a:pt x="19925" y="15113"/>
                  </a:lnTo>
                  <a:lnTo>
                    <a:pt x="20504" y="13988"/>
                  </a:lnTo>
                  <a:lnTo>
                    <a:pt x="20989" y="12940"/>
                  </a:lnTo>
                  <a:lnTo>
                    <a:pt x="21294" y="11826"/>
                  </a:lnTo>
                  <a:lnTo>
                    <a:pt x="21505" y="10756"/>
                  </a:lnTo>
                  <a:lnTo>
                    <a:pt x="21600" y="9708"/>
                  </a:lnTo>
                  <a:lnTo>
                    <a:pt x="21547" y="8781"/>
                  </a:lnTo>
                  <a:lnTo>
                    <a:pt x="21452" y="8362"/>
                  </a:lnTo>
                  <a:lnTo>
                    <a:pt x="21337" y="8075"/>
                  </a:lnTo>
                  <a:lnTo>
                    <a:pt x="21200" y="7711"/>
                  </a:lnTo>
                  <a:lnTo>
                    <a:pt x="21063" y="7468"/>
                  </a:lnTo>
                  <a:lnTo>
                    <a:pt x="20947" y="7248"/>
                  </a:lnTo>
                  <a:lnTo>
                    <a:pt x="20799" y="7093"/>
                  </a:lnTo>
                  <a:lnTo>
                    <a:pt x="20620" y="6972"/>
                  </a:lnTo>
                  <a:lnTo>
                    <a:pt x="20315" y="6972"/>
                  </a:lnTo>
                  <a:lnTo>
                    <a:pt x="20178" y="7093"/>
                  </a:lnTo>
                  <a:lnTo>
                    <a:pt x="20062" y="7292"/>
                  </a:lnTo>
                  <a:lnTo>
                    <a:pt x="19967" y="7557"/>
                  </a:lnTo>
                  <a:lnTo>
                    <a:pt x="19830" y="7921"/>
                  </a:lnTo>
                  <a:lnTo>
                    <a:pt x="19777" y="8384"/>
                  </a:lnTo>
                  <a:lnTo>
                    <a:pt x="19735" y="8947"/>
                  </a:lnTo>
                  <a:lnTo>
                    <a:pt x="19735" y="9708"/>
                  </a:lnTo>
                  <a:lnTo>
                    <a:pt x="19661" y="10392"/>
                  </a:lnTo>
                  <a:lnTo>
                    <a:pt x="19482" y="11219"/>
                  </a:lnTo>
                  <a:lnTo>
                    <a:pt x="19124" y="12069"/>
                  </a:lnTo>
                  <a:lnTo>
                    <a:pt x="18734" y="12896"/>
                  </a:lnTo>
                  <a:lnTo>
                    <a:pt x="18197" y="13679"/>
                  </a:lnTo>
                  <a:lnTo>
                    <a:pt x="17617" y="14507"/>
                  </a:lnTo>
                  <a:lnTo>
                    <a:pt x="16922" y="15312"/>
                  </a:lnTo>
                  <a:lnTo>
                    <a:pt x="16195" y="16040"/>
                  </a:lnTo>
                  <a:lnTo>
                    <a:pt x="15362" y="16746"/>
                  </a:lnTo>
                  <a:lnTo>
                    <a:pt x="14519" y="17375"/>
                  </a:lnTo>
                  <a:lnTo>
                    <a:pt x="13592" y="17893"/>
                  </a:lnTo>
                  <a:lnTo>
                    <a:pt x="12707" y="18357"/>
                  </a:lnTo>
                  <a:lnTo>
                    <a:pt x="11727" y="18721"/>
                  </a:lnTo>
                  <a:lnTo>
                    <a:pt x="10800" y="18963"/>
                  </a:lnTo>
                  <a:lnTo>
                    <a:pt x="9894" y="19063"/>
                  </a:lnTo>
                  <a:lnTo>
                    <a:pt x="9009" y="19063"/>
                  </a:lnTo>
                  <a:lnTo>
                    <a:pt x="8082" y="18721"/>
                  </a:lnTo>
                  <a:lnTo>
                    <a:pt x="7270" y="18081"/>
                  </a:lnTo>
                  <a:lnTo>
                    <a:pt x="6564" y="17209"/>
                  </a:lnTo>
                  <a:lnTo>
                    <a:pt x="5900" y="16084"/>
                  </a:lnTo>
                  <a:lnTo>
                    <a:pt x="5300" y="14749"/>
                  </a:lnTo>
                  <a:lnTo>
                    <a:pt x="4763" y="13315"/>
                  </a:lnTo>
                  <a:lnTo>
                    <a:pt x="4278" y="11771"/>
                  </a:lnTo>
                  <a:lnTo>
                    <a:pt x="3930" y="10270"/>
                  </a:lnTo>
                  <a:lnTo>
                    <a:pt x="3530" y="8682"/>
                  </a:lnTo>
                  <a:lnTo>
                    <a:pt x="3224" y="7193"/>
                  </a:lnTo>
                  <a:lnTo>
                    <a:pt x="2950" y="5759"/>
                  </a:lnTo>
                  <a:lnTo>
                    <a:pt x="2813" y="4578"/>
                  </a:lnTo>
                  <a:lnTo>
                    <a:pt x="2645" y="3508"/>
                  </a:lnTo>
                  <a:lnTo>
                    <a:pt x="2550" y="2725"/>
                  </a:lnTo>
                  <a:lnTo>
                    <a:pt x="2508" y="2162"/>
                  </a:lnTo>
                  <a:lnTo>
                    <a:pt x="2508" y="2019"/>
                  </a:lnTo>
                  <a:lnTo>
                    <a:pt x="2466" y="1920"/>
                  </a:lnTo>
                  <a:lnTo>
                    <a:pt x="2466" y="1798"/>
                  </a:lnTo>
                  <a:lnTo>
                    <a:pt x="2413" y="1600"/>
                  </a:lnTo>
                  <a:lnTo>
                    <a:pt x="2371" y="1379"/>
                  </a:lnTo>
                  <a:lnTo>
                    <a:pt x="2297" y="1092"/>
                  </a:lnTo>
                  <a:lnTo>
                    <a:pt x="2202" y="827"/>
                  </a:lnTo>
                  <a:lnTo>
                    <a:pt x="2107" y="585"/>
                  </a:lnTo>
                  <a:lnTo>
                    <a:pt x="2023" y="408"/>
                  </a:lnTo>
                  <a:lnTo>
                    <a:pt x="1854" y="165"/>
                  </a:lnTo>
                  <a:lnTo>
                    <a:pt x="1717" y="66"/>
                  </a:lnTo>
                  <a:lnTo>
                    <a:pt x="1528" y="0"/>
                  </a:lnTo>
                  <a:lnTo>
                    <a:pt x="1317" y="121"/>
                  </a:lnTo>
                  <a:lnTo>
                    <a:pt x="1043" y="309"/>
                  </a:lnTo>
                  <a:lnTo>
                    <a:pt x="832" y="673"/>
                  </a:lnTo>
                  <a:lnTo>
                    <a:pt x="527" y="1136"/>
                  </a:lnTo>
                  <a:lnTo>
                    <a:pt x="253" y="1842"/>
                  </a:lnTo>
                </a:path>
              </a:pathLst>
            </a:custGeom>
            <a:solidFill>
              <a:srgbClr val="3147B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74" name="Shape 83">
              <a:extLst>
                <a:ext uri="{FF2B5EF4-FFF2-40B4-BE49-F238E27FC236}">
                  <a16:creationId xmlns:a16="http://schemas.microsoft.com/office/drawing/2014/main" id="{E8295ED4-638B-4A2F-9744-AA05B6CC0CFC}"/>
                </a:ext>
              </a:extLst>
            </p:cNvPr>
            <p:cNvSpPr/>
            <p:nvPr/>
          </p:nvSpPr>
          <p:spPr>
            <a:xfrm>
              <a:off x="800100" y="334962"/>
              <a:ext cx="447316" cy="5044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99" y="2573"/>
                  </a:moveTo>
                  <a:lnTo>
                    <a:pt x="799" y="2496"/>
                  </a:lnTo>
                  <a:lnTo>
                    <a:pt x="955" y="2496"/>
                  </a:lnTo>
                  <a:lnTo>
                    <a:pt x="1181" y="2403"/>
                  </a:lnTo>
                  <a:lnTo>
                    <a:pt x="1528" y="2326"/>
                  </a:lnTo>
                  <a:lnTo>
                    <a:pt x="1910" y="2203"/>
                  </a:lnTo>
                  <a:lnTo>
                    <a:pt x="2327" y="2126"/>
                  </a:lnTo>
                  <a:lnTo>
                    <a:pt x="2743" y="1987"/>
                  </a:lnTo>
                  <a:lnTo>
                    <a:pt x="3282" y="1926"/>
                  </a:lnTo>
                  <a:lnTo>
                    <a:pt x="3698" y="1864"/>
                  </a:lnTo>
                  <a:lnTo>
                    <a:pt x="4653" y="1864"/>
                  </a:lnTo>
                  <a:lnTo>
                    <a:pt x="5087" y="1926"/>
                  </a:lnTo>
                  <a:lnTo>
                    <a:pt x="5383" y="2064"/>
                  </a:lnTo>
                  <a:lnTo>
                    <a:pt x="5660" y="2326"/>
                  </a:lnTo>
                  <a:lnTo>
                    <a:pt x="5886" y="2496"/>
                  </a:lnTo>
                  <a:lnTo>
                    <a:pt x="6042" y="2912"/>
                  </a:lnTo>
                  <a:lnTo>
                    <a:pt x="6042" y="3282"/>
                  </a:lnTo>
                  <a:lnTo>
                    <a:pt x="6112" y="3759"/>
                  </a:lnTo>
                  <a:lnTo>
                    <a:pt x="6181" y="4268"/>
                  </a:lnTo>
                  <a:lnTo>
                    <a:pt x="6268" y="4776"/>
                  </a:lnTo>
                  <a:lnTo>
                    <a:pt x="6268" y="9783"/>
                  </a:lnTo>
                  <a:lnTo>
                    <a:pt x="6181" y="9983"/>
                  </a:lnTo>
                  <a:lnTo>
                    <a:pt x="6181" y="10492"/>
                  </a:lnTo>
                  <a:lnTo>
                    <a:pt x="6303" y="11077"/>
                  </a:lnTo>
                  <a:lnTo>
                    <a:pt x="6529" y="11724"/>
                  </a:lnTo>
                  <a:lnTo>
                    <a:pt x="6911" y="12633"/>
                  </a:lnTo>
                  <a:lnTo>
                    <a:pt x="7258" y="13512"/>
                  </a:lnTo>
                  <a:lnTo>
                    <a:pt x="7727" y="14575"/>
                  </a:lnTo>
                  <a:lnTo>
                    <a:pt x="8213" y="15715"/>
                  </a:lnTo>
                  <a:lnTo>
                    <a:pt x="8768" y="16809"/>
                  </a:lnTo>
                  <a:lnTo>
                    <a:pt x="9341" y="17795"/>
                  </a:lnTo>
                  <a:lnTo>
                    <a:pt x="9914" y="18811"/>
                  </a:lnTo>
                  <a:lnTo>
                    <a:pt x="10540" y="19720"/>
                  </a:lnTo>
                  <a:lnTo>
                    <a:pt x="11113" y="20506"/>
                  </a:lnTo>
                  <a:lnTo>
                    <a:pt x="11529" y="21076"/>
                  </a:lnTo>
                  <a:lnTo>
                    <a:pt x="12137" y="21461"/>
                  </a:lnTo>
                  <a:lnTo>
                    <a:pt x="12554" y="21600"/>
                  </a:lnTo>
                  <a:lnTo>
                    <a:pt x="12988" y="21523"/>
                  </a:lnTo>
                  <a:lnTo>
                    <a:pt x="13144" y="21323"/>
                  </a:lnTo>
                  <a:lnTo>
                    <a:pt x="13370" y="21215"/>
                  </a:lnTo>
                  <a:lnTo>
                    <a:pt x="13630" y="21076"/>
                  </a:lnTo>
                  <a:lnTo>
                    <a:pt x="14012" y="20876"/>
                  </a:lnTo>
                  <a:lnTo>
                    <a:pt x="14359" y="20676"/>
                  </a:lnTo>
                  <a:lnTo>
                    <a:pt x="14741" y="20568"/>
                  </a:lnTo>
                  <a:lnTo>
                    <a:pt x="15089" y="20445"/>
                  </a:lnTo>
                  <a:lnTo>
                    <a:pt x="15627" y="20306"/>
                  </a:lnTo>
                  <a:lnTo>
                    <a:pt x="15974" y="20029"/>
                  </a:lnTo>
                  <a:lnTo>
                    <a:pt x="16356" y="19936"/>
                  </a:lnTo>
                  <a:lnTo>
                    <a:pt x="16686" y="19720"/>
                  </a:lnTo>
                  <a:lnTo>
                    <a:pt x="17155" y="19597"/>
                  </a:lnTo>
                  <a:lnTo>
                    <a:pt x="17502" y="19381"/>
                  </a:lnTo>
                  <a:lnTo>
                    <a:pt x="17884" y="19212"/>
                  </a:lnTo>
                  <a:lnTo>
                    <a:pt x="18232" y="19012"/>
                  </a:lnTo>
                  <a:lnTo>
                    <a:pt x="18527" y="18873"/>
                  </a:lnTo>
                  <a:lnTo>
                    <a:pt x="18683" y="18704"/>
                  </a:lnTo>
                  <a:lnTo>
                    <a:pt x="19186" y="18365"/>
                  </a:lnTo>
                  <a:lnTo>
                    <a:pt x="19447" y="18164"/>
                  </a:lnTo>
                  <a:lnTo>
                    <a:pt x="19829" y="17933"/>
                  </a:lnTo>
                  <a:lnTo>
                    <a:pt x="20141" y="17656"/>
                  </a:lnTo>
                  <a:lnTo>
                    <a:pt x="20558" y="17425"/>
                  </a:lnTo>
                  <a:lnTo>
                    <a:pt x="20784" y="17148"/>
                  </a:lnTo>
                  <a:lnTo>
                    <a:pt x="21062" y="16809"/>
                  </a:lnTo>
                  <a:lnTo>
                    <a:pt x="21287" y="16577"/>
                  </a:lnTo>
                  <a:lnTo>
                    <a:pt x="21513" y="16300"/>
                  </a:lnTo>
                  <a:lnTo>
                    <a:pt x="21600" y="16054"/>
                  </a:lnTo>
                  <a:lnTo>
                    <a:pt x="21600" y="15792"/>
                  </a:lnTo>
                  <a:lnTo>
                    <a:pt x="21444" y="15591"/>
                  </a:lnTo>
                  <a:lnTo>
                    <a:pt x="21201" y="15453"/>
                  </a:lnTo>
                  <a:lnTo>
                    <a:pt x="20784" y="15206"/>
                  </a:lnTo>
                  <a:lnTo>
                    <a:pt x="20402" y="15145"/>
                  </a:lnTo>
                  <a:lnTo>
                    <a:pt x="20055" y="15145"/>
                  </a:lnTo>
                  <a:lnTo>
                    <a:pt x="19829" y="15283"/>
                  </a:lnTo>
                  <a:lnTo>
                    <a:pt x="19325" y="15514"/>
                  </a:lnTo>
                  <a:lnTo>
                    <a:pt x="19100" y="15792"/>
                  </a:lnTo>
                  <a:lnTo>
                    <a:pt x="18874" y="15853"/>
                  </a:lnTo>
                  <a:lnTo>
                    <a:pt x="18683" y="15992"/>
                  </a:lnTo>
                  <a:lnTo>
                    <a:pt x="18301" y="16054"/>
                  </a:lnTo>
                  <a:lnTo>
                    <a:pt x="17988" y="16239"/>
                  </a:lnTo>
                  <a:lnTo>
                    <a:pt x="17572" y="16300"/>
                  </a:lnTo>
                  <a:lnTo>
                    <a:pt x="17155" y="16439"/>
                  </a:lnTo>
                  <a:lnTo>
                    <a:pt x="16686" y="16500"/>
                  </a:lnTo>
                  <a:lnTo>
                    <a:pt x="16356" y="16639"/>
                  </a:lnTo>
                  <a:lnTo>
                    <a:pt x="15818" y="16747"/>
                  </a:lnTo>
                  <a:lnTo>
                    <a:pt x="15401" y="16870"/>
                  </a:lnTo>
                  <a:lnTo>
                    <a:pt x="14967" y="17009"/>
                  </a:lnTo>
                  <a:lnTo>
                    <a:pt x="14516" y="17148"/>
                  </a:lnTo>
                  <a:lnTo>
                    <a:pt x="14168" y="17286"/>
                  </a:lnTo>
                  <a:lnTo>
                    <a:pt x="13786" y="17425"/>
                  </a:lnTo>
                  <a:lnTo>
                    <a:pt x="13439" y="17594"/>
                  </a:lnTo>
                  <a:lnTo>
                    <a:pt x="13214" y="17795"/>
                  </a:lnTo>
                  <a:lnTo>
                    <a:pt x="12710" y="17933"/>
                  </a:lnTo>
                  <a:lnTo>
                    <a:pt x="12259" y="17995"/>
                  </a:lnTo>
                  <a:lnTo>
                    <a:pt x="11842" y="17795"/>
                  </a:lnTo>
                  <a:lnTo>
                    <a:pt x="11529" y="17425"/>
                  </a:lnTo>
                  <a:lnTo>
                    <a:pt x="11338" y="17148"/>
                  </a:lnTo>
                  <a:lnTo>
                    <a:pt x="11113" y="16870"/>
                  </a:lnTo>
                  <a:lnTo>
                    <a:pt x="10887" y="16577"/>
                  </a:lnTo>
                  <a:lnTo>
                    <a:pt x="10731" y="16300"/>
                  </a:lnTo>
                  <a:lnTo>
                    <a:pt x="10540" y="15853"/>
                  </a:lnTo>
                  <a:lnTo>
                    <a:pt x="10383" y="15453"/>
                  </a:lnTo>
                  <a:lnTo>
                    <a:pt x="10227" y="14944"/>
                  </a:lnTo>
                  <a:lnTo>
                    <a:pt x="10071" y="14575"/>
                  </a:lnTo>
                  <a:lnTo>
                    <a:pt x="9880" y="13928"/>
                  </a:lnTo>
                  <a:lnTo>
                    <a:pt x="9654" y="13142"/>
                  </a:lnTo>
                  <a:lnTo>
                    <a:pt x="9498" y="12233"/>
                  </a:lnTo>
                  <a:lnTo>
                    <a:pt x="9341" y="11278"/>
                  </a:lnTo>
                  <a:lnTo>
                    <a:pt x="9203" y="10122"/>
                  </a:lnTo>
                  <a:lnTo>
                    <a:pt x="9081" y="9013"/>
                  </a:lnTo>
                  <a:lnTo>
                    <a:pt x="9012" y="7857"/>
                  </a:lnTo>
                  <a:lnTo>
                    <a:pt x="8855" y="6717"/>
                  </a:lnTo>
                  <a:lnTo>
                    <a:pt x="8630" y="5485"/>
                  </a:lnTo>
                  <a:lnTo>
                    <a:pt x="8491" y="4406"/>
                  </a:lnTo>
                  <a:lnTo>
                    <a:pt x="8369" y="3282"/>
                  </a:lnTo>
                  <a:lnTo>
                    <a:pt x="8143" y="2465"/>
                  </a:lnTo>
                  <a:lnTo>
                    <a:pt x="7918" y="1618"/>
                  </a:lnTo>
                  <a:lnTo>
                    <a:pt x="7727" y="971"/>
                  </a:lnTo>
                  <a:lnTo>
                    <a:pt x="7345" y="570"/>
                  </a:lnTo>
                  <a:lnTo>
                    <a:pt x="7032" y="401"/>
                  </a:lnTo>
                  <a:lnTo>
                    <a:pt x="6615" y="262"/>
                  </a:lnTo>
                  <a:lnTo>
                    <a:pt x="6268" y="200"/>
                  </a:lnTo>
                  <a:lnTo>
                    <a:pt x="5799" y="62"/>
                  </a:lnTo>
                  <a:lnTo>
                    <a:pt x="5383" y="62"/>
                  </a:lnTo>
                  <a:lnTo>
                    <a:pt x="4844" y="0"/>
                  </a:lnTo>
                  <a:lnTo>
                    <a:pt x="2483" y="0"/>
                  </a:lnTo>
                  <a:lnTo>
                    <a:pt x="2014" y="62"/>
                  </a:lnTo>
                  <a:lnTo>
                    <a:pt x="1754" y="200"/>
                  </a:lnTo>
                  <a:lnTo>
                    <a:pt x="1372" y="262"/>
                  </a:lnTo>
                  <a:lnTo>
                    <a:pt x="1094" y="401"/>
                  </a:lnTo>
                  <a:lnTo>
                    <a:pt x="868" y="539"/>
                  </a:lnTo>
                  <a:lnTo>
                    <a:pt x="799" y="632"/>
                  </a:lnTo>
                  <a:lnTo>
                    <a:pt x="451" y="909"/>
                  </a:lnTo>
                  <a:lnTo>
                    <a:pt x="226" y="1279"/>
                  </a:lnTo>
                  <a:lnTo>
                    <a:pt x="69" y="1695"/>
                  </a:lnTo>
                  <a:lnTo>
                    <a:pt x="0" y="2064"/>
                  </a:lnTo>
                  <a:lnTo>
                    <a:pt x="0" y="2326"/>
                  </a:lnTo>
                  <a:lnTo>
                    <a:pt x="139" y="2496"/>
                  </a:lnTo>
                  <a:lnTo>
                    <a:pt x="382" y="2635"/>
                  </a:lnTo>
                  <a:lnTo>
                    <a:pt x="799" y="2573"/>
                  </a:lnTo>
                </a:path>
              </a:pathLst>
            </a:custGeom>
            <a:solidFill>
              <a:srgbClr val="3147B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75" name="Shape 84">
              <a:extLst>
                <a:ext uri="{FF2B5EF4-FFF2-40B4-BE49-F238E27FC236}">
                  <a16:creationId xmlns:a16="http://schemas.microsoft.com/office/drawing/2014/main" id="{B9CD000F-4BF8-4E45-B9F8-2FEFEA9EE653}"/>
                </a:ext>
              </a:extLst>
            </p:cNvPr>
            <p:cNvSpPr/>
            <p:nvPr/>
          </p:nvSpPr>
          <p:spPr>
            <a:xfrm>
              <a:off x="727075" y="514350"/>
              <a:ext cx="185379" cy="88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639" y="0"/>
                  </a:moveTo>
                  <a:lnTo>
                    <a:pt x="18717" y="0"/>
                  </a:lnTo>
                  <a:lnTo>
                    <a:pt x="17715" y="351"/>
                  </a:lnTo>
                  <a:lnTo>
                    <a:pt x="16127" y="351"/>
                  </a:lnTo>
                  <a:lnTo>
                    <a:pt x="14748" y="1141"/>
                  </a:lnTo>
                  <a:lnTo>
                    <a:pt x="12993" y="1493"/>
                  </a:lnTo>
                  <a:lnTo>
                    <a:pt x="11239" y="2283"/>
                  </a:lnTo>
                  <a:lnTo>
                    <a:pt x="9317" y="3073"/>
                  </a:lnTo>
                  <a:lnTo>
                    <a:pt x="7562" y="3776"/>
                  </a:lnTo>
                  <a:lnTo>
                    <a:pt x="5807" y="4390"/>
                  </a:lnTo>
                  <a:lnTo>
                    <a:pt x="4303" y="5532"/>
                  </a:lnTo>
                  <a:lnTo>
                    <a:pt x="2925" y="6322"/>
                  </a:lnTo>
                  <a:lnTo>
                    <a:pt x="2089" y="7112"/>
                  </a:lnTo>
                  <a:lnTo>
                    <a:pt x="1170" y="8078"/>
                  </a:lnTo>
                  <a:lnTo>
                    <a:pt x="794" y="9220"/>
                  </a:lnTo>
                  <a:lnTo>
                    <a:pt x="334" y="11063"/>
                  </a:lnTo>
                  <a:lnTo>
                    <a:pt x="167" y="12820"/>
                  </a:lnTo>
                  <a:lnTo>
                    <a:pt x="0" y="14663"/>
                  </a:lnTo>
                  <a:lnTo>
                    <a:pt x="167" y="16859"/>
                  </a:lnTo>
                  <a:lnTo>
                    <a:pt x="167" y="18527"/>
                  </a:lnTo>
                  <a:lnTo>
                    <a:pt x="543" y="20107"/>
                  </a:lnTo>
                  <a:lnTo>
                    <a:pt x="794" y="20898"/>
                  </a:lnTo>
                  <a:lnTo>
                    <a:pt x="1713" y="21600"/>
                  </a:lnTo>
                  <a:lnTo>
                    <a:pt x="2089" y="21249"/>
                  </a:lnTo>
                  <a:lnTo>
                    <a:pt x="2757" y="20898"/>
                  </a:lnTo>
                  <a:lnTo>
                    <a:pt x="3844" y="20459"/>
                  </a:lnTo>
                  <a:lnTo>
                    <a:pt x="5222" y="19756"/>
                  </a:lnTo>
                  <a:lnTo>
                    <a:pt x="6810" y="18527"/>
                  </a:lnTo>
                  <a:lnTo>
                    <a:pt x="8398" y="18000"/>
                  </a:lnTo>
                  <a:lnTo>
                    <a:pt x="9944" y="17210"/>
                  </a:lnTo>
                  <a:lnTo>
                    <a:pt x="11907" y="16068"/>
                  </a:lnTo>
                  <a:lnTo>
                    <a:pt x="13453" y="14927"/>
                  </a:lnTo>
                  <a:lnTo>
                    <a:pt x="15041" y="14312"/>
                  </a:lnTo>
                  <a:lnTo>
                    <a:pt x="16586" y="12820"/>
                  </a:lnTo>
                  <a:lnTo>
                    <a:pt x="18258" y="12029"/>
                  </a:lnTo>
                  <a:lnTo>
                    <a:pt x="19260" y="11063"/>
                  </a:lnTo>
                  <a:lnTo>
                    <a:pt x="20305" y="10361"/>
                  </a:lnTo>
                  <a:lnTo>
                    <a:pt x="20848" y="9571"/>
                  </a:lnTo>
                  <a:lnTo>
                    <a:pt x="21391" y="9220"/>
                  </a:lnTo>
                  <a:lnTo>
                    <a:pt x="21391" y="7639"/>
                  </a:lnTo>
                  <a:lnTo>
                    <a:pt x="21600" y="6322"/>
                  </a:lnTo>
                  <a:lnTo>
                    <a:pt x="21391" y="4390"/>
                  </a:lnTo>
                  <a:lnTo>
                    <a:pt x="21391" y="3424"/>
                  </a:lnTo>
                  <a:lnTo>
                    <a:pt x="20848" y="702"/>
                  </a:lnTo>
                  <a:lnTo>
                    <a:pt x="20639" y="0"/>
                  </a:lnTo>
                </a:path>
              </a:pathLst>
            </a:custGeom>
            <a:solidFill>
              <a:srgbClr val="3147B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76" name="Shape 85">
              <a:extLst>
                <a:ext uri="{FF2B5EF4-FFF2-40B4-BE49-F238E27FC236}">
                  <a16:creationId xmlns:a16="http://schemas.microsoft.com/office/drawing/2014/main" id="{986D3F66-89DC-4A83-BDE2-86E6A47EE51D}"/>
                </a:ext>
              </a:extLst>
            </p:cNvPr>
            <p:cNvSpPr/>
            <p:nvPr/>
          </p:nvSpPr>
          <p:spPr>
            <a:xfrm>
              <a:off x="965200" y="96837"/>
              <a:ext cx="328253" cy="4441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00" y="17542"/>
                  </a:moveTo>
                  <a:lnTo>
                    <a:pt x="19400" y="17385"/>
                  </a:lnTo>
                  <a:lnTo>
                    <a:pt x="19494" y="17280"/>
                  </a:lnTo>
                  <a:lnTo>
                    <a:pt x="19613" y="17053"/>
                  </a:lnTo>
                  <a:lnTo>
                    <a:pt x="19755" y="16738"/>
                  </a:lnTo>
                  <a:lnTo>
                    <a:pt x="19873" y="16318"/>
                  </a:lnTo>
                  <a:lnTo>
                    <a:pt x="20181" y="15846"/>
                  </a:lnTo>
                  <a:lnTo>
                    <a:pt x="20393" y="15339"/>
                  </a:lnTo>
                  <a:lnTo>
                    <a:pt x="20606" y="14849"/>
                  </a:lnTo>
                  <a:lnTo>
                    <a:pt x="20701" y="14254"/>
                  </a:lnTo>
                  <a:lnTo>
                    <a:pt x="20961" y="13642"/>
                  </a:lnTo>
                  <a:lnTo>
                    <a:pt x="21056" y="13065"/>
                  </a:lnTo>
                  <a:lnTo>
                    <a:pt x="21387" y="12488"/>
                  </a:lnTo>
                  <a:lnTo>
                    <a:pt x="21387" y="11823"/>
                  </a:lnTo>
                  <a:lnTo>
                    <a:pt x="21600" y="11316"/>
                  </a:lnTo>
                  <a:lnTo>
                    <a:pt x="21600" y="10354"/>
                  </a:lnTo>
                  <a:lnTo>
                    <a:pt x="21482" y="9847"/>
                  </a:lnTo>
                  <a:lnTo>
                    <a:pt x="21387" y="9235"/>
                  </a:lnTo>
                  <a:lnTo>
                    <a:pt x="21387" y="8727"/>
                  </a:lnTo>
                  <a:lnTo>
                    <a:pt x="21269" y="8150"/>
                  </a:lnTo>
                  <a:lnTo>
                    <a:pt x="21056" y="7573"/>
                  </a:lnTo>
                  <a:lnTo>
                    <a:pt x="20961" y="7031"/>
                  </a:lnTo>
                  <a:lnTo>
                    <a:pt x="20748" y="6524"/>
                  </a:lnTo>
                  <a:lnTo>
                    <a:pt x="20701" y="6017"/>
                  </a:lnTo>
                  <a:lnTo>
                    <a:pt x="20488" y="5474"/>
                  </a:lnTo>
                  <a:lnTo>
                    <a:pt x="20275" y="5055"/>
                  </a:lnTo>
                  <a:lnTo>
                    <a:pt x="20181" y="4635"/>
                  </a:lnTo>
                  <a:lnTo>
                    <a:pt x="20086" y="4407"/>
                  </a:lnTo>
                  <a:lnTo>
                    <a:pt x="19873" y="4005"/>
                  </a:lnTo>
                  <a:lnTo>
                    <a:pt x="19873" y="3743"/>
                  </a:lnTo>
                  <a:lnTo>
                    <a:pt x="13556" y="0"/>
                  </a:lnTo>
                  <a:lnTo>
                    <a:pt x="9392" y="0"/>
                  </a:lnTo>
                  <a:lnTo>
                    <a:pt x="4353" y="3236"/>
                  </a:lnTo>
                  <a:lnTo>
                    <a:pt x="1727" y="9934"/>
                  </a:lnTo>
                  <a:lnTo>
                    <a:pt x="8186" y="12645"/>
                  </a:lnTo>
                  <a:lnTo>
                    <a:pt x="8186" y="15426"/>
                  </a:lnTo>
                  <a:lnTo>
                    <a:pt x="2934" y="16231"/>
                  </a:lnTo>
                  <a:lnTo>
                    <a:pt x="0" y="17542"/>
                  </a:lnTo>
                  <a:lnTo>
                    <a:pt x="615" y="20253"/>
                  </a:lnTo>
                  <a:lnTo>
                    <a:pt x="7618" y="21600"/>
                  </a:lnTo>
                  <a:lnTo>
                    <a:pt x="13722" y="21303"/>
                  </a:lnTo>
                  <a:lnTo>
                    <a:pt x="19400" y="17542"/>
                  </a:lnTo>
                </a:path>
              </a:pathLst>
            </a:custGeom>
            <a:solidFill>
              <a:srgbClr val="D999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77" name="Shape 86">
              <a:extLst>
                <a:ext uri="{FF2B5EF4-FFF2-40B4-BE49-F238E27FC236}">
                  <a16:creationId xmlns:a16="http://schemas.microsoft.com/office/drawing/2014/main" id="{CC901783-14A8-4AA8-BDF2-3FF7624C1C27}"/>
                </a:ext>
              </a:extLst>
            </p:cNvPr>
            <p:cNvSpPr/>
            <p:nvPr/>
          </p:nvSpPr>
          <p:spPr>
            <a:xfrm>
              <a:off x="950912" y="76199"/>
              <a:ext cx="352066" cy="4949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048" y="14892"/>
                  </a:moveTo>
                  <a:lnTo>
                    <a:pt x="3490" y="14829"/>
                  </a:lnTo>
                  <a:lnTo>
                    <a:pt x="5102" y="14829"/>
                  </a:lnTo>
                  <a:lnTo>
                    <a:pt x="5544" y="14767"/>
                  </a:lnTo>
                  <a:lnTo>
                    <a:pt x="6847" y="14767"/>
                  </a:lnTo>
                  <a:lnTo>
                    <a:pt x="7399" y="14547"/>
                  </a:lnTo>
                  <a:lnTo>
                    <a:pt x="7885" y="14232"/>
                  </a:lnTo>
                  <a:lnTo>
                    <a:pt x="7973" y="14028"/>
                  </a:lnTo>
                  <a:lnTo>
                    <a:pt x="7973" y="13447"/>
                  </a:lnTo>
                  <a:lnTo>
                    <a:pt x="7885" y="13164"/>
                  </a:lnTo>
                  <a:lnTo>
                    <a:pt x="7487" y="12709"/>
                  </a:lnTo>
                  <a:lnTo>
                    <a:pt x="7156" y="12473"/>
                  </a:lnTo>
                  <a:lnTo>
                    <a:pt x="6758" y="12049"/>
                  </a:lnTo>
                  <a:lnTo>
                    <a:pt x="6272" y="11845"/>
                  </a:lnTo>
                  <a:lnTo>
                    <a:pt x="5742" y="11672"/>
                  </a:lnTo>
                  <a:lnTo>
                    <a:pt x="5190" y="11468"/>
                  </a:lnTo>
                  <a:lnTo>
                    <a:pt x="4616" y="11263"/>
                  </a:lnTo>
                  <a:lnTo>
                    <a:pt x="4174" y="11185"/>
                  </a:lnTo>
                  <a:lnTo>
                    <a:pt x="3578" y="11091"/>
                  </a:lnTo>
                  <a:lnTo>
                    <a:pt x="3048" y="10949"/>
                  </a:lnTo>
                  <a:lnTo>
                    <a:pt x="2562" y="10745"/>
                  </a:lnTo>
                  <a:lnTo>
                    <a:pt x="2209" y="10666"/>
                  </a:lnTo>
                  <a:lnTo>
                    <a:pt x="1634" y="10352"/>
                  </a:lnTo>
                  <a:lnTo>
                    <a:pt x="1502" y="10148"/>
                  </a:lnTo>
                  <a:lnTo>
                    <a:pt x="1502" y="9834"/>
                  </a:lnTo>
                  <a:lnTo>
                    <a:pt x="1634" y="9425"/>
                  </a:lnTo>
                  <a:lnTo>
                    <a:pt x="1723" y="8829"/>
                  </a:lnTo>
                  <a:lnTo>
                    <a:pt x="2120" y="8247"/>
                  </a:lnTo>
                  <a:lnTo>
                    <a:pt x="2407" y="7509"/>
                  </a:lnTo>
                  <a:lnTo>
                    <a:pt x="2761" y="6723"/>
                  </a:lnTo>
                  <a:lnTo>
                    <a:pt x="3247" y="5844"/>
                  </a:lnTo>
                  <a:lnTo>
                    <a:pt x="3777" y="5090"/>
                  </a:lnTo>
                  <a:lnTo>
                    <a:pt x="4263" y="4226"/>
                  </a:lnTo>
                  <a:lnTo>
                    <a:pt x="4815" y="3425"/>
                  </a:lnTo>
                  <a:lnTo>
                    <a:pt x="5433" y="2623"/>
                  </a:lnTo>
                  <a:lnTo>
                    <a:pt x="6118" y="1901"/>
                  </a:lnTo>
                  <a:lnTo>
                    <a:pt x="6758" y="1304"/>
                  </a:lnTo>
                  <a:lnTo>
                    <a:pt x="7399" y="785"/>
                  </a:lnTo>
                  <a:lnTo>
                    <a:pt x="8128" y="471"/>
                  </a:lnTo>
                  <a:lnTo>
                    <a:pt x="8901" y="346"/>
                  </a:lnTo>
                  <a:lnTo>
                    <a:pt x="9652" y="126"/>
                  </a:lnTo>
                  <a:lnTo>
                    <a:pt x="10380" y="63"/>
                  </a:lnTo>
                  <a:lnTo>
                    <a:pt x="11198" y="0"/>
                  </a:lnTo>
                  <a:lnTo>
                    <a:pt x="13163" y="0"/>
                  </a:lnTo>
                  <a:lnTo>
                    <a:pt x="14179" y="63"/>
                  </a:lnTo>
                  <a:lnTo>
                    <a:pt x="15107" y="204"/>
                  </a:lnTo>
                  <a:lnTo>
                    <a:pt x="16233" y="471"/>
                  </a:lnTo>
                  <a:lnTo>
                    <a:pt x="17072" y="723"/>
                  </a:lnTo>
                  <a:lnTo>
                    <a:pt x="18000" y="1210"/>
                  </a:lnTo>
                  <a:lnTo>
                    <a:pt x="18817" y="1649"/>
                  </a:lnTo>
                  <a:lnTo>
                    <a:pt x="19656" y="2309"/>
                  </a:lnTo>
                  <a:lnTo>
                    <a:pt x="20253" y="3110"/>
                  </a:lnTo>
                  <a:lnTo>
                    <a:pt x="20871" y="4006"/>
                  </a:lnTo>
                  <a:lnTo>
                    <a:pt x="21313" y="5090"/>
                  </a:lnTo>
                  <a:lnTo>
                    <a:pt x="21600" y="6331"/>
                  </a:lnTo>
                  <a:lnTo>
                    <a:pt x="21600" y="6409"/>
                  </a:lnTo>
                  <a:lnTo>
                    <a:pt x="21423" y="6504"/>
                  </a:lnTo>
                  <a:lnTo>
                    <a:pt x="21225" y="6723"/>
                  </a:lnTo>
                  <a:lnTo>
                    <a:pt x="21070" y="6928"/>
                  </a:lnTo>
                  <a:lnTo>
                    <a:pt x="20672" y="6991"/>
                  </a:lnTo>
                  <a:lnTo>
                    <a:pt x="20297" y="6991"/>
                  </a:lnTo>
                  <a:lnTo>
                    <a:pt x="20054" y="6786"/>
                  </a:lnTo>
                  <a:lnTo>
                    <a:pt x="19855" y="6723"/>
                  </a:lnTo>
                  <a:lnTo>
                    <a:pt x="19568" y="6472"/>
                  </a:lnTo>
                  <a:lnTo>
                    <a:pt x="19325" y="6205"/>
                  </a:lnTo>
                  <a:lnTo>
                    <a:pt x="18928" y="5812"/>
                  </a:lnTo>
                  <a:lnTo>
                    <a:pt x="18530" y="5404"/>
                  </a:lnTo>
                  <a:lnTo>
                    <a:pt x="18088" y="4948"/>
                  </a:lnTo>
                  <a:lnTo>
                    <a:pt x="17514" y="4540"/>
                  </a:lnTo>
                  <a:lnTo>
                    <a:pt x="16962" y="4084"/>
                  </a:lnTo>
                  <a:lnTo>
                    <a:pt x="15747" y="3220"/>
                  </a:lnTo>
                  <a:lnTo>
                    <a:pt x="15217" y="2906"/>
                  </a:lnTo>
                  <a:lnTo>
                    <a:pt x="14577" y="2529"/>
                  </a:lnTo>
                  <a:lnTo>
                    <a:pt x="13804" y="2246"/>
                  </a:lnTo>
                  <a:lnTo>
                    <a:pt x="13163" y="1964"/>
                  </a:lnTo>
                  <a:lnTo>
                    <a:pt x="12523" y="1901"/>
                  </a:lnTo>
                  <a:lnTo>
                    <a:pt x="11794" y="1791"/>
                  </a:lnTo>
                  <a:lnTo>
                    <a:pt x="10999" y="1869"/>
                  </a:lnTo>
                  <a:lnTo>
                    <a:pt x="10380" y="1901"/>
                  </a:lnTo>
                  <a:lnTo>
                    <a:pt x="9828" y="2246"/>
                  </a:lnTo>
                  <a:lnTo>
                    <a:pt x="9055" y="2529"/>
                  </a:lnTo>
                  <a:lnTo>
                    <a:pt x="8326" y="2969"/>
                  </a:lnTo>
                  <a:lnTo>
                    <a:pt x="7686" y="3425"/>
                  </a:lnTo>
                  <a:lnTo>
                    <a:pt x="7156" y="3943"/>
                  </a:lnTo>
                  <a:lnTo>
                    <a:pt x="6560" y="4493"/>
                  </a:lnTo>
                  <a:lnTo>
                    <a:pt x="6029" y="5090"/>
                  </a:lnTo>
                  <a:lnTo>
                    <a:pt x="5544" y="5671"/>
                  </a:lnTo>
                  <a:lnTo>
                    <a:pt x="5190" y="6268"/>
                  </a:lnTo>
                  <a:lnTo>
                    <a:pt x="4704" y="6786"/>
                  </a:lnTo>
                  <a:lnTo>
                    <a:pt x="4417" y="7383"/>
                  </a:lnTo>
                  <a:lnTo>
                    <a:pt x="4174" y="7902"/>
                  </a:lnTo>
                  <a:lnTo>
                    <a:pt x="3975" y="8389"/>
                  </a:lnTo>
                  <a:lnTo>
                    <a:pt x="3777" y="8766"/>
                  </a:lnTo>
                  <a:lnTo>
                    <a:pt x="3777" y="9143"/>
                  </a:lnTo>
                  <a:lnTo>
                    <a:pt x="3865" y="9347"/>
                  </a:lnTo>
                  <a:lnTo>
                    <a:pt x="4174" y="9567"/>
                  </a:lnTo>
                  <a:lnTo>
                    <a:pt x="4373" y="9693"/>
                  </a:lnTo>
                  <a:lnTo>
                    <a:pt x="4616" y="9771"/>
                  </a:lnTo>
                  <a:lnTo>
                    <a:pt x="4991" y="9944"/>
                  </a:lnTo>
                  <a:lnTo>
                    <a:pt x="5433" y="10085"/>
                  </a:lnTo>
                  <a:lnTo>
                    <a:pt x="5919" y="10211"/>
                  </a:lnTo>
                  <a:lnTo>
                    <a:pt x="6361" y="10352"/>
                  </a:lnTo>
                  <a:lnTo>
                    <a:pt x="6847" y="10525"/>
                  </a:lnTo>
                  <a:lnTo>
                    <a:pt x="7399" y="10745"/>
                  </a:lnTo>
                  <a:lnTo>
                    <a:pt x="7885" y="10949"/>
                  </a:lnTo>
                  <a:lnTo>
                    <a:pt x="8326" y="11091"/>
                  </a:lnTo>
                  <a:lnTo>
                    <a:pt x="8812" y="11263"/>
                  </a:lnTo>
                  <a:lnTo>
                    <a:pt x="9144" y="11609"/>
                  </a:lnTo>
                  <a:lnTo>
                    <a:pt x="9342" y="11813"/>
                  </a:lnTo>
                  <a:lnTo>
                    <a:pt x="9652" y="12049"/>
                  </a:lnTo>
                  <a:lnTo>
                    <a:pt x="9828" y="12410"/>
                  </a:lnTo>
                  <a:lnTo>
                    <a:pt x="9939" y="12646"/>
                  </a:lnTo>
                  <a:lnTo>
                    <a:pt x="9939" y="14767"/>
                  </a:lnTo>
                  <a:lnTo>
                    <a:pt x="9652" y="15144"/>
                  </a:lnTo>
                  <a:lnTo>
                    <a:pt x="9453" y="15411"/>
                  </a:lnTo>
                  <a:lnTo>
                    <a:pt x="9055" y="15693"/>
                  </a:lnTo>
                  <a:lnTo>
                    <a:pt x="8613" y="15803"/>
                  </a:lnTo>
                  <a:lnTo>
                    <a:pt x="7885" y="15803"/>
                  </a:lnTo>
                  <a:lnTo>
                    <a:pt x="7156" y="15866"/>
                  </a:lnTo>
                  <a:lnTo>
                    <a:pt x="4903" y="15866"/>
                  </a:lnTo>
                  <a:lnTo>
                    <a:pt x="4263" y="15945"/>
                  </a:lnTo>
                  <a:lnTo>
                    <a:pt x="3578" y="16008"/>
                  </a:lnTo>
                  <a:lnTo>
                    <a:pt x="3136" y="16212"/>
                  </a:lnTo>
                  <a:lnTo>
                    <a:pt x="2761" y="16416"/>
                  </a:lnTo>
                  <a:lnTo>
                    <a:pt x="2452" y="16526"/>
                  </a:lnTo>
                  <a:lnTo>
                    <a:pt x="2452" y="17013"/>
                  </a:lnTo>
                  <a:lnTo>
                    <a:pt x="2562" y="17249"/>
                  </a:lnTo>
                  <a:lnTo>
                    <a:pt x="2761" y="17531"/>
                  </a:lnTo>
                  <a:lnTo>
                    <a:pt x="2849" y="17846"/>
                  </a:lnTo>
                  <a:lnTo>
                    <a:pt x="3048" y="18254"/>
                  </a:lnTo>
                  <a:lnTo>
                    <a:pt x="3048" y="18395"/>
                  </a:lnTo>
                  <a:lnTo>
                    <a:pt x="3335" y="18505"/>
                  </a:lnTo>
                  <a:lnTo>
                    <a:pt x="3777" y="18710"/>
                  </a:lnTo>
                  <a:lnTo>
                    <a:pt x="4417" y="18914"/>
                  </a:lnTo>
                  <a:lnTo>
                    <a:pt x="5190" y="19055"/>
                  </a:lnTo>
                  <a:lnTo>
                    <a:pt x="6029" y="19165"/>
                  </a:lnTo>
                  <a:lnTo>
                    <a:pt x="6847" y="19306"/>
                  </a:lnTo>
                  <a:lnTo>
                    <a:pt x="7885" y="19432"/>
                  </a:lnTo>
                  <a:lnTo>
                    <a:pt x="8812" y="19432"/>
                  </a:lnTo>
                  <a:lnTo>
                    <a:pt x="9740" y="19511"/>
                  </a:lnTo>
                  <a:lnTo>
                    <a:pt x="10667" y="19432"/>
                  </a:lnTo>
                  <a:lnTo>
                    <a:pt x="11683" y="19432"/>
                  </a:lnTo>
                  <a:lnTo>
                    <a:pt x="12434" y="19306"/>
                  </a:lnTo>
                  <a:lnTo>
                    <a:pt x="13252" y="19165"/>
                  </a:lnTo>
                  <a:lnTo>
                    <a:pt x="13892" y="18992"/>
                  </a:lnTo>
                  <a:lnTo>
                    <a:pt x="14488" y="18710"/>
                  </a:lnTo>
                  <a:lnTo>
                    <a:pt x="14731" y="18395"/>
                  </a:lnTo>
                  <a:lnTo>
                    <a:pt x="15107" y="18128"/>
                  </a:lnTo>
                  <a:lnTo>
                    <a:pt x="15504" y="17783"/>
                  </a:lnTo>
                  <a:lnTo>
                    <a:pt x="15836" y="17531"/>
                  </a:lnTo>
                  <a:lnTo>
                    <a:pt x="16145" y="17186"/>
                  </a:lnTo>
                  <a:lnTo>
                    <a:pt x="16432" y="16950"/>
                  </a:lnTo>
                  <a:lnTo>
                    <a:pt x="16675" y="16605"/>
                  </a:lnTo>
                  <a:lnTo>
                    <a:pt x="17072" y="16416"/>
                  </a:lnTo>
                  <a:lnTo>
                    <a:pt x="17514" y="15945"/>
                  </a:lnTo>
                  <a:lnTo>
                    <a:pt x="18088" y="15631"/>
                  </a:lnTo>
                  <a:lnTo>
                    <a:pt x="18442" y="15411"/>
                  </a:lnTo>
                  <a:lnTo>
                    <a:pt x="19215" y="15411"/>
                  </a:lnTo>
                  <a:lnTo>
                    <a:pt x="19458" y="15631"/>
                  </a:lnTo>
                  <a:lnTo>
                    <a:pt x="19855" y="15803"/>
                  </a:lnTo>
                  <a:lnTo>
                    <a:pt x="20142" y="16212"/>
                  </a:lnTo>
                  <a:lnTo>
                    <a:pt x="20253" y="16463"/>
                  </a:lnTo>
                  <a:lnTo>
                    <a:pt x="20297" y="16950"/>
                  </a:lnTo>
                  <a:lnTo>
                    <a:pt x="20142" y="17327"/>
                  </a:lnTo>
                  <a:lnTo>
                    <a:pt x="19745" y="17736"/>
                  </a:lnTo>
                  <a:lnTo>
                    <a:pt x="19325" y="17846"/>
                  </a:lnTo>
                  <a:lnTo>
                    <a:pt x="18928" y="18128"/>
                  </a:lnTo>
                  <a:lnTo>
                    <a:pt x="18331" y="18333"/>
                  </a:lnTo>
                  <a:lnTo>
                    <a:pt x="17890" y="18710"/>
                  </a:lnTo>
                  <a:lnTo>
                    <a:pt x="17271" y="18992"/>
                  </a:lnTo>
                  <a:lnTo>
                    <a:pt x="16675" y="19306"/>
                  </a:lnTo>
                  <a:lnTo>
                    <a:pt x="15836" y="19652"/>
                  </a:lnTo>
                  <a:lnTo>
                    <a:pt x="15217" y="19966"/>
                  </a:lnTo>
                  <a:lnTo>
                    <a:pt x="14378" y="20312"/>
                  </a:lnTo>
                  <a:lnTo>
                    <a:pt x="13649" y="20547"/>
                  </a:lnTo>
                  <a:lnTo>
                    <a:pt x="12766" y="20830"/>
                  </a:lnTo>
                  <a:lnTo>
                    <a:pt x="12037" y="21082"/>
                  </a:lnTo>
                  <a:lnTo>
                    <a:pt x="11198" y="21254"/>
                  </a:lnTo>
                  <a:lnTo>
                    <a:pt x="10380" y="21396"/>
                  </a:lnTo>
                  <a:lnTo>
                    <a:pt x="9652" y="21537"/>
                  </a:lnTo>
                  <a:lnTo>
                    <a:pt x="8901" y="21600"/>
                  </a:lnTo>
                  <a:lnTo>
                    <a:pt x="8083" y="21537"/>
                  </a:lnTo>
                  <a:lnTo>
                    <a:pt x="7288" y="21474"/>
                  </a:lnTo>
                  <a:lnTo>
                    <a:pt x="6471" y="21333"/>
                  </a:lnTo>
                  <a:lnTo>
                    <a:pt x="5742" y="21254"/>
                  </a:lnTo>
                  <a:lnTo>
                    <a:pt x="4903" y="21082"/>
                  </a:lnTo>
                  <a:lnTo>
                    <a:pt x="4174" y="20893"/>
                  </a:lnTo>
                  <a:lnTo>
                    <a:pt x="3379" y="20689"/>
                  </a:lnTo>
                  <a:lnTo>
                    <a:pt x="2761" y="20485"/>
                  </a:lnTo>
                  <a:lnTo>
                    <a:pt x="2120" y="20170"/>
                  </a:lnTo>
                  <a:lnTo>
                    <a:pt x="1546" y="19888"/>
                  </a:lnTo>
                  <a:lnTo>
                    <a:pt x="1104" y="19574"/>
                  </a:lnTo>
                  <a:lnTo>
                    <a:pt x="618" y="19306"/>
                  </a:lnTo>
                  <a:lnTo>
                    <a:pt x="287" y="18914"/>
                  </a:lnTo>
                  <a:lnTo>
                    <a:pt x="88" y="18568"/>
                  </a:lnTo>
                  <a:lnTo>
                    <a:pt x="0" y="18254"/>
                  </a:lnTo>
                  <a:lnTo>
                    <a:pt x="0" y="17531"/>
                  </a:lnTo>
                  <a:lnTo>
                    <a:pt x="177" y="17186"/>
                  </a:lnTo>
                  <a:lnTo>
                    <a:pt x="375" y="16950"/>
                  </a:lnTo>
                  <a:lnTo>
                    <a:pt x="574" y="16605"/>
                  </a:lnTo>
                  <a:lnTo>
                    <a:pt x="1104" y="16070"/>
                  </a:lnTo>
                  <a:lnTo>
                    <a:pt x="1634" y="15693"/>
                  </a:lnTo>
                  <a:lnTo>
                    <a:pt x="2120" y="15285"/>
                  </a:lnTo>
                  <a:lnTo>
                    <a:pt x="2452" y="15034"/>
                  </a:lnTo>
                  <a:lnTo>
                    <a:pt x="2849" y="14892"/>
                  </a:lnTo>
                  <a:lnTo>
                    <a:pt x="3048" y="14892"/>
                  </a:lnTo>
                </a:path>
              </a:pathLst>
            </a:custGeom>
            <a:solidFill>
              <a:srgbClr val="3147B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78" name="Shape 87">
              <a:extLst>
                <a:ext uri="{FF2B5EF4-FFF2-40B4-BE49-F238E27FC236}">
                  <a16:creationId xmlns:a16="http://schemas.microsoft.com/office/drawing/2014/main" id="{65E07F62-04AD-4BCA-AF1F-30BC5449D2EB}"/>
                </a:ext>
              </a:extLst>
            </p:cNvPr>
            <p:cNvSpPr/>
            <p:nvPr/>
          </p:nvSpPr>
          <p:spPr>
            <a:xfrm>
              <a:off x="682625" y="2105025"/>
              <a:ext cx="302853" cy="726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424"/>
                  </a:lnTo>
                  <a:lnTo>
                    <a:pt x="20933" y="21600"/>
                  </a:lnTo>
                  <a:lnTo>
                    <a:pt x="2129" y="19694"/>
                  </a:lnTo>
                  <a:lnTo>
                    <a:pt x="0" y="0"/>
                  </a:lnTo>
                </a:path>
              </a:pathLst>
            </a:custGeom>
            <a:solidFill>
              <a:srgbClr val="3147B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79" name="Shape 88">
              <a:extLst>
                <a:ext uri="{FF2B5EF4-FFF2-40B4-BE49-F238E27FC236}">
                  <a16:creationId xmlns:a16="http://schemas.microsoft.com/office/drawing/2014/main" id="{146962C7-DE98-412E-8555-313A6F4C4DAD}"/>
                </a:ext>
              </a:extLst>
            </p:cNvPr>
            <p:cNvSpPr/>
            <p:nvPr/>
          </p:nvSpPr>
          <p:spPr>
            <a:xfrm>
              <a:off x="101600" y="2128837"/>
              <a:ext cx="728303" cy="109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75" y="7719"/>
                  </a:moveTo>
                  <a:lnTo>
                    <a:pt x="19185" y="0"/>
                  </a:lnTo>
                  <a:lnTo>
                    <a:pt x="19302" y="283"/>
                  </a:lnTo>
                  <a:lnTo>
                    <a:pt x="19452" y="921"/>
                  </a:lnTo>
                  <a:lnTo>
                    <a:pt x="19708" y="1487"/>
                  </a:lnTo>
                  <a:lnTo>
                    <a:pt x="19901" y="2125"/>
                  </a:lnTo>
                  <a:lnTo>
                    <a:pt x="20200" y="2620"/>
                  </a:lnTo>
                  <a:lnTo>
                    <a:pt x="20488" y="3541"/>
                  </a:lnTo>
                  <a:lnTo>
                    <a:pt x="20745" y="4816"/>
                  </a:lnTo>
                  <a:lnTo>
                    <a:pt x="21034" y="5241"/>
                  </a:lnTo>
                  <a:lnTo>
                    <a:pt x="21237" y="6515"/>
                  </a:lnTo>
                  <a:lnTo>
                    <a:pt x="21429" y="7082"/>
                  </a:lnTo>
                  <a:lnTo>
                    <a:pt x="21547" y="8215"/>
                  </a:lnTo>
                  <a:lnTo>
                    <a:pt x="21600" y="8852"/>
                  </a:lnTo>
                  <a:lnTo>
                    <a:pt x="21600" y="9773"/>
                  </a:lnTo>
                  <a:lnTo>
                    <a:pt x="21504" y="10410"/>
                  </a:lnTo>
                  <a:lnTo>
                    <a:pt x="21333" y="10977"/>
                  </a:lnTo>
                  <a:lnTo>
                    <a:pt x="20937" y="10977"/>
                  </a:lnTo>
                  <a:lnTo>
                    <a:pt x="20435" y="11119"/>
                  </a:lnTo>
                  <a:lnTo>
                    <a:pt x="19708" y="11756"/>
                  </a:lnTo>
                  <a:lnTo>
                    <a:pt x="18949" y="12393"/>
                  </a:lnTo>
                  <a:lnTo>
                    <a:pt x="18062" y="13031"/>
                  </a:lnTo>
                  <a:lnTo>
                    <a:pt x="17111" y="13668"/>
                  </a:lnTo>
                  <a:lnTo>
                    <a:pt x="16128" y="14093"/>
                  </a:lnTo>
                  <a:lnTo>
                    <a:pt x="15113" y="14730"/>
                  </a:lnTo>
                  <a:lnTo>
                    <a:pt x="14076" y="15014"/>
                  </a:lnTo>
                  <a:lnTo>
                    <a:pt x="13082" y="15651"/>
                  </a:lnTo>
                  <a:lnTo>
                    <a:pt x="12141" y="15651"/>
                  </a:lnTo>
                  <a:lnTo>
                    <a:pt x="11286" y="16289"/>
                  </a:lnTo>
                  <a:lnTo>
                    <a:pt x="10538" y="16005"/>
                  </a:lnTo>
                  <a:lnTo>
                    <a:pt x="9897" y="16005"/>
                  </a:lnTo>
                  <a:lnTo>
                    <a:pt x="9405" y="15651"/>
                  </a:lnTo>
                  <a:lnTo>
                    <a:pt x="9149" y="15368"/>
                  </a:lnTo>
                  <a:lnTo>
                    <a:pt x="9053" y="15368"/>
                  </a:lnTo>
                  <a:lnTo>
                    <a:pt x="8785" y="15651"/>
                  </a:lnTo>
                  <a:lnTo>
                    <a:pt x="8347" y="15651"/>
                  </a:lnTo>
                  <a:lnTo>
                    <a:pt x="7802" y="16572"/>
                  </a:lnTo>
                  <a:lnTo>
                    <a:pt x="7118" y="16926"/>
                  </a:lnTo>
                  <a:lnTo>
                    <a:pt x="6455" y="17351"/>
                  </a:lnTo>
                  <a:lnTo>
                    <a:pt x="5697" y="18271"/>
                  </a:lnTo>
                  <a:lnTo>
                    <a:pt x="4874" y="18909"/>
                  </a:lnTo>
                  <a:lnTo>
                    <a:pt x="4072" y="19263"/>
                  </a:lnTo>
                  <a:lnTo>
                    <a:pt x="3270" y="20042"/>
                  </a:lnTo>
                  <a:lnTo>
                    <a:pt x="2522" y="20325"/>
                  </a:lnTo>
                  <a:lnTo>
                    <a:pt x="1838" y="20963"/>
                  </a:lnTo>
                  <a:lnTo>
                    <a:pt x="1197" y="21246"/>
                  </a:lnTo>
                  <a:lnTo>
                    <a:pt x="727" y="21600"/>
                  </a:lnTo>
                  <a:lnTo>
                    <a:pt x="299" y="21246"/>
                  </a:lnTo>
                  <a:lnTo>
                    <a:pt x="139" y="21246"/>
                  </a:lnTo>
                  <a:lnTo>
                    <a:pt x="0" y="20042"/>
                  </a:lnTo>
                  <a:lnTo>
                    <a:pt x="43" y="18271"/>
                  </a:lnTo>
                  <a:lnTo>
                    <a:pt x="278" y="16005"/>
                  </a:lnTo>
                  <a:lnTo>
                    <a:pt x="534" y="13951"/>
                  </a:lnTo>
                  <a:lnTo>
                    <a:pt x="844" y="11119"/>
                  </a:lnTo>
                  <a:lnTo>
                    <a:pt x="1176" y="9773"/>
                  </a:lnTo>
                  <a:lnTo>
                    <a:pt x="1389" y="8215"/>
                  </a:lnTo>
                  <a:lnTo>
                    <a:pt x="1475" y="7719"/>
                  </a:lnTo>
                </a:path>
              </a:pathLst>
            </a:custGeom>
            <a:solidFill>
              <a:srgbClr val="8529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80" name="Shape 89">
              <a:extLst>
                <a:ext uri="{FF2B5EF4-FFF2-40B4-BE49-F238E27FC236}">
                  <a16:creationId xmlns:a16="http://schemas.microsoft.com/office/drawing/2014/main" id="{688B9955-EAD7-4ED9-A653-1C8B2141EAFC}"/>
                </a:ext>
              </a:extLst>
            </p:cNvPr>
            <p:cNvSpPr/>
            <p:nvPr/>
          </p:nvSpPr>
          <p:spPr>
            <a:xfrm>
              <a:off x="590550" y="1117600"/>
              <a:ext cx="236179" cy="104897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778" y="208"/>
                  </a:moveTo>
                  <a:lnTo>
                    <a:pt x="5942" y="274"/>
                  </a:lnTo>
                  <a:lnTo>
                    <a:pt x="6565" y="549"/>
                  </a:lnTo>
                  <a:lnTo>
                    <a:pt x="7320" y="1008"/>
                  </a:lnTo>
                  <a:lnTo>
                    <a:pt x="8535" y="1646"/>
                  </a:lnTo>
                  <a:lnTo>
                    <a:pt x="9782" y="2379"/>
                  </a:lnTo>
                  <a:lnTo>
                    <a:pt x="10997" y="3343"/>
                  </a:lnTo>
                  <a:lnTo>
                    <a:pt x="12080" y="4455"/>
                  </a:lnTo>
                  <a:lnTo>
                    <a:pt x="13032" y="5767"/>
                  </a:lnTo>
                  <a:lnTo>
                    <a:pt x="13459" y="7168"/>
                  </a:lnTo>
                  <a:lnTo>
                    <a:pt x="13623" y="8784"/>
                  </a:lnTo>
                  <a:lnTo>
                    <a:pt x="13164" y="10518"/>
                  </a:lnTo>
                  <a:lnTo>
                    <a:pt x="12244" y="12409"/>
                  </a:lnTo>
                  <a:lnTo>
                    <a:pt x="10406" y="14432"/>
                  </a:lnTo>
                  <a:lnTo>
                    <a:pt x="7944" y="16604"/>
                  </a:lnTo>
                  <a:lnTo>
                    <a:pt x="4563" y="18894"/>
                  </a:lnTo>
                  <a:lnTo>
                    <a:pt x="0" y="21341"/>
                  </a:lnTo>
                  <a:lnTo>
                    <a:pt x="263" y="21341"/>
                  </a:lnTo>
                  <a:lnTo>
                    <a:pt x="788" y="21407"/>
                  </a:lnTo>
                  <a:lnTo>
                    <a:pt x="1215" y="21437"/>
                  </a:lnTo>
                  <a:lnTo>
                    <a:pt x="1937" y="21474"/>
                  </a:lnTo>
                  <a:lnTo>
                    <a:pt x="2462" y="21504"/>
                  </a:lnTo>
                  <a:lnTo>
                    <a:pt x="3316" y="21541"/>
                  </a:lnTo>
                  <a:lnTo>
                    <a:pt x="3841" y="21570"/>
                  </a:lnTo>
                  <a:lnTo>
                    <a:pt x="4694" y="21600"/>
                  </a:lnTo>
                  <a:lnTo>
                    <a:pt x="7156" y="21600"/>
                  </a:lnTo>
                  <a:lnTo>
                    <a:pt x="7944" y="21570"/>
                  </a:lnTo>
                  <a:lnTo>
                    <a:pt x="8830" y="21541"/>
                  </a:lnTo>
                  <a:lnTo>
                    <a:pt x="9782" y="21504"/>
                  </a:lnTo>
                  <a:lnTo>
                    <a:pt x="10209" y="21326"/>
                  </a:lnTo>
                  <a:lnTo>
                    <a:pt x="10997" y="20888"/>
                  </a:lnTo>
                  <a:lnTo>
                    <a:pt x="12244" y="20199"/>
                  </a:lnTo>
                  <a:lnTo>
                    <a:pt x="13886" y="19302"/>
                  </a:lnTo>
                  <a:lnTo>
                    <a:pt x="15429" y="18205"/>
                  </a:lnTo>
                  <a:lnTo>
                    <a:pt x="17234" y="16915"/>
                  </a:lnTo>
                  <a:lnTo>
                    <a:pt x="18678" y="15507"/>
                  </a:lnTo>
                  <a:lnTo>
                    <a:pt x="20057" y="13987"/>
                  </a:lnTo>
                  <a:lnTo>
                    <a:pt x="21075" y="12342"/>
                  </a:lnTo>
                  <a:lnTo>
                    <a:pt x="21600" y="10652"/>
                  </a:lnTo>
                  <a:lnTo>
                    <a:pt x="21436" y="8836"/>
                  </a:lnTo>
                  <a:lnTo>
                    <a:pt x="20779" y="7072"/>
                  </a:lnTo>
                  <a:lnTo>
                    <a:pt x="19269" y="5270"/>
                  </a:lnTo>
                  <a:lnTo>
                    <a:pt x="16939" y="3506"/>
                  </a:lnTo>
                  <a:lnTo>
                    <a:pt x="13459" y="1794"/>
                  </a:lnTo>
                  <a:lnTo>
                    <a:pt x="8896" y="178"/>
                  </a:lnTo>
                  <a:lnTo>
                    <a:pt x="8404" y="30"/>
                  </a:lnTo>
                  <a:lnTo>
                    <a:pt x="7813" y="0"/>
                  </a:lnTo>
                  <a:lnTo>
                    <a:pt x="7320" y="0"/>
                  </a:lnTo>
                  <a:lnTo>
                    <a:pt x="6861" y="30"/>
                  </a:lnTo>
                  <a:lnTo>
                    <a:pt x="6073" y="141"/>
                  </a:lnTo>
                  <a:lnTo>
                    <a:pt x="5778" y="208"/>
                  </a:lnTo>
                </a:path>
              </a:pathLst>
            </a:custGeom>
            <a:solidFill>
              <a:srgbClr val="8529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81" name="Shape 90">
              <a:extLst>
                <a:ext uri="{FF2B5EF4-FFF2-40B4-BE49-F238E27FC236}">
                  <a16:creationId xmlns:a16="http://schemas.microsoft.com/office/drawing/2014/main" id="{94BF59DE-61A5-4B5B-BBBD-0C747DDFA813}"/>
                </a:ext>
              </a:extLst>
            </p:cNvPr>
            <p:cNvSpPr/>
            <p:nvPr/>
          </p:nvSpPr>
          <p:spPr>
            <a:xfrm>
              <a:off x="1150937" y="1154112"/>
              <a:ext cx="115530" cy="8949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532" y="625"/>
                  </a:moveTo>
                  <a:lnTo>
                    <a:pt x="10800" y="669"/>
                  </a:lnTo>
                  <a:lnTo>
                    <a:pt x="11672" y="877"/>
                  </a:lnTo>
                  <a:lnTo>
                    <a:pt x="12611" y="1199"/>
                  </a:lnTo>
                  <a:lnTo>
                    <a:pt x="14288" y="1720"/>
                  </a:lnTo>
                  <a:lnTo>
                    <a:pt x="15898" y="2328"/>
                  </a:lnTo>
                  <a:lnTo>
                    <a:pt x="17709" y="3135"/>
                  </a:lnTo>
                  <a:lnTo>
                    <a:pt x="19051" y="4073"/>
                  </a:lnTo>
                  <a:lnTo>
                    <a:pt x="20594" y="5281"/>
                  </a:lnTo>
                  <a:lnTo>
                    <a:pt x="21198" y="6583"/>
                  </a:lnTo>
                  <a:lnTo>
                    <a:pt x="21600" y="8069"/>
                  </a:lnTo>
                  <a:lnTo>
                    <a:pt x="21198" y="9797"/>
                  </a:lnTo>
                  <a:lnTo>
                    <a:pt x="19990" y="11690"/>
                  </a:lnTo>
                  <a:lnTo>
                    <a:pt x="17441" y="13783"/>
                  </a:lnTo>
                  <a:lnTo>
                    <a:pt x="13953" y="16068"/>
                  </a:lnTo>
                  <a:lnTo>
                    <a:pt x="9458" y="18630"/>
                  </a:lnTo>
                  <a:lnTo>
                    <a:pt x="3421" y="21426"/>
                  </a:lnTo>
                  <a:lnTo>
                    <a:pt x="2817" y="21496"/>
                  </a:lnTo>
                  <a:lnTo>
                    <a:pt x="1945" y="21600"/>
                  </a:lnTo>
                  <a:lnTo>
                    <a:pt x="1342" y="21539"/>
                  </a:lnTo>
                  <a:lnTo>
                    <a:pt x="872" y="21426"/>
                  </a:lnTo>
                  <a:lnTo>
                    <a:pt x="537" y="21270"/>
                  </a:lnTo>
                  <a:lnTo>
                    <a:pt x="268" y="21096"/>
                  </a:lnTo>
                  <a:lnTo>
                    <a:pt x="0" y="20905"/>
                  </a:lnTo>
                  <a:lnTo>
                    <a:pt x="0" y="20254"/>
                  </a:lnTo>
                  <a:lnTo>
                    <a:pt x="872" y="19724"/>
                  </a:lnTo>
                  <a:lnTo>
                    <a:pt x="1610" y="18916"/>
                  </a:lnTo>
                  <a:lnTo>
                    <a:pt x="3421" y="17996"/>
                  </a:lnTo>
                  <a:lnTo>
                    <a:pt x="5098" y="16910"/>
                  </a:lnTo>
                  <a:lnTo>
                    <a:pt x="6909" y="15703"/>
                  </a:lnTo>
                  <a:lnTo>
                    <a:pt x="8519" y="14400"/>
                  </a:lnTo>
                  <a:lnTo>
                    <a:pt x="9928" y="13019"/>
                  </a:lnTo>
                  <a:lnTo>
                    <a:pt x="10800" y="11534"/>
                  </a:lnTo>
                  <a:lnTo>
                    <a:pt x="11672" y="10005"/>
                  </a:lnTo>
                  <a:lnTo>
                    <a:pt x="12007" y="8399"/>
                  </a:lnTo>
                  <a:lnTo>
                    <a:pt x="11672" y="6844"/>
                  </a:lnTo>
                  <a:lnTo>
                    <a:pt x="10196" y="5202"/>
                  </a:lnTo>
                  <a:lnTo>
                    <a:pt x="8519" y="3613"/>
                  </a:lnTo>
                  <a:lnTo>
                    <a:pt x="5366" y="2041"/>
                  </a:lnTo>
                  <a:lnTo>
                    <a:pt x="1342" y="512"/>
                  </a:lnTo>
                  <a:lnTo>
                    <a:pt x="1342" y="434"/>
                  </a:lnTo>
                  <a:lnTo>
                    <a:pt x="1610" y="321"/>
                  </a:lnTo>
                  <a:lnTo>
                    <a:pt x="2549" y="191"/>
                  </a:lnTo>
                  <a:lnTo>
                    <a:pt x="3421" y="69"/>
                  </a:lnTo>
                  <a:lnTo>
                    <a:pt x="4494" y="0"/>
                  </a:lnTo>
                  <a:lnTo>
                    <a:pt x="6306" y="35"/>
                  </a:lnTo>
                  <a:lnTo>
                    <a:pt x="7043" y="113"/>
                  </a:lnTo>
                  <a:lnTo>
                    <a:pt x="8251" y="226"/>
                  </a:lnTo>
                  <a:lnTo>
                    <a:pt x="9458" y="356"/>
                  </a:lnTo>
                  <a:lnTo>
                    <a:pt x="10532" y="625"/>
                  </a:lnTo>
                </a:path>
              </a:pathLst>
            </a:custGeom>
            <a:solidFill>
              <a:srgbClr val="9CB8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82" name="Shape 91">
              <a:extLst>
                <a:ext uri="{FF2B5EF4-FFF2-40B4-BE49-F238E27FC236}">
                  <a16:creationId xmlns:a16="http://schemas.microsoft.com/office/drawing/2014/main" id="{16E41C95-C655-4854-856A-40AF6F61F688}"/>
                </a:ext>
              </a:extLst>
            </p:cNvPr>
            <p:cNvSpPr/>
            <p:nvPr/>
          </p:nvSpPr>
          <p:spPr>
            <a:xfrm>
              <a:off x="1252537" y="533400"/>
              <a:ext cx="269517" cy="252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024" y="123"/>
                  </a:moveTo>
                  <a:lnTo>
                    <a:pt x="3168" y="0"/>
                  </a:lnTo>
                  <a:lnTo>
                    <a:pt x="4925" y="0"/>
                  </a:lnTo>
                  <a:lnTo>
                    <a:pt x="6509" y="123"/>
                  </a:lnTo>
                  <a:lnTo>
                    <a:pt x="7978" y="247"/>
                  </a:lnTo>
                  <a:lnTo>
                    <a:pt x="9878" y="678"/>
                  </a:lnTo>
                  <a:lnTo>
                    <a:pt x="11837" y="1017"/>
                  </a:lnTo>
                  <a:lnTo>
                    <a:pt x="13882" y="1972"/>
                  </a:lnTo>
                  <a:lnTo>
                    <a:pt x="15638" y="2804"/>
                  </a:lnTo>
                  <a:lnTo>
                    <a:pt x="17482" y="4098"/>
                  </a:lnTo>
                  <a:lnTo>
                    <a:pt x="18950" y="5670"/>
                  </a:lnTo>
                  <a:lnTo>
                    <a:pt x="20333" y="7703"/>
                  </a:lnTo>
                  <a:lnTo>
                    <a:pt x="21110" y="9953"/>
                  </a:lnTo>
                  <a:lnTo>
                    <a:pt x="21600" y="12757"/>
                  </a:lnTo>
                  <a:lnTo>
                    <a:pt x="21485" y="15869"/>
                  </a:lnTo>
                  <a:lnTo>
                    <a:pt x="20966" y="19751"/>
                  </a:lnTo>
                  <a:lnTo>
                    <a:pt x="15466" y="21600"/>
                  </a:lnTo>
                  <a:lnTo>
                    <a:pt x="15466" y="21323"/>
                  </a:lnTo>
                  <a:lnTo>
                    <a:pt x="15523" y="20491"/>
                  </a:lnTo>
                  <a:lnTo>
                    <a:pt x="15782" y="19474"/>
                  </a:lnTo>
                  <a:lnTo>
                    <a:pt x="16157" y="18334"/>
                  </a:lnTo>
                  <a:lnTo>
                    <a:pt x="16301" y="16762"/>
                  </a:lnTo>
                  <a:lnTo>
                    <a:pt x="16416" y="15129"/>
                  </a:lnTo>
                  <a:lnTo>
                    <a:pt x="16416" y="11709"/>
                  </a:lnTo>
                  <a:lnTo>
                    <a:pt x="16157" y="10014"/>
                  </a:lnTo>
                  <a:lnTo>
                    <a:pt x="15523" y="8381"/>
                  </a:lnTo>
                  <a:lnTo>
                    <a:pt x="14688" y="6964"/>
                  </a:lnTo>
                  <a:lnTo>
                    <a:pt x="13507" y="5793"/>
                  </a:lnTo>
                  <a:lnTo>
                    <a:pt x="11837" y="4838"/>
                  </a:lnTo>
                  <a:lnTo>
                    <a:pt x="9878" y="4375"/>
                  </a:lnTo>
                  <a:lnTo>
                    <a:pt x="7459" y="4375"/>
                  </a:lnTo>
                  <a:lnTo>
                    <a:pt x="4493" y="4838"/>
                  </a:lnTo>
                  <a:lnTo>
                    <a:pt x="4349" y="4776"/>
                  </a:lnTo>
                  <a:lnTo>
                    <a:pt x="3974" y="4499"/>
                  </a:lnTo>
                  <a:lnTo>
                    <a:pt x="3600" y="4252"/>
                  </a:lnTo>
                  <a:lnTo>
                    <a:pt x="3168" y="3975"/>
                  </a:lnTo>
                  <a:lnTo>
                    <a:pt x="2534" y="3698"/>
                  </a:lnTo>
                  <a:lnTo>
                    <a:pt x="1958" y="3359"/>
                  </a:lnTo>
                  <a:lnTo>
                    <a:pt x="1325" y="2804"/>
                  </a:lnTo>
                  <a:lnTo>
                    <a:pt x="864" y="2527"/>
                  </a:lnTo>
                  <a:lnTo>
                    <a:pt x="115" y="1818"/>
                  </a:lnTo>
                  <a:lnTo>
                    <a:pt x="0" y="1017"/>
                  </a:lnTo>
                  <a:lnTo>
                    <a:pt x="230" y="678"/>
                  </a:lnTo>
                  <a:lnTo>
                    <a:pt x="864" y="401"/>
                  </a:lnTo>
                  <a:lnTo>
                    <a:pt x="1699" y="123"/>
                  </a:lnTo>
                  <a:lnTo>
                    <a:pt x="3024" y="123"/>
                  </a:lnTo>
                </a:path>
              </a:pathLst>
            </a:custGeom>
            <a:solidFill>
              <a:srgbClr val="3147B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83" name="Shape 92">
              <a:extLst>
                <a:ext uri="{FF2B5EF4-FFF2-40B4-BE49-F238E27FC236}">
                  <a16:creationId xmlns:a16="http://schemas.microsoft.com/office/drawing/2014/main" id="{18CE3722-FD74-438C-B4D6-5A2916A95B69}"/>
                </a:ext>
              </a:extLst>
            </p:cNvPr>
            <p:cNvSpPr/>
            <p:nvPr/>
          </p:nvSpPr>
          <p:spPr>
            <a:xfrm>
              <a:off x="1035050" y="614362"/>
              <a:ext cx="383816" cy="3996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546" y="0"/>
                  </a:moveTo>
                  <a:lnTo>
                    <a:pt x="18627" y="78"/>
                  </a:lnTo>
                  <a:lnTo>
                    <a:pt x="19133" y="544"/>
                  </a:lnTo>
                  <a:lnTo>
                    <a:pt x="19800" y="1185"/>
                  </a:lnTo>
                  <a:lnTo>
                    <a:pt x="20063" y="1612"/>
                  </a:lnTo>
                  <a:lnTo>
                    <a:pt x="20508" y="2176"/>
                  </a:lnTo>
                  <a:lnTo>
                    <a:pt x="20831" y="2700"/>
                  </a:lnTo>
                  <a:lnTo>
                    <a:pt x="21094" y="3244"/>
                  </a:lnTo>
                  <a:lnTo>
                    <a:pt x="21357" y="3807"/>
                  </a:lnTo>
                  <a:lnTo>
                    <a:pt x="21600" y="4526"/>
                  </a:lnTo>
                  <a:lnTo>
                    <a:pt x="21600" y="6682"/>
                  </a:lnTo>
                  <a:lnTo>
                    <a:pt x="21357" y="7576"/>
                  </a:lnTo>
                  <a:lnTo>
                    <a:pt x="20912" y="8391"/>
                  </a:lnTo>
                  <a:lnTo>
                    <a:pt x="20326" y="9421"/>
                  </a:lnTo>
                  <a:lnTo>
                    <a:pt x="19578" y="10489"/>
                  </a:lnTo>
                  <a:lnTo>
                    <a:pt x="18627" y="11771"/>
                  </a:lnTo>
                  <a:lnTo>
                    <a:pt x="17413" y="13014"/>
                  </a:lnTo>
                  <a:lnTo>
                    <a:pt x="16261" y="14296"/>
                  </a:lnTo>
                  <a:lnTo>
                    <a:pt x="14966" y="15540"/>
                  </a:lnTo>
                  <a:lnTo>
                    <a:pt x="13712" y="16841"/>
                  </a:lnTo>
                  <a:lnTo>
                    <a:pt x="12317" y="17909"/>
                  </a:lnTo>
                  <a:lnTo>
                    <a:pt x="10962" y="18978"/>
                  </a:lnTo>
                  <a:lnTo>
                    <a:pt x="9587" y="19871"/>
                  </a:lnTo>
                  <a:lnTo>
                    <a:pt x="8333" y="20687"/>
                  </a:lnTo>
                  <a:lnTo>
                    <a:pt x="7119" y="21153"/>
                  </a:lnTo>
                  <a:lnTo>
                    <a:pt x="6047" y="21600"/>
                  </a:lnTo>
                  <a:lnTo>
                    <a:pt x="5097" y="21600"/>
                  </a:lnTo>
                  <a:lnTo>
                    <a:pt x="4328" y="21503"/>
                  </a:lnTo>
                  <a:lnTo>
                    <a:pt x="3539" y="21076"/>
                  </a:lnTo>
                  <a:lnTo>
                    <a:pt x="2953" y="20784"/>
                  </a:lnTo>
                  <a:lnTo>
                    <a:pt x="2366" y="20357"/>
                  </a:lnTo>
                  <a:lnTo>
                    <a:pt x="2002" y="20007"/>
                  </a:lnTo>
                  <a:lnTo>
                    <a:pt x="1517" y="19619"/>
                  </a:lnTo>
                  <a:lnTo>
                    <a:pt x="1153" y="19366"/>
                  </a:lnTo>
                  <a:lnTo>
                    <a:pt x="849" y="18978"/>
                  </a:lnTo>
                  <a:lnTo>
                    <a:pt x="667" y="18725"/>
                  </a:lnTo>
                  <a:lnTo>
                    <a:pt x="222" y="18162"/>
                  </a:lnTo>
                  <a:lnTo>
                    <a:pt x="81" y="17735"/>
                  </a:lnTo>
                  <a:lnTo>
                    <a:pt x="0" y="17482"/>
                  </a:lnTo>
                  <a:lnTo>
                    <a:pt x="0" y="17268"/>
                  </a:lnTo>
                  <a:lnTo>
                    <a:pt x="222" y="17268"/>
                  </a:lnTo>
                  <a:lnTo>
                    <a:pt x="384" y="16996"/>
                  </a:lnTo>
                  <a:lnTo>
                    <a:pt x="1072" y="16996"/>
                  </a:lnTo>
                  <a:lnTo>
                    <a:pt x="1517" y="17268"/>
                  </a:lnTo>
                  <a:lnTo>
                    <a:pt x="1780" y="17424"/>
                  </a:lnTo>
                  <a:lnTo>
                    <a:pt x="2002" y="17657"/>
                  </a:lnTo>
                  <a:lnTo>
                    <a:pt x="2285" y="17987"/>
                  </a:lnTo>
                  <a:lnTo>
                    <a:pt x="2548" y="18376"/>
                  </a:lnTo>
                  <a:lnTo>
                    <a:pt x="2670" y="18725"/>
                  </a:lnTo>
                  <a:lnTo>
                    <a:pt x="3034" y="19055"/>
                  </a:lnTo>
                  <a:lnTo>
                    <a:pt x="3398" y="19191"/>
                  </a:lnTo>
                  <a:lnTo>
                    <a:pt x="3701" y="19444"/>
                  </a:lnTo>
                  <a:lnTo>
                    <a:pt x="4166" y="19541"/>
                  </a:lnTo>
                  <a:lnTo>
                    <a:pt x="4571" y="19619"/>
                  </a:lnTo>
                  <a:lnTo>
                    <a:pt x="5501" y="19619"/>
                  </a:lnTo>
                  <a:lnTo>
                    <a:pt x="5865" y="19444"/>
                  </a:lnTo>
                  <a:lnTo>
                    <a:pt x="6270" y="19366"/>
                  </a:lnTo>
                  <a:lnTo>
                    <a:pt x="6715" y="19153"/>
                  </a:lnTo>
                  <a:lnTo>
                    <a:pt x="7018" y="18978"/>
                  </a:lnTo>
                  <a:lnTo>
                    <a:pt x="7382" y="18725"/>
                  </a:lnTo>
                  <a:lnTo>
                    <a:pt x="7746" y="18453"/>
                  </a:lnTo>
                  <a:lnTo>
                    <a:pt x="7867" y="18240"/>
                  </a:lnTo>
                  <a:lnTo>
                    <a:pt x="8151" y="17909"/>
                  </a:lnTo>
                  <a:lnTo>
                    <a:pt x="8333" y="17482"/>
                  </a:lnTo>
                  <a:lnTo>
                    <a:pt x="8737" y="16996"/>
                  </a:lnTo>
                  <a:lnTo>
                    <a:pt x="9364" y="16453"/>
                  </a:lnTo>
                  <a:lnTo>
                    <a:pt x="10213" y="15812"/>
                  </a:lnTo>
                  <a:lnTo>
                    <a:pt x="11063" y="15035"/>
                  </a:lnTo>
                  <a:lnTo>
                    <a:pt x="11993" y="14219"/>
                  </a:lnTo>
                  <a:lnTo>
                    <a:pt x="12944" y="13364"/>
                  </a:lnTo>
                  <a:lnTo>
                    <a:pt x="14016" y="12587"/>
                  </a:lnTo>
                  <a:lnTo>
                    <a:pt x="14966" y="11655"/>
                  </a:lnTo>
                  <a:lnTo>
                    <a:pt x="15897" y="10839"/>
                  </a:lnTo>
                  <a:lnTo>
                    <a:pt x="16847" y="10023"/>
                  </a:lnTo>
                  <a:lnTo>
                    <a:pt x="17697" y="9207"/>
                  </a:lnTo>
                  <a:lnTo>
                    <a:pt x="18364" y="8314"/>
                  </a:lnTo>
                  <a:lnTo>
                    <a:pt x="18910" y="7576"/>
                  </a:lnTo>
                  <a:lnTo>
                    <a:pt x="19294" y="6896"/>
                  </a:lnTo>
                  <a:lnTo>
                    <a:pt x="19476" y="6332"/>
                  </a:lnTo>
                  <a:lnTo>
                    <a:pt x="19396" y="6080"/>
                  </a:lnTo>
                  <a:lnTo>
                    <a:pt x="19294" y="5866"/>
                  </a:lnTo>
                  <a:lnTo>
                    <a:pt x="19031" y="5439"/>
                  </a:lnTo>
                  <a:lnTo>
                    <a:pt x="18910" y="5128"/>
                  </a:lnTo>
                  <a:lnTo>
                    <a:pt x="18627" y="4526"/>
                  </a:lnTo>
                  <a:lnTo>
                    <a:pt x="18364" y="4060"/>
                  </a:lnTo>
                  <a:lnTo>
                    <a:pt x="18101" y="3555"/>
                  </a:lnTo>
                  <a:lnTo>
                    <a:pt x="17879" y="3069"/>
                  </a:lnTo>
                  <a:lnTo>
                    <a:pt x="17596" y="2525"/>
                  </a:lnTo>
                  <a:lnTo>
                    <a:pt x="17413" y="2001"/>
                  </a:lnTo>
                  <a:lnTo>
                    <a:pt x="17333" y="1535"/>
                  </a:lnTo>
                  <a:lnTo>
                    <a:pt x="17333" y="1068"/>
                  </a:lnTo>
                  <a:lnTo>
                    <a:pt x="17413" y="641"/>
                  </a:lnTo>
                  <a:lnTo>
                    <a:pt x="17596" y="291"/>
                  </a:lnTo>
                  <a:lnTo>
                    <a:pt x="17960" y="78"/>
                  </a:lnTo>
                  <a:lnTo>
                    <a:pt x="18546" y="0"/>
                  </a:lnTo>
                </a:path>
              </a:pathLst>
            </a:custGeom>
            <a:solidFill>
              <a:srgbClr val="9CB8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84" name="Shape 93">
              <a:extLst>
                <a:ext uri="{FF2B5EF4-FFF2-40B4-BE49-F238E27FC236}">
                  <a16:creationId xmlns:a16="http://schemas.microsoft.com/office/drawing/2014/main" id="{D713C3D7-55B2-496B-959D-8DF26F1E0EBB}"/>
                </a:ext>
              </a:extLst>
            </p:cNvPr>
            <p:cNvSpPr/>
            <p:nvPr/>
          </p:nvSpPr>
          <p:spPr>
            <a:xfrm>
              <a:off x="1236662" y="2016125"/>
              <a:ext cx="298092" cy="1123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138"/>
                  </a:lnTo>
                  <a:lnTo>
                    <a:pt x="21236" y="21600"/>
                  </a:lnTo>
                  <a:lnTo>
                    <a:pt x="2004" y="12795"/>
                  </a:lnTo>
                  <a:lnTo>
                    <a:pt x="0" y="0"/>
                  </a:lnTo>
                </a:path>
              </a:pathLst>
            </a:custGeom>
            <a:solidFill>
              <a:srgbClr val="82409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85" name="Shape 94">
              <a:extLst>
                <a:ext uri="{FF2B5EF4-FFF2-40B4-BE49-F238E27FC236}">
                  <a16:creationId xmlns:a16="http://schemas.microsoft.com/office/drawing/2014/main" id="{55E876D1-89AB-4B81-BC00-EBDF26F6A0CD}"/>
                </a:ext>
              </a:extLst>
            </p:cNvPr>
            <p:cNvSpPr/>
            <p:nvPr/>
          </p:nvSpPr>
          <p:spPr>
            <a:xfrm>
              <a:off x="1250950" y="249237"/>
              <a:ext cx="66319" cy="2203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355" y="282"/>
                  </a:moveTo>
                  <a:lnTo>
                    <a:pt x="12774" y="141"/>
                  </a:lnTo>
                  <a:lnTo>
                    <a:pt x="10800" y="141"/>
                  </a:lnTo>
                  <a:lnTo>
                    <a:pt x="8942" y="0"/>
                  </a:lnTo>
                  <a:lnTo>
                    <a:pt x="4529" y="0"/>
                  </a:lnTo>
                  <a:lnTo>
                    <a:pt x="2555" y="141"/>
                  </a:lnTo>
                  <a:lnTo>
                    <a:pt x="929" y="458"/>
                  </a:lnTo>
                  <a:lnTo>
                    <a:pt x="465" y="987"/>
                  </a:lnTo>
                  <a:lnTo>
                    <a:pt x="0" y="1304"/>
                  </a:lnTo>
                  <a:lnTo>
                    <a:pt x="0" y="3277"/>
                  </a:lnTo>
                  <a:lnTo>
                    <a:pt x="929" y="6237"/>
                  </a:lnTo>
                  <a:lnTo>
                    <a:pt x="1510" y="8034"/>
                  </a:lnTo>
                  <a:lnTo>
                    <a:pt x="1974" y="9761"/>
                  </a:lnTo>
                  <a:lnTo>
                    <a:pt x="3019" y="11839"/>
                  </a:lnTo>
                  <a:lnTo>
                    <a:pt x="3600" y="13637"/>
                  </a:lnTo>
                  <a:lnTo>
                    <a:pt x="4065" y="15434"/>
                  </a:lnTo>
                  <a:lnTo>
                    <a:pt x="4877" y="16949"/>
                  </a:lnTo>
                  <a:lnTo>
                    <a:pt x="5342" y="18499"/>
                  </a:lnTo>
                  <a:lnTo>
                    <a:pt x="5806" y="19909"/>
                  </a:lnTo>
                  <a:lnTo>
                    <a:pt x="6387" y="20754"/>
                  </a:lnTo>
                  <a:lnTo>
                    <a:pt x="6852" y="21389"/>
                  </a:lnTo>
                  <a:lnTo>
                    <a:pt x="6852" y="21600"/>
                  </a:lnTo>
                  <a:lnTo>
                    <a:pt x="18697" y="18957"/>
                  </a:lnTo>
                  <a:lnTo>
                    <a:pt x="18232" y="18816"/>
                  </a:lnTo>
                  <a:lnTo>
                    <a:pt x="18232" y="17336"/>
                  </a:lnTo>
                  <a:lnTo>
                    <a:pt x="17187" y="16455"/>
                  </a:lnTo>
                  <a:lnTo>
                    <a:pt x="17187" y="15539"/>
                  </a:lnTo>
                  <a:lnTo>
                    <a:pt x="16606" y="14517"/>
                  </a:lnTo>
                  <a:lnTo>
                    <a:pt x="16606" y="13637"/>
                  </a:lnTo>
                  <a:lnTo>
                    <a:pt x="15677" y="12544"/>
                  </a:lnTo>
                  <a:lnTo>
                    <a:pt x="15097" y="11381"/>
                  </a:lnTo>
                  <a:lnTo>
                    <a:pt x="14632" y="10536"/>
                  </a:lnTo>
                  <a:lnTo>
                    <a:pt x="14400" y="9514"/>
                  </a:lnTo>
                  <a:lnTo>
                    <a:pt x="13819" y="8422"/>
                  </a:lnTo>
                  <a:lnTo>
                    <a:pt x="13819" y="7858"/>
                  </a:lnTo>
                  <a:lnTo>
                    <a:pt x="13355" y="7083"/>
                  </a:lnTo>
                  <a:lnTo>
                    <a:pt x="13355" y="6624"/>
                  </a:lnTo>
                  <a:lnTo>
                    <a:pt x="12774" y="5920"/>
                  </a:lnTo>
                  <a:lnTo>
                    <a:pt x="13819" y="5285"/>
                  </a:lnTo>
                  <a:lnTo>
                    <a:pt x="14632" y="4898"/>
                  </a:lnTo>
                  <a:lnTo>
                    <a:pt x="16606" y="4898"/>
                  </a:lnTo>
                  <a:lnTo>
                    <a:pt x="19510" y="4581"/>
                  </a:lnTo>
                  <a:lnTo>
                    <a:pt x="21600" y="4581"/>
                  </a:lnTo>
                  <a:lnTo>
                    <a:pt x="21019" y="2643"/>
                  </a:lnTo>
                  <a:lnTo>
                    <a:pt x="13355" y="282"/>
                  </a:lnTo>
                </a:path>
              </a:pathLst>
            </a:custGeom>
            <a:solidFill>
              <a:srgbClr val="824094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</p:grpSp>
      <p:grpSp>
        <p:nvGrpSpPr>
          <p:cNvPr id="86" name="Group 132">
            <a:extLst>
              <a:ext uri="{FF2B5EF4-FFF2-40B4-BE49-F238E27FC236}">
                <a16:creationId xmlns:a16="http://schemas.microsoft.com/office/drawing/2014/main" id="{551C00D1-1B51-4E3B-B64A-A523F9F0B81D}"/>
              </a:ext>
            </a:extLst>
          </p:cNvPr>
          <p:cNvGrpSpPr/>
          <p:nvPr/>
        </p:nvGrpSpPr>
        <p:grpSpPr>
          <a:xfrm>
            <a:off x="6096000" y="2171700"/>
            <a:ext cx="2109427" cy="2514600"/>
            <a:chOff x="0" y="0"/>
            <a:chExt cx="2109426" cy="2514600"/>
          </a:xfrm>
        </p:grpSpPr>
        <p:sp>
          <p:nvSpPr>
            <p:cNvPr id="87" name="Shape 96">
              <a:extLst>
                <a:ext uri="{FF2B5EF4-FFF2-40B4-BE49-F238E27FC236}">
                  <a16:creationId xmlns:a16="http://schemas.microsoft.com/office/drawing/2014/main" id="{0D0C65C7-1016-4B72-BDD5-3C2A927C69FA}"/>
                </a:ext>
              </a:extLst>
            </p:cNvPr>
            <p:cNvSpPr/>
            <p:nvPr/>
          </p:nvSpPr>
          <p:spPr>
            <a:xfrm>
              <a:off x="0" y="0"/>
              <a:ext cx="1219200" cy="2514600"/>
            </a:xfrm>
            <a:prstGeom prst="roundRect">
              <a:avLst>
                <a:gd name="adj" fmla="val 13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grpSp>
          <p:nvGrpSpPr>
            <p:cNvPr id="88" name="Group 131">
              <a:extLst>
                <a:ext uri="{FF2B5EF4-FFF2-40B4-BE49-F238E27FC236}">
                  <a16:creationId xmlns:a16="http://schemas.microsoft.com/office/drawing/2014/main" id="{94257284-3C62-4453-9951-D24C65E70CBB}"/>
                </a:ext>
              </a:extLst>
            </p:cNvPr>
            <p:cNvGrpSpPr/>
            <p:nvPr/>
          </p:nvGrpSpPr>
          <p:grpSpPr>
            <a:xfrm>
              <a:off x="838200" y="228600"/>
              <a:ext cx="1271227" cy="2184041"/>
              <a:chOff x="0" y="0"/>
              <a:chExt cx="1271226" cy="2184040"/>
            </a:xfrm>
          </p:grpSpPr>
          <p:sp>
            <p:nvSpPr>
              <p:cNvPr id="89" name="Shape 97">
                <a:extLst>
                  <a:ext uri="{FF2B5EF4-FFF2-40B4-BE49-F238E27FC236}">
                    <a16:creationId xmlns:a16="http://schemas.microsoft.com/office/drawing/2014/main" id="{241B11BD-C01B-421C-8A17-4812913955D5}"/>
                  </a:ext>
                </a:extLst>
              </p:cNvPr>
              <p:cNvSpPr/>
              <p:nvPr/>
            </p:nvSpPr>
            <p:spPr>
              <a:xfrm>
                <a:off x="876300" y="1957387"/>
                <a:ext cx="299679" cy="710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868"/>
                    </a:lnTo>
                    <a:lnTo>
                      <a:pt x="20978" y="21600"/>
                    </a:lnTo>
                    <a:lnTo>
                      <a:pt x="2046" y="21057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6D2E7A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90" name="Shape 98">
                <a:extLst>
                  <a:ext uri="{FF2B5EF4-FFF2-40B4-BE49-F238E27FC236}">
                    <a16:creationId xmlns:a16="http://schemas.microsoft.com/office/drawing/2014/main" id="{C3D2B0B3-2415-4578-9994-9E56022F1521}"/>
                  </a:ext>
                </a:extLst>
              </p:cNvPr>
              <p:cNvSpPr/>
              <p:nvPr/>
            </p:nvSpPr>
            <p:spPr>
              <a:xfrm>
                <a:off x="560387" y="401637"/>
                <a:ext cx="679091" cy="16744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07" y="0"/>
                    </a:moveTo>
                    <a:lnTo>
                      <a:pt x="12752" y="0"/>
                    </a:lnTo>
                    <a:lnTo>
                      <a:pt x="15075" y="910"/>
                    </a:lnTo>
                    <a:lnTo>
                      <a:pt x="18864" y="1082"/>
                    </a:lnTo>
                    <a:lnTo>
                      <a:pt x="21600" y="2425"/>
                    </a:lnTo>
                    <a:lnTo>
                      <a:pt x="19677" y="5509"/>
                    </a:lnTo>
                    <a:lnTo>
                      <a:pt x="13484" y="7065"/>
                    </a:lnTo>
                    <a:lnTo>
                      <a:pt x="18532" y="12635"/>
                    </a:lnTo>
                    <a:lnTo>
                      <a:pt x="12626" y="20991"/>
                    </a:lnTo>
                    <a:lnTo>
                      <a:pt x="8951" y="21600"/>
                    </a:lnTo>
                    <a:lnTo>
                      <a:pt x="1488" y="20991"/>
                    </a:lnTo>
                    <a:lnTo>
                      <a:pt x="0" y="9908"/>
                    </a:lnTo>
                    <a:lnTo>
                      <a:pt x="1007" y="0"/>
                    </a:lnTo>
                  </a:path>
                </a:pathLst>
              </a:custGeom>
              <a:solidFill>
                <a:srgbClr val="D175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91" name="Shape 99">
                <a:extLst>
                  <a:ext uri="{FF2B5EF4-FFF2-40B4-BE49-F238E27FC236}">
                    <a16:creationId xmlns:a16="http://schemas.microsoft.com/office/drawing/2014/main" id="{63247A69-FA86-4321-BF8E-31572CAFC7B7}"/>
                  </a:ext>
                </a:extLst>
              </p:cNvPr>
              <p:cNvSpPr/>
              <p:nvPr/>
            </p:nvSpPr>
            <p:spPr>
              <a:xfrm>
                <a:off x="711200" y="12699"/>
                <a:ext cx="333016" cy="4425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337" y="17634"/>
                    </a:moveTo>
                    <a:lnTo>
                      <a:pt x="19337" y="17477"/>
                    </a:lnTo>
                    <a:lnTo>
                      <a:pt x="19431" y="17319"/>
                    </a:lnTo>
                    <a:lnTo>
                      <a:pt x="19547" y="17055"/>
                    </a:lnTo>
                    <a:lnTo>
                      <a:pt x="19757" y="16827"/>
                    </a:lnTo>
                    <a:lnTo>
                      <a:pt x="19851" y="16354"/>
                    </a:lnTo>
                    <a:lnTo>
                      <a:pt x="20154" y="15932"/>
                    </a:lnTo>
                    <a:lnTo>
                      <a:pt x="20317" y="15424"/>
                    </a:lnTo>
                    <a:lnTo>
                      <a:pt x="20527" y="14880"/>
                    </a:lnTo>
                    <a:lnTo>
                      <a:pt x="20947" y="13722"/>
                    </a:lnTo>
                    <a:lnTo>
                      <a:pt x="21040" y="13142"/>
                    </a:lnTo>
                    <a:lnTo>
                      <a:pt x="21297" y="12563"/>
                    </a:lnTo>
                    <a:lnTo>
                      <a:pt x="21297" y="11862"/>
                    </a:lnTo>
                    <a:lnTo>
                      <a:pt x="21507" y="11353"/>
                    </a:lnTo>
                    <a:lnTo>
                      <a:pt x="21600" y="10844"/>
                    </a:lnTo>
                    <a:lnTo>
                      <a:pt x="21600" y="10388"/>
                    </a:lnTo>
                    <a:lnTo>
                      <a:pt x="21507" y="9879"/>
                    </a:lnTo>
                    <a:lnTo>
                      <a:pt x="21413" y="9300"/>
                    </a:lnTo>
                    <a:lnTo>
                      <a:pt x="21297" y="8791"/>
                    </a:lnTo>
                    <a:lnTo>
                      <a:pt x="21203" y="8177"/>
                    </a:lnTo>
                    <a:lnTo>
                      <a:pt x="20947" y="7598"/>
                    </a:lnTo>
                    <a:lnTo>
                      <a:pt x="20830" y="7089"/>
                    </a:lnTo>
                    <a:lnTo>
                      <a:pt x="20737" y="6580"/>
                    </a:lnTo>
                    <a:lnTo>
                      <a:pt x="20620" y="6036"/>
                    </a:lnTo>
                    <a:lnTo>
                      <a:pt x="20410" y="5545"/>
                    </a:lnTo>
                    <a:lnTo>
                      <a:pt x="20224" y="5106"/>
                    </a:lnTo>
                    <a:lnTo>
                      <a:pt x="20154" y="4650"/>
                    </a:lnTo>
                    <a:lnTo>
                      <a:pt x="20060" y="4457"/>
                    </a:lnTo>
                    <a:lnTo>
                      <a:pt x="19851" y="4071"/>
                    </a:lnTo>
                    <a:lnTo>
                      <a:pt x="19851" y="3755"/>
                    </a:lnTo>
                    <a:lnTo>
                      <a:pt x="13436" y="0"/>
                    </a:lnTo>
                    <a:lnTo>
                      <a:pt x="9400" y="0"/>
                    </a:lnTo>
                    <a:lnTo>
                      <a:pt x="5482" y="3562"/>
                    </a:lnTo>
                    <a:lnTo>
                      <a:pt x="1749" y="9949"/>
                    </a:lnTo>
                    <a:lnTo>
                      <a:pt x="8048" y="12669"/>
                    </a:lnTo>
                    <a:lnTo>
                      <a:pt x="8934" y="16354"/>
                    </a:lnTo>
                    <a:lnTo>
                      <a:pt x="3032" y="16318"/>
                    </a:lnTo>
                    <a:lnTo>
                      <a:pt x="0" y="17634"/>
                    </a:lnTo>
                    <a:lnTo>
                      <a:pt x="653" y="20354"/>
                    </a:lnTo>
                    <a:lnTo>
                      <a:pt x="7651" y="21600"/>
                    </a:lnTo>
                    <a:lnTo>
                      <a:pt x="13739" y="21389"/>
                    </a:lnTo>
                    <a:lnTo>
                      <a:pt x="19337" y="17634"/>
                    </a:lnTo>
                  </a:path>
                </a:pathLst>
              </a:custGeom>
              <a:solidFill>
                <a:srgbClr val="F7919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92" name="Shape 100">
                <a:extLst>
                  <a:ext uri="{FF2B5EF4-FFF2-40B4-BE49-F238E27FC236}">
                    <a16:creationId xmlns:a16="http://schemas.microsoft.com/office/drawing/2014/main" id="{E341AE07-ADC9-40C4-ABA2-C734FCE5A585}"/>
                  </a:ext>
                </a:extLst>
              </p:cNvPr>
              <p:cNvSpPr/>
              <p:nvPr/>
            </p:nvSpPr>
            <p:spPr>
              <a:xfrm>
                <a:off x="573087" y="277812"/>
                <a:ext cx="121880" cy="185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6884"/>
                    </a:moveTo>
                    <a:lnTo>
                      <a:pt x="2096" y="0"/>
                    </a:lnTo>
                    <a:lnTo>
                      <a:pt x="20329" y="0"/>
                    </a:lnTo>
                    <a:lnTo>
                      <a:pt x="21600" y="16884"/>
                    </a:lnTo>
                    <a:lnTo>
                      <a:pt x="10927" y="20211"/>
                    </a:lnTo>
                    <a:lnTo>
                      <a:pt x="826" y="21600"/>
                    </a:lnTo>
                    <a:lnTo>
                      <a:pt x="0" y="16884"/>
                    </a:lnTo>
                  </a:path>
                </a:pathLst>
              </a:custGeom>
              <a:solidFill>
                <a:srgbClr val="F7919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93" name="Shape 101">
                <a:extLst>
                  <a:ext uri="{FF2B5EF4-FFF2-40B4-BE49-F238E27FC236}">
                    <a16:creationId xmlns:a16="http://schemas.microsoft.com/office/drawing/2014/main" id="{0CB86B04-6137-4AA6-8E36-B84B20F4CD96}"/>
                  </a:ext>
                </a:extLst>
              </p:cNvPr>
              <p:cNvSpPr/>
              <p:nvPr/>
            </p:nvSpPr>
            <p:spPr>
              <a:xfrm>
                <a:off x="555625" y="255587"/>
                <a:ext cx="450491" cy="5092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4" y="2626"/>
                    </a:moveTo>
                    <a:lnTo>
                      <a:pt x="794" y="2595"/>
                    </a:lnTo>
                    <a:lnTo>
                      <a:pt x="1018" y="2595"/>
                    </a:lnTo>
                    <a:lnTo>
                      <a:pt x="1242" y="2458"/>
                    </a:lnTo>
                    <a:lnTo>
                      <a:pt x="1587" y="2381"/>
                    </a:lnTo>
                    <a:lnTo>
                      <a:pt x="1898" y="2259"/>
                    </a:lnTo>
                    <a:lnTo>
                      <a:pt x="2312" y="2122"/>
                    </a:lnTo>
                    <a:lnTo>
                      <a:pt x="2795" y="2046"/>
                    </a:lnTo>
                    <a:lnTo>
                      <a:pt x="3330" y="1984"/>
                    </a:lnTo>
                    <a:lnTo>
                      <a:pt x="3761" y="1878"/>
                    </a:lnTo>
                    <a:lnTo>
                      <a:pt x="4606" y="1878"/>
                    </a:lnTo>
                    <a:lnTo>
                      <a:pt x="5020" y="1984"/>
                    </a:lnTo>
                    <a:lnTo>
                      <a:pt x="5331" y="2046"/>
                    </a:lnTo>
                    <a:lnTo>
                      <a:pt x="5676" y="2320"/>
                    </a:lnTo>
                    <a:lnTo>
                      <a:pt x="5900" y="2595"/>
                    </a:lnTo>
                    <a:lnTo>
                      <a:pt x="6056" y="2961"/>
                    </a:lnTo>
                    <a:lnTo>
                      <a:pt x="6125" y="3328"/>
                    </a:lnTo>
                    <a:lnTo>
                      <a:pt x="6125" y="3740"/>
                    </a:lnTo>
                    <a:lnTo>
                      <a:pt x="6211" y="4244"/>
                    </a:lnTo>
                    <a:lnTo>
                      <a:pt x="6280" y="4808"/>
                    </a:lnTo>
                    <a:lnTo>
                      <a:pt x="6280" y="6472"/>
                    </a:lnTo>
                    <a:lnTo>
                      <a:pt x="6349" y="7068"/>
                    </a:lnTo>
                    <a:lnTo>
                      <a:pt x="6349" y="9037"/>
                    </a:lnTo>
                    <a:lnTo>
                      <a:pt x="6280" y="9434"/>
                    </a:lnTo>
                    <a:lnTo>
                      <a:pt x="6280" y="10304"/>
                    </a:lnTo>
                    <a:lnTo>
                      <a:pt x="6211" y="10579"/>
                    </a:lnTo>
                    <a:lnTo>
                      <a:pt x="6349" y="11082"/>
                    </a:lnTo>
                    <a:lnTo>
                      <a:pt x="6539" y="11724"/>
                    </a:lnTo>
                    <a:lnTo>
                      <a:pt x="6918" y="12639"/>
                    </a:lnTo>
                    <a:lnTo>
                      <a:pt x="7263" y="13586"/>
                    </a:lnTo>
                    <a:lnTo>
                      <a:pt x="7798" y="14624"/>
                    </a:lnTo>
                    <a:lnTo>
                      <a:pt x="8212" y="15708"/>
                    </a:lnTo>
                    <a:lnTo>
                      <a:pt x="8868" y="16853"/>
                    </a:lnTo>
                    <a:lnTo>
                      <a:pt x="9351" y="17830"/>
                    </a:lnTo>
                    <a:lnTo>
                      <a:pt x="9972" y="18837"/>
                    </a:lnTo>
                    <a:lnTo>
                      <a:pt x="10541" y="19692"/>
                    </a:lnTo>
                    <a:lnTo>
                      <a:pt x="11180" y="20531"/>
                    </a:lnTo>
                    <a:lnTo>
                      <a:pt x="11594" y="21035"/>
                    </a:lnTo>
                    <a:lnTo>
                      <a:pt x="12163" y="21478"/>
                    </a:lnTo>
                    <a:lnTo>
                      <a:pt x="12629" y="21600"/>
                    </a:lnTo>
                    <a:lnTo>
                      <a:pt x="13043" y="21478"/>
                    </a:lnTo>
                    <a:lnTo>
                      <a:pt x="13198" y="21310"/>
                    </a:lnTo>
                    <a:lnTo>
                      <a:pt x="13422" y="21173"/>
                    </a:lnTo>
                    <a:lnTo>
                      <a:pt x="13681" y="21035"/>
                    </a:lnTo>
                    <a:lnTo>
                      <a:pt x="13992" y="20837"/>
                    </a:lnTo>
                    <a:lnTo>
                      <a:pt x="14371" y="20669"/>
                    </a:lnTo>
                    <a:lnTo>
                      <a:pt x="14716" y="20531"/>
                    </a:lnTo>
                    <a:lnTo>
                      <a:pt x="15096" y="20394"/>
                    </a:lnTo>
                    <a:lnTo>
                      <a:pt x="15510" y="20257"/>
                    </a:lnTo>
                    <a:lnTo>
                      <a:pt x="15855" y="20058"/>
                    </a:lnTo>
                    <a:lnTo>
                      <a:pt x="16304" y="19890"/>
                    </a:lnTo>
                    <a:lnTo>
                      <a:pt x="16649" y="19692"/>
                    </a:lnTo>
                    <a:lnTo>
                      <a:pt x="17114" y="19554"/>
                    </a:lnTo>
                    <a:lnTo>
                      <a:pt x="17373" y="19310"/>
                    </a:lnTo>
                    <a:lnTo>
                      <a:pt x="17822" y="19173"/>
                    </a:lnTo>
                    <a:lnTo>
                      <a:pt x="18029" y="18974"/>
                    </a:lnTo>
                    <a:lnTo>
                      <a:pt x="18408" y="18837"/>
                    </a:lnTo>
                    <a:lnTo>
                      <a:pt x="18633" y="18669"/>
                    </a:lnTo>
                    <a:lnTo>
                      <a:pt x="19116" y="18333"/>
                    </a:lnTo>
                    <a:lnTo>
                      <a:pt x="19426" y="18074"/>
                    </a:lnTo>
                    <a:lnTo>
                      <a:pt x="19685" y="17906"/>
                    </a:lnTo>
                    <a:lnTo>
                      <a:pt x="20151" y="17631"/>
                    </a:lnTo>
                    <a:lnTo>
                      <a:pt x="20496" y="17433"/>
                    </a:lnTo>
                    <a:lnTo>
                      <a:pt x="20789" y="17127"/>
                    </a:lnTo>
                    <a:lnTo>
                      <a:pt x="20979" y="16853"/>
                    </a:lnTo>
                    <a:lnTo>
                      <a:pt x="21203" y="16547"/>
                    </a:lnTo>
                    <a:lnTo>
                      <a:pt x="21445" y="16273"/>
                    </a:lnTo>
                    <a:lnTo>
                      <a:pt x="21600" y="15769"/>
                    </a:lnTo>
                    <a:lnTo>
                      <a:pt x="21203" y="15463"/>
                    </a:lnTo>
                    <a:lnTo>
                      <a:pt x="20789" y="15204"/>
                    </a:lnTo>
                    <a:lnTo>
                      <a:pt x="20341" y="15128"/>
                    </a:lnTo>
                    <a:lnTo>
                      <a:pt x="19996" y="15128"/>
                    </a:lnTo>
                    <a:lnTo>
                      <a:pt x="19685" y="15265"/>
                    </a:lnTo>
                    <a:lnTo>
                      <a:pt x="19271" y="15509"/>
                    </a:lnTo>
                    <a:lnTo>
                      <a:pt x="19047" y="15769"/>
                    </a:lnTo>
                    <a:lnTo>
                      <a:pt x="18822" y="15906"/>
                    </a:lnTo>
                    <a:lnTo>
                      <a:pt x="18546" y="15982"/>
                    </a:lnTo>
                    <a:lnTo>
                      <a:pt x="18253" y="16105"/>
                    </a:lnTo>
                    <a:lnTo>
                      <a:pt x="17908" y="16211"/>
                    </a:lnTo>
                    <a:lnTo>
                      <a:pt x="17442" y="16273"/>
                    </a:lnTo>
                    <a:lnTo>
                      <a:pt x="17114" y="16410"/>
                    </a:lnTo>
                    <a:lnTo>
                      <a:pt x="16649" y="16547"/>
                    </a:lnTo>
                    <a:lnTo>
                      <a:pt x="16304" y="16685"/>
                    </a:lnTo>
                    <a:lnTo>
                      <a:pt x="15820" y="16792"/>
                    </a:lnTo>
                    <a:lnTo>
                      <a:pt x="15355" y="16853"/>
                    </a:lnTo>
                    <a:lnTo>
                      <a:pt x="14872" y="17051"/>
                    </a:lnTo>
                    <a:lnTo>
                      <a:pt x="14492" y="17188"/>
                    </a:lnTo>
                    <a:lnTo>
                      <a:pt x="14061" y="17265"/>
                    </a:lnTo>
                    <a:lnTo>
                      <a:pt x="13767" y="17433"/>
                    </a:lnTo>
                    <a:lnTo>
                      <a:pt x="13353" y="17631"/>
                    </a:lnTo>
                    <a:lnTo>
                      <a:pt x="13112" y="17830"/>
                    </a:lnTo>
                    <a:lnTo>
                      <a:pt x="12698" y="17967"/>
                    </a:lnTo>
                    <a:lnTo>
                      <a:pt x="12249" y="17967"/>
                    </a:lnTo>
                    <a:lnTo>
                      <a:pt x="11835" y="17768"/>
                    </a:lnTo>
                    <a:lnTo>
                      <a:pt x="11456" y="17433"/>
                    </a:lnTo>
                    <a:lnTo>
                      <a:pt x="11266" y="17127"/>
                    </a:lnTo>
                    <a:lnTo>
                      <a:pt x="11111" y="16853"/>
                    </a:lnTo>
                    <a:lnTo>
                      <a:pt x="10886" y="16547"/>
                    </a:lnTo>
                    <a:lnTo>
                      <a:pt x="10731" y="16211"/>
                    </a:lnTo>
                    <a:lnTo>
                      <a:pt x="10541" y="15769"/>
                    </a:lnTo>
                    <a:lnTo>
                      <a:pt x="10386" y="15402"/>
                    </a:lnTo>
                    <a:lnTo>
                      <a:pt x="10162" y="14929"/>
                    </a:lnTo>
                    <a:lnTo>
                      <a:pt x="10006" y="14563"/>
                    </a:lnTo>
                    <a:lnTo>
                      <a:pt x="9817" y="13922"/>
                    </a:lnTo>
                    <a:lnTo>
                      <a:pt x="9661" y="13204"/>
                    </a:lnTo>
                    <a:lnTo>
                      <a:pt x="9506" y="12304"/>
                    </a:lnTo>
                    <a:lnTo>
                      <a:pt x="9282" y="11296"/>
                    </a:lnTo>
                    <a:lnTo>
                      <a:pt x="9161" y="10136"/>
                    </a:lnTo>
                    <a:lnTo>
                      <a:pt x="9092" y="9037"/>
                    </a:lnTo>
                    <a:lnTo>
                      <a:pt x="8937" y="7877"/>
                    </a:lnTo>
                    <a:lnTo>
                      <a:pt x="8868" y="6732"/>
                    </a:lnTo>
                    <a:lnTo>
                      <a:pt x="8643" y="5526"/>
                    </a:lnTo>
                    <a:lnTo>
                      <a:pt x="8454" y="4442"/>
                    </a:lnTo>
                    <a:lnTo>
                      <a:pt x="8298" y="3328"/>
                    </a:lnTo>
                    <a:lnTo>
                      <a:pt x="8143" y="2458"/>
                    </a:lnTo>
                    <a:lnTo>
                      <a:pt x="7833" y="1679"/>
                    </a:lnTo>
                    <a:lnTo>
                      <a:pt x="7643" y="1038"/>
                    </a:lnTo>
                    <a:lnTo>
                      <a:pt x="7350" y="595"/>
                    </a:lnTo>
                    <a:lnTo>
                      <a:pt x="7073" y="397"/>
                    </a:lnTo>
                    <a:lnTo>
                      <a:pt x="6625" y="260"/>
                    </a:lnTo>
                    <a:lnTo>
                      <a:pt x="6280" y="198"/>
                    </a:lnTo>
                    <a:lnTo>
                      <a:pt x="5831" y="122"/>
                    </a:lnTo>
                    <a:lnTo>
                      <a:pt x="5400" y="61"/>
                    </a:lnTo>
                    <a:lnTo>
                      <a:pt x="4917" y="0"/>
                    </a:lnTo>
                    <a:lnTo>
                      <a:pt x="3968" y="0"/>
                    </a:lnTo>
                    <a:lnTo>
                      <a:pt x="3519" y="61"/>
                    </a:lnTo>
                    <a:lnTo>
                      <a:pt x="3036" y="61"/>
                    </a:lnTo>
                    <a:lnTo>
                      <a:pt x="2536" y="122"/>
                    </a:lnTo>
                    <a:lnTo>
                      <a:pt x="2088" y="122"/>
                    </a:lnTo>
                    <a:lnTo>
                      <a:pt x="1812" y="260"/>
                    </a:lnTo>
                    <a:lnTo>
                      <a:pt x="1432" y="336"/>
                    </a:lnTo>
                    <a:lnTo>
                      <a:pt x="1173" y="458"/>
                    </a:lnTo>
                    <a:lnTo>
                      <a:pt x="949" y="595"/>
                    </a:lnTo>
                    <a:lnTo>
                      <a:pt x="794" y="763"/>
                    </a:lnTo>
                    <a:lnTo>
                      <a:pt x="518" y="1038"/>
                    </a:lnTo>
                    <a:lnTo>
                      <a:pt x="293" y="1404"/>
                    </a:lnTo>
                    <a:lnTo>
                      <a:pt x="138" y="1740"/>
                    </a:lnTo>
                    <a:lnTo>
                      <a:pt x="69" y="2122"/>
                    </a:lnTo>
                    <a:lnTo>
                      <a:pt x="0" y="2381"/>
                    </a:lnTo>
                    <a:lnTo>
                      <a:pt x="138" y="2595"/>
                    </a:lnTo>
                    <a:lnTo>
                      <a:pt x="380" y="2687"/>
                    </a:lnTo>
                    <a:lnTo>
                      <a:pt x="794" y="2626"/>
                    </a:lnTo>
                  </a:path>
                </a:pathLst>
              </a:custGeom>
              <a:solidFill>
                <a:srgbClr val="82409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94" name="Shape 102">
                <a:extLst>
                  <a:ext uri="{FF2B5EF4-FFF2-40B4-BE49-F238E27FC236}">
                    <a16:creationId xmlns:a16="http://schemas.microsoft.com/office/drawing/2014/main" id="{B9B01B93-8BAB-4BE7-A948-F21ADE5ED17B}"/>
                  </a:ext>
                </a:extLst>
              </p:cNvPr>
              <p:cNvSpPr/>
              <p:nvPr/>
            </p:nvSpPr>
            <p:spPr>
              <a:xfrm>
                <a:off x="900112" y="1068387"/>
                <a:ext cx="113943" cy="8981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664" y="650"/>
                    </a:moveTo>
                    <a:lnTo>
                      <a:pt x="10936" y="693"/>
                    </a:lnTo>
                    <a:lnTo>
                      <a:pt x="11683" y="884"/>
                    </a:lnTo>
                    <a:lnTo>
                      <a:pt x="12634" y="1204"/>
                    </a:lnTo>
                    <a:lnTo>
                      <a:pt x="14468" y="1742"/>
                    </a:lnTo>
                    <a:lnTo>
                      <a:pt x="16166" y="2374"/>
                    </a:lnTo>
                    <a:lnTo>
                      <a:pt x="17796" y="3136"/>
                    </a:lnTo>
                    <a:lnTo>
                      <a:pt x="19358" y="4107"/>
                    </a:lnTo>
                    <a:lnTo>
                      <a:pt x="20717" y="5311"/>
                    </a:lnTo>
                    <a:lnTo>
                      <a:pt x="21328" y="6576"/>
                    </a:lnTo>
                    <a:lnTo>
                      <a:pt x="21600" y="8101"/>
                    </a:lnTo>
                    <a:lnTo>
                      <a:pt x="21057" y="9799"/>
                    </a:lnTo>
                    <a:lnTo>
                      <a:pt x="19970" y="11688"/>
                    </a:lnTo>
                    <a:lnTo>
                      <a:pt x="17525" y="13794"/>
                    </a:lnTo>
                    <a:lnTo>
                      <a:pt x="14128" y="16081"/>
                    </a:lnTo>
                    <a:lnTo>
                      <a:pt x="9442" y="18628"/>
                    </a:lnTo>
                    <a:lnTo>
                      <a:pt x="3328" y="21409"/>
                    </a:lnTo>
                    <a:lnTo>
                      <a:pt x="2853" y="21487"/>
                    </a:lnTo>
                    <a:lnTo>
                      <a:pt x="1970" y="21600"/>
                    </a:lnTo>
                    <a:lnTo>
                      <a:pt x="1358" y="21531"/>
                    </a:lnTo>
                    <a:lnTo>
                      <a:pt x="747" y="21409"/>
                    </a:lnTo>
                    <a:lnTo>
                      <a:pt x="136" y="21279"/>
                    </a:lnTo>
                    <a:lnTo>
                      <a:pt x="0" y="21089"/>
                    </a:lnTo>
                    <a:lnTo>
                      <a:pt x="0" y="20266"/>
                    </a:lnTo>
                    <a:lnTo>
                      <a:pt x="747" y="19711"/>
                    </a:lnTo>
                    <a:lnTo>
                      <a:pt x="1630" y="18914"/>
                    </a:lnTo>
                    <a:lnTo>
                      <a:pt x="3328" y="17978"/>
                    </a:lnTo>
                    <a:lnTo>
                      <a:pt x="5162" y="16921"/>
                    </a:lnTo>
                    <a:lnTo>
                      <a:pt x="6860" y="15726"/>
                    </a:lnTo>
                    <a:lnTo>
                      <a:pt x="8355" y="14426"/>
                    </a:lnTo>
                    <a:lnTo>
                      <a:pt x="10325" y="13031"/>
                    </a:lnTo>
                    <a:lnTo>
                      <a:pt x="11275" y="11541"/>
                    </a:lnTo>
                    <a:lnTo>
                      <a:pt x="11683" y="10033"/>
                    </a:lnTo>
                    <a:lnTo>
                      <a:pt x="12023" y="8430"/>
                    </a:lnTo>
                    <a:lnTo>
                      <a:pt x="11683" y="6862"/>
                    </a:lnTo>
                    <a:lnTo>
                      <a:pt x="10325" y="5233"/>
                    </a:lnTo>
                    <a:lnTo>
                      <a:pt x="8355" y="3630"/>
                    </a:lnTo>
                    <a:lnTo>
                      <a:pt x="5434" y="2071"/>
                    </a:lnTo>
                    <a:lnTo>
                      <a:pt x="1358" y="546"/>
                    </a:lnTo>
                    <a:lnTo>
                      <a:pt x="1358" y="477"/>
                    </a:lnTo>
                    <a:lnTo>
                      <a:pt x="1630" y="321"/>
                    </a:lnTo>
                    <a:lnTo>
                      <a:pt x="2242" y="208"/>
                    </a:lnTo>
                    <a:lnTo>
                      <a:pt x="3328" y="113"/>
                    </a:lnTo>
                    <a:lnTo>
                      <a:pt x="4211" y="0"/>
                    </a:lnTo>
                    <a:lnTo>
                      <a:pt x="5909" y="69"/>
                    </a:lnTo>
                    <a:lnTo>
                      <a:pt x="6860" y="113"/>
                    </a:lnTo>
                    <a:lnTo>
                      <a:pt x="8083" y="243"/>
                    </a:lnTo>
                    <a:lnTo>
                      <a:pt x="9442" y="399"/>
                    </a:lnTo>
                    <a:lnTo>
                      <a:pt x="10664" y="650"/>
                    </a:lnTo>
                  </a:path>
                </a:pathLst>
              </a:custGeom>
              <a:solidFill>
                <a:srgbClr val="EB99C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95" name="Shape 103">
                <a:extLst>
                  <a:ext uri="{FF2B5EF4-FFF2-40B4-BE49-F238E27FC236}">
                    <a16:creationId xmlns:a16="http://schemas.microsoft.com/office/drawing/2014/main" id="{7F2913A7-664F-4C9C-9983-46A85C4A20AB}"/>
                  </a:ext>
                </a:extLst>
              </p:cNvPr>
              <p:cNvSpPr/>
              <p:nvPr/>
            </p:nvSpPr>
            <p:spPr>
              <a:xfrm>
                <a:off x="528637" y="1317625"/>
                <a:ext cx="174266" cy="7616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48" y="2337"/>
                    </a:moveTo>
                    <a:lnTo>
                      <a:pt x="759" y="2428"/>
                    </a:lnTo>
                    <a:lnTo>
                      <a:pt x="759" y="2765"/>
                    </a:lnTo>
                    <a:lnTo>
                      <a:pt x="580" y="3285"/>
                    </a:lnTo>
                    <a:lnTo>
                      <a:pt x="357" y="4051"/>
                    </a:lnTo>
                    <a:lnTo>
                      <a:pt x="179" y="4908"/>
                    </a:lnTo>
                    <a:lnTo>
                      <a:pt x="179" y="5989"/>
                    </a:lnTo>
                    <a:lnTo>
                      <a:pt x="0" y="7132"/>
                    </a:lnTo>
                    <a:lnTo>
                      <a:pt x="357" y="8509"/>
                    </a:lnTo>
                    <a:lnTo>
                      <a:pt x="357" y="9887"/>
                    </a:lnTo>
                    <a:lnTo>
                      <a:pt x="759" y="11417"/>
                    </a:lnTo>
                    <a:lnTo>
                      <a:pt x="1250" y="12989"/>
                    </a:lnTo>
                    <a:lnTo>
                      <a:pt x="2455" y="14682"/>
                    </a:lnTo>
                    <a:lnTo>
                      <a:pt x="3347" y="16396"/>
                    </a:lnTo>
                    <a:lnTo>
                      <a:pt x="4641" y="18100"/>
                    </a:lnTo>
                    <a:lnTo>
                      <a:pt x="6426" y="19814"/>
                    </a:lnTo>
                    <a:lnTo>
                      <a:pt x="8613" y="21600"/>
                    </a:lnTo>
                    <a:lnTo>
                      <a:pt x="21600" y="20825"/>
                    </a:lnTo>
                    <a:lnTo>
                      <a:pt x="19860" y="19457"/>
                    </a:lnTo>
                    <a:lnTo>
                      <a:pt x="18342" y="18264"/>
                    </a:lnTo>
                    <a:lnTo>
                      <a:pt x="16869" y="17070"/>
                    </a:lnTo>
                    <a:lnTo>
                      <a:pt x="15798" y="15917"/>
                    </a:lnTo>
                    <a:lnTo>
                      <a:pt x="14370" y="14744"/>
                    </a:lnTo>
                    <a:lnTo>
                      <a:pt x="13522" y="13642"/>
                    </a:lnTo>
                    <a:lnTo>
                      <a:pt x="12362" y="12519"/>
                    </a:lnTo>
                    <a:lnTo>
                      <a:pt x="11871" y="11417"/>
                    </a:lnTo>
                    <a:lnTo>
                      <a:pt x="11246" y="10224"/>
                    </a:lnTo>
                    <a:lnTo>
                      <a:pt x="10889" y="9030"/>
                    </a:lnTo>
                    <a:lnTo>
                      <a:pt x="10666" y="7744"/>
                    </a:lnTo>
                    <a:lnTo>
                      <a:pt x="10666" y="4949"/>
                    </a:lnTo>
                    <a:lnTo>
                      <a:pt x="11068" y="3418"/>
                    </a:lnTo>
                    <a:lnTo>
                      <a:pt x="11469" y="1724"/>
                    </a:lnTo>
                    <a:lnTo>
                      <a:pt x="12362" y="0"/>
                    </a:lnTo>
                    <a:lnTo>
                      <a:pt x="848" y="2337"/>
                    </a:lnTo>
                  </a:path>
                </a:pathLst>
              </a:custGeom>
              <a:solidFill>
                <a:srgbClr val="82409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96" name="Shape 104">
                <a:extLst>
                  <a:ext uri="{FF2B5EF4-FFF2-40B4-BE49-F238E27FC236}">
                    <a16:creationId xmlns:a16="http://schemas.microsoft.com/office/drawing/2014/main" id="{72C091EB-8C3C-47D1-B489-6651CEAA07B9}"/>
                  </a:ext>
                </a:extLst>
              </p:cNvPr>
              <p:cNvSpPr/>
              <p:nvPr/>
            </p:nvSpPr>
            <p:spPr>
              <a:xfrm>
                <a:off x="914400" y="938212"/>
                <a:ext cx="286977" cy="11061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184" y="928"/>
                    </a:moveTo>
                    <a:lnTo>
                      <a:pt x="4293" y="1020"/>
                    </a:lnTo>
                    <a:lnTo>
                      <a:pt x="4836" y="1315"/>
                    </a:lnTo>
                    <a:lnTo>
                      <a:pt x="5678" y="1794"/>
                    </a:lnTo>
                    <a:lnTo>
                      <a:pt x="6684" y="2462"/>
                    </a:lnTo>
                    <a:lnTo>
                      <a:pt x="7716" y="3292"/>
                    </a:lnTo>
                    <a:lnTo>
                      <a:pt x="8722" y="4297"/>
                    </a:lnTo>
                    <a:lnTo>
                      <a:pt x="9618" y="5416"/>
                    </a:lnTo>
                    <a:lnTo>
                      <a:pt x="10406" y="6745"/>
                    </a:lnTo>
                    <a:lnTo>
                      <a:pt x="10868" y="8187"/>
                    </a:lnTo>
                    <a:lnTo>
                      <a:pt x="11004" y="9756"/>
                    </a:lnTo>
                    <a:lnTo>
                      <a:pt x="10759" y="11394"/>
                    </a:lnTo>
                    <a:lnTo>
                      <a:pt x="9971" y="13195"/>
                    </a:lnTo>
                    <a:lnTo>
                      <a:pt x="8613" y="15087"/>
                    </a:lnTo>
                    <a:lnTo>
                      <a:pt x="6575" y="17084"/>
                    </a:lnTo>
                    <a:lnTo>
                      <a:pt x="3586" y="19117"/>
                    </a:lnTo>
                    <a:lnTo>
                      <a:pt x="0" y="21305"/>
                    </a:lnTo>
                    <a:lnTo>
                      <a:pt x="7825" y="21600"/>
                    </a:lnTo>
                    <a:lnTo>
                      <a:pt x="8069" y="21438"/>
                    </a:lnTo>
                    <a:lnTo>
                      <a:pt x="8966" y="21072"/>
                    </a:lnTo>
                    <a:lnTo>
                      <a:pt x="10325" y="20418"/>
                    </a:lnTo>
                    <a:lnTo>
                      <a:pt x="12009" y="19595"/>
                    </a:lnTo>
                    <a:lnTo>
                      <a:pt x="13938" y="18562"/>
                    </a:lnTo>
                    <a:lnTo>
                      <a:pt x="15894" y="17352"/>
                    </a:lnTo>
                    <a:lnTo>
                      <a:pt x="17688" y="16001"/>
                    </a:lnTo>
                    <a:lnTo>
                      <a:pt x="19426" y="14496"/>
                    </a:lnTo>
                    <a:lnTo>
                      <a:pt x="20568" y="12836"/>
                    </a:lnTo>
                    <a:lnTo>
                      <a:pt x="21464" y="11162"/>
                    </a:lnTo>
                    <a:lnTo>
                      <a:pt x="21600" y="9369"/>
                    </a:lnTo>
                    <a:lnTo>
                      <a:pt x="21111" y="7540"/>
                    </a:lnTo>
                    <a:lnTo>
                      <a:pt x="19617" y="5662"/>
                    </a:lnTo>
                    <a:lnTo>
                      <a:pt x="17171" y="3770"/>
                    </a:lnTo>
                    <a:lnTo>
                      <a:pt x="13639" y="1843"/>
                    </a:lnTo>
                    <a:lnTo>
                      <a:pt x="8722" y="0"/>
                    </a:lnTo>
                    <a:lnTo>
                      <a:pt x="4184" y="928"/>
                    </a:lnTo>
                  </a:path>
                </a:pathLst>
              </a:custGeom>
              <a:solidFill>
                <a:srgbClr val="82409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97" name="Shape 105">
                <a:extLst>
                  <a:ext uri="{FF2B5EF4-FFF2-40B4-BE49-F238E27FC236}">
                    <a16:creationId xmlns:a16="http://schemas.microsoft.com/office/drawing/2014/main" id="{A20C8C34-63AF-4145-A4EB-A53A5E2522AA}"/>
                  </a:ext>
                </a:extLst>
              </p:cNvPr>
              <p:cNvSpPr/>
              <p:nvPr/>
            </p:nvSpPr>
            <p:spPr>
              <a:xfrm>
                <a:off x="755650" y="2016125"/>
                <a:ext cx="442553" cy="885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874"/>
                    </a:moveTo>
                    <a:lnTo>
                      <a:pt x="15494" y="0"/>
                    </a:lnTo>
                    <a:lnTo>
                      <a:pt x="21600" y="10190"/>
                    </a:lnTo>
                    <a:lnTo>
                      <a:pt x="1298" y="21600"/>
                    </a:lnTo>
                    <a:lnTo>
                      <a:pt x="0" y="2874"/>
                    </a:lnTo>
                  </a:path>
                </a:pathLst>
              </a:custGeom>
              <a:solidFill>
                <a:srgbClr val="82409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98" name="Shape 106">
                <a:extLst>
                  <a:ext uri="{FF2B5EF4-FFF2-40B4-BE49-F238E27FC236}">
                    <a16:creationId xmlns:a16="http://schemas.microsoft.com/office/drawing/2014/main" id="{CE3E2F2A-64D2-4CBE-8FDC-118EF6AE1551}"/>
                  </a:ext>
                </a:extLst>
              </p:cNvPr>
              <p:cNvSpPr/>
              <p:nvPr/>
            </p:nvSpPr>
            <p:spPr>
              <a:xfrm>
                <a:off x="793750" y="1390650"/>
                <a:ext cx="93306" cy="694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101"/>
                    </a:moveTo>
                    <a:lnTo>
                      <a:pt x="21352" y="19933"/>
                    </a:lnTo>
                    <a:lnTo>
                      <a:pt x="21352" y="19531"/>
                    </a:lnTo>
                    <a:lnTo>
                      <a:pt x="21021" y="18938"/>
                    </a:lnTo>
                    <a:lnTo>
                      <a:pt x="21021" y="18132"/>
                    </a:lnTo>
                    <a:lnTo>
                      <a:pt x="20607" y="17114"/>
                    </a:lnTo>
                    <a:lnTo>
                      <a:pt x="20607" y="10671"/>
                    </a:lnTo>
                    <a:lnTo>
                      <a:pt x="20276" y="9217"/>
                    </a:lnTo>
                    <a:lnTo>
                      <a:pt x="20276" y="2908"/>
                    </a:lnTo>
                    <a:lnTo>
                      <a:pt x="19862" y="2606"/>
                    </a:lnTo>
                    <a:lnTo>
                      <a:pt x="19531" y="2293"/>
                    </a:lnTo>
                    <a:lnTo>
                      <a:pt x="18786" y="1924"/>
                    </a:lnTo>
                    <a:lnTo>
                      <a:pt x="17876" y="1544"/>
                    </a:lnTo>
                    <a:lnTo>
                      <a:pt x="16800" y="1152"/>
                    </a:lnTo>
                    <a:lnTo>
                      <a:pt x="15641" y="783"/>
                    </a:lnTo>
                    <a:lnTo>
                      <a:pt x="14400" y="515"/>
                    </a:lnTo>
                    <a:lnTo>
                      <a:pt x="12910" y="268"/>
                    </a:lnTo>
                    <a:lnTo>
                      <a:pt x="11421" y="89"/>
                    </a:lnTo>
                    <a:lnTo>
                      <a:pt x="9766" y="0"/>
                    </a:lnTo>
                    <a:lnTo>
                      <a:pt x="8276" y="0"/>
                    </a:lnTo>
                    <a:lnTo>
                      <a:pt x="6952" y="145"/>
                    </a:lnTo>
                    <a:lnTo>
                      <a:pt x="5131" y="414"/>
                    </a:lnTo>
                    <a:lnTo>
                      <a:pt x="4055" y="783"/>
                    </a:lnTo>
                    <a:lnTo>
                      <a:pt x="3062" y="1398"/>
                    </a:lnTo>
                    <a:lnTo>
                      <a:pt x="2400" y="2237"/>
                    </a:lnTo>
                    <a:lnTo>
                      <a:pt x="1241" y="3132"/>
                    </a:lnTo>
                    <a:lnTo>
                      <a:pt x="910" y="4116"/>
                    </a:lnTo>
                    <a:lnTo>
                      <a:pt x="0" y="5101"/>
                    </a:lnTo>
                    <a:lnTo>
                      <a:pt x="0" y="9743"/>
                    </a:lnTo>
                    <a:lnTo>
                      <a:pt x="910" y="10996"/>
                    </a:lnTo>
                    <a:lnTo>
                      <a:pt x="1241" y="12282"/>
                    </a:lnTo>
                    <a:lnTo>
                      <a:pt x="1986" y="13591"/>
                    </a:lnTo>
                    <a:lnTo>
                      <a:pt x="3062" y="14844"/>
                    </a:lnTo>
                    <a:lnTo>
                      <a:pt x="4055" y="16197"/>
                    </a:lnTo>
                    <a:lnTo>
                      <a:pt x="5131" y="17540"/>
                    </a:lnTo>
                    <a:lnTo>
                      <a:pt x="6952" y="18893"/>
                    </a:lnTo>
                    <a:lnTo>
                      <a:pt x="8276" y="20247"/>
                    </a:lnTo>
                    <a:lnTo>
                      <a:pt x="10510" y="21600"/>
                    </a:lnTo>
                    <a:lnTo>
                      <a:pt x="21600" y="20101"/>
                    </a:lnTo>
                  </a:path>
                </a:pathLst>
              </a:custGeom>
              <a:solidFill>
                <a:srgbClr val="82409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99" name="Shape 107">
                <a:extLst>
                  <a:ext uri="{FF2B5EF4-FFF2-40B4-BE49-F238E27FC236}">
                    <a16:creationId xmlns:a16="http://schemas.microsoft.com/office/drawing/2014/main" id="{AFA16D78-14D1-41B1-BF12-54B7CB067A48}"/>
                  </a:ext>
                </a:extLst>
              </p:cNvPr>
              <p:cNvSpPr/>
              <p:nvPr/>
            </p:nvSpPr>
            <p:spPr>
              <a:xfrm>
                <a:off x="1000125" y="449262"/>
                <a:ext cx="271102" cy="2504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962" y="124"/>
                    </a:moveTo>
                    <a:lnTo>
                      <a:pt x="3106" y="0"/>
                    </a:lnTo>
                    <a:lnTo>
                      <a:pt x="4947" y="0"/>
                    </a:lnTo>
                    <a:lnTo>
                      <a:pt x="6529" y="124"/>
                    </a:lnTo>
                    <a:lnTo>
                      <a:pt x="8053" y="248"/>
                    </a:lnTo>
                    <a:lnTo>
                      <a:pt x="9894" y="465"/>
                    </a:lnTo>
                    <a:lnTo>
                      <a:pt x="11792" y="1023"/>
                    </a:lnTo>
                    <a:lnTo>
                      <a:pt x="13892" y="1890"/>
                    </a:lnTo>
                    <a:lnTo>
                      <a:pt x="15675" y="2851"/>
                    </a:lnTo>
                    <a:lnTo>
                      <a:pt x="17516" y="4153"/>
                    </a:lnTo>
                    <a:lnTo>
                      <a:pt x="19040" y="5671"/>
                    </a:lnTo>
                    <a:lnTo>
                      <a:pt x="20248" y="7809"/>
                    </a:lnTo>
                    <a:lnTo>
                      <a:pt x="21140" y="10010"/>
                    </a:lnTo>
                    <a:lnTo>
                      <a:pt x="21600" y="12861"/>
                    </a:lnTo>
                    <a:lnTo>
                      <a:pt x="21456" y="16022"/>
                    </a:lnTo>
                    <a:lnTo>
                      <a:pt x="20881" y="19927"/>
                    </a:lnTo>
                    <a:lnTo>
                      <a:pt x="15560" y="21600"/>
                    </a:lnTo>
                    <a:lnTo>
                      <a:pt x="15560" y="21321"/>
                    </a:lnTo>
                    <a:lnTo>
                      <a:pt x="15675" y="20701"/>
                    </a:lnTo>
                    <a:lnTo>
                      <a:pt x="15934" y="19524"/>
                    </a:lnTo>
                    <a:lnTo>
                      <a:pt x="16308" y="18377"/>
                    </a:lnTo>
                    <a:lnTo>
                      <a:pt x="16365" y="16797"/>
                    </a:lnTo>
                    <a:lnTo>
                      <a:pt x="16624" y="15216"/>
                    </a:lnTo>
                    <a:lnTo>
                      <a:pt x="16624" y="11714"/>
                    </a:lnTo>
                    <a:lnTo>
                      <a:pt x="16308" y="10010"/>
                    </a:lnTo>
                    <a:lnTo>
                      <a:pt x="15675" y="8429"/>
                    </a:lnTo>
                    <a:lnTo>
                      <a:pt x="14841" y="6973"/>
                    </a:lnTo>
                    <a:lnTo>
                      <a:pt x="13633" y="5826"/>
                    </a:lnTo>
                    <a:lnTo>
                      <a:pt x="11936" y="4927"/>
                    </a:lnTo>
                    <a:lnTo>
                      <a:pt x="10153" y="4370"/>
                    </a:lnTo>
                    <a:lnTo>
                      <a:pt x="7622" y="4370"/>
                    </a:lnTo>
                    <a:lnTo>
                      <a:pt x="4688" y="4772"/>
                    </a:lnTo>
                    <a:lnTo>
                      <a:pt x="4429" y="4772"/>
                    </a:lnTo>
                    <a:lnTo>
                      <a:pt x="4170" y="4525"/>
                    </a:lnTo>
                    <a:lnTo>
                      <a:pt x="3739" y="4246"/>
                    </a:lnTo>
                    <a:lnTo>
                      <a:pt x="3365" y="4029"/>
                    </a:lnTo>
                    <a:lnTo>
                      <a:pt x="2646" y="3626"/>
                    </a:lnTo>
                    <a:lnTo>
                      <a:pt x="2157" y="3192"/>
                    </a:lnTo>
                    <a:lnTo>
                      <a:pt x="1582" y="2851"/>
                    </a:lnTo>
                    <a:lnTo>
                      <a:pt x="546" y="2045"/>
                    </a:lnTo>
                    <a:lnTo>
                      <a:pt x="230" y="1642"/>
                    </a:lnTo>
                    <a:lnTo>
                      <a:pt x="0" y="1147"/>
                    </a:lnTo>
                    <a:lnTo>
                      <a:pt x="115" y="868"/>
                    </a:lnTo>
                    <a:lnTo>
                      <a:pt x="230" y="465"/>
                    </a:lnTo>
                    <a:lnTo>
                      <a:pt x="805" y="248"/>
                    </a:lnTo>
                    <a:lnTo>
                      <a:pt x="1697" y="124"/>
                    </a:lnTo>
                    <a:lnTo>
                      <a:pt x="2962" y="124"/>
                    </a:lnTo>
                  </a:path>
                </a:pathLst>
              </a:custGeom>
              <a:solidFill>
                <a:srgbClr val="82409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00" name="Shape 108">
                <a:extLst>
                  <a:ext uri="{FF2B5EF4-FFF2-40B4-BE49-F238E27FC236}">
                    <a16:creationId xmlns:a16="http://schemas.microsoft.com/office/drawing/2014/main" id="{EB71EAE4-5A49-4AB4-B604-571B63515DF3}"/>
                  </a:ext>
                </a:extLst>
              </p:cNvPr>
              <p:cNvSpPr/>
              <p:nvPr/>
            </p:nvSpPr>
            <p:spPr>
              <a:xfrm>
                <a:off x="531812" y="331787"/>
                <a:ext cx="734654" cy="7013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54" y="1806"/>
                    </a:moveTo>
                    <a:lnTo>
                      <a:pt x="85" y="2393"/>
                    </a:lnTo>
                    <a:lnTo>
                      <a:pt x="0" y="3268"/>
                    </a:lnTo>
                    <a:lnTo>
                      <a:pt x="0" y="4442"/>
                    </a:lnTo>
                    <a:lnTo>
                      <a:pt x="85" y="5793"/>
                    </a:lnTo>
                    <a:lnTo>
                      <a:pt x="201" y="7333"/>
                    </a:lnTo>
                    <a:lnTo>
                      <a:pt x="487" y="8950"/>
                    </a:lnTo>
                    <a:lnTo>
                      <a:pt x="836" y="10689"/>
                    </a:lnTo>
                    <a:lnTo>
                      <a:pt x="1322" y="12395"/>
                    </a:lnTo>
                    <a:lnTo>
                      <a:pt x="1862" y="14057"/>
                    </a:lnTo>
                    <a:lnTo>
                      <a:pt x="2518" y="15751"/>
                    </a:lnTo>
                    <a:lnTo>
                      <a:pt x="3258" y="17236"/>
                    </a:lnTo>
                    <a:lnTo>
                      <a:pt x="4147" y="18631"/>
                    </a:lnTo>
                    <a:lnTo>
                      <a:pt x="5173" y="19783"/>
                    </a:lnTo>
                    <a:lnTo>
                      <a:pt x="6294" y="20670"/>
                    </a:lnTo>
                    <a:lnTo>
                      <a:pt x="7531" y="21279"/>
                    </a:lnTo>
                    <a:lnTo>
                      <a:pt x="9002" y="21600"/>
                    </a:lnTo>
                    <a:lnTo>
                      <a:pt x="10377" y="21545"/>
                    </a:lnTo>
                    <a:lnTo>
                      <a:pt x="11731" y="21323"/>
                    </a:lnTo>
                    <a:lnTo>
                      <a:pt x="13043" y="20958"/>
                    </a:lnTo>
                    <a:lnTo>
                      <a:pt x="14280" y="20492"/>
                    </a:lnTo>
                    <a:lnTo>
                      <a:pt x="15423" y="19783"/>
                    </a:lnTo>
                    <a:lnTo>
                      <a:pt x="16544" y="19052"/>
                    </a:lnTo>
                    <a:lnTo>
                      <a:pt x="17528" y="18166"/>
                    </a:lnTo>
                    <a:lnTo>
                      <a:pt x="18437" y="17291"/>
                    </a:lnTo>
                    <a:lnTo>
                      <a:pt x="19262" y="16217"/>
                    </a:lnTo>
                    <a:lnTo>
                      <a:pt x="19960" y="15131"/>
                    </a:lnTo>
                    <a:lnTo>
                      <a:pt x="20500" y="14034"/>
                    </a:lnTo>
                    <a:lnTo>
                      <a:pt x="21029" y="12960"/>
                    </a:lnTo>
                    <a:lnTo>
                      <a:pt x="21293" y="11830"/>
                    </a:lnTo>
                    <a:lnTo>
                      <a:pt x="21547" y="10734"/>
                    </a:lnTo>
                    <a:lnTo>
                      <a:pt x="21600" y="9703"/>
                    </a:lnTo>
                    <a:lnTo>
                      <a:pt x="21547" y="8729"/>
                    </a:lnTo>
                    <a:lnTo>
                      <a:pt x="21473" y="8363"/>
                    </a:lnTo>
                    <a:lnTo>
                      <a:pt x="21388" y="8020"/>
                    </a:lnTo>
                    <a:lnTo>
                      <a:pt x="21240" y="7698"/>
                    </a:lnTo>
                    <a:lnTo>
                      <a:pt x="21156" y="7499"/>
                    </a:lnTo>
                    <a:lnTo>
                      <a:pt x="20986" y="7233"/>
                    </a:lnTo>
                    <a:lnTo>
                      <a:pt x="20849" y="7134"/>
                    </a:lnTo>
                    <a:lnTo>
                      <a:pt x="20659" y="7012"/>
                    </a:lnTo>
                    <a:lnTo>
                      <a:pt x="20352" y="7012"/>
                    </a:lnTo>
                    <a:lnTo>
                      <a:pt x="20214" y="7134"/>
                    </a:lnTo>
                    <a:lnTo>
                      <a:pt x="20098" y="7333"/>
                    </a:lnTo>
                    <a:lnTo>
                      <a:pt x="19960" y="7599"/>
                    </a:lnTo>
                    <a:lnTo>
                      <a:pt x="19865" y="7964"/>
                    </a:lnTo>
                    <a:lnTo>
                      <a:pt x="19823" y="8430"/>
                    </a:lnTo>
                    <a:lnTo>
                      <a:pt x="19770" y="8994"/>
                    </a:lnTo>
                    <a:lnTo>
                      <a:pt x="19823" y="9703"/>
                    </a:lnTo>
                    <a:lnTo>
                      <a:pt x="19749" y="10434"/>
                    </a:lnTo>
                    <a:lnTo>
                      <a:pt x="19516" y="11221"/>
                    </a:lnTo>
                    <a:lnTo>
                      <a:pt x="19209" y="12074"/>
                    </a:lnTo>
                    <a:lnTo>
                      <a:pt x="18818" y="12916"/>
                    </a:lnTo>
                    <a:lnTo>
                      <a:pt x="18279" y="13691"/>
                    </a:lnTo>
                    <a:lnTo>
                      <a:pt x="17644" y="14522"/>
                    </a:lnTo>
                    <a:lnTo>
                      <a:pt x="16946" y="15330"/>
                    </a:lnTo>
                    <a:lnTo>
                      <a:pt x="16174" y="16062"/>
                    </a:lnTo>
                    <a:lnTo>
                      <a:pt x="15380" y="16770"/>
                    </a:lnTo>
                    <a:lnTo>
                      <a:pt x="14492" y="17358"/>
                    </a:lnTo>
                    <a:lnTo>
                      <a:pt x="13561" y="17878"/>
                    </a:lnTo>
                    <a:lnTo>
                      <a:pt x="12672" y="18388"/>
                    </a:lnTo>
                    <a:lnTo>
                      <a:pt x="11731" y="18709"/>
                    </a:lnTo>
                    <a:lnTo>
                      <a:pt x="10821" y="18953"/>
                    </a:lnTo>
                    <a:lnTo>
                      <a:pt x="9890" y="19052"/>
                    </a:lnTo>
                    <a:lnTo>
                      <a:pt x="9002" y="19052"/>
                    </a:lnTo>
                    <a:lnTo>
                      <a:pt x="8071" y="18709"/>
                    </a:lnTo>
                    <a:lnTo>
                      <a:pt x="7246" y="18122"/>
                    </a:lnTo>
                    <a:lnTo>
                      <a:pt x="6548" y="17191"/>
                    </a:lnTo>
                    <a:lnTo>
                      <a:pt x="5892" y="16062"/>
                    </a:lnTo>
                    <a:lnTo>
                      <a:pt x="5268" y="14721"/>
                    </a:lnTo>
                    <a:lnTo>
                      <a:pt x="4771" y="13326"/>
                    </a:lnTo>
                    <a:lnTo>
                      <a:pt x="4284" y="11786"/>
                    </a:lnTo>
                    <a:lnTo>
                      <a:pt x="3882" y="10268"/>
                    </a:lnTo>
                    <a:lnTo>
                      <a:pt x="3533" y="8673"/>
                    </a:lnTo>
                    <a:lnTo>
                      <a:pt x="3237" y="7189"/>
                    </a:lnTo>
                    <a:lnTo>
                      <a:pt x="2962" y="5738"/>
                    </a:lnTo>
                    <a:lnTo>
                      <a:pt x="2824" y="4542"/>
                    </a:lnTo>
                    <a:lnTo>
                      <a:pt x="2655" y="3467"/>
                    </a:lnTo>
                    <a:lnTo>
                      <a:pt x="2560" y="2736"/>
                    </a:lnTo>
                    <a:lnTo>
                      <a:pt x="2518" y="2171"/>
                    </a:lnTo>
                    <a:lnTo>
                      <a:pt x="2518" y="2027"/>
                    </a:lnTo>
                    <a:lnTo>
                      <a:pt x="2475" y="1927"/>
                    </a:lnTo>
                    <a:lnTo>
                      <a:pt x="2475" y="1806"/>
                    </a:lnTo>
                    <a:lnTo>
                      <a:pt x="2422" y="1606"/>
                    </a:lnTo>
                    <a:lnTo>
                      <a:pt x="2380" y="1385"/>
                    </a:lnTo>
                    <a:lnTo>
                      <a:pt x="2306" y="1097"/>
                    </a:lnTo>
                    <a:lnTo>
                      <a:pt x="2211" y="831"/>
                    </a:lnTo>
                    <a:lnTo>
                      <a:pt x="2116" y="587"/>
                    </a:lnTo>
                    <a:lnTo>
                      <a:pt x="2031" y="366"/>
                    </a:lnTo>
                    <a:lnTo>
                      <a:pt x="1862" y="166"/>
                    </a:lnTo>
                    <a:lnTo>
                      <a:pt x="1724" y="66"/>
                    </a:lnTo>
                    <a:lnTo>
                      <a:pt x="1534" y="0"/>
                    </a:lnTo>
                    <a:lnTo>
                      <a:pt x="1322" y="66"/>
                    </a:lnTo>
                    <a:lnTo>
                      <a:pt x="1047" y="266"/>
                    </a:lnTo>
                    <a:lnTo>
                      <a:pt x="836" y="631"/>
                    </a:lnTo>
                    <a:lnTo>
                      <a:pt x="529" y="1097"/>
                    </a:lnTo>
                    <a:lnTo>
                      <a:pt x="254" y="1806"/>
                    </a:lnTo>
                  </a:path>
                </a:pathLst>
              </a:custGeom>
              <a:solidFill>
                <a:srgbClr val="82409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01" name="Shape 109">
                <a:extLst>
                  <a:ext uri="{FF2B5EF4-FFF2-40B4-BE49-F238E27FC236}">
                    <a16:creationId xmlns:a16="http://schemas.microsoft.com/office/drawing/2014/main" id="{53174FC0-7B05-42A8-A888-DFD6B0912A01}"/>
                  </a:ext>
                </a:extLst>
              </p:cNvPr>
              <p:cNvSpPr/>
              <p:nvPr/>
            </p:nvSpPr>
            <p:spPr>
              <a:xfrm>
                <a:off x="484187" y="434975"/>
                <a:ext cx="185379" cy="901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470" y="0"/>
                    </a:moveTo>
                    <a:lnTo>
                      <a:pt x="19465" y="0"/>
                    </a:lnTo>
                    <a:lnTo>
                      <a:pt x="18544" y="343"/>
                    </a:lnTo>
                    <a:lnTo>
                      <a:pt x="17372" y="514"/>
                    </a:lnTo>
                    <a:lnTo>
                      <a:pt x="15781" y="514"/>
                    </a:lnTo>
                    <a:lnTo>
                      <a:pt x="14400" y="1286"/>
                    </a:lnTo>
                    <a:lnTo>
                      <a:pt x="12851" y="1629"/>
                    </a:lnTo>
                    <a:lnTo>
                      <a:pt x="11093" y="2829"/>
                    </a:lnTo>
                    <a:lnTo>
                      <a:pt x="9126" y="3171"/>
                    </a:lnTo>
                    <a:lnTo>
                      <a:pt x="7577" y="3943"/>
                    </a:lnTo>
                    <a:lnTo>
                      <a:pt x="5819" y="4543"/>
                    </a:lnTo>
                    <a:lnTo>
                      <a:pt x="4312" y="5229"/>
                    </a:lnTo>
                    <a:lnTo>
                      <a:pt x="2763" y="6000"/>
                    </a:lnTo>
                    <a:lnTo>
                      <a:pt x="1926" y="7200"/>
                    </a:lnTo>
                    <a:lnTo>
                      <a:pt x="1172" y="7714"/>
                    </a:lnTo>
                    <a:lnTo>
                      <a:pt x="795" y="8829"/>
                    </a:lnTo>
                    <a:lnTo>
                      <a:pt x="335" y="10371"/>
                    </a:lnTo>
                    <a:lnTo>
                      <a:pt x="167" y="12857"/>
                    </a:lnTo>
                    <a:lnTo>
                      <a:pt x="0" y="14743"/>
                    </a:lnTo>
                    <a:lnTo>
                      <a:pt x="167" y="16800"/>
                    </a:lnTo>
                    <a:lnTo>
                      <a:pt x="167" y="18514"/>
                    </a:lnTo>
                    <a:lnTo>
                      <a:pt x="544" y="20057"/>
                    </a:lnTo>
                    <a:lnTo>
                      <a:pt x="1005" y="20829"/>
                    </a:lnTo>
                    <a:lnTo>
                      <a:pt x="1926" y="21600"/>
                    </a:lnTo>
                    <a:lnTo>
                      <a:pt x="2302" y="21171"/>
                    </a:lnTo>
                    <a:lnTo>
                      <a:pt x="2930" y="20829"/>
                    </a:lnTo>
                    <a:lnTo>
                      <a:pt x="4060" y="20400"/>
                    </a:lnTo>
                    <a:lnTo>
                      <a:pt x="5609" y="19629"/>
                    </a:lnTo>
                    <a:lnTo>
                      <a:pt x="6991" y="18514"/>
                    </a:lnTo>
                    <a:lnTo>
                      <a:pt x="8581" y="18000"/>
                    </a:lnTo>
                    <a:lnTo>
                      <a:pt x="10172" y="17229"/>
                    </a:lnTo>
                    <a:lnTo>
                      <a:pt x="11930" y="16457"/>
                    </a:lnTo>
                    <a:lnTo>
                      <a:pt x="13479" y="14914"/>
                    </a:lnTo>
                    <a:lnTo>
                      <a:pt x="15237" y="14400"/>
                    </a:lnTo>
                    <a:lnTo>
                      <a:pt x="16702" y="12857"/>
                    </a:lnTo>
                    <a:lnTo>
                      <a:pt x="18251" y="12086"/>
                    </a:lnTo>
                    <a:lnTo>
                      <a:pt x="19256" y="11143"/>
                    </a:lnTo>
                    <a:lnTo>
                      <a:pt x="20302" y="10029"/>
                    </a:lnTo>
                    <a:lnTo>
                      <a:pt x="21014" y="9257"/>
                    </a:lnTo>
                    <a:lnTo>
                      <a:pt x="21600" y="8829"/>
                    </a:lnTo>
                    <a:lnTo>
                      <a:pt x="21600" y="5657"/>
                    </a:lnTo>
                    <a:lnTo>
                      <a:pt x="21391" y="4543"/>
                    </a:lnTo>
                    <a:lnTo>
                      <a:pt x="21223" y="3171"/>
                    </a:lnTo>
                    <a:lnTo>
                      <a:pt x="20470" y="514"/>
                    </a:lnTo>
                    <a:lnTo>
                      <a:pt x="20470" y="0"/>
                    </a:lnTo>
                  </a:path>
                </a:pathLst>
              </a:custGeom>
              <a:solidFill>
                <a:srgbClr val="82409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02" name="Shape 110">
                <a:extLst>
                  <a:ext uri="{FF2B5EF4-FFF2-40B4-BE49-F238E27FC236}">
                    <a16:creationId xmlns:a16="http://schemas.microsoft.com/office/drawing/2014/main" id="{C1BD1F96-226A-4B3F-B5BA-30AF1DF4C250}"/>
                  </a:ext>
                </a:extLst>
              </p:cNvPr>
              <p:cNvSpPr/>
              <p:nvPr/>
            </p:nvSpPr>
            <p:spPr>
              <a:xfrm>
                <a:off x="709612" y="0"/>
                <a:ext cx="348891" cy="4933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73" y="14941"/>
                    </a:moveTo>
                    <a:lnTo>
                      <a:pt x="3518" y="14878"/>
                    </a:lnTo>
                    <a:lnTo>
                      <a:pt x="5144" y="14878"/>
                    </a:lnTo>
                    <a:lnTo>
                      <a:pt x="5478" y="14815"/>
                    </a:lnTo>
                    <a:lnTo>
                      <a:pt x="6079" y="14736"/>
                    </a:lnTo>
                    <a:lnTo>
                      <a:pt x="6413" y="14673"/>
                    </a:lnTo>
                    <a:lnTo>
                      <a:pt x="6903" y="14673"/>
                    </a:lnTo>
                    <a:lnTo>
                      <a:pt x="7438" y="14500"/>
                    </a:lnTo>
                    <a:lnTo>
                      <a:pt x="7838" y="14216"/>
                    </a:lnTo>
                    <a:lnTo>
                      <a:pt x="7838" y="14012"/>
                    </a:lnTo>
                    <a:lnTo>
                      <a:pt x="7927" y="13776"/>
                    </a:lnTo>
                    <a:lnTo>
                      <a:pt x="7838" y="13492"/>
                    </a:lnTo>
                    <a:lnTo>
                      <a:pt x="7727" y="13177"/>
                    </a:lnTo>
                    <a:lnTo>
                      <a:pt x="7438" y="12689"/>
                    </a:lnTo>
                    <a:lnTo>
                      <a:pt x="7148" y="12390"/>
                    </a:lnTo>
                    <a:lnTo>
                      <a:pt x="6614" y="12107"/>
                    </a:lnTo>
                    <a:lnTo>
                      <a:pt x="6213" y="11823"/>
                    </a:lnTo>
                    <a:lnTo>
                      <a:pt x="5678" y="11524"/>
                    </a:lnTo>
                    <a:lnTo>
                      <a:pt x="5144" y="11383"/>
                    </a:lnTo>
                    <a:lnTo>
                      <a:pt x="4543" y="11241"/>
                    </a:lnTo>
                    <a:lnTo>
                      <a:pt x="4097" y="11131"/>
                    </a:lnTo>
                    <a:lnTo>
                      <a:pt x="3429" y="10926"/>
                    </a:lnTo>
                    <a:lnTo>
                      <a:pt x="2984" y="10800"/>
                    </a:lnTo>
                    <a:lnTo>
                      <a:pt x="2494" y="10721"/>
                    </a:lnTo>
                    <a:lnTo>
                      <a:pt x="2138" y="10580"/>
                    </a:lnTo>
                    <a:lnTo>
                      <a:pt x="1648" y="10485"/>
                    </a:lnTo>
                    <a:lnTo>
                      <a:pt x="1514" y="10343"/>
                    </a:lnTo>
                    <a:lnTo>
                      <a:pt x="1314" y="10202"/>
                    </a:lnTo>
                    <a:lnTo>
                      <a:pt x="1314" y="9824"/>
                    </a:lnTo>
                    <a:lnTo>
                      <a:pt x="1403" y="9415"/>
                    </a:lnTo>
                    <a:lnTo>
                      <a:pt x="1559" y="8816"/>
                    </a:lnTo>
                    <a:lnTo>
                      <a:pt x="1960" y="8234"/>
                    </a:lnTo>
                    <a:lnTo>
                      <a:pt x="2249" y="7510"/>
                    </a:lnTo>
                    <a:lnTo>
                      <a:pt x="2694" y="6707"/>
                    </a:lnTo>
                    <a:lnTo>
                      <a:pt x="3073" y="5872"/>
                    </a:lnTo>
                    <a:lnTo>
                      <a:pt x="3607" y="5085"/>
                    </a:lnTo>
                    <a:lnTo>
                      <a:pt x="4097" y="4219"/>
                    </a:lnTo>
                    <a:lnTo>
                      <a:pt x="4743" y="3416"/>
                    </a:lnTo>
                    <a:lnTo>
                      <a:pt x="5389" y="2629"/>
                    </a:lnTo>
                    <a:lnTo>
                      <a:pt x="6079" y="1968"/>
                    </a:lnTo>
                    <a:lnTo>
                      <a:pt x="6703" y="1307"/>
                    </a:lnTo>
                    <a:lnTo>
                      <a:pt x="7438" y="787"/>
                    </a:lnTo>
                    <a:lnTo>
                      <a:pt x="8039" y="472"/>
                    </a:lnTo>
                    <a:lnTo>
                      <a:pt x="8863" y="331"/>
                    </a:lnTo>
                    <a:lnTo>
                      <a:pt x="9508" y="205"/>
                    </a:lnTo>
                    <a:lnTo>
                      <a:pt x="10332" y="63"/>
                    </a:lnTo>
                    <a:lnTo>
                      <a:pt x="11179" y="0"/>
                    </a:lnTo>
                    <a:lnTo>
                      <a:pt x="13027" y="0"/>
                    </a:lnTo>
                    <a:lnTo>
                      <a:pt x="14051" y="63"/>
                    </a:lnTo>
                    <a:lnTo>
                      <a:pt x="15098" y="205"/>
                    </a:lnTo>
                    <a:lnTo>
                      <a:pt x="16122" y="472"/>
                    </a:lnTo>
                    <a:lnTo>
                      <a:pt x="17057" y="724"/>
                    </a:lnTo>
                    <a:lnTo>
                      <a:pt x="17881" y="1197"/>
                    </a:lnTo>
                    <a:lnTo>
                      <a:pt x="18727" y="1653"/>
                    </a:lnTo>
                    <a:lnTo>
                      <a:pt x="19551" y="2377"/>
                    </a:lnTo>
                    <a:lnTo>
                      <a:pt x="20242" y="3101"/>
                    </a:lnTo>
                    <a:lnTo>
                      <a:pt x="20865" y="4015"/>
                    </a:lnTo>
                    <a:lnTo>
                      <a:pt x="21221" y="5085"/>
                    </a:lnTo>
                    <a:lnTo>
                      <a:pt x="21600" y="6329"/>
                    </a:lnTo>
                    <a:lnTo>
                      <a:pt x="21511" y="6392"/>
                    </a:lnTo>
                    <a:lnTo>
                      <a:pt x="21422" y="6534"/>
                    </a:lnTo>
                    <a:lnTo>
                      <a:pt x="21177" y="6707"/>
                    </a:lnTo>
                    <a:lnTo>
                      <a:pt x="21066" y="6911"/>
                    </a:lnTo>
                    <a:lnTo>
                      <a:pt x="20687" y="6990"/>
                    </a:lnTo>
                    <a:lnTo>
                      <a:pt x="20375" y="6911"/>
                    </a:lnTo>
                    <a:lnTo>
                      <a:pt x="20041" y="6770"/>
                    </a:lnTo>
                    <a:lnTo>
                      <a:pt x="19841" y="6644"/>
                    </a:lnTo>
                    <a:lnTo>
                      <a:pt x="19551" y="6392"/>
                    </a:lnTo>
                    <a:lnTo>
                      <a:pt x="19351" y="6124"/>
                    </a:lnTo>
                    <a:lnTo>
                      <a:pt x="19017" y="5731"/>
                    </a:lnTo>
                    <a:lnTo>
                      <a:pt x="18527" y="5321"/>
                    </a:lnTo>
                    <a:lnTo>
                      <a:pt x="18082" y="4880"/>
                    </a:lnTo>
                    <a:lnTo>
                      <a:pt x="17592" y="4566"/>
                    </a:lnTo>
                    <a:lnTo>
                      <a:pt x="16946" y="4078"/>
                    </a:lnTo>
                    <a:lnTo>
                      <a:pt x="15721" y="3212"/>
                    </a:lnTo>
                    <a:lnTo>
                      <a:pt x="15187" y="2976"/>
                    </a:lnTo>
                    <a:lnTo>
                      <a:pt x="14541" y="2550"/>
                    </a:lnTo>
                    <a:lnTo>
                      <a:pt x="13762" y="2236"/>
                    </a:lnTo>
                    <a:lnTo>
                      <a:pt x="13138" y="1968"/>
                    </a:lnTo>
                    <a:lnTo>
                      <a:pt x="12403" y="1889"/>
                    </a:lnTo>
                    <a:lnTo>
                      <a:pt x="11758" y="1795"/>
                    </a:lnTo>
                    <a:lnTo>
                      <a:pt x="10978" y="1858"/>
                    </a:lnTo>
                    <a:lnTo>
                      <a:pt x="10332" y="1968"/>
                    </a:lnTo>
                    <a:lnTo>
                      <a:pt x="9687" y="2236"/>
                    </a:lnTo>
                    <a:lnTo>
                      <a:pt x="8952" y="2550"/>
                    </a:lnTo>
                    <a:lnTo>
                      <a:pt x="8284" y="2976"/>
                    </a:lnTo>
                    <a:lnTo>
                      <a:pt x="7638" y="3416"/>
                    </a:lnTo>
                    <a:lnTo>
                      <a:pt x="7104" y="3936"/>
                    </a:lnTo>
                    <a:lnTo>
                      <a:pt x="6413" y="4566"/>
                    </a:lnTo>
                    <a:lnTo>
                      <a:pt x="5968" y="5085"/>
                    </a:lnTo>
                    <a:lnTo>
                      <a:pt x="5478" y="5668"/>
                    </a:lnTo>
                    <a:lnTo>
                      <a:pt x="5144" y="6329"/>
                    </a:lnTo>
                    <a:lnTo>
                      <a:pt x="4743" y="6848"/>
                    </a:lnTo>
                    <a:lnTo>
                      <a:pt x="4342" y="7431"/>
                    </a:lnTo>
                    <a:lnTo>
                      <a:pt x="4097" y="7887"/>
                    </a:lnTo>
                    <a:lnTo>
                      <a:pt x="3919" y="8438"/>
                    </a:lnTo>
                    <a:lnTo>
                      <a:pt x="3808" y="8816"/>
                    </a:lnTo>
                    <a:lnTo>
                      <a:pt x="3808" y="9163"/>
                    </a:lnTo>
                    <a:lnTo>
                      <a:pt x="3919" y="9415"/>
                    </a:lnTo>
                    <a:lnTo>
                      <a:pt x="4097" y="9541"/>
                    </a:lnTo>
                    <a:lnTo>
                      <a:pt x="4209" y="9682"/>
                    </a:lnTo>
                    <a:lnTo>
                      <a:pt x="4543" y="9761"/>
                    </a:lnTo>
                    <a:lnTo>
                      <a:pt x="4944" y="9934"/>
                    </a:lnTo>
                    <a:lnTo>
                      <a:pt x="5389" y="10060"/>
                    </a:lnTo>
                    <a:lnTo>
                      <a:pt x="5767" y="10202"/>
                    </a:lnTo>
                    <a:lnTo>
                      <a:pt x="6324" y="10343"/>
                    </a:lnTo>
                    <a:lnTo>
                      <a:pt x="6814" y="10517"/>
                    </a:lnTo>
                    <a:lnTo>
                      <a:pt x="7348" y="10721"/>
                    </a:lnTo>
                    <a:lnTo>
                      <a:pt x="7727" y="10926"/>
                    </a:lnTo>
                    <a:lnTo>
                      <a:pt x="8284" y="11131"/>
                    </a:lnTo>
                    <a:lnTo>
                      <a:pt x="8662" y="11304"/>
                    </a:lnTo>
                    <a:lnTo>
                      <a:pt x="9108" y="11587"/>
                    </a:lnTo>
                    <a:lnTo>
                      <a:pt x="9397" y="11792"/>
                    </a:lnTo>
                    <a:lnTo>
                      <a:pt x="9687" y="12044"/>
                    </a:lnTo>
                    <a:lnTo>
                      <a:pt x="9798" y="12311"/>
                    </a:lnTo>
                    <a:lnTo>
                      <a:pt x="9887" y="12626"/>
                    </a:lnTo>
                    <a:lnTo>
                      <a:pt x="9887" y="14736"/>
                    </a:lnTo>
                    <a:lnTo>
                      <a:pt x="9687" y="15161"/>
                    </a:lnTo>
                    <a:lnTo>
                      <a:pt x="9397" y="15460"/>
                    </a:lnTo>
                    <a:lnTo>
                      <a:pt x="9063" y="15743"/>
                    </a:lnTo>
                    <a:lnTo>
                      <a:pt x="8573" y="15854"/>
                    </a:lnTo>
                    <a:lnTo>
                      <a:pt x="4832" y="15854"/>
                    </a:lnTo>
                    <a:lnTo>
                      <a:pt x="4097" y="15980"/>
                    </a:lnTo>
                    <a:lnTo>
                      <a:pt x="3518" y="15980"/>
                    </a:lnTo>
                    <a:lnTo>
                      <a:pt x="3073" y="16200"/>
                    </a:lnTo>
                    <a:lnTo>
                      <a:pt x="2583" y="16405"/>
                    </a:lnTo>
                    <a:lnTo>
                      <a:pt x="2494" y="16578"/>
                    </a:lnTo>
                    <a:lnTo>
                      <a:pt x="2449" y="16783"/>
                    </a:lnTo>
                    <a:lnTo>
                      <a:pt x="2494" y="17050"/>
                    </a:lnTo>
                    <a:lnTo>
                      <a:pt x="2494" y="17302"/>
                    </a:lnTo>
                    <a:lnTo>
                      <a:pt x="2694" y="17570"/>
                    </a:lnTo>
                    <a:lnTo>
                      <a:pt x="2784" y="17885"/>
                    </a:lnTo>
                    <a:lnTo>
                      <a:pt x="2873" y="18231"/>
                    </a:lnTo>
                    <a:lnTo>
                      <a:pt x="2984" y="18373"/>
                    </a:lnTo>
                    <a:lnTo>
                      <a:pt x="3273" y="18546"/>
                    </a:lnTo>
                    <a:lnTo>
                      <a:pt x="3607" y="18687"/>
                    </a:lnTo>
                    <a:lnTo>
                      <a:pt x="4342" y="18892"/>
                    </a:lnTo>
                    <a:lnTo>
                      <a:pt x="5033" y="19034"/>
                    </a:lnTo>
                    <a:lnTo>
                      <a:pt x="5879" y="19128"/>
                    </a:lnTo>
                    <a:lnTo>
                      <a:pt x="6814" y="19270"/>
                    </a:lnTo>
                    <a:lnTo>
                      <a:pt x="7838" y="19412"/>
                    </a:lnTo>
                    <a:lnTo>
                      <a:pt x="8774" y="19475"/>
                    </a:lnTo>
                    <a:lnTo>
                      <a:pt x="9687" y="19553"/>
                    </a:lnTo>
                    <a:lnTo>
                      <a:pt x="10733" y="19475"/>
                    </a:lnTo>
                    <a:lnTo>
                      <a:pt x="11668" y="19475"/>
                    </a:lnTo>
                    <a:lnTo>
                      <a:pt x="12403" y="19270"/>
                    </a:lnTo>
                    <a:lnTo>
                      <a:pt x="13227" y="19128"/>
                    </a:lnTo>
                    <a:lnTo>
                      <a:pt x="13762" y="18955"/>
                    </a:lnTo>
                    <a:lnTo>
                      <a:pt x="14363" y="18750"/>
                    </a:lnTo>
                    <a:lnTo>
                      <a:pt x="14697" y="18373"/>
                    </a:lnTo>
                    <a:lnTo>
                      <a:pt x="15098" y="18089"/>
                    </a:lnTo>
                    <a:lnTo>
                      <a:pt x="15387" y="17790"/>
                    </a:lnTo>
                    <a:lnTo>
                      <a:pt x="15833" y="17507"/>
                    </a:lnTo>
                    <a:lnTo>
                      <a:pt x="16122" y="17160"/>
                    </a:lnTo>
                    <a:lnTo>
                      <a:pt x="16523" y="16924"/>
                    </a:lnTo>
                    <a:lnTo>
                      <a:pt x="16768" y="16578"/>
                    </a:lnTo>
                    <a:lnTo>
                      <a:pt x="17057" y="16405"/>
                    </a:lnTo>
                    <a:lnTo>
                      <a:pt x="17592" y="15917"/>
                    </a:lnTo>
                    <a:lnTo>
                      <a:pt x="18082" y="15602"/>
                    </a:lnTo>
                    <a:lnTo>
                      <a:pt x="18416" y="15397"/>
                    </a:lnTo>
                    <a:lnTo>
                      <a:pt x="19106" y="15397"/>
                    </a:lnTo>
                    <a:lnTo>
                      <a:pt x="19551" y="15602"/>
                    </a:lnTo>
                    <a:lnTo>
                      <a:pt x="19841" y="15806"/>
                    </a:lnTo>
                    <a:lnTo>
                      <a:pt x="20130" y="16200"/>
                    </a:lnTo>
                    <a:lnTo>
                      <a:pt x="20286" y="16468"/>
                    </a:lnTo>
                    <a:lnTo>
                      <a:pt x="20286" y="16845"/>
                    </a:lnTo>
                    <a:lnTo>
                      <a:pt x="20041" y="17160"/>
                    </a:lnTo>
                    <a:lnTo>
                      <a:pt x="19752" y="17570"/>
                    </a:lnTo>
                    <a:lnTo>
                      <a:pt x="19306" y="17790"/>
                    </a:lnTo>
                    <a:lnTo>
                      <a:pt x="18906" y="17963"/>
                    </a:lnTo>
                    <a:lnTo>
                      <a:pt x="18416" y="18231"/>
                    </a:lnTo>
                    <a:lnTo>
                      <a:pt x="17881" y="18546"/>
                    </a:lnTo>
                    <a:lnTo>
                      <a:pt x="17258" y="18892"/>
                    </a:lnTo>
                    <a:lnTo>
                      <a:pt x="16567" y="19207"/>
                    </a:lnTo>
                    <a:lnTo>
                      <a:pt x="15922" y="19553"/>
                    </a:lnTo>
                    <a:lnTo>
                      <a:pt x="15187" y="19868"/>
                    </a:lnTo>
                    <a:lnTo>
                      <a:pt x="14363" y="20215"/>
                    </a:lnTo>
                    <a:lnTo>
                      <a:pt x="13628" y="20451"/>
                    </a:lnTo>
                    <a:lnTo>
                      <a:pt x="12782" y="20734"/>
                    </a:lnTo>
                    <a:lnTo>
                      <a:pt x="12002" y="21080"/>
                    </a:lnTo>
                    <a:lnTo>
                      <a:pt x="11179" y="21254"/>
                    </a:lnTo>
                    <a:lnTo>
                      <a:pt x="10332" y="21458"/>
                    </a:lnTo>
                    <a:lnTo>
                      <a:pt x="9598" y="21521"/>
                    </a:lnTo>
                    <a:lnTo>
                      <a:pt x="8863" y="21600"/>
                    </a:lnTo>
                    <a:lnTo>
                      <a:pt x="8039" y="21521"/>
                    </a:lnTo>
                    <a:lnTo>
                      <a:pt x="7148" y="21458"/>
                    </a:lnTo>
                    <a:lnTo>
                      <a:pt x="6413" y="21317"/>
                    </a:lnTo>
                    <a:lnTo>
                      <a:pt x="5678" y="21254"/>
                    </a:lnTo>
                    <a:lnTo>
                      <a:pt x="4832" y="21080"/>
                    </a:lnTo>
                    <a:lnTo>
                      <a:pt x="4097" y="20860"/>
                    </a:lnTo>
                    <a:lnTo>
                      <a:pt x="3362" y="20655"/>
                    </a:lnTo>
                    <a:lnTo>
                      <a:pt x="2784" y="20451"/>
                    </a:lnTo>
                    <a:lnTo>
                      <a:pt x="2049" y="20136"/>
                    </a:lnTo>
                    <a:lnTo>
                      <a:pt x="1514" y="19868"/>
                    </a:lnTo>
                    <a:lnTo>
                      <a:pt x="1024" y="19553"/>
                    </a:lnTo>
                    <a:lnTo>
                      <a:pt x="624" y="19207"/>
                    </a:lnTo>
                    <a:lnTo>
                      <a:pt x="289" y="18892"/>
                    </a:lnTo>
                    <a:lnTo>
                      <a:pt x="89" y="18546"/>
                    </a:lnTo>
                    <a:lnTo>
                      <a:pt x="0" y="18168"/>
                    </a:lnTo>
                    <a:lnTo>
                      <a:pt x="0" y="17507"/>
                    </a:lnTo>
                    <a:lnTo>
                      <a:pt x="178" y="17160"/>
                    </a:lnTo>
                    <a:lnTo>
                      <a:pt x="379" y="16845"/>
                    </a:lnTo>
                    <a:lnTo>
                      <a:pt x="579" y="16578"/>
                    </a:lnTo>
                    <a:lnTo>
                      <a:pt x="1113" y="16058"/>
                    </a:lnTo>
                    <a:lnTo>
                      <a:pt x="2494" y="15082"/>
                    </a:lnTo>
                    <a:lnTo>
                      <a:pt x="2873" y="14941"/>
                    </a:lnTo>
                    <a:lnTo>
                      <a:pt x="3073" y="14941"/>
                    </a:lnTo>
                  </a:path>
                </a:pathLst>
              </a:custGeom>
              <a:solidFill>
                <a:srgbClr val="82409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03" name="Shape 111">
                <a:extLst>
                  <a:ext uri="{FF2B5EF4-FFF2-40B4-BE49-F238E27FC236}">
                    <a16:creationId xmlns:a16="http://schemas.microsoft.com/office/drawing/2014/main" id="{FCA4785E-8B60-4F03-A2B7-6EEF6AA224A7}"/>
                  </a:ext>
                </a:extLst>
              </p:cNvPr>
              <p:cNvSpPr/>
              <p:nvPr/>
            </p:nvSpPr>
            <p:spPr>
              <a:xfrm>
                <a:off x="439737" y="2027237"/>
                <a:ext cx="301266" cy="742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835"/>
                    </a:lnTo>
                    <a:lnTo>
                      <a:pt x="21161" y="21600"/>
                    </a:lnTo>
                    <a:lnTo>
                      <a:pt x="1935" y="2024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FFC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04" name="Shape 112">
                <a:extLst>
                  <a:ext uri="{FF2B5EF4-FFF2-40B4-BE49-F238E27FC236}">
                    <a16:creationId xmlns:a16="http://schemas.microsoft.com/office/drawing/2014/main" id="{9DBDE537-90BF-49A0-B6DE-723250985000}"/>
                  </a:ext>
                </a:extLst>
              </p:cNvPr>
              <p:cNvSpPr/>
              <p:nvPr/>
            </p:nvSpPr>
            <p:spPr>
              <a:xfrm>
                <a:off x="808037" y="534987"/>
                <a:ext cx="372704" cy="3996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973" y="0"/>
                    </a:moveTo>
                    <a:lnTo>
                      <a:pt x="19578" y="78"/>
                    </a:lnTo>
                    <a:lnTo>
                      <a:pt x="20224" y="544"/>
                    </a:lnTo>
                    <a:lnTo>
                      <a:pt x="20453" y="796"/>
                    </a:lnTo>
                    <a:lnTo>
                      <a:pt x="20724" y="1321"/>
                    </a:lnTo>
                    <a:lnTo>
                      <a:pt x="20912" y="1787"/>
                    </a:lnTo>
                    <a:lnTo>
                      <a:pt x="21204" y="2428"/>
                    </a:lnTo>
                    <a:lnTo>
                      <a:pt x="21329" y="2991"/>
                    </a:lnTo>
                    <a:lnTo>
                      <a:pt x="21433" y="3671"/>
                    </a:lnTo>
                    <a:lnTo>
                      <a:pt x="21517" y="4409"/>
                    </a:lnTo>
                    <a:lnTo>
                      <a:pt x="21600" y="5128"/>
                    </a:lnTo>
                    <a:lnTo>
                      <a:pt x="21433" y="5866"/>
                    </a:lnTo>
                    <a:lnTo>
                      <a:pt x="21329" y="6682"/>
                    </a:lnTo>
                    <a:lnTo>
                      <a:pt x="21204" y="7498"/>
                    </a:lnTo>
                    <a:lnTo>
                      <a:pt x="21016" y="8314"/>
                    </a:lnTo>
                    <a:lnTo>
                      <a:pt x="20558" y="9110"/>
                    </a:lnTo>
                    <a:lnTo>
                      <a:pt x="19953" y="10198"/>
                    </a:lnTo>
                    <a:lnTo>
                      <a:pt x="19161" y="11169"/>
                    </a:lnTo>
                    <a:lnTo>
                      <a:pt x="18202" y="12373"/>
                    </a:lnTo>
                    <a:lnTo>
                      <a:pt x="17138" y="13617"/>
                    </a:lnTo>
                    <a:lnTo>
                      <a:pt x="15992" y="14821"/>
                    </a:lnTo>
                    <a:lnTo>
                      <a:pt x="14782" y="15967"/>
                    </a:lnTo>
                    <a:lnTo>
                      <a:pt x="13636" y="17171"/>
                    </a:lnTo>
                    <a:lnTo>
                      <a:pt x="12343" y="18162"/>
                    </a:lnTo>
                    <a:lnTo>
                      <a:pt x="11008" y="19153"/>
                    </a:lnTo>
                    <a:lnTo>
                      <a:pt x="9716" y="19968"/>
                    </a:lnTo>
                    <a:lnTo>
                      <a:pt x="8465" y="20687"/>
                    </a:lnTo>
                    <a:lnTo>
                      <a:pt x="7235" y="21153"/>
                    </a:lnTo>
                    <a:lnTo>
                      <a:pt x="6213" y="21503"/>
                    </a:lnTo>
                    <a:lnTo>
                      <a:pt x="5254" y="21600"/>
                    </a:lnTo>
                    <a:lnTo>
                      <a:pt x="4462" y="21328"/>
                    </a:lnTo>
                    <a:lnTo>
                      <a:pt x="3628" y="20998"/>
                    </a:lnTo>
                    <a:lnTo>
                      <a:pt x="3023" y="20609"/>
                    </a:lnTo>
                    <a:lnTo>
                      <a:pt x="2439" y="20260"/>
                    </a:lnTo>
                    <a:lnTo>
                      <a:pt x="1981" y="19871"/>
                    </a:lnTo>
                    <a:lnTo>
                      <a:pt x="1564" y="19541"/>
                    </a:lnTo>
                    <a:lnTo>
                      <a:pt x="1188" y="19230"/>
                    </a:lnTo>
                    <a:lnTo>
                      <a:pt x="876" y="18900"/>
                    </a:lnTo>
                    <a:lnTo>
                      <a:pt x="688" y="18628"/>
                    </a:lnTo>
                    <a:lnTo>
                      <a:pt x="229" y="17987"/>
                    </a:lnTo>
                    <a:lnTo>
                      <a:pt x="42" y="17696"/>
                    </a:lnTo>
                    <a:lnTo>
                      <a:pt x="0" y="17346"/>
                    </a:lnTo>
                    <a:lnTo>
                      <a:pt x="0" y="17171"/>
                    </a:lnTo>
                    <a:lnTo>
                      <a:pt x="125" y="17094"/>
                    </a:lnTo>
                    <a:lnTo>
                      <a:pt x="396" y="16919"/>
                    </a:lnTo>
                    <a:lnTo>
                      <a:pt x="1105" y="16919"/>
                    </a:lnTo>
                    <a:lnTo>
                      <a:pt x="1564" y="17094"/>
                    </a:lnTo>
                    <a:lnTo>
                      <a:pt x="1751" y="17171"/>
                    </a:lnTo>
                    <a:lnTo>
                      <a:pt x="1981" y="17424"/>
                    </a:lnTo>
                    <a:lnTo>
                      <a:pt x="2252" y="17812"/>
                    </a:lnTo>
                    <a:lnTo>
                      <a:pt x="2523" y="18240"/>
                    </a:lnTo>
                    <a:lnTo>
                      <a:pt x="2752" y="18550"/>
                    </a:lnTo>
                    <a:lnTo>
                      <a:pt x="3127" y="18900"/>
                    </a:lnTo>
                    <a:lnTo>
                      <a:pt x="3503" y="19055"/>
                    </a:lnTo>
                    <a:lnTo>
                      <a:pt x="3899" y="19230"/>
                    </a:lnTo>
                    <a:lnTo>
                      <a:pt x="4274" y="19327"/>
                    </a:lnTo>
                    <a:lnTo>
                      <a:pt x="4775" y="19366"/>
                    </a:lnTo>
                    <a:lnTo>
                      <a:pt x="5337" y="19327"/>
                    </a:lnTo>
                    <a:lnTo>
                      <a:pt x="5838" y="19327"/>
                    </a:lnTo>
                    <a:lnTo>
                      <a:pt x="6359" y="19153"/>
                    </a:lnTo>
                    <a:lnTo>
                      <a:pt x="6901" y="18900"/>
                    </a:lnTo>
                    <a:lnTo>
                      <a:pt x="7506" y="18628"/>
                    </a:lnTo>
                    <a:lnTo>
                      <a:pt x="8110" y="18512"/>
                    </a:lnTo>
                    <a:lnTo>
                      <a:pt x="8653" y="18162"/>
                    </a:lnTo>
                    <a:lnTo>
                      <a:pt x="9341" y="17909"/>
                    </a:lnTo>
                    <a:lnTo>
                      <a:pt x="9945" y="17696"/>
                    </a:lnTo>
                    <a:lnTo>
                      <a:pt x="10633" y="17346"/>
                    </a:lnTo>
                    <a:lnTo>
                      <a:pt x="11280" y="16880"/>
                    </a:lnTo>
                    <a:lnTo>
                      <a:pt x="11968" y="16278"/>
                    </a:lnTo>
                    <a:lnTo>
                      <a:pt x="12676" y="15540"/>
                    </a:lnTo>
                    <a:lnTo>
                      <a:pt x="13448" y="14821"/>
                    </a:lnTo>
                    <a:lnTo>
                      <a:pt x="14136" y="13830"/>
                    </a:lnTo>
                    <a:lnTo>
                      <a:pt x="14970" y="12801"/>
                    </a:lnTo>
                    <a:lnTo>
                      <a:pt x="15658" y="11655"/>
                    </a:lnTo>
                    <a:lnTo>
                      <a:pt x="16450" y="10567"/>
                    </a:lnTo>
                    <a:lnTo>
                      <a:pt x="17055" y="9460"/>
                    </a:lnTo>
                    <a:lnTo>
                      <a:pt x="17743" y="8314"/>
                    </a:lnTo>
                    <a:lnTo>
                      <a:pt x="18202" y="7148"/>
                    </a:lnTo>
                    <a:lnTo>
                      <a:pt x="18702" y="6196"/>
                    </a:lnTo>
                    <a:lnTo>
                      <a:pt x="18973" y="5128"/>
                    </a:lnTo>
                    <a:lnTo>
                      <a:pt x="19265" y="4312"/>
                    </a:lnTo>
                    <a:lnTo>
                      <a:pt x="19348" y="3496"/>
                    </a:lnTo>
                    <a:lnTo>
                      <a:pt x="19453" y="2991"/>
                    </a:lnTo>
                    <a:lnTo>
                      <a:pt x="19265" y="2778"/>
                    </a:lnTo>
                    <a:lnTo>
                      <a:pt x="18890" y="2428"/>
                    </a:lnTo>
                    <a:lnTo>
                      <a:pt x="18389" y="2040"/>
                    </a:lnTo>
                    <a:lnTo>
                      <a:pt x="18014" y="1535"/>
                    </a:lnTo>
                    <a:lnTo>
                      <a:pt x="17743" y="1068"/>
                    </a:lnTo>
                    <a:lnTo>
                      <a:pt x="17743" y="544"/>
                    </a:lnTo>
                    <a:lnTo>
                      <a:pt x="17826" y="330"/>
                    </a:lnTo>
                    <a:lnTo>
                      <a:pt x="18097" y="155"/>
                    </a:lnTo>
                    <a:lnTo>
                      <a:pt x="18473" y="0"/>
                    </a:lnTo>
                    <a:lnTo>
                      <a:pt x="18973" y="0"/>
                    </a:lnTo>
                  </a:path>
                </a:pathLst>
              </a:custGeom>
              <a:solidFill>
                <a:srgbClr val="EB99C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05" name="Shape 113">
                <a:extLst>
                  <a:ext uri="{FF2B5EF4-FFF2-40B4-BE49-F238E27FC236}">
                    <a16:creationId xmlns:a16="http://schemas.microsoft.com/office/drawing/2014/main" id="{B176D908-1C69-47F8-AE3E-0DEE2B78694B}"/>
                  </a:ext>
                </a:extLst>
              </p:cNvPr>
              <p:cNvSpPr/>
              <p:nvPr/>
            </p:nvSpPr>
            <p:spPr>
              <a:xfrm>
                <a:off x="131762" y="487362"/>
                <a:ext cx="675916" cy="1626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233" y="263"/>
                    </a:moveTo>
                    <a:lnTo>
                      <a:pt x="12801" y="0"/>
                    </a:lnTo>
                    <a:lnTo>
                      <a:pt x="15056" y="946"/>
                    </a:lnTo>
                    <a:lnTo>
                      <a:pt x="18897" y="1123"/>
                    </a:lnTo>
                    <a:lnTo>
                      <a:pt x="21600" y="2504"/>
                    </a:lnTo>
                    <a:lnTo>
                      <a:pt x="18621" y="5599"/>
                    </a:lnTo>
                    <a:lnTo>
                      <a:pt x="13468" y="7262"/>
                    </a:lnTo>
                    <a:lnTo>
                      <a:pt x="18518" y="13000"/>
                    </a:lnTo>
                    <a:lnTo>
                      <a:pt x="12709" y="21600"/>
                    </a:lnTo>
                    <a:lnTo>
                      <a:pt x="8810" y="21485"/>
                    </a:lnTo>
                    <a:lnTo>
                      <a:pt x="1392" y="21600"/>
                    </a:lnTo>
                    <a:lnTo>
                      <a:pt x="0" y="10220"/>
                    </a:lnTo>
                    <a:lnTo>
                      <a:pt x="5233" y="263"/>
                    </a:lnTo>
                  </a:path>
                </a:pathLst>
              </a:custGeom>
              <a:solidFill>
                <a:srgbClr val="7A85C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06" name="Shape 114">
                <a:extLst>
                  <a:ext uri="{FF2B5EF4-FFF2-40B4-BE49-F238E27FC236}">
                    <a16:creationId xmlns:a16="http://schemas.microsoft.com/office/drawing/2014/main" id="{6256D04A-4E05-4304-8530-949FDCDE1BF5}"/>
                  </a:ext>
                </a:extLst>
              </p:cNvPr>
              <p:cNvSpPr/>
              <p:nvPr/>
            </p:nvSpPr>
            <p:spPr>
              <a:xfrm>
                <a:off x="90487" y="1398587"/>
                <a:ext cx="172679" cy="7568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55" y="2280"/>
                    </a:moveTo>
                    <a:lnTo>
                      <a:pt x="765" y="2373"/>
                    </a:lnTo>
                    <a:lnTo>
                      <a:pt x="585" y="2712"/>
                    </a:lnTo>
                    <a:lnTo>
                      <a:pt x="585" y="3235"/>
                    </a:lnTo>
                    <a:lnTo>
                      <a:pt x="360" y="4006"/>
                    </a:lnTo>
                    <a:lnTo>
                      <a:pt x="0" y="4868"/>
                    </a:lnTo>
                    <a:lnTo>
                      <a:pt x="0" y="7108"/>
                    </a:lnTo>
                    <a:lnTo>
                      <a:pt x="180" y="8443"/>
                    </a:lnTo>
                    <a:lnTo>
                      <a:pt x="360" y="9870"/>
                    </a:lnTo>
                    <a:lnTo>
                      <a:pt x="765" y="11370"/>
                    </a:lnTo>
                    <a:lnTo>
                      <a:pt x="1260" y="12993"/>
                    </a:lnTo>
                    <a:lnTo>
                      <a:pt x="2250" y="14677"/>
                    </a:lnTo>
                    <a:lnTo>
                      <a:pt x="3375" y="16372"/>
                    </a:lnTo>
                    <a:lnTo>
                      <a:pt x="4860" y="18118"/>
                    </a:lnTo>
                    <a:lnTo>
                      <a:pt x="6525" y="19864"/>
                    </a:lnTo>
                    <a:lnTo>
                      <a:pt x="8820" y="21600"/>
                    </a:lnTo>
                    <a:lnTo>
                      <a:pt x="21600" y="20922"/>
                    </a:lnTo>
                    <a:lnTo>
                      <a:pt x="19935" y="19546"/>
                    </a:lnTo>
                    <a:lnTo>
                      <a:pt x="16965" y="17142"/>
                    </a:lnTo>
                    <a:lnTo>
                      <a:pt x="15660" y="15961"/>
                    </a:lnTo>
                    <a:lnTo>
                      <a:pt x="14490" y="14811"/>
                    </a:lnTo>
                    <a:lnTo>
                      <a:pt x="13365" y="13702"/>
                    </a:lnTo>
                    <a:lnTo>
                      <a:pt x="12375" y="12520"/>
                    </a:lnTo>
                    <a:lnTo>
                      <a:pt x="11880" y="11411"/>
                    </a:lnTo>
                    <a:lnTo>
                      <a:pt x="11115" y="10209"/>
                    </a:lnTo>
                    <a:lnTo>
                      <a:pt x="10890" y="8967"/>
                    </a:lnTo>
                    <a:lnTo>
                      <a:pt x="10485" y="7672"/>
                    </a:lnTo>
                    <a:lnTo>
                      <a:pt x="10485" y="4910"/>
                    </a:lnTo>
                    <a:lnTo>
                      <a:pt x="11115" y="3369"/>
                    </a:lnTo>
                    <a:lnTo>
                      <a:pt x="11700" y="1715"/>
                    </a:lnTo>
                    <a:lnTo>
                      <a:pt x="12375" y="0"/>
                    </a:lnTo>
                    <a:lnTo>
                      <a:pt x="855" y="2280"/>
                    </a:lnTo>
                  </a:path>
                </a:pathLst>
              </a:custGeom>
              <a:solidFill>
                <a:srgbClr val="3147B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07" name="Shape 115">
                <a:extLst>
                  <a:ext uri="{FF2B5EF4-FFF2-40B4-BE49-F238E27FC236}">
                    <a16:creationId xmlns:a16="http://schemas.microsoft.com/office/drawing/2014/main" id="{8D45A77F-E17A-4E3D-A347-6B4A5BC45ED7}"/>
                  </a:ext>
                </a:extLst>
              </p:cNvPr>
              <p:cNvSpPr/>
              <p:nvPr/>
            </p:nvSpPr>
            <p:spPr>
              <a:xfrm>
                <a:off x="473075" y="1012825"/>
                <a:ext cx="290153" cy="110771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368" y="955"/>
                    </a:moveTo>
                    <a:lnTo>
                      <a:pt x="4502" y="1053"/>
                    </a:lnTo>
                    <a:lnTo>
                      <a:pt x="4904" y="1313"/>
                    </a:lnTo>
                    <a:lnTo>
                      <a:pt x="5735" y="1819"/>
                    </a:lnTo>
                    <a:lnTo>
                      <a:pt x="6753" y="2500"/>
                    </a:lnTo>
                    <a:lnTo>
                      <a:pt x="7638" y="3321"/>
                    </a:lnTo>
                    <a:lnTo>
                      <a:pt x="8656" y="4326"/>
                    </a:lnTo>
                    <a:lnTo>
                      <a:pt x="9540" y="5477"/>
                    </a:lnTo>
                    <a:lnTo>
                      <a:pt x="10425" y="6811"/>
                    </a:lnTo>
                    <a:lnTo>
                      <a:pt x="10907" y="8216"/>
                    </a:lnTo>
                    <a:lnTo>
                      <a:pt x="11014" y="9782"/>
                    </a:lnTo>
                    <a:lnTo>
                      <a:pt x="10773" y="11460"/>
                    </a:lnTo>
                    <a:lnTo>
                      <a:pt x="10023" y="13258"/>
                    </a:lnTo>
                    <a:lnTo>
                      <a:pt x="8656" y="15147"/>
                    </a:lnTo>
                    <a:lnTo>
                      <a:pt x="6512" y="17148"/>
                    </a:lnTo>
                    <a:lnTo>
                      <a:pt x="3537" y="19212"/>
                    </a:lnTo>
                    <a:lnTo>
                      <a:pt x="0" y="21361"/>
                    </a:lnTo>
                    <a:lnTo>
                      <a:pt x="7745" y="21600"/>
                    </a:lnTo>
                    <a:lnTo>
                      <a:pt x="7986" y="21438"/>
                    </a:lnTo>
                    <a:lnTo>
                      <a:pt x="9004" y="21066"/>
                    </a:lnTo>
                    <a:lnTo>
                      <a:pt x="10237" y="20420"/>
                    </a:lnTo>
                    <a:lnTo>
                      <a:pt x="11899" y="19599"/>
                    </a:lnTo>
                    <a:lnTo>
                      <a:pt x="13775" y="18559"/>
                    </a:lnTo>
                    <a:lnTo>
                      <a:pt x="15731" y="17352"/>
                    </a:lnTo>
                    <a:lnTo>
                      <a:pt x="17527" y="16003"/>
                    </a:lnTo>
                    <a:lnTo>
                      <a:pt x="19242" y="14529"/>
                    </a:lnTo>
                    <a:lnTo>
                      <a:pt x="20474" y="12872"/>
                    </a:lnTo>
                    <a:lnTo>
                      <a:pt x="21252" y="11165"/>
                    </a:lnTo>
                    <a:lnTo>
                      <a:pt x="21600" y="9367"/>
                    </a:lnTo>
                    <a:lnTo>
                      <a:pt x="21010" y="7535"/>
                    </a:lnTo>
                    <a:lnTo>
                      <a:pt x="19536" y="5660"/>
                    </a:lnTo>
                    <a:lnTo>
                      <a:pt x="17151" y="3771"/>
                    </a:lnTo>
                    <a:lnTo>
                      <a:pt x="13614" y="1847"/>
                    </a:lnTo>
                    <a:lnTo>
                      <a:pt x="8897" y="0"/>
                    </a:lnTo>
                    <a:lnTo>
                      <a:pt x="4368" y="955"/>
                    </a:lnTo>
                  </a:path>
                </a:pathLst>
              </a:custGeom>
              <a:solidFill>
                <a:srgbClr val="3147B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08" name="Shape 116">
                <a:extLst>
                  <a:ext uri="{FF2B5EF4-FFF2-40B4-BE49-F238E27FC236}">
                    <a16:creationId xmlns:a16="http://schemas.microsoft.com/office/drawing/2014/main" id="{F95EB342-9968-449E-92A0-5399D9F1CF67}"/>
                  </a:ext>
                </a:extLst>
              </p:cNvPr>
              <p:cNvSpPr/>
              <p:nvPr/>
            </p:nvSpPr>
            <p:spPr>
              <a:xfrm>
                <a:off x="317500" y="2092325"/>
                <a:ext cx="440966" cy="9171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3473"/>
                    </a:moveTo>
                    <a:lnTo>
                      <a:pt x="15539" y="0"/>
                    </a:lnTo>
                    <a:lnTo>
                      <a:pt x="21600" y="9826"/>
                    </a:lnTo>
                    <a:lnTo>
                      <a:pt x="1233" y="21600"/>
                    </a:lnTo>
                    <a:lnTo>
                      <a:pt x="0" y="3473"/>
                    </a:lnTo>
                  </a:path>
                </a:pathLst>
              </a:custGeom>
              <a:solidFill>
                <a:srgbClr val="3147B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09" name="Shape 117">
                <a:extLst>
                  <a:ext uri="{FF2B5EF4-FFF2-40B4-BE49-F238E27FC236}">
                    <a16:creationId xmlns:a16="http://schemas.microsoft.com/office/drawing/2014/main" id="{9792390C-F1D6-40CB-AA8E-E8B2A3ED1C75}"/>
                  </a:ext>
                </a:extLst>
              </p:cNvPr>
              <p:cNvSpPr/>
              <p:nvPr/>
            </p:nvSpPr>
            <p:spPr>
              <a:xfrm>
                <a:off x="352425" y="1465262"/>
                <a:ext cx="96481" cy="6965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0105"/>
                    </a:moveTo>
                    <a:lnTo>
                      <a:pt x="21200" y="19926"/>
                    </a:lnTo>
                    <a:lnTo>
                      <a:pt x="21200" y="19536"/>
                    </a:lnTo>
                    <a:lnTo>
                      <a:pt x="20880" y="18945"/>
                    </a:lnTo>
                    <a:lnTo>
                      <a:pt x="20880" y="16044"/>
                    </a:lnTo>
                    <a:lnTo>
                      <a:pt x="20640" y="14761"/>
                    </a:lnTo>
                    <a:lnTo>
                      <a:pt x="20640" y="13455"/>
                    </a:lnTo>
                    <a:lnTo>
                      <a:pt x="20320" y="12061"/>
                    </a:lnTo>
                    <a:lnTo>
                      <a:pt x="19920" y="10655"/>
                    </a:lnTo>
                    <a:lnTo>
                      <a:pt x="19920" y="7799"/>
                    </a:lnTo>
                    <a:lnTo>
                      <a:pt x="19600" y="6393"/>
                    </a:lnTo>
                    <a:lnTo>
                      <a:pt x="19600" y="2901"/>
                    </a:lnTo>
                    <a:lnTo>
                      <a:pt x="19200" y="2600"/>
                    </a:lnTo>
                    <a:lnTo>
                      <a:pt x="18880" y="2287"/>
                    </a:lnTo>
                    <a:lnTo>
                      <a:pt x="17840" y="1964"/>
                    </a:lnTo>
                    <a:lnTo>
                      <a:pt x="17280" y="1573"/>
                    </a:lnTo>
                    <a:lnTo>
                      <a:pt x="16240" y="1205"/>
                    </a:lnTo>
                    <a:lnTo>
                      <a:pt x="14800" y="837"/>
                    </a:lnTo>
                    <a:lnTo>
                      <a:pt x="13920" y="558"/>
                    </a:lnTo>
                    <a:lnTo>
                      <a:pt x="12800" y="312"/>
                    </a:lnTo>
                    <a:lnTo>
                      <a:pt x="11040" y="145"/>
                    </a:lnTo>
                    <a:lnTo>
                      <a:pt x="9760" y="0"/>
                    </a:lnTo>
                    <a:lnTo>
                      <a:pt x="8000" y="0"/>
                    </a:lnTo>
                    <a:lnTo>
                      <a:pt x="7120" y="145"/>
                    </a:lnTo>
                    <a:lnTo>
                      <a:pt x="5280" y="413"/>
                    </a:lnTo>
                    <a:lnTo>
                      <a:pt x="3920" y="837"/>
                    </a:lnTo>
                    <a:lnTo>
                      <a:pt x="2960" y="1450"/>
                    </a:lnTo>
                    <a:lnTo>
                      <a:pt x="2320" y="2231"/>
                    </a:lnTo>
                    <a:lnTo>
                      <a:pt x="1200" y="3169"/>
                    </a:lnTo>
                    <a:lnTo>
                      <a:pt x="880" y="4150"/>
                    </a:lnTo>
                    <a:lnTo>
                      <a:pt x="320" y="5143"/>
                    </a:lnTo>
                    <a:lnTo>
                      <a:pt x="320" y="6270"/>
                    </a:lnTo>
                    <a:lnTo>
                      <a:pt x="0" y="7375"/>
                    </a:lnTo>
                    <a:lnTo>
                      <a:pt x="320" y="8557"/>
                    </a:lnTo>
                    <a:lnTo>
                      <a:pt x="320" y="9762"/>
                    </a:lnTo>
                    <a:lnTo>
                      <a:pt x="880" y="11023"/>
                    </a:lnTo>
                    <a:lnTo>
                      <a:pt x="1600" y="12306"/>
                    </a:lnTo>
                    <a:lnTo>
                      <a:pt x="2320" y="13556"/>
                    </a:lnTo>
                    <a:lnTo>
                      <a:pt x="2960" y="14861"/>
                    </a:lnTo>
                    <a:lnTo>
                      <a:pt x="4240" y="16211"/>
                    </a:lnTo>
                    <a:lnTo>
                      <a:pt x="5280" y="17539"/>
                    </a:lnTo>
                    <a:lnTo>
                      <a:pt x="7120" y="18900"/>
                    </a:lnTo>
                    <a:lnTo>
                      <a:pt x="8320" y="20250"/>
                    </a:lnTo>
                    <a:lnTo>
                      <a:pt x="10480" y="21600"/>
                    </a:lnTo>
                    <a:lnTo>
                      <a:pt x="21600" y="20105"/>
                    </a:lnTo>
                  </a:path>
                </a:pathLst>
              </a:custGeom>
              <a:solidFill>
                <a:srgbClr val="3147B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10" name="Shape 118">
                <a:extLst>
                  <a:ext uri="{FF2B5EF4-FFF2-40B4-BE49-F238E27FC236}">
                    <a16:creationId xmlns:a16="http://schemas.microsoft.com/office/drawing/2014/main" id="{294C67B4-741E-4609-9DB5-413319929437}"/>
                  </a:ext>
                </a:extLst>
              </p:cNvPr>
              <p:cNvSpPr/>
              <p:nvPr/>
            </p:nvSpPr>
            <p:spPr>
              <a:xfrm>
                <a:off x="144462" y="363537"/>
                <a:ext cx="120289" cy="18537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16842"/>
                    </a:moveTo>
                    <a:lnTo>
                      <a:pt x="1692" y="0"/>
                    </a:lnTo>
                    <a:lnTo>
                      <a:pt x="20299" y="0"/>
                    </a:lnTo>
                    <a:lnTo>
                      <a:pt x="21600" y="16842"/>
                    </a:lnTo>
                    <a:lnTo>
                      <a:pt x="10930" y="20168"/>
                    </a:lnTo>
                    <a:lnTo>
                      <a:pt x="260" y="21600"/>
                    </a:lnTo>
                    <a:lnTo>
                      <a:pt x="0" y="16842"/>
                    </a:lnTo>
                  </a:path>
                </a:pathLst>
              </a:custGeom>
              <a:solidFill>
                <a:srgbClr val="D9996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11" name="Shape 119">
                <a:extLst>
                  <a:ext uri="{FF2B5EF4-FFF2-40B4-BE49-F238E27FC236}">
                    <a16:creationId xmlns:a16="http://schemas.microsoft.com/office/drawing/2014/main" id="{2C10EDB5-51A9-4598-9A22-66A233761173}"/>
                  </a:ext>
                </a:extLst>
              </p:cNvPr>
              <p:cNvSpPr/>
              <p:nvPr/>
            </p:nvSpPr>
            <p:spPr>
              <a:xfrm>
                <a:off x="117475" y="487362"/>
                <a:ext cx="321904" cy="5838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88"/>
                    </a:moveTo>
                    <a:lnTo>
                      <a:pt x="10294" y="0"/>
                    </a:lnTo>
                    <a:lnTo>
                      <a:pt x="12415" y="6668"/>
                    </a:lnTo>
                    <a:lnTo>
                      <a:pt x="16441" y="11685"/>
                    </a:lnTo>
                    <a:lnTo>
                      <a:pt x="19792" y="10740"/>
                    </a:lnTo>
                    <a:lnTo>
                      <a:pt x="21600" y="21600"/>
                    </a:lnTo>
                    <a:lnTo>
                      <a:pt x="13211" y="19990"/>
                    </a:lnTo>
                    <a:lnTo>
                      <a:pt x="3713" y="12297"/>
                    </a:lnTo>
                    <a:lnTo>
                      <a:pt x="0" y="2688"/>
                    </a:lnTo>
                  </a:path>
                </a:pathLst>
              </a:custGeom>
              <a:solidFill>
                <a:srgbClr val="7A85C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12" name="Shape 120">
                <a:extLst>
                  <a:ext uri="{FF2B5EF4-FFF2-40B4-BE49-F238E27FC236}">
                    <a16:creationId xmlns:a16="http://schemas.microsoft.com/office/drawing/2014/main" id="{C57B113B-B1E5-4E00-A0F0-B0E7044EAD05}"/>
                  </a:ext>
                </a:extLst>
              </p:cNvPr>
              <p:cNvSpPr/>
              <p:nvPr/>
            </p:nvSpPr>
            <p:spPr>
              <a:xfrm>
                <a:off x="92075" y="406400"/>
                <a:ext cx="737828" cy="7044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53" y="1842"/>
                    </a:moveTo>
                    <a:lnTo>
                      <a:pt x="84" y="2383"/>
                    </a:lnTo>
                    <a:lnTo>
                      <a:pt x="0" y="3254"/>
                    </a:lnTo>
                    <a:lnTo>
                      <a:pt x="0" y="4424"/>
                    </a:lnTo>
                    <a:lnTo>
                      <a:pt x="84" y="5814"/>
                    </a:lnTo>
                    <a:lnTo>
                      <a:pt x="253" y="7347"/>
                    </a:lnTo>
                    <a:lnTo>
                      <a:pt x="527" y="8958"/>
                    </a:lnTo>
                    <a:lnTo>
                      <a:pt x="875" y="10690"/>
                    </a:lnTo>
                    <a:lnTo>
                      <a:pt x="1370" y="12389"/>
                    </a:lnTo>
                    <a:lnTo>
                      <a:pt x="1907" y="14043"/>
                    </a:lnTo>
                    <a:lnTo>
                      <a:pt x="2550" y="15731"/>
                    </a:lnTo>
                    <a:lnTo>
                      <a:pt x="3340" y="17265"/>
                    </a:lnTo>
                    <a:lnTo>
                      <a:pt x="4225" y="18644"/>
                    </a:lnTo>
                    <a:lnTo>
                      <a:pt x="5205" y="19747"/>
                    </a:lnTo>
                    <a:lnTo>
                      <a:pt x="6343" y="20673"/>
                    </a:lnTo>
                    <a:lnTo>
                      <a:pt x="7597" y="21291"/>
                    </a:lnTo>
                    <a:lnTo>
                      <a:pt x="9019" y="21600"/>
                    </a:lnTo>
                    <a:lnTo>
                      <a:pt x="10368" y="21512"/>
                    </a:lnTo>
                    <a:lnTo>
                      <a:pt x="11738" y="21335"/>
                    </a:lnTo>
                    <a:lnTo>
                      <a:pt x="13023" y="20916"/>
                    </a:lnTo>
                    <a:lnTo>
                      <a:pt x="14319" y="20398"/>
                    </a:lnTo>
                    <a:lnTo>
                      <a:pt x="15468" y="19747"/>
                    </a:lnTo>
                    <a:lnTo>
                      <a:pt x="16521" y="19019"/>
                    </a:lnTo>
                    <a:lnTo>
                      <a:pt x="17522" y="18136"/>
                    </a:lnTo>
                    <a:lnTo>
                      <a:pt x="18450" y="17209"/>
                    </a:lnTo>
                    <a:lnTo>
                      <a:pt x="19250" y="16183"/>
                    </a:lnTo>
                    <a:lnTo>
                      <a:pt x="19925" y="15113"/>
                    </a:lnTo>
                    <a:lnTo>
                      <a:pt x="20504" y="13999"/>
                    </a:lnTo>
                    <a:lnTo>
                      <a:pt x="20989" y="12951"/>
                    </a:lnTo>
                    <a:lnTo>
                      <a:pt x="21294" y="11826"/>
                    </a:lnTo>
                    <a:lnTo>
                      <a:pt x="21505" y="10756"/>
                    </a:lnTo>
                    <a:lnTo>
                      <a:pt x="21600" y="9708"/>
                    </a:lnTo>
                    <a:lnTo>
                      <a:pt x="21547" y="8781"/>
                    </a:lnTo>
                    <a:lnTo>
                      <a:pt x="21452" y="8373"/>
                    </a:lnTo>
                    <a:lnTo>
                      <a:pt x="21337" y="8075"/>
                    </a:lnTo>
                    <a:lnTo>
                      <a:pt x="21200" y="7711"/>
                    </a:lnTo>
                    <a:lnTo>
                      <a:pt x="21063" y="7468"/>
                    </a:lnTo>
                    <a:lnTo>
                      <a:pt x="20947" y="7248"/>
                    </a:lnTo>
                    <a:lnTo>
                      <a:pt x="20799" y="7104"/>
                    </a:lnTo>
                    <a:lnTo>
                      <a:pt x="20620" y="6983"/>
                    </a:lnTo>
                    <a:lnTo>
                      <a:pt x="20315" y="6983"/>
                    </a:lnTo>
                    <a:lnTo>
                      <a:pt x="20178" y="7104"/>
                    </a:lnTo>
                    <a:lnTo>
                      <a:pt x="20062" y="7303"/>
                    </a:lnTo>
                    <a:lnTo>
                      <a:pt x="19967" y="7568"/>
                    </a:lnTo>
                    <a:lnTo>
                      <a:pt x="19830" y="7932"/>
                    </a:lnTo>
                    <a:lnTo>
                      <a:pt x="19777" y="8395"/>
                    </a:lnTo>
                    <a:lnTo>
                      <a:pt x="19735" y="8958"/>
                    </a:lnTo>
                    <a:lnTo>
                      <a:pt x="19735" y="9708"/>
                    </a:lnTo>
                    <a:lnTo>
                      <a:pt x="19661" y="10392"/>
                    </a:lnTo>
                    <a:lnTo>
                      <a:pt x="19482" y="11219"/>
                    </a:lnTo>
                    <a:lnTo>
                      <a:pt x="19124" y="12069"/>
                    </a:lnTo>
                    <a:lnTo>
                      <a:pt x="18734" y="12896"/>
                    </a:lnTo>
                    <a:lnTo>
                      <a:pt x="18197" y="13679"/>
                    </a:lnTo>
                    <a:lnTo>
                      <a:pt x="17617" y="14507"/>
                    </a:lnTo>
                    <a:lnTo>
                      <a:pt x="16922" y="15312"/>
                    </a:lnTo>
                    <a:lnTo>
                      <a:pt x="16195" y="16040"/>
                    </a:lnTo>
                    <a:lnTo>
                      <a:pt x="15373" y="16746"/>
                    </a:lnTo>
                    <a:lnTo>
                      <a:pt x="14530" y="17386"/>
                    </a:lnTo>
                    <a:lnTo>
                      <a:pt x="13603" y="17893"/>
                    </a:lnTo>
                    <a:lnTo>
                      <a:pt x="12718" y="18357"/>
                    </a:lnTo>
                    <a:lnTo>
                      <a:pt x="11738" y="18721"/>
                    </a:lnTo>
                    <a:lnTo>
                      <a:pt x="10811" y="18963"/>
                    </a:lnTo>
                    <a:lnTo>
                      <a:pt x="9904" y="19063"/>
                    </a:lnTo>
                    <a:lnTo>
                      <a:pt x="9019" y="19063"/>
                    </a:lnTo>
                    <a:lnTo>
                      <a:pt x="8092" y="18721"/>
                    </a:lnTo>
                    <a:lnTo>
                      <a:pt x="7281" y="18092"/>
                    </a:lnTo>
                    <a:lnTo>
                      <a:pt x="6575" y="17209"/>
                    </a:lnTo>
                    <a:lnTo>
                      <a:pt x="5900" y="16095"/>
                    </a:lnTo>
                    <a:lnTo>
                      <a:pt x="5300" y="14749"/>
                    </a:lnTo>
                    <a:lnTo>
                      <a:pt x="4763" y="13315"/>
                    </a:lnTo>
                    <a:lnTo>
                      <a:pt x="4278" y="11782"/>
                    </a:lnTo>
                    <a:lnTo>
                      <a:pt x="3930" y="10270"/>
                    </a:lnTo>
                    <a:lnTo>
                      <a:pt x="3530" y="8693"/>
                    </a:lnTo>
                    <a:lnTo>
                      <a:pt x="3224" y="7204"/>
                    </a:lnTo>
                    <a:lnTo>
                      <a:pt x="2950" y="5770"/>
                    </a:lnTo>
                    <a:lnTo>
                      <a:pt x="2813" y="4567"/>
                    </a:lnTo>
                    <a:lnTo>
                      <a:pt x="2645" y="3497"/>
                    </a:lnTo>
                    <a:lnTo>
                      <a:pt x="2550" y="2725"/>
                    </a:lnTo>
                    <a:lnTo>
                      <a:pt x="2508" y="2162"/>
                    </a:lnTo>
                    <a:lnTo>
                      <a:pt x="2508" y="2019"/>
                    </a:lnTo>
                    <a:lnTo>
                      <a:pt x="2466" y="1920"/>
                    </a:lnTo>
                    <a:lnTo>
                      <a:pt x="2466" y="1798"/>
                    </a:lnTo>
                    <a:lnTo>
                      <a:pt x="2413" y="1600"/>
                    </a:lnTo>
                    <a:lnTo>
                      <a:pt x="2371" y="1379"/>
                    </a:lnTo>
                    <a:lnTo>
                      <a:pt x="2297" y="1092"/>
                    </a:lnTo>
                    <a:lnTo>
                      <a:pt x="2202" y="827"/>
                    </a:lnTo>
                    <a:lnTo>
                      <a:pt x="2107" y="574"/>
                    </a:lnTo>
                    <a:lnTo>
                      <a:pt x="2023" y="408"/>
                    </a:lnTo>
                    <a:lnTo>
                      <a:pt x="1854" y="165"/>
                    </a:lnTo>
                    <a:lnTo>
                      <a:pt x="1717" y="66"/>
                    </a:lnTo>
                    <a:lnTo>
                      <a:pt x="1528" y="0"/>
                    </a:lnTo>
                    <a:lnTo>
                      <a:pt x="1317" y="121"/>
                    </a:lnTo>
                    <a:lnTo>
                      <a:pt x="1043" y="309"/>
                    </a:lnTo>
                    <a:lnTo>
                      <a:pt x="832" y="673"/>
                    </a:lnTo>
                    <a:lnTo>
                      <a:pt x="527" y="1136"/>
                    </a:lnTo>
                    <a:lnTo>
                      <a:pt x="253" y="1842"/>
                    </a:lnTo>
                  </a:path>
                </a:pathLst>
              </a:custGeom>
              <a:solidFill>
                <a:srgbClr val="3147B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13" name="Shape 121">
                <a:extLst>
                  <a:ext uri="{FF2B5EF4-FFF2-40B4-BE49-F238E27FC236}">
                    <a16:creationId xmlns:a16="http://schemas.microsoft.com/office/drawing/2014/main" id="{3938E724-B420-4499-9155-AC2BF39CC893}"/>
                  </a:ext>
                </a:extLst>
              </p:cNvPr>
              <p:cNvSpPr/>
              <p:nvPr/>
            </p:nvSpPr>
            <p:spPr>
              <a:xfrm>
                <a:off x="117475" y="334962"/>
                <a:ext cx="447316" cy="5044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99" y="2571"/>
                    </a:moveTo>
                    <a:lnTo>
                      <a:pt x="799" y="2494"/>
                    </a:lnTo>
                    <a:lnTo>
                      <a:pt x="955" y="2494"/>
                    </a:lnTo>
                    <a:lnTo>
                      <a:pt x="1181" y="2402"/>
                    </a:lnTo>
                    <a:lnTo>
                      <a:pt x="1528" y="2325"/>
                    </a:lnTo>
                    <a:lnTo>
                      <a:pt x="1910" y="2202"/>
                    </a:lnTo>
                    <a:lnTo>
                      <a:pt x="2327" y="2125"/>
                    </a:lnTo>
                    <a:lnTo>
                      <a:pt x="2743" y="1986"/>
                    </a:lnTo>
                    <a:lnTo>
                      <a:pt x="3282" y="1924"/>
                    </a:lnTo>
                    <a:lnTo>
                      <a:pt x="3698" y="1863"/>
                    </a:lnTo>
                    <a:lnTo>
                      <a:pt x="4653" y="1863"/>
                    </a:lnTo>
                    <a:lnTo>
                      <a:pt x="5070" y="1924"/>
                    </a:lnTo>
                    <a:lnTo>
                      <a:pt x="5383" y="2063"/>
                    </a:lnTo>
                    <a:lnTo>
                      <a:pt x="5643" y="2325"/>
                    </a:lnTo>
                    <a:lnTo>
                      <a:pt x="5886" y="2494"/>
                    </a:lnTo>
                    <a:lnTo>
                      <a:pt x="6025" y="2910"/>
                    </a:lnTo>
                    <a:lnTo>
                      <a:pt x="6025" y="3279"/>
                    </a:lnTo>
                    <a:lnTo>
                      <a:pt x="6112" y="3757"/>
                    </a:lnTo>
                    <a:lnTo>
                      <a:pt x="6181" y="4265"/>
                    </a:lnTo>
                    <a:lnTo>
                      <a:pt x="6268" y="4773"/>
                    </a:lnTo>
                    <a:lnTo>
                      <a:pt x="6268" y="9792"/>
                    </a:lnTo>
                    <a:lnTo>
                      <a:pt x="6181" y="9992"/>
                    </a:lnTo>
                    <a:lnTo>
                      <a:pt x="6181" y="10500"/>
                    </a:lnTo>
                    <a:lnTo>
                      <a:pt x="6303" y="11085"/>
                    </a:lnTo>
                    <a:lnTo>
                      <a:pt x="6529" y="11731"/>
                    </a:lnTo>
                    <a:lnTo>
                      <a:pt x="6911" y="12640"/>
                    </a:lnTo>
                    <a:lnTo>
                      <a:pt x="7258" y="13517"/>
                    </a:lnTo>
                    <a:lnTo>
                      <a:pt x="7709" y="14580"/>
                    </a:lnTo>
                    <a:lnTo>
                      <a:pt x="8213" y="15719"/>
                    </a:lnTo>
                    <a:lnTo>
                      <a:pt x="8786" y="16812"/>
                    </a:lnTo>
                    <a:lnTo>
                      <a:pt x="9359" y="17797"/>
                    </a:lnTo>
                    <a:lnTo>
                      <a:pt x="9932" y="18813"/>
                    </a:lnTo>
                    <a:lnTo>
                      <a:pt x="10540" y="19722"/>
                    </a:lnTo>
                    <a:lnTo>
                      <a:pt x="11113" y="20507"/>
                    </a:lnTo>
                    <a:lnTo>
                      <a:pt x="11529" y="21077"/>
                    </a:lnTo>
                    <a:lnTo>
                      <a:pt x="12154" y="21461"/>
                    </a:lnTo>
                    <a:lnTo>
                      <a:pt x="12571" y="21600"/>
                    </a:lnTo>
                    <a:lnTo>
                      <a:pt x="12988" y="21523"/>
                    </a:lnTo>
                    <a:lnTo>
                      <a:pt x="13144" y="21323"/>
                    </a:lnTo>
                    <a:lnTo>
                      <a:pt x="13370" y="21215"/>
                    </a:lnTo>
                    <a:lnTo>
                      <a:pt x="13648" y="21077"/>
                    </a:lnTo>
                    <a:lnTo>
                      <a:pt x="14030" y="20876"/>
                    </a:lnTo>
                    <a:lnTo>
                      <a:pt x="14359" y="20676"/>
                    </a:lnTo>
                    <a:lnTo>
                      <a:pt x="14741" y="20568"/>
                    </a:lnTo>
                    <a:lnTo>
                      <a:pt x="15089" y="20445"/>
                    </a:lnTo>
                    <a:lnTo>
                      <a:pt x="15627" y="20307"/>
                    </a:lnTo>
                    <a:lnTo>
                      <a:pt x="15974" y="20030"/>
                    </a:lnTo>
                    <a:lnTo>
                      <a:pt x="16356" y="19937"/>
                    </a:lnTo>
                    <a:lnTo>
                      <a:pt x="16704" y="19722"/>
                    </a:lnTo>
                    <a:lnTo>
                      <a:pt x="17155" y="19599"/>
                    </a:lnTo>
                    <a:lnTo>
                      <a:pt x="17502" y="19383"/>
                    </a:lnTo>
                    <a:lnTo>
                      <a:pt x="17884" y="19214"/>
                    </a:lnTo>
                    <a:lnTo>
                      <a:pt x="18232" y="19014"/>
                    </a:lnTo>
                    <a:lnTo>
                      <a:pt x="18527" y="18875"/>
                    </a:lnTo>
                    <a:lnTo>
                      <a:pt x="18683" y="18706"/>
                    </a:lnTo>
                    <a:lnTo>
                      <a:pt x="19186" y="18367"/>
                    </a:lnTo>
                    <a:lnTo>
                      <a:pt x="19447" y="18167"/>
                    </a:lnTo>
                    <a:lnTo>
                      <a:pt x="19829" y="17936"/>
                    </a:lnTo>
                    <a:lnTo>
                      <a:pt x="20141" y="17659"/>
                    </a:lnTo>
                    <a:lnTo>
                      <a:pt x="20558" y="17428"/>
                    </a:lnTo>
                    <a:lnTo>
                      <a:pt x="20784" y="17151"/>
                    </a:lnTo>
                    <a:lnTo>
                      <a:pt x="21062" y="16812"/>
                    </a:lnTo>
                    <a:lnTo>
                      <a:pt x="21287" y="16581"/>
                    </a:lnTo>
                    <a:lnTo>
                      <a:pt x="21513" y="16304"/>
                    </a:lnTo>
                    <a:lnTo>
                      <a:pt x="21600" y="16058"/>
                    </a:lnTo>
                    <a:lnTo>
                      <a:pt x="21600" y="15796"/>
                    </a:lnTo>
                    <a:lnTo>
                      <a:pt x="21444" y="15596"/>
                    </a:lnTo>
                    <a:lnTo>
                      <a:pt x="21201" y="15457"/>
                    </a:lnTo>
                    <a:lnTo>
                      <a:pt x="20784" y="15211"/>
                    </a:lnTo>
                    <a:lnTo>
                      <a:pt x="20402" y="15149"/>
                    </a:lnTo>
                    <a:lnTo>
                      <a:pt x="20055" y="15149"/>
                    </a:lnTo>
                    <a:lnTo>
                      <a:pt x="19829" y="15288"/>
                    </a:lnTo>
                    <a:lnTo>
                      <a:pt x="19343" y="15519"/>
                    </a:lnTo>
                    <a:lnTo>
                      <a:pt x="19100" y="15796"/>
                    </a:lnTo>
                    <a:lnTo>
                      <a:pt x="18874" y="15857"/>
                    </a:lnTo>
                    <a:lnTo>
                      <a:pt x="18683" y="15996"/>
                    </a:lnTo>
                    <a:lnTo>
                      <a:pt x="18301" y="16058"/>
                    </a:lnTo>
                    <a:lnTo>
                      <a:pt x="18006" y="16242"/>
                    </a:lnTo>
                    <a:lnTo>
                      <a:pt x="17572" y="16304"/>
                    </a:lnTo>
                    <a:lnTo>
                      <a:pt x="17155" y="16442"/>
                    </a:lnTo>
                    <a:lnTo>
                      <a:pt x="16704" y="16504"/>
                    </a:lnTo>
                    <a:lnTo>
                      <a:pt x="16356" y="16643"/>
                    </a:lnTo>
                    <a:lnTo>
                      <a:pt x="15818" y="16750"/>
                    </a:lnTo>
                    <a:lnTo>
                      <a:pt x="15401" y="16874"/>
                    </a:lnTo>
                    <a:lnTo>
                      <a:pt x="14985" y="17012"/>
                    </a:lnTo>
                    <a:lnTo>
                      <a:pt x="14516" y="17151"/>
                    </a:lnTo>
                    <a:lnTo>
                      <a:pt x="14168" y="17289"/>
                    </a:lnTo>
                    <a:lnTo>
                      <a:pt x="13786" y="17428"/>
                    </a:lnTo>
                    <a:lnTo>
                      <a:pt x="13457" y="17597"/>
                    </a:lnTo>
                    <a:lnTo>
                      <a:pt x="13214" y="17797"/>
                    </a:lnTo>
                    <a:lnTo>
                      <a:pt x="12727" y="17936"/>
                    </a:lnTo>
                    <a:lnTo>
                      <a:pt x="12259" y="17997"/>
                    </a:lnTo>
                    <a:lnTo>
                      <a:pt x="11842" y="17797"/>
                    </a:lnTo>
                    <a:lnTo>
                      <a:pt x="11529" y="17428"/>
                    </a:lnTo>
                    <a:lnTo>
                      <a:pt x="11338" y="17151"/>
                    </a:lnTo>
                    <a:lnTo>
                      <a:pt x="11113" y="16874"/>
                    </a:lnTo>
                    <a:lnTo>
                      <a:pt x="10887" y="16581"/>
                    </a:lnTo>
                    <a:lnTo>
                      <a:pt x="10731" y="16304"/>
                    </a:lnTo>
                    <a:lnTo>
                      <a:pt x="10540" y="15857"/>
                    </a:lnTo>
                    <a:lnTo>
                      <a:pt x="10383" y="15457"/>
                    </a:lnTo>
                    <a:lnTo>
                      <a:pt x="10244" y="14949"/>
                    </a:lnTo>
                    <a:lnTo>
                      <a:pt x="10088" y="14580"/>
                    </a:lnTo>
                    <a:lnTo>
                      <a:pt x="9897" y="13933"/>
                    </a:lnTo>
                    <a:lnTo>
                      <a:pt x="9671" y="13148"/>
                    </a:lnTo>
                    <a:lnTo>
                      <a:pt x="9515" y="12239"/>
                    </a:lnTo>
                    <a:lnTo>
                      <a:pt x="9359" y="11285"/>
                    </a:lnTo>
                    <a:lnTo>
                      <a:pt x="9203" y="10130"/>
                    </a:lnTo>
                    <a:lnTo>
                      <a:pt x="9098" y="9006"/>
                    </a:lnTo>
                    <a:lnTo>
                      <a:pt x="9012" y="7852"/>
                    </a:lnTo>
                    <a:lnTo>
                      <a:pt x="8855" y="6712"/>
                    </a:lnTo>
                    <a:lnTo>
                      <a:pt x="8630" y="5481"/>
                    </a:lnTo>
                    <a:lnTo>
                      <a:pt x="8473" y="4403"/>
                    </a:lnTo>
                    <a:lnTo>
                      <a:pt x="8369" y="3279"/>
                    </a:lnTo>
                    <a:lnTo>
                      <a:pt x="8126" y="2463"/>
                    </a:lnTo>
                    <a:lnTo>
                      <a:pt x="7900" y="1617"/>
                    </a:lnTo>
                    <a:lnTo>
                      <a:pt x="7709" y="970"/>
                    </a:lnTo>
                    <a:lnTo>
                      <a:pt x="7327" y="570"/>
                    </a:lnTo>
                    <a:lnTo>
                      <a:pt x="7032" y="400"/>
                    </a:lnTo>
                    <a:lnTo>
                      <a:pt x="6598" y="262"/>
                    </a:lnTo>
                    <a:lnTo>
                      <a:pt x="6268" y="200"/>
                    </a:lnTo>
                    <a:lnTo>
                      <a:pt x="5799" y="62"/>
                    </a:lnTo>
                    <a:lnTo>
                      <a:pt x="5383" y="62"/>
                    </a:lnTo>
                    <a:lnTo>
                      <a:pt x="4844" y="0"/>
                    </a:lnTo>
                    <a:lnTo>
                      <a:pt x="2483" y="0"/>
                    </a:lnTo>
                    <a:lnTo>
                      <a:pt x="2014" y="62"/>
                    </a:lnTo>
                    <a:lnTo>
                      <a:pt x="1754" y="200"/>
                    </a:lnTo>
                    <a:lnTo>
                      <a:pt x="1372" y="262"/>
                    </a:lnTo>
                    <a:lnTo>
                      <a:pt x="1094" y="400"/>
                    </a:lnTo>
                    <a:lnTo>
                      <a:pt x="868" y="539"/>
                    </a:lnTo>
                    <a:lnTo>
                      <a:pt x="799" y="631"/>
                    </a:lnTo>
                    <a:lnTo>
                      <a:pt x="451" y="908"/>
                    </a:lnTo>
                    <a:lnTo>
                      <a:pt x="226" y="1278"/>
                    </a:lnTo>
                    <a:lnTo>
                      <a:pt x="69" y="1694"/>
                    </a:lnTo>
                    <a:lnTo>
                      <a:pt x="0" y="2063"/>
                    </a:lnTo>
                    <a:lnTo>
                      <a:pt x="0" y="2325"/>
                    </a:lnTo>
                    <a:lnTo>
                      <a:pt x="139" y="2494"/>
                    </a:lnTo>
                    <a:lnTo>
                      <a:pt x="382" y="2633"/>
                    </a:lnTo>
                    <a:lnTo>
                      <a:pt x="799" y="2571"/>
                    </a:lnTo>
                  </a:path>
                </a:pathLst>
              </a:custGeom>
              <a:solidFill>
                <a:srgbClr val="3147B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14" name="Shape 122">
                <a:extLst>
                  <a:ext uri="{FF2B5EF4-FFF2-40B4-BE49-F238E27FC236}">
                    <a16:creationId xmlns:a16="http://schemas.microsoft.com/office/drawing/2014/main" id="{FD97E440-A9DD-4C00-ADC2-112ABD4D6C3E}"/>
                  </a:ext>
                </a:extLst>
              </p:cNvPr>
              <p:cNvSpPr/>
              <p:nvPr/>
            </p:nvSpPr>
            <p:spPr>
              <a:xfrm>
                <a:off x="44450" y="514350"/>
                <a:ext cx="185379" cy="885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639" y="0"/>
                    </a:moveTo>
                    <a:lnTo>
                      <a:pt x="18717" y="0"/>
                    </a:lnTo>
                    <a:lnTo>
                      <a:pt x="17715" y="350"/>
                    </a:lnTo>
                    <a:lnTo>
                      <a:pt x="16127" y="350"/>
                    </a:lnTo>
                    <a:lnTo>
                      <a:pt x="14748" y="1137"/>
                    </a:lnTo>
                    <a:lnTo>
                      <a:pt x="12993" y="1487"/>
                    </a:lnTo>
                    <a:lnTo>
                      <a:pt x="11239" y="2274"/>
                    </a:lnTo>
                    <a:lnTo>
                      <a:pt x="9317" y="3061"/>
                    </a:lnTo>
                    <a:lnTo>
                      <a:pt x="7562" y="3760"/>
                    </a:lnTo>
                    <a:lnTo>
                      <a:pt x="5807" y="4372"/>
                    </a:lnTo>
                    <a:lnTo>
                      <a:pt x="4303" y="5509"/>
                    </a:lnTo>
                    <a:lnTo>
                      <a:pt x="2925" y="6296"/>
                    </a:lnTo>
                    <a:lnTo>
                      <a:pt x="2089" y="7083"/>
                    </a:lnTo>
                    <a:lnTo>
                      <a:pt x="1170" y="8045"/>
                    </a:lnTo>
                    <a:lnTo>
                      <a:pt x="794" y="9182"/>
                    </a:lnTo>
                    <a:lnTo>
                      <a:pt x="334" y="11106"/>
                    </a:lnTo>
                    <a:lnTo>
                      <a:pt x="167" y="12855"/>
                    </a:lnTo>
                    <a:lnTo>
                      <a:pt x="0" y="14691"/>
                    </a:lnTo>
                    <a:lnTo>
                      <a:pt x="167" y="16878"/>
                    </a:lnTo>
                    <a:lnTo>
                      <a:pt x="167" y="18539"/>
                    </a:lnTo>
                    <a:lnTo>
                      <a:pt x="543" y="20113"/>
                    </a:lnTo>
                    <a:lnTo>
                      <a:pt x="794" y="20900"/>
                    </a:lnTo>
                    <a:lnTo>
                      <a:pt x="1713" y="21600"/>
                    </a:lnTo>
                    <a:lnTo>
                      <a:pt x="2089" y="21250"/>
                    </a:lnTo>
                    <a:lnTo>
                      <a:pt x="2757" y="20900"/>
                    </a:lnTo>
                    <a:lnTo>
                      <a:pt x="3844" y="20463"/>
                    </a:lnTo>
                    <a:lnTo>
                      <a:pt x="5222" y="19764"/>
                    </a:lnTo>
                    <a:lnTo>
                      <a:pt x="6810" y="18539"/>
                    </a:lnTo>
                    <a:lnTo>
                      <a:pt x="8398" y="18015"/>
                    </a:lnTo>
                    <a:lnTo>
                      <a:pt x="9944" y="17228"/>
                    </a:lnTo>
                    <a:lnTo>
                      <a:pt x="11907" y="16091"/>
                    </a:lnTo>
                    <a:lnTo>
                      <a:pt x="13453" y="14954"/>
                    </a:lnTo>
                    <a:lnTo>
                      <a:pt x="15041" y="14342"/>
                    </a:lnTo>
                    <a:lnTo>
                      <a:pt x="16586" y="12855"/>
                    </a:lnTo>
                    <a:lnTo>
                      <a:pt x="18258" y="12068"/>
                    </a:lnTo>
                    <a:lnTo>
                      <a:pt x="19260" y="11106"/>
                    </a:lnTo>
                    <a:lnTo>
                      <a:pt x="20305" y="10319"/>
                    </a:lnTo>
                    <a:lnTo>
                      <a:pt x="20848" y="9532"/>
                    </a:lnTo>
                    <a:lnTo>
                      <a:pt x="21391" y="9182"/>
                    </a:lnTo>
                    <a:lnTo>
                      <a:pt x="21391" y="7608"/>
                    </a:lnTo>
                    <a:lnTo>
                      <a:pt x="21600" y="6296"/>
                    </a:lnTo>
                    <a:lnTo>
                      <a:pt x="21391" y="4372"/>
                    </a:lnTo>
                    <a:lnTo>
                      <a:pt x="21391" y="3411"/>
                    </a:lnTo>
                    <a:lnTo>
                      <a:pt x="20848" y="700"/>
                    </a:lnTo>
                    <a:lnTo>
                      <a:pt x="20639" y="0"/>
                    </a:lnTo>
                  </a:path>
                </a:pathLst>
              </a:custGeom>
              <a:solidFill>
                <a:srgbClr val="3147B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15" name="Shape 123">
                <a:extLst>
                  <a:ext uri="{FF2B5EF4-FFF2-40B4-BE49-F238E27FC236}">
                    <a16:creationId xmlns:a16="http://schemas.microsoft.com/office/drawing/2014/main" id="{D2B1468D-A254-4DAB-AEEA-85A3E594FC70}"/>
                  </a:ext>
                </a:extLst>
              </p:cNvPr>
              <p:cNvSpPr/>
              <p:nvPr/>
            </p:nvSpPr>
            <p:spPr>
              <a:xfrm>
                <a:off x="282575" y="96837"/>
                <a:ext cx="328254" cy="4441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9402" y="17557"/>
                    </a:moveTo>
                    <a:lnTo>
                      <a:pt x="19402" y="17399"/>
                    </a:lnTo>
                    <a:lnTo>
                      <a:pt x="19497" y="17276"/>
                    </a:lnTo>
                    <a:lnTo>
                      <a:pt x="19615" y="17049"/>
                    </a:lnTo>
                    <a:lnTo>
                      <a:pt x="19757" y="16734"/>
                    </a:lnTo>
                    <a:lnTo>
                      <a:pt x="19875" y="16314"/>
                    </a:lnTo>
                    <a:lnTo>
                      <a:pt x="20182" y="15841"/>
                    </a:lnTo>
                    <a:lnTo>
                      <a:pt x="20395" y="15351"/>
                    </a:lnTo>
                    <a:lnTo>
                      <a:pt x="20607" y="14843"/>
                    </a:lnTo>
                    <a:lnTo>
                      <a:pt x="20702" y="14266"/>
                    </a:lnTo>
                    <a:lnTo>
                      <a:pt x="20962" y="13636"/>
                    </a:lnTo>
                    <a:lnTo>
                      <a:pt x="21056" y="13058"/>
                    </a:lnTo>
                    <a:lnTo>
                      <a:pt x="21387" y="12480"/>
                    </a:lnTo>
                    <a:lnTo>
                      <a:pt x="21387" y="11833"/>
                    </a:lnTo>
                    <a:lnTo>
                      <a:pt x="21600" y="11325"/>
                    </a:lnTo>
                    <a:lnTo>
                      <a:pt x="21600" y="10362"/>
                    </a:lnTo>
                    <a:lnTo>
                      <a:pt x="21482" y="9855"/>
                    </a:lnTo>
                    <a:lnTo>
                      <a:pt x="21387" y="9242"/>
                    </a:lnTo>
                    <a:lnTo>
                      <a:pt x="21387" y="8735"/>
                    </a:lnTo>
                    <a:lnTo>
                      <a:pt x="21269" y="8157"/>
                    </a:lnTo>
                    <a:lnTo>
                      <a:pt x="21056" y="7579"/>
                    </a:lnTo>
                    <a:lnTo>
                      <a:pt x="20962" y="7037"/>
                    </a:lnTo>
                    <a:lnTo>
                      <a:pt x="20749" y="6529"/>
                    </a:lnTo>
                    <a:lnTo>
                      <a:pt x="20702" y="6021"/>
                    </a:lnTo>
                    <a:lnTo>
                      <a:pt x="20489" y="5479"/>
                    </a:lnTo>
                    <a:lnTo>
                      <a:pt x="20277" y="5059"/>
                    </a:lnTo>
                    <a:lnTo>
                      <a:pt x="20182" y="4639"/>
                    </a:lnTo>
                    <a:lnTo>
                      <a:pt x="20088" y="4394"/>
                    </a:lnTo>
                    <a:lnTo>
                      <a:pt x="19875" y="4008"/>
                    </a:lnTo>
                    <a:lnTo>
                      <a:pt x="19875" y="3746"/>
                    </a:lnTo>
                    <a:lnTo>
                      <a:pt x="13565" y="0"/>
                    </a:lnTo>
                    <a:lnTo>
                      <a:pt x="9406" y="0"/>
                    </a:lnTo>
                    <a:lnTo>
                      <a:pt x="4372" y="3238"/>
                    </a:lnTo>
                    <a:lnTo>
                      <a:pt x="1749" y="9925"/>
                    </a:lnTo>
                    <a:lnTo>
                      <a:pt x="8200" y="12638"/>
                    </a:lnTo>
                    <a:lnTo>
                      <a:pt x="8200" y="15421"/>
                    </a:lnTo>
                    <a:lnTo>
                      <a:pt x="2954" y="16226"/>
                    </a:lnTo>
                    <a:lnTo>
                      <a:pt x="0" y="17557"/>
                    </a:lnTo>
                    <a:lnTo>
                      <a:pt x="614" y="20252"/>
                    </a:lnTo>
                    <a:lnTo>
                      <a:pt x="7633" y="21600"/>
                    </a:lnTo>
                    <a:lnTo>
                      <a:pt x="13730" y="21302"/>
                    </a:lnTo>
                    <a:lnTo>
                      <a:pt x="19402" y="17557"/>
                    </a:lnTo>
                  </a:path>
                </a:pathLst>
              </a:custGeom>
              <a:solidFill>
                <a:srgbClr val="D9996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16" name="Shape 124">
                <a:extLst>
                  <a:ext uri="{FF2B5EF4-FFF2-40B4-BE49-F238E27FC236}">
                    <a16:creationId xmlns:a16="http://schemas.microsoft.com/office/drawing/2014/main" id="{114666D4-96E5-4A41-8212-D54C24465744}"/>
                  </a:ext>
                </a:extLst>
              </p:cNvPr>
              <p:cNvSpPr/>
              <p:nvPr/>
            </p:nvSpPr>
            <p:spPr>
              <a:xfrm>
                <a:off x="268287" y="76199"/>
                <a:ext cx="352066" cy="49494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67" y="14881"/>
                    </a:moveTo>
                    <a:lnTo>
                      <a:pt x="3508" y="14819"/>
                    </a:lnTo>
                    <a:lnTo>
                      <a:pt x="5119" y="14819"/>
                    </a:lnTo>
                    <a:lnTo>
                      <a:pt x="5560" y="14756"/>
                    </a:lnTo>
                    <a:lnTo>
                      <a:pt x="6862" y="14756"/>
                    </a:lnTo>
                    <a:lnTo>
                      <a:pt x="7413" y="14536"/>
                    </a:lnTo>
                    <a:lnTo>
                      <a:pt x="7899" y="14222"/>
                    </a:lnTo>
                    <a:lnTo>
                      <a:pt x="7987" y="14018"/>
                    </a:lnTo>
                    <a:lnTo>
                      <a:pt x="7987" y="13437"/>
                    </a:lnTo>
                    <a:lnTo>
                      <a:pt x="7899" y="13155"/>
                    </a:lnTo>
                    <a:lnTo>
                      <a:pt x="7502" y="12699"/>
                    </a:lnTo>
                    <a:lnTo>
                      <a:pt x="7171" y="12464"/>
                    </a:lnTo>
                    <a:lnTo>
                      <a:pt x="6773" y="12040"/>
                    </a:lnTo>
                    <a:lnTo>
                      <a:pt x="6288" y="11836"/>
                    </a:lnTo>
                    <a:lnTo>
                      <a:pt x="5759" y="11663"/>
                    </a:lnTo>
                    <a:lnTo>
                      <a:pt x="5207" y="11459"/>
                    </a:lnTo>
                    <a:lnTo>
                      <a:pt x="4633" y="11255"/>
                    </a:lnTo>
                    <a:lnTo>
                      <a:pt x="4192" y="11177"/>
                    </a:lnTo>
                    <a:lnTo>
                      <a:pt x="3596" y="11083"/>
                    </a:lnTo>
                    <a:lnTo>
                      <a:pt x="3067" y="10941"/>
                    </a:lnTo>
                    <a:lnTo>
                      <a:pt x="2581" y="10737"/>
                    </a:lnTo>
                    <a:lnTo>
                      <a:pt x="2228" y="10659"/>
                    </a:lnTo>
                    <a:lnTo>
                      <a:pt x="1655" y="10345"/>
                    </a:lnTo>
                    <a:lnTo>
                      <a:pt x="1500" y="10141"/>
                    </a:lnTo>
                    <a:lnTo>
                      <a:pt x="1500" y="9827"/>
                    </a:lnTo>
                    <a:lnTo>
                      <a:pt x="1655" y="9419"/>
                    </a:lnTo>
                    <a:lnTo>
                      <a:pt x="1743" y="8822"/>
                    </a:lnTo>
                    <a:lnTo>
                      <a:pt x="2140" y="8241"/>
                    </a:lnTo>
                    <a:lnTo>
                      <a:pt x="2427" y="7503"/>
                    </a:lnTo>
                    <a:lnTo>
                      <a:pt x="2780" y="6719"/>
                    </a:lnTo>
                    <a:lnTo>
                      <a:pt x="3265" y="5840"/>
                    </a:lnTo>
                    <a:lnTo>
                      <a:pt x="3795" y="5086"/>
                    </a:lnTo>
                    <a:lnTo>
                      <a:pt x="4280" y="4223"/>
                    </a:lnTo>
                    <a:lnTo>
                      <a:pt x="4832" y="3422"/>
                    </a:lnTo>
                    <a:lnTo>
                      <a:pt x="5450" y="2622"/>
                    </a:lnTo>
                    <a:lnTo>
                      <a:pt x="6134" y="1899"/>
                    </a:lnTo>
                    <a:lnTo>
                      <a:pt x="6773" y="1303"/>
                    </a:lnTo>
                    <a:lnTo>
                      <a:pt x="7413" y="785"/>
                    </a:lnTo>
                    <a:lnTo>
                      <a:pt x="8141" y="471"/>
                    </a:lnTo>
                    <a:lnTo>
                      <a:pt x="8914" y="345"/>
                    </a:lnTo>
                    <a:lnTo>
                      <a:pt x="9664" y="126"/>
                    </a:lnTo>
                    <a:lnTo>
                      <a:pt x="10392" y="63"/>
                    </a:lnTo>
                    <a:lnTo>
                      <a:pt x="11208" y="0"/>
                    </a:lnTo>
                    <a:lnTo>
                      <a:pt x="13172" y="0"/>
                    </a:lnTo>
                    <a:lnTo>
                      <a:pt x="14187" y="63"/>
                    </a:lnTo>
                    <a:lnTo>
                      <a:pt x="15113" y="204"/>
                    </a:lnTo>
                    <a:lnTo>
                      <a:pt x="16239" y="471"/>
                    </a:lnTo>
                    <a:lnTo>
                      <a:pt x="17077" y="722"/>
                    </a:lnTo>
                    <a:lnTo>
                      <a:pt x="18004" y="1209"/>
                    </a:lnTo>
                    <a:lnTo>
                      <a:pt x="18820" y="1648"/>
                    </a:lnTo>
                    <a:lnTo>
                      <a:pt x="19658" y="2308"/>
                    </a:lnTo>
                    <a:lnTo>
                      <a:pt x="20254" y="3108"/>
                    </a:lnTo>
                    <a:lnTo>
                      <a:pt x="20872" y="4003"/>
                    </a:lnTo>
                    <a:lnTo>
                      <a:pt x="21313" y="5086"/>
                    </a:lnTo>
                    <a:lnTo>
                      <a:pt x="21600" y="6326"/>
                    </a:lnTo>
                    <a:lnTo>
                      <a:pt x="21600" y="6405"/>
                    </a:lnTo>
                    <a:lnTo>
                      <a:pt x="21423" y="6499"/>
                    </a:lnTo>
                    <a:lnTo>
                      <a:pt x="21225" y="6719"/>
                    </a:lnTo>
                    <a:lnTo>
                      <a:pt x="21070" y="6923"/>
                    </a:lnTo>
                    <a:lnTo>
                      <a:pt x="20673" y="6985"/>
                    </a:lnTo>
                    <a:lnTo>
                      <a:pt x="20298" y="6985"/>
                    </a:lnTo>
                    <a:lnTo>
                      <a:pt x="20056" y="6781"/>
                    </a:lnTo>
                    <a:lnTo>
                      <a:pt x="19857" y="6719"/>
                    </a:lnTo>
                    <a:lnTo>
                      <a:pt x="19570" y="6467"/>
                    </a:lnTo>
                    <a:lnTo>
                      <a:pt x="19327" y="6201"/>
                    </a:lnTo>
                    <a:lnTo>
                      <a:pt x="18930" y="5808"/>
                    </a:lnTo>
                    <a:lnTo>
                      <a:pt x="18533" y="5400"/>
                    </a:lnTo>
                    <a:lnTo>
                      <a:pt x="18092" y="4945"/>
                    </a:lnTo>
                    <a:lnTo>
                      <a:pt x="17518" y="4537"/>
                    </a:lnTo>
                    <a:lnTo>
                      <a:pt x="16967" y="4081"/>
                    </a:lnTo>
                    <a:lnTo>
                      <a:pt x="15753" y="3218"/>
                    </a:lnTo>
                    <a:lnTo>
                      <a:pt x="15224" y="2904"/>
                    </a:lnTo>
                    <a:lnTo>
                      <a:pt x="14584" y="2527"/>
                    </a:lnTo>
                    <a:lnTo>
                      <a:pt x="13812" y="2245"/>
                    </a:lnTo>
                    <a:lnTo>
                      <a:pt x="13172" y="1962"/>
                    </a:lnTo>
                    <a:lnTo>
                      <a:pt x="12532" y="1899"/>
                    </a:lnTo>
                    <a:lnTo>
                      <a:pt x="11804" y="1790"/>
                    </a:lnTo>
                    <a:lnTo>
                      <a:pt x="11010" y="1868"/>
                    </a:lnTo>
                    <a:lnTo>
                      <a:pt x="10392" y="1899"/>
                    </a:lnTo>
                    <a:lnTo>
                      <a:pt x="9840" y="2245"/>
                    </a:lnTo>
                    <a:lnTo>
                      <a:pt x="9068" y="2527"/>
                    </a:lnTo>
                    <a:lnTo>
                      <a:pt x="8340" y="2967"/>
                    </a:lnTo>
                    <a:lnTo>
                      <a:pt x="7700" y="3422"/>
                    </a:lnTo>
                    <a:lnTo>
                      <a:pt x="7171" y="3940"/>
                    </a:lnTo>
                    <a:lnTo>
                      <a:pt x="6575" y="4490"/>
                    </a:lnTo>
                    <a:lnTo>
                      <a:pt x="6045" y="5086"/>
                    </a:lnTo>
                    <a:lnTo>
                      <a:pt x="5560" y="5667"/>
                    </a:lnTo>
                    <a:lnTo>
                      <a:pt x="5207" y="6263"/>
                    </a:lnTo>
                    <a:lnTo>
                      <a:pt x="4722" y="6781"/>
                    </a:lnTo>
                    <a:lnTo>
                      <a:pt x="4435" y="7378"/>
                    </a:lnTo>
                    <a:lnTo>
                      <a:pt x="4192" y="7896"/>
                    </a:lnTo>
                    <a:lnTo>
                      <a:pt x="3993" y="8383"/>
                    </a:lnTo>
                    <a:lnTo>
                      <a:pt x="3795" y="8759"/>
                    </a:lnTo>
                    <a:lnTo>
                      <a:pt x="3795" y="9136"/>
                    </a:lnTo>
                    <a:lnTo>
                      <a:pt x="3883" y="9340"/>
                    </a:lnTo>
                    <a:lnTo>
                      <a:pt x="4192" y="9560"/>
                    </a:lnTo>
                    <a:lnTo>
                      <a:pt x="4391" y="9685"/>
                    </a:lnTo>
                    <a:lnTo>
                      <a:pt x="4633" y="9764"/>
                    </a:lnTo>
                    <a:lnTo>
                      <a:pt x="5008" y="9937"/>
                    </a:lnTo>
                    <a:lnTo>
                      <a:pt x="5450" y="10078"/>
                    </a:lnTo>
                    <a:lnTo>
                      <a:pt x="5935" y="10203"/>
                    </a:lnTo>
                    <a:lnTo>
                      <a:pt x="6376" y="10345"/>
                    </a:lnTo>
                    <a:lnTo>
                      <a:pt x="6862" y="10517"/>
                    </a:lnTo>
                    <a:lnTo>
                      <a:pt x="7413" y="10737"/>
                    </a:lnTo>
                    <a:lnTo>
                      <a:pt x="7899" y="10941"/>
                    </a:lnTo>
                    <a:lnTo>
                      <a:pt x="8340" y="11083"/>
                    </a:lnTo>
                    <a:lnTo>
                      <a:pt x="8825" y="11255"/>
                    </a:lnTo>
                    <a:lnTo>
                      <a:pt x="9156" y="11601"/>
                    </a:lnTo>
                    <a:lnTo>
                      <a:pt x="9355" y="11805"/>
                    </a:lnTo>
                    <a:lnTo>
                      <a:pt x="9664" y="12040"/>
                    </a:lnTo>
                    <a:lnTo>
                      <a:pt x="9840" y="12401"/>
                    </a:lnTo>
                    <a:lnTo>
                      <a:pt x="9951" y="12637"/>
                    </a:lnTo>
                    <a:lnTo>
                      <a:pt x="9951" y="14756"/>
                    </a:lnTo>
                    <a:lnTo>
                      <a:pt x="9664" y="15133"/>
                    </a:lnTo>
                    <a:lnTo>
                      <a:pt x="9465" y="15399"/>
                    </a:lnTo>
                    <a:lnTo>
                      <a:pt x="9068" y="15682"/>
                    </a:lnTo>
                    <a:lnTo>
                      <a:pt x="8627" y="15792"/>
                    </a:lnTo>
                    <a:lnTo>
                      <a:pt x="7899" y="15792"/>
                    </a:lnTo>
                    <a:lnTo>
                      <a:pt x="7171" y="15855"/>
                    </a:lnTo>
                    <a:lnTo>
                      <a:pt x="4920" y="15855"/>
                    </a:lnTo>
                    <a:lnTo>
                      <a:pt x="4280" y="15933"/>
                    </a:lnTo>
                    <a:lnTo>
                      <a:pt x="3596" y="15996"/>
                    </a:lnTo>
                    <a:lnTo>
                      <a:pt x="3155" y="16200"/>
                    </a:lnTo>
                    <a:lnTo>
                      <a:pt x="2780" y="16404"/>
                    </a:lnTo>
                    <a:lnTo>
                      <a:pt x="2471" y="16514"/>
                    </a:lnTo>
                    <a:lnTo>
                      <a:pt x="2471" y="17001"/>
                    </a:lnTo>
                    <a:lnTo>
                      <a:pt x="2581" y="17236"/>
                    </a:lnTo>
                    <a:lnTo>
                      <a:pt x="2780" y="17519"/>
                    </a:lnTo>
                    <a:lnTo>
                      <a:pt x="2868" y="17833"/>
                    </a:lnTo>
                    <a:lnTo>
                      <a:pt x="3067" y="18241"/>
                    </a:lnTo>
                    <a:lnTo>
                      <a:pt x="3067" y="18382"/>
                    </a:lnTo>
                    <a:lnTo>
                      <a:pt x="3354" y="18492"/>
                    </a:lnTo>
                    <a:lnTo>
                      <a:pt x="3795" y="18696"/>
                    </a:lnTo>
                    <a:lnTo>
                      <a:pt x="4435" y="18900"/>
                    </a:lnTo>
                    <a:lnTo>
                      <a:pt x="5207" y="19041"/>
                    </a:lnTo>
                    <a:lnTo>
                      <a:pt x="6045" y="19151"/>
                    </a:lnTo>
                    <a:lnTo>
                      <a:pt x="6862" y="19292"/>
                    </a:lnTo>
                    <a:lnTo>
                      <a:pt x="7899" y="19418"/>
                    </a:lnTo>
                    <a:lnTo>
                      <a:pt x="8825" y="19418"/>
                    </a:lnTo>
                    <a:lnTo>
                      <a:pt x="9752" y="19497"/>
                    </a:lnTo>
                    <a:lnTo>
                      <a:pt x="10679" y="19418"/>
                    </a:lnTo>
                    <a:lnTo>
                      <a:pt x="11694" y="19418"/>
                    </a:lnTo>
                    <a:lnTo>
                      <a:pt x="12444" y="19292"/>
                    </a:lnTo>
                    <a:lnTo>
                      <a:pt x="13260" y="19151"/>
                    </a:lnTo>
                    <a:lnTo>
                      <a:pt x="13900" y="18978"/>
                    </a:lnTo>
                    <a:lnTo>
                      <a:pt x="14496" y="18696"/>
                    </a:lnTo>
                    <a:lnTo>
                      <a:pt x="14738" y="18382"/>
                    </a:lnTo>
                    <a:lnTo>
                      <a:pt x="15113" y="18115"/>
                    </a:lnTo>
                    <a:lnTo>
                      <a:pt x="15511" y="17770"/>
                    </a:lnTo>
                    <a:lnTo>
                      <a:pt x="15841" y="17519"/>
                    </a:lnTo>
                    <a:lnTo>
                      <a:pt x="16150" y="17173"/>
                    </a:lnTo>
                    <a:lnTo>
                      <a:pt x="16437" y="16938"/>
                    </a:lnTo>
                    <a:lnTo>
                      <a:pt x="16680" y="16592"/>
                    </a:lnTo>
                    <a:lnTo>
                      <a:pt x="17077" y="16404"/>
                    </a:lnTo>
                    <a:lnTo>
                      <a:pt x="17518" y="15933"/>
                    </a:lnTo>
                    <a:lnTo>
                      <a:pt x="18092" y="15619"/>
                    </a:lnTo>
                    <a:lnTo>
                      <a:pt x="18445" y="15399"/>
                    </a:lnTo>
                    <a:lnTo>
                      <a:pt x="19217" y="15399"/>
                    </a:lnTo>
                    <a:lnTo>
                      <a:pt x="19460" y="15619"/>
                    </a:lnTo>
                    <a:lnTo>
                      <a:pt x="19857" y="15792"/>
                    </a:lnTo>
                    <a:lnTo>
                      <a:pt x="20144" y="16200"/>
                    </a:lnTo>
                    <a:lnTo>
                      <a:pt x="20254" y="16451"/>
                    </a:lnTo>
                    <a:lnTo>
                      <a:pt x="20298" y="16938"/>
                    </a:lnTo>
                    <a:lnTo>
                      <a:pt x="20144" y="17315"/>
                    </a:lnTo>
                    <a:lnTo>
                      <a:pt x="19747" y="17723"/>
                    </a:lnTo>
                    <a:lnTo>
                      <a:pt x="19327" y="17833"/>
                    </a:lnTo>
                    <a:lnTo>
                      <a:pt x="18930" y="18115"/>
                    </a:lnTo>
                    <a:lnTo>
                      <a:pt x="18335" y="18319"/>
                    </a:lnTo>
                    <a:lnTo>
                      <a:pt x="17893" y="18696"/>
                    </a:lnTo>
                    <a:lnTo>
                      <a:pt x="17276" y="18978"/>
                    </a:lnTo>
                    <a:lnTo>
                      <a:pt x="16680" y="19292"/>
                    </a:lnTo>
                    <a:lnTo>
                      <a:pt x="15841" y="19638"/>
                    </a:lnTo>
                    <a:lnTo>
                      <a:pt x="15224" y="19952"/>
                    </a:lnTo>
                    <a:lnTo>
                      <a:pt x="14385" y="20297"/>
                    </a:lnTo>
                    <a:lnTo>
                      <a:pt x="13657" y="20533"/>
                    </a:lnTo>
                    <a:lnTo>
                      <a:pt x="12775" y="20815"/>
                    </a:lnTo>
                    <a:lnTo>
                      <a:pt x="12047" y="21082"/>
                    </a:lnTo>
                    <a:lnTo>
                      <a:pt x="11208" y="21255"/>
                    </a:lnTo>
                    <a:lnTo>
                      <a:pt x="10392" y="21396"/>
                    </a:lnTo>
                    <a:lnTo>
                      <a:pt x="9664" y="21537"/>
                    </a:lnTo>
                    <a:lnTo>
                      <a:pt x="8914" y="21600"/>
                    </a:lnTo>
                    <a:lnTo>
                      <a:pt x="8097" y="21537"/>
                    </a:lnTo>
                    <a:lnTo>
                      <a:pt x="7303" y="21474"/>
                    </a:lnTo>
                    <a:lnTo>
                      <a:pt x="6487" y="21333"/>
                    </a:lnTo>
                    <a:lnTo>
                      <a:pt x="5759" y="21255"/>
                    </a:lnTo>
                    <a:lnTo>
                      <a:pt x="4920" y="21082"/>
                    </a:lnTo>
                    <a:lnTo>
                      <a:pt x="4192" y="20878"/>
                    </a:lnTo>
                    <a:lnTo>
                      <a:pt x="3398" y="20674"/>
                    </a:lnTo>
                    <a:lnTo>
                      <a:pt x="2780" y="20470"/>
                    </a:lnTo>
                    <a:lnTo>
                      <a:pt x="2140" y="20156"/>
                    </a:lnTo>
                    <a:lnTo>
                      <a:pt x="1544" y="19873"/>
                    </a:lnTo>
                    <a:lnTo>
                      <a:pt x="1103" y="19559"/>
                    </a:lnTo>
                    <a:lnTo>
                      <a:pt x="618" y="19292"/>
                    </a:lnTo>
                    <a:lnTo>
                      <a:pt x="287" y="18900"/>
                    </a:lnTo>
                    <a:lnTo>
                      <a:pt x="88" y="18555"/>
                    </a:lnTo>
                    <a:lnTo>
                      <a:pt x="0" y="18241"/>
                    </a:lnTo>
                    <a:lnTo>
                      <a:pt x="0" y="17519"/>
                    </a:lnTo>
                    <a:lnTo>
                      <a:pt x="177" y="17173"/>
                    </a:lnTo>
                    <a:lnTo>
                      <a:pt x="375" y="16938"/>
                    </a:lnTo>
                    <a:lnTo>
                      <a:pt x="574" y="16592"/>
                    </a:lnTo>
                    <a:lnTo>
                      <a:pt x="1103" y="16059"/>
                    </a:lnTo>
                    <a:lnTo>
                      <a:pt x="1655" y="15682"/>
                    </a:lnTo>
                    <a:lnTo>
                      <a:pt x="2140" y="15274"/>
                    </a:lnTo>
                    <a:lnTo>
                      <a:pt x="2471" y="15023"/>
                    </a:lnTo>
                    <a:lnTo>
                      <a:pt x="2868" y="14881"/>
                    </a:lnTo>
                    <a:lnTo>
                      <a:pt x="3067" y="14881"/>
                    </a:lnTo>
                  </a:path>
                </a:pathLst>
              </a:custGeom>
              <a:solidFill>
                <a:srgbClr val="3147B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17" name="Shape 125">
                <a:extLst>
                  <a:ext uri="{FF2B5EF4-FFF2-40B4-BE49-F238E27FC236}">
                    <a16:creationId xmlns:a16="http://schemas.microsoft.com/office/drawing/2014/main" id="{66889F26-C096-43C9-823B-55D278C8F5CF}"/>
                  </a:ext>
                </a:extLst>
              </p:cNvPr>
              <p:cNvSpPr/>
              <p:nvPr/>
            </p:nvSpPr>
            <p:spPr>
              <a:xfrm>
                <a:off x="0" y="2105025"/>
                <a:ext cx="302854" cy="726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424"/>
                    </a:lnTo>
                    <a:lnTo>
                      <a:pt x="20908" y="21600"/>
                    </a:lnTo>
                    <a:lnTo>
                      <a:pt x="2127" y="1969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3147B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18" name="Shape 126">
                <a:extLst>
                  <a:ext uri="{FF2B5EF4-FFF2-40B4-BE49-F238E27FC236}">
                    <a16:creationId xmlns:a16="http://schemas.microsoft.com/office/drawing/2014/main" id="{74864291-5503-44AA-9306-273C3C4BFE6A}"/>
                  </a:ext>
                </a:extLst>
              </p:cNvPr>
              <p:cNvSpPr/>
              <p:nvPr/>
            </p:nvSpPr>
            <p:spPr>
              <a:xfrm>
                <a:off x="468312" y="1154112"/>
                <a:ext cx="115530" cy="8949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532" y="625"/>
                    </a:moveTo>
                    <a:lnTo>
                      <a:pt x="10800" y="668"/>
                    </a:lnTo>
                    <a:lnTo>
                      <a:pt x="11672" y="877"/>
                    </a:lnTo>
                    <a:lnTo>
                      <a:pt x="12611" y="1198"/>
                    </a:lnTo>
                    <a:lnTo>
                      <a:pt x="14288" y="1719"/>
                    </a:lnTo>
                    <a:lnTo>
                      <a:pt x="15898" y="2327"/>
                    </a:lnTo>
                    <a:lnTo>
                      <a:pt x="17709" y="3134"/>
                    </a:lnTo>
                    <a:lnTo>
                      <a:pt x="19051" y="4072"/>
                    </a:lnTo>
                    <a:lnTo>
                      <a:pt x="20594" y="5278"/>
                    </a:lnTo>
                    <a:lnTo>
                      <a:pt x="21198" y="6581"/>
                    </a:lnTo>
                    <a:lnTo>
                      <a:pt x="21600" y="8065"/>
                    </a:lnTo>
                    <a:lnTo>
                      <a:pt x="21198" y="9793"/>
                    </a:lnTo>
                    <a:lnTo>
                      <a:pt x="19990" y="11686"/>
                    </a:lnTo>
                    <a:lnTo>
                      <a:pt x="17441" y="13786"/>
                    </a:lnTo>
                    <a:lnTo>
                      <a:pt x="13953" y="16070"/>
                    </a:lnTo>
                    <a:lnTo>
                      <a:pt x="9458" y="18631"/>
                    </a:lnTo>
                    <a:lnTo>
                      <a:pt x="3421" y="21426"/>
                    </a:lnTo>
                    <a:lnTo>
                      <a:pt x="2817" y="21496"/>
                    </a:lnTo>
                    <a:lnTo>
                      <a:pt x="1945" y="21600"/>
                    </a:lnTo>
                    <a:lnTo>
                      <a:pt x="1342" y="21539"/>
                    </a:lnTo>
                    <a:lnTo>
                      <a:pt x="872" y="21426"/>
                    </a:lnTo>
                    <a:lnTo>
                      <a:pt x="537" y="21270"/>
                    </a:lnTo>
                    <a:lnTo>
                      <a:pt x="268" y="21096"/>
                    </a:lnTo>
                    <a:lnTo>
                      <a:pt x="0" y="20905"/>
                    </a:lnTo>
                    <a:lnTo>
                      <a:pt x="0" y="20254"/>
                    </a:lnTo>
                    <a:lnTo>
                      <a:pt x="872" y="19725"/>
                    </a:lnTo>
                    <a:lnTo>
                      <a:pt x="1610" y="18917"/>
                    </a:lnTo>
                    <a:lnTo>
                      <a:pt x="3421" y="17997"/>
                    </a:lnTo>
                    <a:lnTo>
                      <a:pt x="5098" y="16912"/>
                    </a:lnTo>
                    <a:lnTo>
                      <a:pt x="6909" y="15705"/>
                    </a:lnTo>
                    <a:lnTo>
                      <a:pt x="8519" y="14403"/>
                    </a:lnTo>
                    <a:lnTo>
                      <a:pt x="9928" y="13023"/>
                    </a:lnTo>
                    <a:lnTo>
                      <a:pt x="10800" y="11529"/>
                    </a:lnTo>
                    <a:lnTo>
                      <a:pt x="11672" y="10001"/>
                    </a:lnTo>
                    <a:lnTo>
                      <a:pt x="12007" y="8395"/>
                    </a:lnTo>
                    <a:lnTo>
                      <a:pt x="11672" y="6841"/>
                    </a:lnTo>
                    <a:lnTo>
                      <a:pt x="10196" y="5200"/>
                    </a:lnTo>
                    <a:lnTo>
                      <a:pt x="8519" y="3612"/>
                    </a:lnTo>
                    <a:lnTo>
                      <a:pt x="5366" y="2040"/>
                    </a:lnTo>
                    <a:lnTo>
                      <a:pt x="1342" y="512"/>
                    </a:lnTo>
                    <a:lnTo>
                      <a:pt x="1342" y="434"/>
                    </a:lnTo>
                    <a:lnTo>
                      <a:pt x="1610" y="321"/>
                    </a:lnTo>
                    <a:lnTo>
                      <a:pt x="2549" y="191"/>
                    </a:lnTo>
                    <a:lnTo>
                      <a:pt x="3421" y="69"/>
                    </a:lnTo>
                    <a:lnTo>
                      <a:pt x="4494" y="0"/>
                    </a:lnTo>
                    <a:lnTo>
                      <a:pt x="6306" y="35"/>
                    </a:lnTo>
                    <a:lnTo>
                      <a:pt x="7043" y="113"/>
                    </a:lnTo>
                    <a:lnTo>
                      <a:pt x="8251" y="226"/>
                    </a:lnTo>
                    <a:lnTo>
                      <a:pt x="9458" y="356"/>
                    </a:lnTo>
                    <a:lnTo>
                      <a:pt x="10532" y="625"/>
                    </a:lnTo>
                  </a:path>
                </a:pathLst>
              </a:custGeom>
              <a:solidFill>
                <a:srgbClr val="9CB8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19" name="Shape 127">
                <a:extLst>
                  <a:ext uri="{FF2B5EF4-FFF2-40B4-BE49-F238E27FC236}">
                    <a16:creationId xmlns:a16="http://schemas.microsoft.com/office/drawing/2014/main" id="{D6EF8D32-8086-49BE-B0C7-EB50A8F80A2B}"/>
                  </a:ext>
                </a:extLst>
              </p:cNvPr>
              <p:cNvSpPr/>
              <p:nvPr/>
            </p:nvSpPr>
            <p:spPr>
              <a:xfrm>
                <a:off x="569912" y="533400"/>
                <a:ext cx="269516" cy="2520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028" y="123"/>
                    </a:moveTo>
                    <a:lnTo>
                      <a:pt x="3172" y="0"/>
                    </a:lnTo>
                    <a:lnTo>
                      <a:pt x="4931" y="0"/>
                    </a:lnTo>
                    <a:lnTo>
                      <a:pt x="6489" y="123"/>
                    </a:lnTo>
                    <a:lnTo>
                      <a:pt x="7959" y="246"/>
                    </a:lnTo>
                    <a:lnTo>
                      <a:pt x="9863" y="677"/>
                    </a:lnTo>
                    <a:lnTo>
                      <a:pt x="11824" y="1015"/>
                    </a:lnTo>
                    <a:lnTo>
                      <a:pt x="13871" y="1969"/>
                    </a:lnTo>
                    <a:lnTo>
                      <a:pt x="15630" y="2831"/>
                    </a:lnTo>
                    <a:lnTo>
                      <a:pt x="17476" y="4123"/>
                    </a:lnTo>
                    <a:lnTo>
                      <a:pt x="18947" y="5692"/>
                    </a:lnTo>
                    <a:lnTo>
                      <a:pt x="20331" y="7723"/>
                    </a:lnTo>
                    <a:lnTo>
                      <a:pt x="21110" y="9969"/>
                    </a:lnTo>
                    <a:lnTo>
                      <a:pt x="21600" y="12769"/>
                    </a:lnTo>
                    <a:lnTo>
                      <a:pt x="21485" y="15877"/>
                    </a:lnTo>
                    <a:lnTo>
                      <a:pt x="20966" y="19754"/>
                    </a:lnTo>
                    <a:lnTo>
                      <a:pt x="15457" y="21600"/>
                    </a:lnTo>
                    <a:lnTo>
                      <a:pt x="15457" y="21323"/>
                    </a:lnTo>
                    <a:lnTo>
                      <a:pt x="15515" y="20492"/>
                    </a:lnTo>
                    <a:lnTo>
                      <a:pt x="15775" y="19477"/>
                    </a:lnTo>
                    <a:lnTo>
                      <a:pt x="16150" y="18338"/>
                    </a:lnTo>
                    <a:lnTo>
                      <a:pt x="16294" y="16769"/>
                    </a:lnTo>
                    <a:lnTo>
                      <a:pt x="16409" y="15138"/>
                    </a:lnTo>
                    <a:lnTo>
                      <a:pt x="16409" y="11723"/>
                    </a:lnTo>
                    <a:lnTo>
                      <a:pt x="16150" y="10031"/>
                    </a:lnTo>
                    <a:lnTo>
                      <a:pt x="15515" y="8400"/>
                    </a:lnTo>
                    <a:lnTo>
                      <a:pt x="14679" y="6985"/>
                    </a:lnTo>
                    <a:lnTo>
                      <a:pt x="13496" y="5815"/>
                    </a:lnTo>
                    <a:lnTo>
                      <a:pt x="11824" y="4862"/>
                    </a:lnTo>
                    <a:lnTo>
                      <a:pt x="9863" y="4400"/>
                    </a:lnTo>
                    <a:lnTo>
                      <a:pt x="7440" y="4400"/>
                    </a:lnTo>
                    <a:lnTo>
                      <a:pt x="4499" y="4862"/>
                    </a:lnTo>
                    <a:lnTo>
                      <a:pt x="4355" y="4800"/>
                    </a:lnTo>
                    <a:lnTo>
                      <a:pt x="3980" y="4523"/>
                    </a:lnTo>
                    <a:lnTo>
                      <a:pt x="3605" y="4277"/>
                    </a:lnTo>
                    <a:lnTo>
                      <a:pt x="3172" y="4000"/>
                    </a:lnTo>
                    <a:lnTo>
                      <a:pt x="2538" y="3723"/>
                    </a:lnTo>
                    <a:lnTo>
                      <a:pt x="1961" y="3385"/>
                    </a:lnTo>
                    <a:lnTo>
                      <a:pt x="1327" y="2831"/>
                    </a:lnTo>
                    <a:lnTo>
                      <a:pt x="865" y="2554"/>
                    </a:lnTo>
                    <a:lnTo>
                      <a:pt x="115" y="1815"/>
                    </a:lnTo>
                    <a:lnTo>
                      <a:pt x="0" y="1015"/>
                    </a:lnTo>
                    <a:lnTo>
                      <a:pt x="231" y="677"/>
                    </a:lnTo>
                    <a:lnTo>
                      <a:pt x="865" y="400"/>
                    </a:lnTo>
                    <a:lnTo>
                      <a:pt x="1701" y="123"/>
                    </a:lnTo>
                    <a:lnTo>
                      <a:pt x="3028" y="123"/>
                    </a:lnTo>
                  </a:path>
                </a:pathLst>
              </a:custGeom>
              <a:solidFill>
                <a:srgbClr val="3147B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20" name="Shape 128">
                <a:extLst>
                  <a:ext uri="{FF2B5EF4-FFF2-40B4-BE49-F238E27FC236}">
                    <a16:creationId xmlns:a16="http://schemas.microsoft.com/office/drawing/2014/main" id="{6D12F41C-F72C-4A22-8B0C-F013D23245CE}"/>
                  </a:ext>
                </a:extLst>
              </p:cNvPr>
              <p:cNvSpPr/>
              <p:nvPr/>
            </p:nvSpPr>
            <p:spPr>
              <a:xfrm>
                <a:off x="352425" y="614362"/>
                <a:ext cx="383816" cy="3996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543" y="0"/>
                    </a:moveTo>
                    <a:lnTo>
                      <a:pt x="18624" y="78"/>
                    </a:lnTo>
                    <a:lnTo>
                      <a:pt x="19130" y="544"/>
                    </a:lnTo>
                    <a:lnTo>
                      <a:pt x="19798" y="1185"/>
                    </a:lnTo>
                    <a:lnTo>
                      <a:pt x="20061" y="1612"/>
                    </a:lnTo>
                    <a:lnTo>
                      <a:pt x="20507" y="2176"/>
                    </a:lnTo>
                    <a:lnTo>
                      <a:pt x="20831" y="2700"/>
                    </a:lnTo>
                    <a:lnTo>
                      <a:pt x="21094" y="3244"/>
                    </a:lnTo>
                    <a:lnTo>
                      <a:pt x="21357" y="3807"/>
                    </a:lnTo>
                    <a:lnTo>
                      <a:pt x="21600" y="4526"/>
                    </a:lnTo>
                    <a:lnTo>
                      <a:pt x="21600" y="6682"/>
                    </a:lnTo>
                    <a:lnTo>
                      <a:pt x="21357" y="7576"/>
                    </a:lnTo>
                    <a:lnTo>
                      <a:pt x="20912" y="8391"/>
                    </a:lnTo>
                    <a:lnTo>
                      <a:pt x="20325" y="9421"/>
                    </a:lnTo>
                    <a:lnTo>
                      <a:pt x="19576" y="10489"/>
                    </a:lnTo>
                    <a:lnTo>
                      <a:pt x="18624" y="11771"/>
                    </a:lnTo>
                    <a:lnTo>
                      <a:pt x="17410" y="13014"/>
                    </a:lnTo>
                    <a:lnTo>
                      <a:pt x="16256" y="14296"/>
                    </a:lnTo>
                    <a:lnTo>
                      <a:pt x="14980" y="15540"/>
                    </a:lnTo>
                    <a:lnTo>
                      <a:pt x="13725" y="16841"/>
                    </a:lnTo>
                    <a:lnTo>
                      <a:pt x="12328" y="17909"/>
                    </a:lnTo>
                    <a:lnTo>
                      <a:pt x="10972" y="18978"/>
                    </a:lnTo>
                    <a:lnTo>
                      <a:pt x="9596" y="19871"/>
                    </a:lnTo>
                    <a:lnTo>
                      <a:pt x="8340" y="20687"/>
                    </a:lnTo>
                    <a:lnTo>
                      <a:pt x="7126" y="21153"/>
                    </a:lnTo>
                    <a:lnTo>
                      <a:pt x="6053" y="21600"/>
                    </a:lnTo>
                    <a:lnTo>
                      <a:pt x="5101" y="21600"/>
                    </a:lnTo>
                    <a:lnTo>
                      <a:pt x="4332" y="21503"/>
                    </a:lnTo>
                    <a:lnTo>
                      <a:pt x="3543" y="21076"/>
                    </a:lnTo>
                    <a:lnTo>
                      <a:pt x="2956" y="20784"/>
                    </a:lnTo>
                    <a:lnTo>
                      <a:pt x="2369" y="20357"/>
                    </a:lnTo>
                    <a:lnTo>
                      <a:pt x="2004" y="20007"/>
                    </a:lnTo>
                    <a:lnTo>
                      <a:pt x="1518" y="19619"/>
                    </a:lnTo>
                    <a:lnTo>
                      <a:pt x="1154" y="19366"/>
                    </a:lnTo>
                    <a:lnTo>
                      <a:pt x="850" y="18978"/>
                    </a:lnTo>
                    <a:lnTo>
                      <a:pt x="668" y="18725"/>
                    </a:lnTo>
                    <a:lnTo>
                      <a:pt x="223" y="18162"/>
                    </a:lnTo>
                    <a:lnTo>
                      <a:pt x="81" y="17735"/>
                    </a:lnTo>
                    <a:lnTo>
                      <a:pt x="0" y="17482"/>
                    </a:lnTo>
                    <a:lnTo>
                      <a:pt x="0" y="17268"/>
                    </a:lnTo>
                    <a:lnTo>
                      <a:pt x="223" y="17268"/>
                    </a:lnTo>
                    <a:lnTo>
                      <a:pt x="385" y="16996"/>
                    </a:lnTo>
                    <a:lnTo>
                      <a:pt x="1073" y="16996"/>
                    </a:lnTo>
                    <a:lnTo>
                      <a:pt x="1518" y="17268"/>
                    </a:lnTo>
                    <a:lnTo>
                      <a:pt x="1781" y="17424"/>
                    </a:lnTo>
                    <a:lnTo>
                      <a:pt x="2004" y="17657"/>
                    </a:lnTo>
                    <a:lnTo>
                      <a:pt x="2288" y="17987"/>
                    </a:lnTo>
                    <a:lnTo>
                      <a:pt x="2551" y="18376"/>
                    </a:lnTo>
                    <a:lnTo>
                      <a:pt x="2672" y="18725"/>
                    </a:lnTo>
                    <a:lnTo>
                      <a:pt x="3037" y="19055"/>
                    </a:lnTo>
                    <a:lnTo>
                      <a:pt x="3401" y="19191"/>
                    </a:lnTo>
                    <a:lnTo>
                      <a:pt x="3705" y="19444"/>
                    </a:lnTo>
                    <a:lnTo>
                      <a:pt x="4170" y="19541"/>
                    </a:lnTo>
                    <a:lnTo>
                      <a:pt x="4575" y="19619"/>
                    </a:lnTo>
                    <a:lnTo>
                      <a:pt x="5506" y="19619"/>
                    </a:lnTo>
                    <a:lnTo>
                      <a:pt x="5871" y="19444"/>
                    </a:lnTo>
                    <a:lnTo>
                      <a:pt x="6276" y="19366"/>
                    </a:lnTo>
                    <a:lnTo>
                      <a:pt x="6721" y="19153"/>
                    </a:lnTo>
                    <a:lnTo>
                      <a:pt x="7025" y="18978"/>
                    </a:lnTo>
                    <a:lnTo>
                      <a:pt x="7389" y="18725"/>
                    </a:lnTo>
                    <a:lnTo>
                      <a:pt x="7753" y="18453"/>
                    </a:lnTo>
                    <a:lnTo>
                      <a:pt x="7875" y="18240"/>
                    </a:lnTo>
                    <a:lnTo>
                      <a:pt x="8158" y="17909"/>
                    </a:lnTo>
                    <a:lnTo>
                      <a:pt x="8340" y="17482"/>
                    </a:lnTo>
                    <a:lnTo>
                      <a:pt x="8745" y="16996"/>
                    </a:lnTo>
                    <a:lnTo>
                      <a:pt x="9373" y="16453"/>
                    </a:lnTo>
                    <a:lnTo>
                      <a:pt x="10223" y="15812"/>
                    </a:lnTo>
                    <a:lnTo>
                      <a:pt x="11073" y="15035"/>
                    </a:lnTo>
                    <a:lnTo>
                      <a:pt x="12004" y="14219"/>
                    </a:lnTo>
                    <a:lnTo>
                      <a:pt x="12956" y="13364"/>
                    </a:lnTo>
                    <a:lnTo>
                      <a:pt x="14029" y="12587"/>
                    </a:lnTo>
                    <a:lnTo>
                      <a:pt x="14980" y="11655"/>
                    </a:lnTo>
                    <a:lnTo>
                      <a:pt x="15891" y="10839"/>
                    </a:lnTo>
                    <a:lnTo>
                      <a:pt x="16843" y="10023"/>
                    </a:lnTo>
                    <a:lnTo>
                      <a:pt x="17693" y="9207"/>
                    </a:lnTo>
                    <a:lnTo>
                      <a:pt x="18361" y="8314"/>
                    </a:lnTo>
                    <a:lnTo>
                      <a:pt x="18908" y="7576"/>
                    </a:lnTo>
                    <a:lnTo>
                      <a:pt x="19292" y="6896"/>
                    </a:lnTo>
                    <a:lnTo>
                      <a:pt x="19474" y="6332"/>
                    </a:lnTo>
                    <a:lnTo>
                      <a:pt x="19393" y="6080"/>
                    </a:lnTo>
                    <a:lnTo>
                      <a:pt x="19292" y="5866"/>
                    </a:lnTo>
                    <a:lnTo>
                      <a:pt x="19029" y="5439"/>
                    </a:lnTo>
                    <a:lnTo>
                      <a:pt x="18908" y="5128"/>
                    </a:lnTo>
                    <a:lnTo>
                      <a:pt x="18624" y="4526"/>
                    </a:lnTo>
                    <a:lnTo>
                      <a:pt x="18361" y="4060"/>
                    </a:lnTo>
                    <a:lnTo>
                      <a:pt x="18098" y="3555"/>
                    </a:lnTo>
                    <a:lnTo>
                      <a:pt x="17875" y="3069"/>
                    </a:lnTo>
                    <a:lnTo>
                      <a:pt x="17592" y="2525"/>
                    </a:lnTo>
                    <a:lnTo>
                      <a:pt x="17410" y="2001"/>
                    </a:lnTo>
                    <a:lnTo>
                      <a:pt x="17329" y="1535"/>
                    </a:lnTo>
                    <a:lnTo>
                      <a:pt x="17329" y="1068"/>
                    </a:lnTo>
                    <a:lnTo>
                      <a:pt x="17410" y="641"/>
                    </a:lnTo>
                    <a:lnTo>
                      <a:pt x="17592" y="291"/>
                    </a:lnTo>
                    <a:lnTo>
                      <a:pt x="17956" y="78"/>
                    </a:lnTo>
                    <a:lnTo>
                      <a:pt x="18543" y="0"/>
                    </a:lnTo>
                  </a:path>
                </a:pathLst>
              </a:custGeom>
              <a:solidFill>
                <a:srgbClr val="9CB8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21" name="Shape 129">
                <a:extLst>
                  <a:ext uri="{FF2B5EF4-FFF2-40B4-BE49-F238E27FC236}">
                    <a16:creationId xmlns:a16="http://schemas.microsoft.com/office/drawing/2014/main" id="{BF10A90E-72D8-4AAF-B185-46E435EC2F2E}"/>
                  </a:ext>
                </a:extLst>
              </p:cNvPr>
              <p:cNvSpPr/>
              <p:nvPr/>
            </p:nvSpPr>
            <p:spPr>
              <a:xfrm>
                <a:off x="554037" y="2016125"/>
                <a:ext cx="298091" cy="11235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138"/>
                    </a:lnTo>
                    <a:lnTo>
                      <a:pt x="21235" y="21600"/>
                    </a:lnTo>
                    <a:lnTo>
                      <a:pt x="2006" y="1279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82409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  <p:sp>
            <p:nvSpPr>
              <p:cNvPr id="122" name="Shape 130">
                <a:extLst>
                  <a:ext uri="{FF2B5EF4-FFF2-40B4-BE49-F238E27FC236}">
                    <a16:creationId xmlns:a16="http://schemas.microsoft.com/office/drawing/2014/main" id="{45C1B709-2406-4A69-9FFE-FA8D1C82962C}"/>
                  </a:ext>
                </a:extLst>
              </p:cNvPr>
              <p:cNvSpPr/>
              <p:nvPr/>
            </p:nvSpPr>
            <p:spPr>
              <a:xfrm>
                <a:off x="568325" y="249237"/>
                <a:ext cx="66317" cy="2203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3427" y="282"/>
                    </a:moveTo>
                    <a:lnTo>
                      <a:pt x="12843" y="141"/>
                    </a:lnTo>
                    <a:lnTo>
                      <a:pt x="10858" y="141"/>
                    </a:lnTo>
                    <a:lnTo>
                      <a:pt x="8990" y="0"/>
                    </a:lnTo>
                    <a:lnTo>
                      <a:pt x="4554" y="0"/>
                    </a:lnTo>
                    <a:lnTo>
                      <a:pt x="2569" y="141"/>
                    </a:lnTo>
                    <a:lnTo>
                      <a:pt x="934" y="458"/>
                    </a:lnTo>
                    <a:lnTo>
                      <a:pt x="467" y="987"/>
                    </a:lnTo>
                    <a:lnTo>
                      <a:pt x="0" y="1304"/>
                    </a:lnTo>
                    <a:lnTo>
                      <a:pt x="0" y="3277"/>
                    </a:lnTo>
                    <a:lnTo>
                      <a:pt x="934" y="6237"/>
                    </a:lnTo>
                    <a:lnTo>
                      <a:pt x="1518" y="8034"/>
                    </a:lnTo>
                    <a:lnTo>
                      <a:pt x="1985" y="9761"/>
                    </a:lnTo>
                    <a:lnTo>
                      <a:pt x="3036" y="11839"/>
                    </a:lnTo>
                    <a:lnTo>
                      <a:pt x="3619" y="13637"/>
                    </a:lnTo>
                    <a:lnTo>
                      <a:pt x="4086" y="15434"/>
                    </a:lnTo>
                    <a:lnTo>
                      <a:pt x="4904" y="16949"/>
                    </a:lnTo>
                    <a:lnTo>
                      <a:pt x="5371" y="18499"/>
                    </a:lnTo>
                    <a:lnTo>
                      <a:pt x="5838" y="19909"/>
                    </a:lnTo>
                    <a:lnTo>
                      <a:pt x="6422" y="20754"/>
                    </a:lnTo>
                    <a:lnTo>
                      <a:pt x="6889" y="21389"/>
                    </a:lnTo>
                    <a:lnTo>
                      <a:pt x="6889" y="21600"/>
                    </a:lnTo>
                    <a:lnTo>
                      <a:pt x="18798" y="18957"/>
                    </a:lnTo>
                    <a:lnTo>
                      <a:pt x="18331" y="18816"/>
                    </a:lnTo>
                    <a:lnTo>
                      <a:pt x="18331" y="17336"/>
                    </a:lnTo>
                    <a:lnTo>
                      <a:pt x="17280" y="16455"/>
                    </a:lnTo>
                    <a:lnTo>
                      <a:pt x="17280" y="15539"/>
                    </a:lnTo>
                    <a:lnTo>
                      <a:pt x="16696" y="14517"/>
                    </a:lnTo>
                    <a:lnTo>
                      <a:pt x="16696" y="13637"/>
                    </a:lnTo>
                    <a:lnTo>
                      <a:pt x="15762" y="12544"/>
                    </a:lnTo>
                    <a:lnTo>
                      <a:pt x="15178" y="11381"/>
                    </a:lnTo>
                    <a:lnTo>
                      <a:pt x="14711" y="10536"/>
                    </a:lnTo>
                    <a:lnTo>
                      <a:pt x="14478" y="9514"/>
                    </a:lnTo>
                    <a:lnTo>
                      <a:pt x="13894" y="8422"/>
                    </a:lnTo>
                    <a:lnTo>
                      <a:pt x="13894" y="7858"/>
                    </a:lnTo>
                    <a:lnTo>
                      <a:pt x="13427" y="7083"/>
                    </a:lnTo>
                    <a:lnTo>
                      <a:pt x="13427" y="6624"/>
                    </a:lnTo>
                    <a:lnTo>
                      <a:pt x="12843" y="5920"/>
                    </a:lnTo>
                    <a:lnTo>
                      <a:pt x="13894" y="5285"/>
                    </a:lnTo>
                    <a:lnTo>
                      <a:pt x="14711" y="4898"/>
                    </a:lnTo>
                    <a:lnTo>
                      <a:pt x="16696" y="4898"/>
                    </a:lnTo>
                    <a:lnTo>
                      <a:pt x="19615" y="4581"/>
                    </a:lnTo>
                    <a:lnTo>
                      <a:pt x="21600" y="4581"/>
                    </a:lnTo>
                    <a:lnTo>
                      <a:pt x="21133" y="2643"/>
                    </a:lnTo>
                    <a:lnTo>
                      <a:pt x="13427" y="282"/>
                    </a:lnTo>
                  </a:path>
                </a:pathLst>
              </a:custGeom>
              <a:solidFill>
                <a:srgbClr val="824094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 dirty="0"/>
              </a:p>
            </p:txBody>
          </p:sp>
        </p:grpSp>
      </p:grpSp>
      <p:pic>
        <p:nvPicPr>
          <p:cNvPr id="123" name="image.pdf">
            <a:extLst>
              <a:ext uri="{FF2B5EF4-FFF2-40B4-BE49-F238E27FC236}">
                <a16:creationId xmlns:a16="http://schemas.microsoft.com/office/drawing/2014/main" id="{4EECD4C5-7A38-45FD-8318-091A22CE83D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735638" y="3028239"/>
            <a:ext cx="1066800" cy="100806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4" name="Group 141">
            <a:extLst>
              <a:ext uri="{FF2B5EF4-FFF2-40B4-BE49-F238E27FC236}">
                <a16:creationId xmlns:a16="http://schemas.microsoft.com/office/drawing/2014/main" id="{E9EB751A-48B8-47ED-8445-295E0F20A245}"/>
              </a:ext>
            </a:extLst>
          </p:cNvPr>
          <p:cNvGrpSpPr/>
          <p:nvPr/>
        </p:nvGrpSpPr>
        <p:grpSpPr>
          <a:xfrm>
            <a:off x="6477000" y="1272855"/>
            <a:ext cx="533042" cy="1014374"/>
            <a:chOff x="0" y="-1"/>
            <a:chExt cx="533041" cy="1014372"/>
          </a:xfrm>
        </p:grpSpPr>
        <p:sp>
          <p:nvSpPr>
            <p:cNvPr id="125" name="Shape 139">
              <a:extLst>
                <a:ext uri="{FF2B5EF4-FFF2-40B4-BE49-F238E27FC236}">
                  <a16:creationId xmlns:a16="http://schemas.microsoft.com/office/drawing/2014/main" id="{36445B31-F3A4-4308-9422-8AED8BF3C72C}"/>
                </a:ext>
              </a:extLst>
            </p:cNvPr>
            <p:cNvSpPr/>
            <p:nvPr/>
          </p:nvSpPr>
          <p:spPr>
            <a:xfrm>
              <a:off x="0" y="22543"/>
              <a:ext cx="533041" cy="9918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396" y="0"/>
                  </a:moveTo>
                  <a:lnTo>
                    <a:pt x="5396" y="16194"/>
                  </a:lnTo>
                  <a:lnTo>
                    <a:pt x="0" y="16194"/>
                  </a:lnTo>
                  <a:lnTo>
                    <a:pt x="10793" y="21600"/>
                  </a:lnTo>
                  <a:lnTo>
                    <a:pt x="21600" y="16194"/>
                  </a:lnTo>
                  <a:lnTo>
                    <a:pt x="16204" y="16194"/>
                  </a:lnTo>
                  <a:lnTo>
                    <a:pt x="16204" y="0"/>
                  </a:lnTo>
                  <a:lnTo>
                    <a:pt x="5396" y="0"/>
                  </a:lnTo>
                </a:path>
              </a:pathLst>
            </a:custGeom>
            <a:solidFill>
              <a:srgbClr val="99CC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 dirty="0"/>
            </a:p>
          </p:txBody>
        </p:sp>
        <p:sp>
          <p:nvSpPr>
            <p:cNvPr id="126" name="Shape 140">
              <a:extLst>
                <a:ext uri="{FF2B5EF4-FFF2-40B4-BE49-F238E27FC236}">
                  <a16:creationId xmlns:a16="http://schemas.microsoft.com/office/drawing/2014/main" id="{6CD8A4D8-3078-419C-ACFF-3F38C6ADE9E0}"/>
                </a:ext>
              </a:extLst>
            </p:cNvPr>
            <p:cNvSpPr/>
            <p:nvPr/>
          </p:nvSpPr>
          <p:spPr>
            <a:xfrm>
              <a:off x="90627" y="-1"/>
              <a:ext cx="352146" cy="911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vert="vert270" wrap="square" lIns="46799" tIns="46799" rIns="46799" bIns="46799" numCol="1" anchor="ctr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419" dirty="0"/>
                <a:t>Head</a:t>
              </a:r>
              <a:endParaRPr sz="1400" dirty="0"/>
            </a:p>
          </p:txBody>
        </p:sp>
      </p:grpSp>
      <p:grpSp>
        <p:nvGrpSpPr>
          <p:cNvPr id="127" name="Group 144">
            <a:extLst>
              <a:ext uri="{FF2B5EF4-FFF2-40B4-BE49-F238E27FC236}">
                <a16:creationId xmlns:a16="http://schemas.microsoft.com/office/drawing/2014/main" id="{2C9CA7E9-E0C8-440B-A94F-BC7A106B0E3E}"/>
              </a:ext>
            </a:extLst>
          </p:cNvPr>
          <p:cNvGrpSpPr/>
          <p:nvPr/>
        </p:nvGrpSpPr>
        <p:grpSpPr>
          <a:xfrm>
            <a:off x="7543800" y="1218880"/>
            <a:ext cx="456842" cy="990562"/>
            <a:chOff x="0" y="-320"/>
            <a:chExt cx="456841" cy="990561"/>
          </a:xfrm>
        </p:grpSpPr>
        <p:sp>
          <p:nvSpPr>
            <p:cNvPr id="128" name="Shape 142">
              <a:extLst>
                <a:ext uri="{FF2B5EF4-FFF2-40B4-BE49-F238E27FC236}">
                  <a16:creationId xmlns:a16="http://schemas.microsoft.com/office/drawing/2014/main" id="{915BB3EC-B412-415F-A887-8E14719F2575}"/>
                </a:ext>
              </a:extLst>
            </p:cNvPr>
            <p:cNvSpPr/>
            <p:nvPr/>
          </p:nvSpPr>
          <p:spPr>
            <a:xfrm>
              <a:off x="0" y="0"/>
              <a:ext cx="456841" cy="9902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391" y="0"/>
                  </a:moveTo>
                  <a:lnTo>
                    <a:pt x="5391" y="16200"/>
                  </a:lnTo>
                  <a:lnTo>
                    <a:pt x="0" y="16200"/>
                  </a:lnTo>
                  <a:lnTo>
                    <a:pt x="10800" y="21600"/>
                  </a:lnTo>
                  <a:lnTo>
                    <a:pt x="21600" y="16200"/>
                  </a:lnTo>
                  <a:lnTo>
                    <a:pt x="16209" y="16200"/>
                  </a:lnTo>
                  <a:lnTo>
                    <a:pt x="16209" y="0"/>
                  </a:lnTo>
                  <a:lnTo>
                    <a:pt x="5391" y="0"/>
                  </a:lnTo>
                </a:path>
              </a:pathLst>
            </a:custGeom>
            <a:solidFill>
              <a:srgbClr val="99CC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29" name="Shape 143">
              <a:extLst>
                <a:ext uri="{FF2B5EF4-FFF2-40B4-BE49-F238E27FC236}">
                  <a16:creationId xmlns:a16="http://schemas.microsoft.com/office/drawing/2014/main" id="{F3805FFD-2D5D-46EC-8D26-9BD811372C3C}"/>
                </a:ext>
              </a:extLst>
            </p:cNvPr>
            <p:cNvSpPr/>
            <p:nvPr/>
          </p:nvSpPr>
          <p:spPr>
            <a:xfrm>
              <a:off x="52527" y="-320"/>
              <a:ext cx="352146" cy="8674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vert="vert270" wrap="square" lIns="46799" tIns="46799" rIns="46799" bIns="46799" numCol="1" anchor="ctr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419" dirty="0"/>
                <a:t>Tail</a:t>
              </a:r>
              <a:endParaRPr sz="1400" dirty="0"/>
            </a:p>
          </p:txBody>
        </p:sp>
      </p:grpSp>
      <p:grpSp>
        <p:nvGrpSpPr>
          <p:cNvPr id="130" name="Group 147">
            <a:extLst>
              <a:ext uri="{FF2B5EF4-FFF2-40B4-BE49-F238E27FC236}">
                <a16:creationId xmlns:a16="http://schemas.microsoft.com/office/drawing/2014/main" id="{457BA9BF-10F7-4F50-B4D3-CA18167FFE97}"/>
              </a:ext>
            </a:extLst>
          </p:cNvPr>
          <p:cNvGrpSpPr/>
          <p:nvPr/>
        </p:nvGrpSpPr>
        <p:grpSpPr>
          <a:xfrm>
            <a:off x="8305800" y="1142680"/>
            <a:ext cx="456842" cy="992149"/>
            <a:chOff x="0" y="-320"/>
            <a:chExt cx="456841" cy="992148"/>
          </a:xfrm>
        </p:grpSpPr>
        <p:sp>
          <p:nvSpPr>
            <p:cNvPr id="131" name="Shape 145">
              <a:extLst>
                <a:ext uri="{FF2B5EF4-FFF2-40B4-BE49-F238E27FC236}">
                  <a16:creationId xmlns:a16="http://schemas.microsoft.com/office/drawing/2014/main" id="{5822FE30-2874-40F0-8910-EC91E53D2D8E}"/>
                </a:ext>
              </a:extLst>
            </p:cNvPr>
            <p:cNvSpPr/>
            <p:nvPr/>
          </p:nvSpPr>
          <p:spPr>
            <a:xfrm>
              <a:off x="0" y="0"/>
              <a:ext cx="456841" cy="9918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391" y="0"/>
                  </a:moveTo>
                  <a:lnTo>
                    <a:pt x="5391" y="16194"/>
                  </a:lnTo>
                  <a:lnTo>
                    <a:pt x="0" y="16194"/>
                  </a:lnTo>
                  <a:lnTo>
                    <a:pt x="10800" y="21600"/>
                  </a:lnTo>
                  <a:lnTo>
                    <a:pt x="21600" y="16194"/>
                  </a:lnTo>
                  <a:lnTo>
                    <a:pt x="16209" y="16194"/>
                  </a:lnTo>
                  <a:lnTo>
                    <a:pt x="16209" y="0"/>
                  </a:lnTo>
                  <a:lnTo>
                    <a:pt x="5391" y="0"/>
                  </a:lnTo>
                </a:path>
              </a:pathLst>
            </a:custGeom>
            <a:solidFill>
              <a:srgbClr val="99CC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32" name="Shape 146">
              <a:extLst>
                <a:ext uri="{FF2B5EF4-FFF2-40B4-BE49-F238E27FC236}">
                  <a16:creationId xmlns:a16="http://schemas.microsoft.com/office/drawing/2014/main" id="{7CF07EFF-90E1-48A4-B3B6-D4D16295592E}"/>
                </a:ext>
              </a:extLst>
            </p:cNvPr>
            <p:cNvSpPr/>
            <p:nvPr/>
          </p:nvSpPr>
          <p:spPr>
            <a:xfrm>
              <a:off x="52527" y="-320"/>
              <a:ext cx="352146" cy="8674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vert="vert270" wrap="square" lIns="46799" tIns="46799" rIns="46799" bIns="46799" numCol="1" anchor="ctr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419" dirty="0"/>
                <a:t>Tail</a:t>
              </a:r>
              <a:endParaRPr sz="1400" dirty="0"/>
            </a:p>
          </p:txBody>
        </p:sp>
      </p:grpSp>
      <p:grpSp>
        <p:nvGrpSpPr>
          <p:cNvPr id="133" name="Group 150">
            <a:extLst>
              <a:ext uri="{FF2B5EF4-FFF2-40B4-BE49-F238E27FC236}">
                <a16:creationId xmlns:a16="http://schemas.microsoft.com/office/drawing/2014/main" id="{CF0C30E8-A051-4465-BEA0-B3149082D97B}"/>
              </a:ext>
            </a:extLst>
          </p:cNvPr>
          <p:cNvGrpSpPr/>
          <p:nvPr/>
        </p:nvGrpSpPr>
        <p:grpSpPr>
          <a:xfrm>
            <a:off x="7086600" y="1066072"/>
            <a:ext cx="533042" cy="1325426"/>
            <a:chOff x="0" y="-206783"/>
            <a:chExt cx="533041" cy="1325423"/>
          </a:xfrm>
        </p:grpSpPr>
        <p:sp>
          <p:nvSpPr>
            <p:cNvPr id="134" name="Shape 148">
              <a:extLst>
                <a:ext uri="{FF2B5EF4-FFF2-40B4-BE49-F238E27FC236}">
                  <a16:creationId xmlns:a16="http://schemas.microsoft.com/office/drawing/2014/main" id="{045872DB-B94A-4595-82A5-E3E58555E381}"/>
                </a:ext>
              </a:extLst>
            </p:cNvPr>
            <p:cNvSpPr/>
            <p:nvPr/>
          </p:nvSpPr>
          <p:spPr>
            <a:xfrm>
              <a:off x="0" y="22543"/>
              <a:ext cx="533041" cy="9918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393" y="0"/>
                  </a:moveTo>
                  <a:lnTo>
                    <a:pt x="5393" y="16194"/>
                  </a:lnTo>
                  <a:lnTo>
                    <a:pt x="0" y="16194"/>
                  </a:lnTo>
                  <a:lnTo>
                    <a:pt x="10800" y="21600"/>
                  </a:lnTo>
                  <a:lnTo>
                    <a:pt x="21600" y="16194"/>
                  </a:lnTo>
                  <a:lnTo>
                    <a:pt x="16207" y="16194"/>
                  </a:lnTo>
                  <a:lnTo>
                    <a:pt x="16207" y="0"/>
                  </a:lnTo>
                  <a:lnTo>
                    <a:pt x="5393" y="0"/>
                  </a:lnTo>
                </a:path>
              </a:pathLst>
            </a:custGeom>
            <a:solidFill>
              <a:srgbClr val="99CC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35" name="Shape 149">
              <a:extLst>
                <a:ext uri="{FF2B5EF4-FFF2-40B4-BE49-F238E27FC236}">
                  <a16:creationId xmlns:a16="http://schemas.microsoft.com/office/drawing/2014/main" id="{09048AD3-8669-46B4-873C-0A452A615BDC}"/>
                </a:ext>
              </a:extLst>
            </p:cNvPr>
            <p:cNvSpPr/>
            <p:nvPr/>
          </p:nvSpPr>
          <p:spPr>
            <a:xfrm>
              <a:off x="90627" y="-206783"/>
              <a:ext cx="352146" cy="13254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vert="vert270" wrap="square" lIns="46799" tIns="46799" rIns="46799" bIns="46799" numCol="1" anchor="ctr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>
                <a:defRPr sz="1800"/>
              </a:pPr>
              <a:r>
                <a:rPr lang="es-419" dirty="0"/>
                <a:t>Head</a:t>
              </a:r>
              <a:endParaRPr lang="es-419" sz="1100" dirty="0"/>
            </a:p>
          </p:txBody>
        </p:sp>
      </p:grpSp>
      <p:sp>
        <p:nvSpPr>
          <p:cNvPr id="143" name="Rectángulo 142">
            <a:extLst>
              <a:ext uri="{FF2B5EF4-FFF2-40B4-BE49-F238E27FC236}">
                <a16:creationId xmlns:a16="http://schemas.microsoft.com/office/drawing/2014/main" id="{AFC40F40-2D97-4F8C-9C9A-4AB0DDC9058E}"/>
              </a:ext>
            </a:extLst>
          </p:cNvPr>
          <p:cNvSpPr/>
          <p:nvPr/>
        </p:nvSpPr>
        <p:spPr>
          <a:xfrm>
            <a:off x="106467" y="1441471"/>
            <a:ext cx="6015548" cy="980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93000"/>
              </a:lnSpc>
              <a:spcBef>
                <a:spcPts val="400"/>
              </a:spcBef>
              <a:buFont typeface="Wingdings" panose="05000000000000000000" pitchFamily="2" charset="2"/>
              <a:buChar char="q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lang="es-ES" dirty="0">
                <a:solidFill>
                  <a:srgbClr val="002850"/>
                </a:solidFill>
              </a:rPr>
              <a:t>Abunda este concepto, en la vida cotidiana</a:t>
            </a:r>
          </a:p>
          <a:p>
            <a:pPr marL="742950" lvl="1" indent="-285750">
              <a:spcBef>
                <a:spcPts val="300"/>
              </a:spcBef>
              <a:buClr>
                <a:srgbClr val="0066FF"/>
              </a:buClr>
              <a:buFont typeface="Arial" panose="020B0604020202020204" pitchFamily="34" charset="0"/>
              <a:buChar char="•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lang="es-ES" dirty="0">
                <a:solidFill>
                  <a:srgbClr val="002850"/>
                </a:solidFill>
              </a:rPr>
              <a:t>Cuando vamos al cine, para comprar las entradas</a:t>
            </a:r>
          </a:p>
          <a:p>
            <a:pPr marL="742950" lvl="1" indent="-285750">
              <a:spcBef>
                <a:spcPts val="300"/>
              </a:spcBef>
              <a:buClr>
                <a:srgbClr val="0066FF"/>
              </a:buClr>
              <a:buFont typeface="Arial" panose="020B0604020202020204" pitchFamily="34" charset="0"/>
              <a:buChar char="•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lang="es-ES" dirty="0">
                <a:solidFill>
                  <a:srgbClr val="002850"/>
                </a:solidFill>
              </a:rPr>
              <a:t>Cuando estamos en el supermercado, en el banco, etc.</a:t>
            </a:r>
          </a:p>
        </p:txBody>
      </p:sp>
      <p:sp>
        <p:nvSpPr>
          <p:cNvPr id="144" name="Rectángulo 143">
            <a:extLst>
              <a:ext uri="{FF2B5EF4-FFF2-40B4-BE49-F238E27FC236}">
                <a16:creationId xmlns:a16="http://schemas.microsoft.com/office/drawing/2014/main" id="{742CB9F8-5197-499C-9BA4-D33A3CABBE01}"/>
              </a:ext>
            </a:extLst>
          </p:cNvPr>
          <p:cNvSpPr/>
          <p:nvPr/>
        </p:nvSpPr>
        <p:spPr>
          <a:xfrm>
            <a:off x="92180" y="2324812"/>
            <a:ext cx="49616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  <a:defRPr>
                <a:solidFill>
                  <a:srgbClr val="000000"/>
                </a:solidFill>
              </a:defRPr>
            </a:pPr>
            <a:r>
              <a:rPr lang="es-ES" dirty="0">
                <a:solidFill>
                  <a:srgbClr val="002850"/>
                </a:solidFill>
              </a:rPr>
              <a:t>Como funciona</a:t>
            </a:r>
          </a:p>
          <a:p>
            <a:pPr marL="742950" lvl="1" indent="-285750">
              <a:buClr>
                <a:schemeClr val="accent1"/>
              </a:buClr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</a:defRPr>
            </a:pPr>
            <a:r>
              <a:rPr lang="es-ES" dirty="0">
                <a:solidFill>
                  <a:srgbClr val="002850"/>
                </a:solidFill>
              </a:rPr>
              <a:t>Se puede decir que la cola tiene 2 extremos</a:t>
            </a:r>
          </a:p>
          <a:p>
            <a:pPr lvl="2">
              <a:defRPr>
                <a:solidFill>
                  <a:srgbClr val="000000"/>
                </a:solidFill>
              </a:defRPr>
            </a:pPr>
            <a:r>
              <a:rPr lang="es-ES" dirty="0">
                <a:solidFill>
                  <a:srgbClr val="002850"/>
                </a:solidFill>
              </a:rPr>
              <a:t>	FRENTE (head), Y FINAL (</a:t>
            </a:r>
            <a:r>
              <a:rPr lang="es-ES" dirty="0" err="1">
                <a:solidFill>
                  <a:srgbClr val="002850"/>
                </a:solidFill>
              </a:rPr>
              <a:t>tail</a:t>
            </a:r>
            <a:r>
              <a:rPr lang="es-ES" dirty="0">
                <a:solidFill>
                  <a:srgbClr val="002850"/>
                </a:solidFill>
              </a:rPr>
              <a:t>)</a:t>
            </a:r>
          </a:p>
        </p:txBody>
      </p:sp>
      <p:sp>
        <p:nvSpPr>
          <p:cNvPr id="146" name="Rectángulo 145">
            <a:extLst>
              <a:ext uri="{FF2B5EF4-FFF2-40B4-BE49-F238E27FC236}">
                <a16:creationId xmlns:a16="http://schemas.microsoft.com/office/drawing/2014/main" id="{BAFE684C-3335-41B6-8032-C243EF4302FB}"/>
              </a:ext>
            </a:extLst>
          </p:cNvPr>
          <p:cNvSpPr/>
          <p:nvPr/>
        </p:nvSpPr>
        <p:spPr>
          <a:xfrm>
            <a:off x="557038" y="3529210"/>
            <a:ext cx="44857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2850"/>
                </a:solidFill>
              </a:rPr>
              <a:t>Todo el que llega se ubica al final de la cola</a:t>
            </a:r>
          </a:p>
        </p:txBody>
      </p:sp>
      <p:sp>
        <p:nvSpPr>
          <p:cNvPr id="148" name="Rectángulo 147">
            <a:extLst>
              <a:ext uri="{FF2B5EF4-FFF2-40B4-BE49-F238E27FC236}">
                <a16:creationId xmlns:a16="http://schemas.microsoft.com/office/drawing/2014/main" id="{BD385C84-69E0-49D3-BAAD-3A9B0A637AB9}"/>
              </a:ext>
            </a:extLst>
          </p:cNvPr>
          <p:cNvSpPr/>
          <p:nvPr/>
        </p:nvSpPr>
        <p:spPr>
          <a:xfrm>
            <a:off x="557038" y="3908165"/>
            <a:ext cx="50873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2850"/>
                </a:solidFill>
              </a:rPr>
              <a:t>Todo el que sale, lo hace por el frente de la cola</a:t>
            </a:r>
          </a:p>
        </p:txBody>
      </p:sp>
      <p:sp>
        <p:nvSpPr>
          <p:cNvPr id="149" name="Rectángulo 148">
            <a:extLst>
              <a:ext uri="{FF2B5EF4-FFF2-40B4-BE49-F238E27FC236}">
                <a16:creationId xmlns:a16="http://schemas.microsoft.com/office/drawing/2014/main" id="{E5B7FFBC-71C7-4A4E-A11A-48FA3638D2F8}"/>
              </a:ext>
            </a:extLst>
          </p:cNvPr>
          <p:cNvSpPr/>
          <p:nvPr/>
        </p:nvSpPr>
        <p:spPr>
          <a:xfrm>
            <a:off x="130274" y="4227064"/>
            <a:ext cx="65769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>
                <a:solidFill>
                  <a:srgbClr val="002850"/>
                </a:solidFill>
              </a:rPr>
              <a:t>La cola es por turno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dirty="0">
                <a:solidFill>
                  <a:srgbClr val="002850"/>
                </a:solidFill>
              </a:rPr>
              <a:t>El primero en llegar, tiene la seguridad de que será el primero en salir: </a:t>
            </a:r>
          </a:p>
          <a:p>
            <a:r>
              <a:rPr lang="es-ES" dirty="0">
                <a:solidFill>
                  <a:srgbClr val="002850"/>
                </a:solidFill>
              </a:rPr>
              <a:t>		FIRST IN  FIRST OUT -&gt; FIFO</a:t>
            </a:r>
            <a:endParaRPr lang="es-EC" dirty="0">
              <a:solidFill>
                <a:srgbClr val="002850"/>
              </a:solidFill>
            </a:endParaRPr>
          </a:p>
        </p:txBody>
      </p:sp>
      <p:sp>
        <p:nvSpPr>
          <p:cNvPr id="150" name="Rectángulo 149">
            <a:extLst>
              <a:ext uri="{FF2B5EF4-FFF2-40B4-BE49-F238E27FC236}">
                <a16:creationId xmlns:a16="http://schemas.microsoft.com/office/drawing/2014/main" id="{7183FD4F-E5B1-4F17-BAA0-D148ABA22712}"/>
              </a:ext>
            </a:extLst>
          </p:cNvPr>
          <p:cNvSpPr/>
          <p:nvPr/>
        </p:nvSpPr>
        <p:spPr>
          <a:xfrm>
            <a:off x="130274" y="5301616"/>
            <a:ext cx="48146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  <a:defRPr>
                <a:solidFill>
                  <a:srgbClr val="000000"/>
                </a:solidFill>
              </a:defRPr>
            </a:pPr>
            <a:r>
              <a:rPr lang="es-ES" dirty="0">
                <a:solidFill>
                  <a:srgbClr val="002850"/>
                </a:solidFill>
              </a:rPr>
              <a:t>La computadora las utiliza: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>
                <a:solidFill>
                  <a:srgbClr val="000000"/>
                </a:solidFill>
              </a:defRPr>
            </a:pPr>
            <a:r>
              <a:rPr lang="es-ES" dirty="0">
                <a:solidFill>
                  <a:srgbClr val="002850"/>
                </a:solidFill>
              </a:rPr>
              <a:t>Para manejar la impresión de documentos, tiempo compartido, etc.</a:t>
            </a:r>
          </a:p>
        </p:txBody>
      </p:sp>
      <p:pic>
        <p:nvPicPr>
          <p:cNvPr id="151" name="image.png">
            <a:extLst>
              <a:ext uri="{FF2B5EF4-FFF2-40B4-BE49-F238E27FC236}">
                <a16:creationId xmlns:a16="http://schemas.microsoft.com/office/drawing/2014/main" id="{2F5ECBD5-37FD-4B72-8E24-7E57722A15B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64181" y="5085897"/>
            <a:ext cx="4479819" cy="141446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2" name="Group 138">
            <a:extLst>
              <a:ext uri="{FF2B5EF4-FFF2-40B4-BE49-F238E27FC236}">
                <a16:creationId xmlns:a16="http://schemas.microsoft.com/office/drawing/2014/main" id="{4170947D-A8AD-4576-9983-FEDE92804AB0}"/>
              </a:ext>
            </a:extLst>
          </p:cNvPr>
          <p:cNvGrpSpPr/>
          <p:nvPr/>
        </p:nvGrpSpPr>
        <p:grpSpPr>
          <a:xfrm>
            <a:off x="7342367" y="4646614"/>
            <a:ext cx="1752240" cy="2195153"/>
            <a:chOff x="0" y="0"/>
            <a:chExt cx="1752239" cy="2195152"/>
          </a:xfrm>
        </p:grpSpPr>
        <p:sp>
          <p:nvSpPr>
            <p:cNvPr id="153" name="Shape 136">
              <a:extLst>
                <a:ext uri="{FF2B5EF4-FFF2-40B4-BE49-F238E27FC236}">
                  <a16:creationId xmlns:a16="http://schemas.microsoft.com/office/drawing/2014/main" id="{C07E74D8-D234-4F5E-A78B-9BC3CB66C6D6}"/>
                </a:ext>
              </a:extLst>
            </p:cNvPr>
            <p:cNvSpPr/>
            <p:nvPr/>
          </p:nvSpPr>
          <p:spPr>
            <a:xfrm>
              <a:off x="0" y="0"/>
              <a:ext cx="1752240" cy="21951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582"/>
                  </a:moveTo>
                  <a:cubicBezTo>
                    <a:pt x="0" y="1289"/>
                    <a:pt x="1549" y="0"/>
                    <a:pt x="3097" y="0"/>
                  </a:cubicBezTo>
                  <a:lnTo>
                    <a:pt x="18503" y="0"/>
                  </a:lnTo>
                  <a:cubicBezTo>
                    <a:pt x="20051" y="0"/>
                    <a:pt x="21600" y="1289"/>
                    <a:pt x="21600" y="2582"/>
                  </a:cubicBezTo>
                  <a:lnTo>
                    <a:pt x="21600" y="15409"/>
                  </a:lnTo>
                  <a:cubicBezTo>
                    <a:pt x="21600" y="16702"/>
                    <a:pt x="20051" y="17995"/>
                    <a:pt x="18503" y="17995"/>
                  </a:cubicBezTo>
                  <a:lnTo>
                    <a:pt x="9101" y="17995"/>
                  </a:lnTo>
                  <a:lnTo>
                    <a:pt x="1300" y="21600"/>
                  </a:lnTo>
                  <a:lnTo>
                    <a:pt x="3496" y="17995"/>
                  </a:lnTo>
                  <a:cubicBezTo>
                    <a:pt x="1748" y="17995"/>
                    <a:pt x="0" y="16745"/>
                    <a:pt x="0" y="15494"/>
                  </a:cubicBezTo>
                  <a:lnTo>
                    <a:pt x="0" y="2582"/>
                  </a:lnTo>
                </a:path>
              </a:pathLst>
            </a:custGeom>
            <a:solidFill>
              <a:srgbClr val="99CC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54" name="Shape 137">
              <a:extLst>
                <a:ext uri="{FF2B5EF4-FFF2-40B4-BE49-F238E27FC236}">
                  <a16:creationId xmlns:a16="http://schemas.microsoft.com/office/drawing/2014/main" id="{B6EB598A-97D9-4B0F-A7D8-F8884F912995}"/>
                </a:ext>
              </a:extLst>
            </p:cNvPr>
            <p:cNvSpPr/>
            <p:nvPr/>
          </p:nvSpPr>
          <p:spPr>
            <a:xfrm>
              <a:off x="65087" y="68262"/>
              <a:ext cx="1624013" cy="15897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lvl="0"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b="1">
                  <a:latin typeface="Tahoma"/>
                  <a:ea typeface="Tahoma"/>
                  <a:cs typeface="Tahoma"/>
                  <a:sym typeface="Tahoma"/>
                </a:rPr>
                <a:t>Queue</a:t>
              </a: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 -&gt; Cola</a:t>
              </a:r>
            </a:p>
            <a:p>
              <a:pPr lvl="0" algn="ctr"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Cada documento que se manda a imprimir es “encolado”, uno a uno es enviado a la impresora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266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2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dvAuto="0"/>
      <p:bldP spid="22" grpId="0" animBg="1" advAuto="0"/>
      <p:bldP spid="37" grpId="0" animBg="1" advAuto="0"/>
      <p:bldP spid="86" grpId="0" animBg="1" advAuto="0"/>
      <p:bldP spid="123" grpId="0" animBg="1" advAuto="0"/>
      <p:bldP spid="124" grpId="0" animBg="1" advAuto="0"/>
      <p:bldP spid="127" grpId="0" animBg="1" advAuto="0"/>
      <p:bldP spid="130" grpId="0" animBg="1" advAuto="0"/>
      <p:bldP spid="133" grpId="0" animBg="1" advAuto="0"/>
      <p:bldP spid="143" grpId="0"/>
      <p:bldP spid="144" grpId="0"/>
      <p:bldP spid="146" grpId="0"/>
      <p:bldP spid="148" grpId="0"/>
      <p:bldP spid="149" grpId="0"/>
      <p:bldP spid="150" grpId="0"/>
      <p:bldP spid="151" grpId="0" animBg="1" advAuto="0"/>
      <p:bldP spid="152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 marL="255984" lvl="0" indent="-255984">
              <a:lnSpc>
                <a:spcPct val="93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Al </a:t>
            </a:r>
            <a:r>
              <a:rPr sz="2400" dirty="0" err="1">
                <a:solidFill>
                  <a:srgbClr val="002850"/>
                </a:solidFill>
              </a:rPr>
              <a:t>suponer</a:t>
            </a:r>
            <a:r>
              <a:rPr sz="2400" dirty="0">
                <a:solidFill>
                  <a:srgbClr val="002850"/>
                </a:solidFill>
              </a:rPr>
              <a:t> que </a:t>
            </a:r>
            <a:r>
              <a:rPr sz="2400" dirty="0" err="1">
                <a:solidFill>
                  <a:srgbClr val="002850"/>
                </a:solidFill>
              </a:rPr>
              <a:t>existe</a:t>
            </a:r>
            <a:r>
              <a:rPr sz="2400" dirty="0">
                <a:solidFill>
                  <a:srgbClr val="002850"/>
                </a:solidFill>
              </a:rPr>
              <a:t> un TDA Cola, </a:t>
            </a:r>
            <a:r>
              <a:rPr sz="2400" dirty="0" err="1">
                <a:solidFill>
                  <a:srgbClr val="002850"/>
                </a:solidFill>
              </a:rPr>
              <a:t>podemos</a:t>
            </a:r>
            <a:r>
              <a:rPr sz="2400" dirty="0">
                <a:solidFill>
                  <a:srgbClr val="002850"/>
                </a:solidFill>
              </a:rPr>
              <a:t>:</a:t>
            </a:r>
          </a:p>
          <a:p>
            <a:pPr marL="660173" lvl="1" indent="-202973">
              <a:lnSpc>
                <a:spcPct val="90000"/>
              </a:lnSpc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Cola Q;	</a:t>
            </a:r>
          </a:p>
          <a:p>
            <a:pPr marL="255984" lvl="0" indent="-255984">
              <a:lnSpc>
                <a:spcPct val="9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Todo</a:t>
            </a:r>
            <a:r>
              <a:rPr sz="2400" dirty="0">
                <a:solidFill>
                  <a:srgbClr val="002850"/>
                </a:solidFill>
              </a:rPr>
              <a:t> TDA </a:t>
            </a:r>
            <a:r>
              <a:rPr sz="2400" dirty="0" err="1">
                <a:solidFill>
                  <a:srgbClr val="002850"/>
                </a:solidFill>
              </a:rPr>
              <a:t>presenta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operaciones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básicas</a:t>
            </a:r>
            <a:r>
              <a:rPr sz="2400" dirty="0">
                <a:solidFill>
                  <a:srgbClr val="002850"/>
                </a:solidFill>
              </a:rPr>
              <a:t>, </a:t>
            </a:r>
            <a:r>
              <a:rPr sz="2400" dirty="0" err="1">
                <a:solidFill>
                  <a:srgbClr val="002850"/>
                </a:solidFill>
              </a:rPr>
              <a:t>en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este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caso</a:t>
            </a:r>
            <a:r>
              <a:rPr sz="2400" dirty="0">
                <a:solidFill>
                  <a:srgbClr val="002850"/>
                </a:solidFill>
              </a:rPr>
              <a:t>:</a:t>
            </a:r>
          </a:p>
          <a:p>
            <a:pPr marL="660173" lvl="1" indent="-202973">
              <a:lnSpc>
                <a:spcPct val="90000"/>
              </a:lnSpc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b="1" dirty="0" err="1">
                <a:solidFill>
                  <a:srgbClr val="002850"/>
                </a:solidFill>
              </a:rPr>
              <a:t>En</a:t>
            </a:r>
            <a:r>
              <a:rPr lang="es-419" sz="2000" b="1" dirty="0">
                <a:solidFill>
                  <a:srgbClr val="002850"/>
                </a:solidFill>
              </a:rPr>
              <a:t>c</a:t>
            </a:r>
            <a:r>
              <a:rPr sz="2000" b="1" dirty="0" err="1">
                <a:solidFill>
                  <a:srgbClr val="002850"/>
                </a:solidFill>
              </a:rPr>
              <a:t>olar</a:t>
            </a:r>
            <a:r>
              <a:rPr lang="es-419" sz="2000" b="1" dirty="0">
                <a:solidFill>
                  <a:srgbClr val="002850"/>
                </a:solidFill>
              </a:rPr>
              <a:t> (</a:t>
            </a:r>
            <a:r>
              <a:rPr lang="es-419" sz="2000" b="1" dirty="0" err="1">
                <a:solidFill>
                  <a:srgbClr val="002850"/>
                </a:solidFill>
              </a:rPr>
              <a:t>Offer</a:t>
            </a:r>
            <a:r>
              <a:rPr lang="es-419" sz="2000" b="1" dirty="0">
                <a:solidFill>
                  <a:srgbClr val="002850"/>
                </a:solidFill>
              </a:rPr>
              <a:t>)</a:t>
            </a:r>
            <a:endParaRPr sz="2000" b="1" dirty="0">
              <a:solidFill>
                <a:srgbClr val="002850"/>
              </a:solidFill>
            </a:endParaRP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 err="1">
                <a:solidFill>
                  <a:srgbClr val="002850"/>
                </a:solidFill>
              </a:rPr>
              <a:t>Insertar</a:t>
            </a:r>
            <a:r>
              <a:rPr i="1" dirty="0">
                <a:solidFill>
                  <a:srgbClr val="002850"/>
                </a:solidFill>
              </a:rPr>
              <a:t> un </a:t>
            </a:r>
            <a:r>
              <a:rPr i="1" dirty="0" err="1">
                <a:solidFill>
                  <a:srgbClr val="002850"/>
                </a:solidFill>
              </a:rPr>
              <a:t>elemento</a:t>
            </a:r>
            <a:r>
              <a:rPr i="1" dirty="0">
                <a:solidFill>
                  <a:srgbClr val="002850"/>
                </a:solidFill>
              </a:rPr>
              <a:t> nuevo a la cola, al final de la </a:t>
            </a:r>
            <a:r>
              <a:rPr i="1" dirty="0" err="1">
                <a:solidFill>
                  <a:srgbClr val="002850"/>
                </a:solidFill>
              </a:rPr>
              <a:t>misma</a:t>
            </a:r>
            <a:r>
              <a:rPr i="1" dirty="0">
                <a:solidFill>
                  <a:srgbClr val="002850"/>
                </a:solidFill>
              </a:rPr>
              <a:t>, </a:t>
            </a: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El final </a:t>
            </a:r>
            <a:r>
              <a:rPr i="1" dirty="0" err="1">
                <a:solidFill>
                  <a:srgbClr val="002850"/>
                </a:solidFill>
              </a:rPr>
              <a:t>aumenta</a:t>
            </a:r>
            <a:endParaRPr i="1" dirty="0">
              <a:solidFill>
                <a:srgbClr val="002850"/>
              </a:solidFill>
            </a:endParaRPr>
          </a:p>
          <a:p>
            <a:pPr marL="660173" lvl="1" indent="-202973">
              <a:lnSpc>
                <a:spcPct val="90000"/>
              </a:lnSpc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b="1" dirty="0">
                <a:solidFill>
                  <a:srgbClr val="002850"/>
                </a:solidFill>
              </a:rPr>
              <a:t>Des</a:t>
            </a:r>
            <a:r>
              <a:rPr lang="es-419" sz="2000" b="1" dirty="0">
                <a:solidFill>
                  <a:srgbClr val="002850"/>
                </a:solidFill>
              </a:rPr>
              <a:t>e</a:t>
            </a:r>
            <a:r>
              <a:rPr sz="2000" b="1" dirty="0">
                <a:solidFill>
                  <a:srgbClr val="002850"/>
                </a:solidFill>
              </a:rPr>
              <a:t>n</a:t>
            </a:r>
            <a:r>
              <a:rPr lang="es-419" sz="2000" b="1" dirty="0">
                <a:solidFill>
                  <a:srgbClr val="002850"/>
                </a:solidFill>
              </a:rPr>
              <a:t>c</a:t>
            </a:r>
            <a:r>
              <a:rPr sz="2000" b="1" dirty="0" err="1">
                <a:solidFill>
                  <a:srgbClr val="002850"/>
                </a:solidFill>
              </a:rPr>
              <a:t>olar</a:t>
            </a:r>
            <a:r>
              <a:rPr lang="es-419" sz="2000" b="1" dirty="0">
                <a:solidFill>
                  <a:srgbClr val="002850"/>
                </a:solidFill>
              </a:rPr>
              <a:t> (</a:t>
            </a:r>
            <a:r>
              <a:rPr lang="es-419" sz="2000" b="1" dirty="0" err="1">
                <a:solidFill>
                  <a:srgbClr val="002850"/>
                </a:solidFill>
              </a:rPr>
              <a:t>Poll</a:t>
            </a:r>
            <a:r>
              <a:rPr lang="es-419" sz="2000" b="1" dirty="0">
                <a:solidFill>
                  <a:srgbClr val="002850"/>
                </a:solidFill>
              </a:rPr>
              <a:t>)</a:t>
            </a:r>
            <a:endParaRPr sz="2000" b="1" dirty="0">
              <a:solidFill>
                <a:srgbClr val="002850"/>
              </a:solidFill>
            </a:endParaRP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 err="1">
                <a:solidFill>
                  <a:srgbClr val="002850"/>
                </a:solidFill>
              </a:rPr>
              <a:t>Cuando</a:t>
            </a:r>
            <a:r>
              <a:rPr i="1" dirty="0">
                <a:solidFill>
                  <a:srgbClr val="002850"/>
                </a:solidFill>
              </a:rPr>
              <a:t> un </a:t>
            </a:r>
            <a:r>
              <a:rPr i="1" dirty="0" err="1">
                <a:solidFill>
                  <a:srgbClr val="002850"/>
                </a:solidFill>
              </a:rPr>
              <a:t>elemento</a:t>
            </a:r>
            <a:r>
              <a:rPr i="1" dirty="0">
                <a:solidFill>
                  <a:srgbClr val="002850"/>
                </a:solidFill>
              </a:rPr>
              <a:t> es </a:t>
            </a:r>
            <a:r>
              <a:rPr i="1" dirty="0" err="1">
                <a:solidFill>
                  <a:srgbClr val="002850"/>
                </a:solidFill>
              </a:rPr>
              <a:t>removido</a:t>
            </a:r>
            <a:r>
              <a:rPr i="1" dirty="0">
                <a:solidFill>
                  <a:srgbClr val="002850"/>
                </a:solidFill>
              </a:rPr>
              <a:t> de la cola</a:t>
            </a: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 err="1">
                <a:solidFill>
                  <a:srgbClr val="002850"/>
                </a:solidFill>
              </a:rPr>
              <a:t>Remueve</a:t>
            </a:r>
            <a:r>
              <a:rPr i="1" dirty="0">
                <a:solidFill>
                  <a:srgbClr val="002850"/>
                </a:solidFill>
              </a:rPr>
              <a:t> el </a:t>
            </a:r>
            <a:r>
              <a:rPr i="1" dirty="0" err="1">
                <a:solidFill>
                  <a:srgbClr val="002850"/>
                </a:solidFill>
              </a:rPr>
              <a:t>elemento</a:t>
            </a:r>
            <a:r>
              <a:rPr i="1" dirty="0">
                <a:solidFill>
                  <a:srgbClr val="002850"/>
                </a:solidFill>
              </a:rPr>
              <a:t> del </a:t>
            </a:r>
            <a:r>
              <a:rPr b="1" i="1" dirty="0" err="1">
                <a:solidFill>
                  <a:srgbClr val="002850"/>
                </a:solidFill>
              </a:rPr>
              <a:t>frente</a:t>
            </a:r>
            <a:endParaRPr b="1" i="1" dirty="0">
              <a:solidFill>
                <a:srgbClr val="002850"/>
              </a:solidFill>
            </a:endParaRP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 err="1">
                <a:solidFill>
                  <a:srgbClr val="002850"/>
                </a:solidFill>
              </a:rPr>
              <a:t>Retorna</a:t>
            </a:r>
            <a:r>
              <a:rPr i="1" dirty="0">
                <a:solidFill>
                  <a:srgbClr val="002850"/>
                </a:solidFill>
              </a:rPr>
              <a:t> el </a:t>
            </a:r>
            <a:r>
              <a:rPr i="1" dirty="0" err="1">
                <a:solidFill>
                  <a:srgbClr val="002850"/>
                </a:solidFill>
              </a:rPr>
              <a:t>elemento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removido</a:t>
            </a:r>
            <a:endParaRPr i="1" dirty="0">
              <a:solidFill>
                <a:srgbClr val="002850"/>
              </a:solidFill>
            </a:endParaRP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No se </a:t>
            </a:r>
            <a:r>
              <a:rPr i="1" dirty="0" err="1">
                <a:solidFill>
                  <a:srgbClr val="002850"/>
                </a:solidFill>
              </a:rPr>
              <a:t>puede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ejecutar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si</a:t>
            </a:r>
            <a:r>
              <a:rPr i="1" dirty="0">
                <a:solidFill>
                  <a:srgbClr val="002850"/>
                </a:solidFill>
              </a:rPr>
              <a:t> la cola </a:t>
            </a:r>
            <a:r>
              <a:rPr b="1" i="1" dirty="0" err="1">
                <a:solidFill>
                  <a:srgbClr val="002850"/>
                </a:solidFill>
              </a:rPr>
              <a:t>EstaVacia</a:t>
            </a:r>
            <a:endParaRPr b="1" i="1" dirty="0">
              <a:solidFill>
                <a:srgbClr val="002850"/>
              </a:solidFill>
            </a:endParaRPr>
          </a:p>
          <a:p>
            <a:pPr marL="255984" lvl="0" indent="-255984">
              <a:lnSpc>
                <a:spcPct val="9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Así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como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en</a:t>
            </a:r>
            <a:r>
              <a:rPr sz="2400" dirty="0">
                <a:solidFill>
                  <a:srgbClr val="002850"/>
                </a:solidFill>
              </a:rPr>
              <a:t> la pila</a:t>
            </a:r>
          </a:p>
          <a:p>
            <a:pPr marL="660173" lvl="1" indent="-202973">
              <a:lnSpc>
                <a:spcPct val="90000"/>
              </a:lnSpc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Cualquier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intento</a:t>
            </a:r>
            <a:r>
              <a:rPr sz="2000" dirty="0">
                <a:solidFill>
                  <a:srgbClr val="002850"/>
                </a:solidFill>
              </a:rPr>
              <a:t> de acceder a </a:t>
            </a:r>
            <a:r>
              <a:rPr sz="2000" dirty="0" err="1">
                <a:solidFill>
                  <a:srgbClr val="002850"/>
                </a:solidFill>
              </a:rPr>
              <a:t>elementos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en</a:t>
            </a:r>
            <a:r>
              <a:rPr sz="2000" dirty="0">
                <a:solidFill>
                  <a:srgbClr val="002850"/>
                </a:solidFill>
              </a:rPr>
              <a:t> una Cola </a:t>
            </a:r>
            <a:r>
              <a:rPr sz="2000" dirty="0" err="1">
                <a:solidFill>
                  <a:srgbClr val="002850"/>
                </a:solidFill>
              </a:rPr>
              <a:t>Vacía</a:t>
            </a:r>
            <a:r>
              <a:rPr sz="2000" dirty="0">
                <a:solidFill>
                  <a:srgbClr val="002850"/>
                </a:solidFill>
              </a:rPr>
              <a:t>:</a:t>
            </a:r>
          </a:p>
          <a:p>
            <a:pPr marL="1085850" lvl="2" indent="-171450">
              <a:lnSpc>
                <a:spcPct val="9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u="sng" dirty="0">
                <a:solidFill>
                  <a:srgbClr val="002850"/>
                </a:solidFill>
              </a:rPr>
              <a:t>SUBDESBORDAMIENTO</a:t>
            </a:r>
            <a:r>
              <a:rPr i="1" dirty="0">
                <a:solidFill>
                  <a:srgbClr val="002850"/>
                </a:solidFill>
              </a:rPr>
              <a:t> DE LA COLA</a:t>
            </a:r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44D810BF-1C3F-47AF-A75B-B3D0EADF2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OPERACIONES BASICAS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5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5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5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 build="p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13320" lvl="0" indent="-213320">
              <a:lnSpc>
                <a:spcPts val="23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Las colas se </a:t>
            </a:r>
            <a:r>
              <a:rPr sz="2000" dirty="0" err="1">
                <a:solidFill>
                  <a:srgbClr val="002850"/>
                </a:solidFill>
              </a:rPr>
              <a:t>pueden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implementar</a:t>
            </a:r>
            <a:r>
              <a:rPr sz="2000" dirty="0">
                <a:solidFill>
                  <a:srgbClr val="002850"/>
                </a:solidFill>
              </a:rPr>
              <a:t> de </a:t>
            </a:r>
            <a:r>
              <a:rPr sz="2000" dirty="0" err="1">
                <a:solidFill>
                  <a:srgbClr val="002850"/>
                </a:solidFill>
              </a:rPr>
              <a:t>muchas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formas</a:t>
            </a:r>
            <a:endParaRPr sz="2000" dirty="0">
              <a:solidFill>
                <a:srgbClr val="002850"/>
              </a:solidFill>
            </a:endParaRPr>
          </a:p>
          <a:p>
            <a:pPr marL="213320" lvl="0" indent="-213320">
              <a:lnSpc>
                <a:spcPct val="1200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Una cola es</a:t>
            </a:r>
          </a:p>
          <a:p>
            <a:pPr marL="639875" lvl="1" indent="-182675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Un conjunto </a:t>
            </a:r>
            <a:r>
              <a:rPr dirty="0" err="1">
                <a:solidFill>
                  <a:srgbClr val="002850"/>
                </a:solidFill>
              </a:rPr>
              <a:t>ordenado</a:t>
            </a:r>
            <a:r>
              <a:rPr dirty="0">
                <a:solidFill>
                  <a:srgbClr val="002850"/>
                </a:solidFill>
              </a:rPr>
              <a:t> de </a:t>
            </a:r>
            <a:r>
              <a:rPr dirty="0" err="1">
                <a:solidFill>
                  <a:srgbClr val="002850"/>
                </a:solidFill>
              </a:rPr>
              <a:t>elementos</a:t>
            </a:r>
            <a:endParaRPr dirty="0">
              <a:solidFill>
                <a:srgbClr val="002850"/>
              </a:solidFill>
            </a:endParaRPr>
          </a:p>
          <a:p>
            <a:pPr marL="639875" lvl="1" indent="-182675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Se </a:t>
            </a:r>
            <a:r>
              <a:rPr dirty="0" err="1">
                <a:solidFill>
                  <a:srgbClr val="002850"/>
                </a:solidFill>
              </a:rPr>
              <a:t>supone</a:t>
            </a:r>
            <a:r>
              <a:rPr dirty="0">
                <a:solidFill>
                  <a:srgbClr val="002850"/>
                </a:solidFill>
              </a:rPr>
              <a:t> que no </a:t>
            </a:r>
            <a:r>
              <a:rPr dirty="0" err="1">
                <a:solidFill>
                  <a:srgbClr val="002850"/>
                </a:solidFill>
              </a:rPr>
              <a:t>tiene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limite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en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su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crecimiento</a:t>
            </a:r>
            <a:endParaRPr dirty="0">
              <a:solidFill>
                <a:srgbClr val="002850"/>
              </a:solidFill>
            </a:endParaRPr>
          </a:p>
          <a:p>
            <a:pPr marL="213320" lvl="0" indent="-213320">
              <a:lnSpc>
                <a:spcPct val="1200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Una cola es una LISTA</a:t>
            </a:r>
          </a:p>
          <a:p>
            <a:pPr marL="213320" lvl="0" indent="-213320">
              <a:lnSpc>
                <a:spcPct val="1200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Por lo tanto, la </a:t>
            </a:r>
            <a:r>
              <a:rPr sz="2000" dirty="0" err="1">
                <a:solidFill>
                  <a:srgbClr val="002850"/>
                </a:solidFill>
              </a:rPr>
              <a:t>implementaciones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posibles</a:t>
            </a:r>
            <a:r>
              <a:rPr sz="2000" dirty="0">
                <a:solidFill>
                  <a:srgbClr val="002850"/>
                </a:solidFill>
              </a:rPr>
              <a:t> para la cola son </a:t>
            </a:r>
          </a:p>
          <a:p>
            <a:pPr marL="639875" lvl="1" indent="-182675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Las </a:t>
            </a:r>
            <a:r>
              <a:rPr dirty="0" err="1">
                <a:solidFill>
                  <a:srgbClr val="002850"/>
                </a:solidFill>
              </a:rPr>
              <a:t>mismas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posibles</a:t>
            </a:r>
            <a:r>
              <a:rPr dirty="0">
                <a:solidFill>
                  <a:srgbClr val="002850"/>
                </a:solidFill>
              </a:rPr>
              <a:t> para la LISTA</a:t>
            </a:r>
          </a:p>
          <a:p>
            <a:pPr marL="639875" lvl="1" indent="-182675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Contigua</a:t>
            </a:r>
            <a:r>
              <a:rPr dirty="0">
                <a:solidFill>
                  <a:srgbClr val="002850"/>
                </a:solidFill>
              </a:rPr>
              <a:t>(Est</a:t>
            </a:r>
            <a:r>
              <a:rPr lang="es-419" dirty="0">
                <a:solidFill>
                  <a:srgbClr val="002850"/>
                </a:solidFill>
              </a:rPr>
              <a:t>á</a:t>
            </a:r>
            <a:r>
              <a:rPr dirty="0" err="1">
                <a:solidFill>
                  <a:srgbClr val="002850"/>
                </a:solidFill>
              </a:rPr>
              <a:t>tica</a:t>
            </a:r>
            <a:r>
              <a:rPr dirty="0">
                <a:solidFill>
                  <a:srgbClr val="002850"/>
                </a:solidFill>
              </a:rPr>
              <a:t>)</a:t>
            </a:r>
          </a:p>
          <a:p>
            <a:pPr marL="639875" lvl="1" indent="-182675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Enlazada</a:t>
            </a:r>
            <a:r>
              <a:rPr dirty="0">
                <a:solidFill>
                  <a:srgbClr val="002850"/>
                </a:solidFill>
              </a:rPr>
              <a:t>(Din</a:t>
            </a:r>
            <a:r>
              <a:rPr lang="es-419" dirty="0">
                <a:solidFill>
                  <a:srgbClr val="002850"/>
                </a:solidFill>
              </a:rPr>
              <a:t>á</a:t>
            </a:r>
            <a:r>
              <a:rPr dirty="0">
                <a:solidFill>
                  <a:srgbClr val="002850"/>
                </a:solidFill>
              </a:rPr>
              <a:t>mica)</a:t>
            </a:r>
          </a:p>
          <a:p>
            <a:pPr marL="213320" lvl="0" indent="-213320">
              <a:lnSpc>
                <a:spcPct val="1200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Sin embargo, </a:t>
            </a:r>
            <a:r>
              <a:rPr sz="2000" dirty="0" err="1">
                <a:solidFill>
                  <a:srgbClr val="002850"/>
                </a:solidFill>
              </a:rPr>
              <a:t>en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cada</a:t>
            </a:r>
            <a:r>
              <a:rPr sz="2000" dirty="0">
                <a:solidFill>
                  <a:srgbClr val="002850"/>
                </a:solidFill>
              </a:rPr>
              <a:t> una de las </a:t>
            </a:r>
            <a:r>
              <a:rPr sz="2000" dirty="0" err="1">
                <a:solidFill>
                  <a:srgbClr val="002850"/>
                </a:solidFill>
              </a:rPr>
              <a:t>posibles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implementaciones</a:t>
            </a:r>
            <a:endParaRPr sz="2000" dirty="0">
              <a:solidFill>
                <a:srgbClr val="002850"/>
              </a:solidFill>
            </a:endParaRPr>
          </a:p>
          <a:p>
            <a:pPr marL="639875" lvl="1" indent="-182675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Se </a:t>
            </a:r>
            <a:r>
              <a:rPr dirty="0" err="1">
                <a:solidFill>
                  <a:srgbClr val="002850"/>
                </a:solidFill>
              </a:rPr>
              <a:t>pueden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realizar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ciertos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cambios</a:t>
            </a:r>
            <a:r>
              <a:rPr dirty="0">
                <a:solidFill>
                  <a:srgbClr val="002850"/>
                </a:solidFill>
              </a:rPr>
              <a:t> que se </a:t>
            </a:r>
            <a:r>
              <a:rPr dirty="0" err="1">
                <a:solidFill>
                  <a:srgbClr val="002850"/>
                </a:solidFill>
              </a:rPr>
              <a:t>ajusten</a:t>
            </a:r>
            <a:r>
              <a:rPr dirty="0">
                <a:solidFill>
                  <a:srgbClr val="002850"/>
                </a:solidFill>
              </a:rPr>
              <a:t> mas al </a:t>
            </a:r>
            <a:r>
              <a:rPr dirty="0" err="1">
                <a:solidFill>
                  <a:srgbClr val="002850"/>
                </a:solidFill>
              </a:rPr>
              <a:t>concepto</a:t>
            </a:r>
            <a:r>
              <a:rPr dirty="0">
                <a:solidFill>
                  <a:srgbClr val="002850"/>
                </a:solidFill>
              </a:rPr>
              <a:t> de la cola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96EE7E5-FC93-4C86-940D-56C51AFCB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IMPLEMENTACIONES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6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" grpId="0" build="p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98648" lvl="0" indent="-298648">
              <a:lnSpc>
                <a:spcPct val="93000"/>
              </a:lnSpc>
              <a:spcBef>
                <a:spcPts val="7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lang="es-419" sz="2400" dirty="0">
                <a:solidFill>
                  <a:srgbClr val="002850"/>
                </a:solidFill>
              </a:rPr>
              <a:t>P</a:t>
            </a:r>
            <a:r>
              <a:rPr sz="2400" dirty="0" err="1">
                <a:solidFill>
                  <a:srgbClr val="002850"/>
                </a:solidFill>
              </a:rPr>
              <a:t>ara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implementar</a:t>
            </a:r>
            <a:r>
              <a:rPr sz="2400" dirty="0">
                <a:solidFill>
                  <a:srgbClr val="002850"/>
                </a:solidFill>
              </a:rPr>
              <a:t> la Cola</a:t>
            </a:r>
            <a:r>
              <a:rPr lang="es-419"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Debo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decidir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sobre</a:t>
            </a:r>
            <a:r>
              <a:rPr sz="2400" dirty="0">
                <a:solidFill>
                  <a:srgbClr val="002850"/>
                </a:solidFill>
              </a:rPr>
              <a:t> que </a:t>
            </a:r>
            <a:r>
              <a:rPr sz="2400" dirty="0" err="1">
                <a:solidFill>
                  <a:srgbClr val="002850"/>
                </a:solidFill>
              </a:rPr>
              <a:t>implementación</a:t>
            </a:r>
            <a:r>
              <a:rPr sz="2400" dirty="0">
                <a:solidFill>
                  <a:srgbClr val="002850"/>
                </a:solidFill>
              </a:rPr>
              <a:t> de </a:t>
            </a:r>
            <a:r>
              <a:rPr sz="2400" dirty="0" err="1">
                <a:solidFill>
                  <a:srgbClr val="002850"/>
                </a:solidFill>
              </a:rPr>
              <a:t>lista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basarme</a:t>
            </a:r>
            <a:endParaRPr lang="es-419" sz="2400" dirty="0">
              <a:solidFill>
                <a:srgbClr val="002850"/>
              </a:solidFill>
            </a:endParaRPr>
          </a:p>
          <a:p>
            <a:pPr marL="700767" lvl="1" indent="-243567"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endParaRPr sz="2000" dirty="0">
              <a:solidFill>
                <a:srgbClr val="002850"/>
              </a:solidFill>
            </a:endParaRPr>
          </a:p>
          <a:p>
            <a:pPr marL="298648" lvl="0" indent="-298648">
              <a:spcBef>
                <a:spcPts val="7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Las </a:t>
            </a:r>
            <a:r>
              <a:rPr sz="2400" dirty="0" err="1">
                <a:solidFill>
                  <a:srgbClr val="002850"/>
                </a:solidFill>
              </a:rPr>
              <a:t>implementaciones</a:t>
            </a:r>
            <a:r>
              <a:rPr sz="2400" dirty="0">
                <a:solidFill>
                  <a:srgbClr val="002850"/>
                </a:solidFill>
              </a:rPr>
              <a:t> de las </a:t>
            </a:r>
            <a:r>
              <a:rPr sz="2400" dirty="0" err="1">
                <a:solidFill>
                  <a:srgbClr val="002850"/>
                </a:solidFill>
              </a:rPr>
              <a:t>operaciones</a:t>
            </a:r>
            <a:r>
              <a:rPr sz="2400" dirty="0">
                <a:solidFill>
                  <a:srgbClr val="002850"/>
                </a:solidFill>
              </a:rPr>
              <a:t> de la Cola</a:t>
            </a:r>
            <a:r>
              <a:rPr lang="es-419" sz="2400" dirty="0">
                <a:solidFill>
                  <a:srgbClr val="002850"/>
                </a:solidFill>
              </a:rPr>
              <a:t> s</a:t>
            </a:r>
            <a:r>
              <a:rPr sz="2400" dirty="0" err="1">
                <a:solidFill>
                  <a:srgbClr val="002850"/>
                </a:solidFill>
              </a:rPr>
              <a:t>olo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llaman</a:t>
            </a:r>
            <a:r>
              <a:rPr sz="2400" dirty="0">
                <a:solidFill>
                  <a:srgbClr val="002850"/>
                </a:solidFill>
              </a:rPr>
              <a:t> a las </a:t>
            </a:r>
            <a:r>
              <a:rPr sz="2400" dirty="0" err="1">
                <a:solidFill>
                  <a:srgbClr val="002850"/>
                </a:solidFill>
              </a:rPr>
              <a:t>operaciones</a:t>
            </a:r>
            <a:r>
              <a:rPr sz="2400" dirty="0">
                <a:solidFill>
                  <a:srgbClr val="002850"/>
                </a:solidFill>
              </a:rPr>
              <a:t> de las </a:t>
            </a:r>
            <a:r>
              <a:rPr sz="2400" dirty="0" err="1">
                <a:solidFill>
                  <a:srgbClr val="002850"/>
                </a:solidFill>
              </a:rPr>
              <a:t>listas</a:t>
            </a:r>
            <a:r>
              <a:rPr lang="es-419" sz="2400" dirty="0">
                <a:solidFill>
                  <a:srgbClr val="002850"/>
                </a:solidFill>
              </a:rPr>
              <a:t>:</a:t>
            </a:r>
          </a:p>
          <a:p>
            <a:pPr marL="298648" lvl="0" indent="-298648">
              <a:spcBef>
                <a:spcPts val="7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endParaRPr lang="es-419" sz="2400" dirty="0">
              <a:solidFill>
                <a:srgbClr val="002850"/>
              </a:solidFill>
            </a:endParaRPr>
          </a:p>
          <a:p>
            <a:pPr marL="700767" lvl="1" indent="-243567"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En</a:t>
            </a:r>
            <a:r>
              <a:rPr lang="es-419" sz="2000" dirty="0">
                <a:solidFill>
                  <a:srgbClr val="002850"/>
                </a:solidFill>
              </a:rPr>
              <a:t>c</a:t>
            </a:r>
            <a:r>
              <a:rPr sz="2000" dirty="0" err="1">
                <a:solidFill>
                  <a:srgbClr val="002850"/>
                </a:solidFill>
              </a:rPr>
              <a:t>olar</a:t>
            </a:r>
            <a:r>
              <a:rPr lang="es-419" sz="2000" dirty="0">
                <a:solidFill>
                  <a:srgbClr val="002850"/>
                </a:solidFill>
              </a:rPr>
              <a:t> (</a:t>
            </a:r>
            <a:r>
              <a:rPr lang="es-419" sz="2000" dirty="0" err="1">
                <a:solidFill>
                  <a:srgbClr val="002850"/>
                </a:solidFill>
              </a:rPr>
              <a:t>offer</a:t>
            </a:r>
            <a:r>
              <a:rPr lang="es-419" sz="2000" dirty="0">
                <a:solidFill>
                  <a:srgbClr val="002850"/>
                </a:solidFill>
              </a:rPr>
              <a:t>)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llamar</a:t>
            </a:r>
            <a:r>
              <a:rPr lang="es-419" sz="2000" dirty="0">
                <a:solidFill>
                  <a:srgbClr val="002850"/>
                </a:solidFill>
              </a:rPr>
              <a:t>á</a:t>
            </a:r>
            <a:r>
              <a:rPr sz="2000" dirty="0">
                <a:solidFill>
                  <a:srgbClr val="002850"/>
                </a:solidFill>
              </a:rPr>
              <a:t> a </a:t>
            </a:r>
            <a:r>
              <a:rPr lang="es-EC" sz="2000" dirty="0" err="1">
                <a:solidFill>
                  <a:srgbClr val="002850"/>
                </a:solidFill>
              </a:rPr>
              <a:t>InsertarNodoInicio</a:t>
            </a:r>
            <a:r>
              <a:rPr lang="es-EC" sz="2000" dirty="0">
                <a:solidFill>
                  <a:srgbClr val="002850"/>
                </a:solidFill>
              </a:rPr>
              <a:t> (</a:t>
            </a:r>
            <a:r>
              <a:rPr lang="es-EC" sz="2000" dirty="0" err="1">
                <a:solidFill>
                  <a:srgbClr val="002850"/>
                </a:solidFill>
              </a:rPr>
              <a:t>addFirst</a:t>
            </a:r>
            <a:r>
              <a:rPr lang="es-EC" sz="2000" dirty="0">
                <a:solidFill>
                  <a:srgbClr val="002850"/>
                </a:solidFill>
              </a:rPr>
              <a:t>)</a:t>
            </a:r>
            <a:r>
              <a:rPr lang="es-419" sz="2000" dirty="0">
                <a:solidFill>
                  <a:srgbClr val="002850"/>
                </a:solidFill>
              </a:rPr>
              <a:t> </a:t>
            </a:r>
            <a:endParaRPr sz="2000" dirty="0">
              <a:solidFill>
                <a:srgbClr val="002850"/>
              </a:solidFill>
            </a:endParaRPr>
          </a:p>
          <a:p>
            <a:pPr marL="700767" lvl="1" indent="-243567"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Des</a:t>
            </a:r>
            <a:r>
              <a:rPr lang="es-419" sz="2000" dirty="0">
                <a:solidFill>
                  <a:srgbClr val="002850"/>
                </a:solidFill>
              </a:rPr>
              <a:t>e</a:t>
            </a:r>
            <a:r>
              <a:rPr sz="2000" dirty="0">
                <a:solidFill>
                  <a:srgbClr val="002850"/>
                </a:solidFill>
              </a:rPr>
              <a:t>n</a:t>
            </a:r>
            <a:r>
              <a:rPr lang="es-419" sz="2000" dirty="0">
                <a:solidFill>
                  <a:srgbClr val="002850"/>
                </a:solidFill>
              </a:rPr>
              <a:t>col</a:t>
            </a:r>
            <a:r>
              <a:rPr sz="2000" dirty="0" err="1">
                <a:solidFill>
                  <a:srgbClr val="002850"/>
                </a:solidFill>
              </a:rPr>
              <a:t>ar</a:t>
            </a:r>
            <a:r>
              <a:rPr lang="es-419" sz="2000" dirty="0">
                <a:solidFill>
                  <a:srgbClr val="002850"/>
                </a:solidFill>
              </a:rPr>
              <a:t> (</a:t>
            </a:r>
            <a:r>
              <a:rPr lang="es-419" sz="2000" dirty="0" err="1">
                <a:solidFill>
                  <a:srgbClr val="002850"/>
                </a:solidFill>
              </a:rPr>
              <a:t>poll</a:t>
            </a:r>
            <a:r>
              <a:rPr lang="es-419" sz="2000" dirty="0">
                <a:solidFill>
                  <a:srgbClr val="002850"/>
                </a:solidFill>
              </a:rPr>
              <a:t>)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llamar</a:t>
            </a:r>
            <a:r>
              <a:rPr lang="es-419" sz="2000" dirty="0">
                <a:solidFill>
                  <a:srgbClr val="002850"/>
                </a:solidFill>
              </a:rPr>
              <a:t>á</a:t>
            </a:r>
            <a:r>
              <a:rPr sz="2000" dirty="0">
                <a:solidFill>
                  <a:srgbClr val="002850"/>
                </a:solidFill>
              </a:rPr>
              <a:t> a </a:t>
            </a:r>
            <a:r>
              <a:rPr sz="2000" dirty="0" err="1">
                <a:solidFill>
                  <a:srgbClr val="002850"/>
                </a:solidFill>
              </a:rPr>
              <a:t>SacarNodoFinal</a:t>
            </a:r>
            <a:r>
              <a:rPr lang="es-419" sz="2000" dirty="0">
                <a:solidFill>
                  <a:srgbClr val="002850"/>
                </a:solidFill>
              </a:rPr>
              <a:t> (</a:t>
            </a:r>
            <a:r>
              <a:rPr lang="es-419" sz="2000" dirty="0" err="1">
                <a:solidFill>
                  <a:srgbClr val="002850"/>
                </a:solidFill>
              </a:rPr>
              <a:t>removeLast</a:t>
            </a:r>
            <a:r>
              <a:rPr lang="es-419" sz="2000" dirty="0">
                <a:solidFill>
                  <a:srgbClr val="002850"/>
                </a:solidFill>
              </a:rPr>
              <a:t>)</a:t>
            </a:r>
            <a:endParaRPr sz="2000" dirty="0">
              <a:solidFill>
                <a:srgbClr val="002850"/>
              </a:solidFill>
            </a:endParaRPr>
          </a:p>
          <a:p>
            <a:pPr marL="700767" lvl="1" indent="-243567"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Etc..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A686B20-3124-4087-8EA3-80A03D89A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RECORDEMOS ENTONCES..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/>
          </p:cNvSpPr>
          <p:nvPr>
            <p:ph idx="1"/>
          </p:nvPr>
        </p:nvSpPr>
        <p:spPr>
          <a:xfrm>
            <a:off x="628650" y="1604328"/>
            <a:ext cx="78867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13320" lvl="0" indent="-213320">
              <a:lnSpc>
                <a:spcPct val="930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Si la </a:t>
            </a:r>
            <a:r>
              <a:rPr sz="2000" dirty="0" err="1">
                <a:solidFill>
                  <a:srgbClr val="002850"/>
                </a:solidFill>
              </a:rPr>
              <a:t>lista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contigua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ya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esta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implementada</a:t>
            </a:r>
            <a:endParaRPr sz="2000" dirty="0">
              <a:solidFill>
                <a:srgbClr val="002850"/>
              </a:solidFill>
            </a:endParaRPr>
          </a:p>
          <a:p>
            <a:pPr marL="639875" lvl="1" indent="-182675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Aun</a:t>
            </a:r>
            <a:r>
              <a:rPr dirty="0">
                <a:solidFill>
                  <a:srgbClr val="002850"/>
                </a:solidFill>
              </a:rPr>
              <a:t> con los </a:t>
            </a:r>
            <a:r>
              <a:rPr dirty="0" err="1">
                <a:solidFill>
                  <a:srgbClr val="002850"/>
                </a:solidFill>
              </a:rPr>
              <a:t>cambios</a:t>
            </a:r>
            <a:r>
              <a:rPr dirty="0">
                <a:solidFill>
                  <a:srgbClr val="002850"/>
                </a:solidFill>
              </a:rPr>
              <a:t> que </a:t>
            </a:r>
            <a:r>
              <a:rPr dirty="0" err="1">
                <a:solidFill>
                  <a:srgbClr val="002850"/>
                </a:solidFill>
              </a:rPr>
              <a:t>dijimos</a:t>
            </a:r>
            <a:r>
              <a:rPr dirty="0">
                <a:solidFill>
                  <a:srgbClr val="002850"/>
                </a:solidFill>
              </a:rPr>
              <a:t> que </a:t>
            </a:r>
            <a:r>
              <a:rPr dirty="0" err="1">
                <a:solidFill>
                  <a:srgbClr val="002850"/>
                </a:solidFill>
              </a:rPr>
              <a:t>íbamos</a:t>
            </a:r>
            <a:r>
              <a:rPr dirty="0">
                <a:solidFill>
                  <a:srgbClr val="002850"/>
                </a:solidFill>
              </a:rPr>
              <a:t> a </a:t>
            </a:r>
            <a:r>
              <a:rPr dirty="0" err="1">
                <a:solidFill>
                  <a:srgbClr val="002850"/>
                </a:solidFill>
              </a:rPr>
              <a:t>necesitar</a:t>
            </a:r>
            <a:endParaRPr dirty="0">
              <a:solidFill>
                <a:srgbClr val="002850"/>
              </a:solidFill>
            </a:endParaRPr>
          </a:p>
          <a:p>
            <a:pPr marL="213320" lvl="0" indent="-213320"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La cola </a:t>
            </a:r>
            <a:r>
              <a:rPr sz="2000" dirty="0" err="1">
                <a:solidFill>
                  <a:srgbClr val="002850"/>
                </a:solidFill>
              </a:rPr>
              <a:t>ya</a:t>
            </a:r>
            <a:r>
              <a:rPr sz="2000" dirty="0">
                <a:solidFill>
                  <a:srgbClr val="002850"/>
                </a:solidFill>
              </a:rPr>
              <a:t> no </a:t>
            </a:r>
            <a:r>
              <a:rPr sz="2000" dirty="0" err="1">
                <a:solidFill>
                  <a:srgbClr val="002850"/>
                </a:solidFill>
              </a:rPr>
              <a:t>necesita</a:t>
            </a:r>
            <a:r>
              <a:rPr sz="2000" dirty="0">
                <a:solidFill>
                  <a:srgbClr val="002850"/>
                </a:solidFill>
              </a:rPr>
              <a:t> ser </a:t>
            </a:r>
            <a:r>
              <a:rPr sz="2000" dirty="0" err="1">
                <a:solidFill>
                  <a:srgbClr val="002850"/>
                </a:solidFill>
              </a:rPr>
              <a:t>implementada</a:t>
            </a:r>
            <a:endParaRPr sz="2000" dirty="0">
              <a:solidFill>
                <a:srgbClr val="002850"/>
              </a:solidFill>
            </a:endParaRPr>
          </a:p>
          <a:p>
            <a:pPr marL="639875" lvl="1" indent="-182675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Para </a:t>
            </a:r>
            <a:r>
              <a:rPr dirty="0" err="1">
                <a:solidFill>
                  <a:srgbClr val="002850"/>
                </a:solidFill>
              </a:rPr>
              <a:t>implementar</a:t>
            </a:r>
            <a:r>
              <a:rPr dirty="0">
                <a:solidFill>
                  <a:srgbClr val="002850"/>
                </a:solidFill>
              </a:rPr>
              <a:t> las </a:t>
            </a:r>
            <a:r>
              <a:rPr dirty="0" err="1">
                <a:solidFill>
                  <a:srgbClr val="002850"/>
                </a:solidFill>
              </a:rPr>
              <a:t>operaciones</a:t>
            </a:r>
            <a:r>
              <a:rPr dirty="0">
                <a:solidFill>
                  <a:srgbClr val="002850"/>
                </a:solidFill>
              </a:rPr>
              <a:t> de la cola</a:t>
            </a:r>
          </a:p>
          <a:p>
            <a:pPr marL="639875" lvl="1" indent="-182675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Solo </a:t>
            </a:r>
            <a:r>
              <a:rPr dirty="0" err="1">
                <a:solidFill>
                  <a:srgbClr val="002850"/>
                </a:solidFill>
              </a:rPr>
              <a:t>llamaremos</a:t>
            </a:r>
            <a:r>
              <a:rPr dirty="0">
                <a:solidFill>
                  <a:srgbClr val="002850"/>
                </a:solidFill>
              </a:rPr>
              <a:t> a las </a:t>
            </a:r>
            <a:r>
              <a:rPr dirty="0" err="1">
                <a:solidFill>
                  <a:srgbClr val="002850"/>
                </a:solidFill>
              </a:rPr>
              <a:t>operaciones</a:t>
            </a:r>
            <a:r>
              <a:rPr dirty="0">
                <a:solidFill>
                  <a:srgbClr val="002850"/>
                </a:solidFill>
              </a:rPr>
              <a:t> de la </a:t>
            </a:r>
            <a:r>
              <a:rPr dirty="0" err="1">
                <a:solidFill>
                  <a:srgbClr val="002850"/>
                </a:solidFill>
              </a:rPr>
              <a:t>lista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ya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implementadas</a:t>
            </a:r>
            <a:endParaRPr dirty="0">
              <a:solidFill>
                <a:srgbClr val="002850"/>
              </a:solidFill>
            </a:endParaRPr>
          </a:p>
        </p:txBody>
      </p:sp>
      <p:grpSp>
        <p:nvGrpSpPr>
          <p:cNvPr id="173" name="Group 173"/>
          <p:cNvGrpSpPr/>
          <p:nvPr/>
        </p:nvGrpSpPr>
        <p:grpSpPr>
          <a:xfrm>
            <a:off x="390674" y="4840269"/>
            <a:ext cx="3889375" cy="762001"/>
            <a:chOff x="0" y="0"/>
            <a:chExt cx="3889375" cy="762000"/>
          </a:xfrm>
        </p:grpSpPr>
        <p:sp>
          <p:nvSpPr>
            <p:cNvPr id="171" name="Shape 171"/>
            <p:cNvSpPr/>
            <p:nvPr/>
          </p:nvSpPr>
          <p:spPr>
            <a:xfrm>
              <a:off x="0" y="0"/>
              <a:ext cx="3889375" cy="762000"/>
            </a:xfrm>
            <a:prstGeom prst="roundRect">
              <a:avLst>
                <a:gd name="adj" fmla="val 208"/>
              </a:avLst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72" name="Shape 172"/>
            <p:cNvSpPr/>
            <p:nvPr/>
          </p:nvSpPr>
          <p:spPr>
            <a:xfrm>
              <a:off x="0" y="0"/>
              <a:ext cx="3889375" cy="752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public bool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ean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offer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</a:t>
              </a:r>
              <a:r>
                <a:rPr lang="es-419" sz="1400" dirty="0"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element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)(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      return </a:t>
              </a:r>
              <a:r>
                <a:rPr sz="1400" dirty="0" err="1">
                  <a:latin typeface="Tahoma"/>
                  <a:ea typeface="Tahoma"/>
                  <a:cs typeface="Tahoma"/>
                  <a:sym typeface="Tahoma"/>
                </a:rPr>
                <a:t>lista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.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addFirst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</a:t>
              </a:r>
              <a:r>
                <a:rPr lang="es-419" sz="1400" dirty="0"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);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}</a:t>
              </a:r>
            </a:p>
          </p:txBody>
        </p:sp>
      </p:grpSp>
      <p:grpSp>
        <p:nvGrpSpPr>
          <p:cNvPr id="176" name="Group 176"/>
          <p:cNvGrpSpPr/>
          <p:nvPr/>
        </p:nvGrpSpPr>
        <p:grpSpPr>
          <a:xfrm>
            <a:off x="4424511" y="4843444"/>
            <a:ext cx="4225926" cy="762001"/>
            <a:chOff x="0" y="0"/>
            <a:chExt cx="4225925" cy="762000"/>
          </a:xfrm>
        </p:grpSpPr>
        <p:sp>
          <p:nvSpPr>
            <p:cNvPr id="174" name="Shape 174"/>
            <p:cNvSpPr/>
            <p:nvPr/>
          </p:nvSpPr>
          <p:spPr>
            <a:xfrm>
              <a:off x="0" y="0"/>
              <a:ext cx="4225925" cy="762000"/>
            </a:xfrm>
            <a:prstGeom prst="roundRect">
              <a:avLst>
                <a:gd name="adj" fmla="val 208"/>
              </a:avLst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75" name="Shape 175"/>
            <p:cNvSpPr/>
            <p:nvPr/>
          </p:nvSpPr>
          <p:spPr>
            <a:xfrm>
              <a:off x="0" y="0"/>
              <a:ext cx="4225925" cy="752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public </a:t>
              </a:r>
              <a:r>
                <a:rPr lang="es-419" sz="1400" dirty="0"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poll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(){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    return </a:t>
              </a:r>
              <a:r>
                <a:rPr sz="1400" dirty="0" err="1">
                  <a:latin typeface="Tahoma"/>
                  <a:ea typeface="Tahoma"/>
                  <a:cs typeface="Tahoma"/>
                  <a:sym typeface="Tahoma"/>
                </a:rPr>
                <a:t>lista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.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removeLast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();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}</a:t>
              </a:r>
            </a:p>
          </p:txBody>
        </p:sp>
      </p:grpSp>
      <p:grpSp>
        <p:nvGrpSpPr>
          <p:cNvPr id="182" name="Group 182"/>
          <p:cNvGrpSpPr/>
          <p:nvPr/>
        </p:nvGrpSpPr>
        <p:grpSpPr>
          <a:xfrm>
            <a:off x="390674" y="3746481"/>
            <a:ext cx="3889374" cy="952501"/>
            <a:chOff x="0" y="0"/>
            <a:chExt cx="3889374" cy="952500"/>
          </a:xfrm>
        </p:grpSpPr>
        <p:sp>
          <p:nvSpPr>
            <p:cNvPr id="180" name="Shape 180"/>
            <p:cNvSpPr/>
            <p:nvPr/>
          </p:nvSpPr>
          <p:spPr>
            <a:xfrm>
              <a:off x="0" y="0"/>
              <a:ext cx="3889374" cy="952500"/>
            </a:xfrm>
            <a:prstGeom prst="roundRect">
              <a:avLst>
                <a:gd name="adj" fmla="val 167"/>
              </a:avLst>
            </a:prstGeom>
            <a:noFill/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81" name="Shape 181"/>
            <p:cNvSpPr/>
            <p:nvPr/>
          </p:nvSpPr>
          <p:spPr>
            <a:xfrm>
              <a:off x="0" y="0"/>
              <a:ext cx="3889374" cy="9293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lvl="0"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public bool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ean</a:t>
              </a:r>
              <a:r>
                <a:rPr lang="es-419" sz="1400" dirty="0"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isEmpty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(){</a:t>
              </a:r>
            </a:p>
            <a:p>
              <a:pPr lvl="0"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   return </a:t>
              </a:r>
              <a:r>
                <a:rPr sz="1400" dirty="0" err="1">
                  <a:latin typeface="Tahoma"/>
                  <a:ea typeface="Tahoma"/>
                  <a:cs typeface="Tahoma"/>
                  <a:sym typeface="Tahoma"/>
                </a:rPr>
                <a:t>lista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.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isEmpty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();</a:t>
              </a:r>
            </a:p>
            <a:p>
              <a:pPr lvl="0"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}</a:t>
              </a:r>
            </a:p>
          </p:txBody>
        </p:sp>
      </p:grpSp>
      <p:grpSp>
        <p:nvGrpSpPr>
          <p:cNvPr id="185" name="Group 185"/>
          <p:cNvGrpSpPr/>
          <p:nvPr/>
        </p:nvGrpSpPr>
        <p:grpSpPr>
          <a:xfrm>
            <a:off x="4424510" y="3746481"/>
            <a:ext cx="4248151" cy="952502"/>
            <a:chOff x="-1" y="0"/>
            <a:chExt cx="4248150" cy="871538"/>
          </a:xfrm>
        </p:grpSpPr>
        <p:sp>
          <p:nvSpPr>
            <p:cNvPr id="183" name="Shape 183"/>
            <p:cNvSpPr/>
            <p:nvPr/>
          </p:nvSpPr>
          <p:spPr>
            <a:xfrm>
              <a:off x="-1" y="0"/>
              <a:ext cx="4248150" cy="871538"/>
            </a:xfrm>
            <a:prstGeom prst="roundRect">
              <a:avLst>
                <a:gd name="adj" fmla="val 181"/>
              </a:avLst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84" name="Shape 184"/>
            <p:cNvSpPr/>
            <p:nvPr/>
          </p:nvSpPr>
          <p:spPr>
            <a:xfrm>
              <a:off x="0" y="0"/>
              <a:ext cx="4225925" cy="8167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public </a:t>
              </a:r>
              <a:r>
                <a:rPr lang="es-419" sz="1400" dirty="0"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peek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(){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   </a:t>
              </a:r>
              <a:r>
                <a:rPr sz="2000" dirty="0"/>
                <a:t> 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return </a:t>
              </a:r>
              <a:r>
                <a:rPr sz="1400" dirty="0" err="1">
                  <a:latin typeface="Tahoma"/>
                  <a:ea typeface="Tahoma"/>
                  <a:cs typeface="Tahoma"/>
                  <a:sym typeface="Tahoma"/>
                </a:rPr>
                <a:t>lista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.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getLast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();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}</a:t>
              </a: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1A4FA054-4064-4F09-87A0-721B577B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COLA: LISTA CONTIGUA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 advAuto="0"/>
      <p:bldP spid="176" grpId="0" animBg="1" advAuto="0"/>
      <p:bldP spid="182" grpId="0" animBg="1" advAuto="0"/>
      <p:bldP spid="185" grpId="0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191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170656" lvl="0" indent="-170656">
              <a:lnSpc>
                <a:spcPct val="93000"/>
              </a:lnSpc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lang="es-419" sz="1600" dirty="0">
                <a:solidFill>
                  <a:srgbClr val="002850"/>
                </a:solidFill>
              </a:rPr>
              <a:t>Dijimos, una cola tiene dos extremos</a:t>
            </a:r>
          </a:p>
          <a:p>
            <a:pPr marL="619578" lvl="1" indent="-162378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lang="es-419" sz="1600" dirty="0">
                <a:solidFill>
                  <a:srgbClr val="002850"/>
                </a:solidFill>
              </a:rPr>
              <a:t>Head y Tail</a:t>
            </a:r>
          </a:p>
          <a:p>
            <a:pPr marL="170656" lvl="0" indent="-170656"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lang="es-419" sz="1600" dirty="0">
                <a:solidFill>
                  <a:srgbClr val="002850"/>
                </a:solidFill>
              </a:rPr>
              <a:t>Siempre debemos llevar “control” de esas dos posiciones</a:t>
            </a:r>
          </a:p>
          <a:p>
            <a:pPr marL="170656" lvl="0" indent="-170656"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lang="es-419" sz="1600" dirty="0">
                <a:solidFill>
                  <a:srgbClr val="002850"/>
                </a:solidFill>
              </a:rPr>
              <a:t>La estructura que definiría el nuevo TDA</a:t>
            </a:r>
          </a:p>
        </p:txBody>
      </p:sp>
      <p:grpSp>
        <p:nvGrpSpPr>
          <p:cNvPr id="194" name="Group 194"/>
          <p:cNvGrpSpPr/>
          <p:nvPr/>
        </p:nvGrpSpPr>
        <p:grpSpPr>
          <a:xfrm>
            <a:off x="4811069" y="2713018"/>
            <a:ext cx="3194754" cy="1458479"/>
            <a:chOff x="-209575" y="-10136"/>
            <a:chExt cx="3194754" cy="1458478"/>
          </a:xfrm>
        </p:grpSpPr>
        <p:sp>
          <p:nvSpPr>
            <p:cNvPr id="192" name="Shape 192"/>
            <p:cNvSpPr/>
            <p:nvPr/>
          </p:nvSpPr>
          <p:spPr>
            <a:xfrm>
              <a:off x="-209575" y="-10136"/>
              <a:ext cx="3048000" cy="1446364"/>
            </a:xfrm>
            <a:prstGeom prst="roundRect">
              <a:avLst>
                <a:gd name="adj" fmla="val 116"/>
              </a:avLst>
            </a:prstGeom>
            <a:solidFill>
              <a:srgbClr val="CCFFFF"/>
            </a:solidFill>
            <a:ln w="9360" cap="flat">
              <a:solidFill>
                <a:srgbClr val="00008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93" name="Shape 193"/>
            <p:cNvSpPr/>
            <p:nvPr/>
          </p:nvSpPr>
          <p:spPr>
            <a:xfrm>
              <a:off x="-62821" y="97012"/>
              <a:ext cx="3048000" cy="1351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lvl="0">
                <a:lnSpc>
                  <a:spcPct val="6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600" dirty="0">
                  <a:latin typeface="Tahoma"/>
                  <a:ea typeface="Tahoma"/>
                  <a:cs typeface="Tahoma"/>
                  <a:sym typeface="Tahoma"/>
                </a:rPr>
                <a:t>public class </a:t>
              </a:r>
              <a:r>
                <a:rPr lang="es-419" sz="1600" dirty="0" err="1">
                  <a:latin typeface="Tahoma"/>
                  <a:ea typeface="Tahoma"/>
                  <a:cs typeface="Tahoma"/>
                  <a:sym typeface="Tahoma"/>
                </a:rPr>
                <a:t>StaticQueue</a:t>
              </a:r>
              <a:r>
                <a:rPr lang="es-419" sz="1600" dirty="0">
                  <a:latin typeface="Tahoma"/>
                  <a:ea typeface="Tahoma"/>
                  <a:cs typeface="Tahoma"/>
                  <a:sym typeface="Tahoma"/>
                </a:rPr>
                <a:t>&lt;E&gt;</a:t>
              </a:r>
              <a:r>
                <a:rPr sz="1600" dirty="0">
                  <a:latin typeface="Tahoma"/>
                  <a:ea typeface="Tahoma"/>
                  <a:cs typeface="Tahoma"/>
                  <a:sym typeface="Tahoma"/>
                </a:rPr>
                <a:t>{</a:t>
              </a:r>
            </a:p>
            <a:p>
              <a:pPr lvl="0">
                <a:lnSpc>
                  <a:spcPct val="6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600" dirty="0">
                  <a:latin typeface="Tahoma"/>
                  <a:ea typeface="Tahoma"/>
                  <a:cs typeface="Tahoma"/>
                  <a:sym typeface="Tahoma"/>
                </a:rPr>
                <a:t>	</a:t>
              </a:r>
              <a:r>
                <a:rPr lang="es-419" sz="1600" dirty="0"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sz="1600" dirty="0"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lang="es-419" sz="1600" dirty="0" err="1">
                  <a:latin typeface="Tahoma"/>
                  <a:ea typeface="Tahoma"/>
                  <a:cs typeface="Tahoma"/>
                  <a:sym typeface="Tahoma"/>
                </a:rPr>
                <a:t>queue</a:t>
              </a:r>
              <a:r>
                <a:rPr sz="1600" dirty="0">
                  <a:latin typeface="Tahoma"/>
                  <a:ea typeface="Tahoma"/>
                  <a:cs typeface="Tahoma"/>
                  <a:sym typeface="Tahoma"/>
                </a:rPr>
                <a:t>[];</a:t>
              </a:r>
            </a:p>
            <a:p>
              <a:pPr lvl="0">
                <a:lnSpc>
                  <a:spcPct val="6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600" dirty="0">
                  <a:latin typeface="Tahoma"/>
                  <a:ea typeface="Tahoma"/>
                  <a:cs typeface="Tahoma"/>
                  <a:sym typeface="Tahoma"/>
                </a:rPr>
                <a:t>	int </a:t>
              </a:r>
              <a:r>
                <a:rPr lang="es-419" sz="1600" dirty="0">
                  <a:latin typeface="Tahoma"/>
                  <a:ea typeface="Tahoma"/>
                  <a:cs typeface="Tahoma"/>
                  <a:sym typeface="Tahoma"/>
                </a:rPr>
                <a:t>head</a:t>
              </a:r>
              <a:r>
                <a:rPr sz="1600" dirty="0">
                  <a:latin typeface="Tahoma"/>
                  <a:ea typeface="Tahoma"/>
                  <a:cs typeface="Tahoma"/>
                  <a:sym typeface="Tahoma"/>
                </a:rPr>
                <a:t>;</a:t>
              </a:r>
            </a:p>
            <a:p>
              <a:pPr lvl="0">
                <a:lnSpc>
                  <a:spcPct val="6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600" dirty="0">
                  <a:latin typeface="Tahoma"/>
                  <a:ea typeface="Tahoma"/>
                  <a:cs typeface="Tahoma"/>
                  <a:sym typeface="Tahoma"/>
                </a:rPr>
                <a:t>	int </a:t>
              </a:r>
              <a:r>
                <a:rPr lang="es-419" sz="1600" dirty="0" err="1">
                  <a:latin typeface="Tahoma"/>
                  <a:ea typeface="Tahoma"/>
                  <a:cs typeface="Tahoma"/>
                  <a:sym typeface="Tahoma"/>
                </a:rPr>
                <a:t>tail</a:t>
              </a:r>
              <a:r>
                <a:rPr sz="1600" dirty="0">
                  <a:latin typeface="Tahoma"/>
                  <a:ea typeface="Tahoma"/>
                  <a:cs typeface="Tahoma"/>
                  <a:sym typeface="Tahoma"/>
                </a:rPr>
                <a:t>;</a:t>
              </a:r>
            </a:p>
            <a:p>
              <a:pPr lvl="0">
                <a:lnSpc>
                  <a:spcPct val="60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600" dirty="0">
                  <a:latin typeface="Tahoma"/>
                  <a:ea typeface="Tahoma"/>
                  <a:cs typeface="Tahoma"/>
                  <a:sym typeface="Tahoma"/>
                </a:rPr>
                <a:t>}</a:t>
              </a:r>
            </a:p>
          </p:txBody>
        </p:sp>
      </p:grpSp>
      <p:grpSp>
        <p:nvGrpSpPr>
          <p:cNvPr id="197" name="Group 197"/>
          <p:cNvGrpSpPr/>
          <p:nvPr/>
        </p:nvGrpSpPr>
        <p:grpSpPr>
          <a:xfrm>
            <a:off x="7724835" y="1287421"/>
            <a:ext cx="1524943" cy="3019071"/>
            <a:chOff x="0" y="0"/>
            <a:chExt cx="1447441" cy="2926990"/>
          </a:xfrm>
        </p:grpSpPr>
        <p:sp>
          <p:nvSpPr>
            <p:cNvPr id="195" name="Shape 195"/>
            <p:cNvSpPr/>
            <p:nvPr/>
          </p:nvSpPr>
          <p:spPr>
            <a:xfrm>
              <a:off x="0" y="0"/>
              <a:ext cx="1447441" cy="29269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78" y="15533"/>
                  </a:moveTo>
                  <a:lnTo>
                    <a:pt x="2997" y="15219"/>
                  </a:lnTo>
                  <a:lnTo>
                    <a:pt x="2637" y="14890"/>
                  </a:lnTo>
                  <a:lnTo>
                    <a:pt x="2299" y="14544"/>
                  </a:lnTo>
                  <a:lnTo>
                    <a:pt x="1976" y="14188"/>
                  </a:lnTo>
                  <a:lnTo>
                    <a:pt x="1681" y="13816"/>
                  </a:lnTo>
                  <a:lnTo>
                    <a:pt x="1402" y="13434"/>
                  </a:lnTo>
                  <a:lnTo>
                    <a:pt x="1149" y="13041"/>
                  </a:lnTo>
                  <a:lnTo>
                    <a:pt x="924" y="12637"/>
                  </a:lnTo>
                  <a:lnTo>
                    <a:pt x="720" y="12225"/>
                  </a:lnTo>
                  <a:lnTo>
                    <a:pt x="537" y="11805"/>
                  </a:lnTo>
                  <a:lnTo>
                    <a:pt x="387" y="11378"/>
                  </a:lnTo>
                  <a:lnTo>
                    <a:pt x="258" y="10945"/>
                  </a:lnTo>
                  <a:lnTo>
                    <a:pt x="156" y="10506"/>
                  </a:lnTo>
                  <a:lnTo>
                    <a:pt x="75" y="10065"/>
                  </a:lnTo>
                  <a:lnTo>
                    <a:pt x="27" y="9622"/>
                  </a:lnTo>
                  <a:lnTo>
                    <a:pt x="0" y="9176"/>
                  </a:lnTo>
                  <a:lnTo>
                    <a:pt x="5" y="8729"/>
                  </a:lnTo>
                  <a:lnTo>
                    <a:pt x="32" y="8286"/>
                  </a:lnTo>
                  <a:lnTo>
                    <a:pt x="91" y="7842"/>
                  </a:lnTo>
                  <a:lnTo>
                    <a:pt x="172" y="7401"/>
                  </a:lnTo>
                  <a:lnTo>
                    <a:pt x="279" y="6963"/>
                  </a:lnTo>
                  <a:lnTo>
                    <a:pt x="414" y="6532"/>
                  </a:lnTo>
                  <a:lnTo>
                    <a:pt x="575" y="6107"/>
                  </a:lnTo>
                  <a:lnTo>
                    <a:pt x="757" y="5688"/>
                  </a:lnTo>
                  <a:lnTo>
                    <a:pt x="967" y="5276"/>
                  </a:lnTo>
                  <a:lnTo>
                    <a:pt x="1198" y="4875"/>
                  </a:lnTo>
                  <a:lnTo>
                    <a:pt x="1455" y="4484"/>
                  </a:lnTo>
                  <a:lnTo>
                    <a:pt x="1735" y="4104"/>
                  </a:lnTo>
                  <a:lnTo>
                    <a:pt x="2041" y="3735"/>
                  </a:lnTo>
                  <a:lnTo>
                    <a:pt x="2363" y="3382"/>
                  </a:lnTo>
                  <a:lnTo>
                    <a:pt x="2707" y="3039"/>
                  </a:lnTo>
                  <a:lnTo>
                    <a:pt x="3072" y="2712"/>
                  </a:lnTo>
                  <a:lnTo>
                    <a:pt x="3453" y="2401"/>
                  </a:lnTo>
                  <a:lnTo>
                    <a:pt x="3856" y="2107"/>
                  </a:lnTo>
                  <a:lnTo>
                    <a:pt x="4275" y="1828"/>
                  </a:lnTo>
                  <a:lnTo>
                    <a:pt x="4710" y="1567"/>
                  </a:lnTo>
                  <a:lnTo>
                    <a:pt x="5161" y="1326"/>
                  </a:lnTo>
                  <a:lnTo>
                    <a:pt x="5623" y="1102"/>
                  </a:lnTo>
                  <a:lnTo>
                    <a:pt x="6101" y="898"/>
                  </a:lnTo>
                  <a:lnTo>
                    <a:pt x="6584" y="712"/>
                  </a:lnTo>
                  <a:lnTo>
                    <a:pt x="7084" y="550"/>
                  </a:lnTo>
                  <a:lnTo>
                    <a:pt x="7588" y="406"/>
                  </a:lnTo>
                  <a:lnTo>
                    <a:pt x="8104" y="284"/>
                  </a:lnTo>
                  <a:lnTo>
                    <a:pt x="8625" y="183"/>
                  </a:lnTo>
                  <a:lnTo>
                    <a:pt x="9157" y="106"/>
                  </a:lnTo>
                  <a:lnTo>
                    <a:pt x="9683" y="48"/>
                  </a:lnTo>
                  <a:lnTo>
                    <a:pt x="10220" y="13"/>
                  </a:lnTo>
                  <a:lnTo>
                    <a:pt x="10752" y="0"/>
                  </a:lnTo>
                  <a:lnTo>
                    <a:pt x="11289" y="8"/>
                  </a:lnTo>
                  <a:lnTo>
                    <a:pt x="11826" y="40"/>
                  </a:lnTo>
                  <a:lnTo>
                    <a:pt x="12357" y="93"/>
                  </a:lnTo>
                  <a:lnTo>
                    <a:pt x="12884" y="170"/>
                  </a:lnTo>
                  <a:lnTo>
                    <a:pt x="13405" y="266"/>
                  </a:lnTo>
                  <a:lnTo>
                    <a:pt x="13920" y="385"/>
                  </a:lnTo>
                  <a:lnTo>
                    <a:pt x="14430" y="523"/>
                  </a:lnTo>
                  <a:lnTo>
                    <a:pt x="14930" y="683"/>
                  </a:lnTo>
                  <a:lnTo>
                    <a:pt x="15419" y="863"/>
                  </a:lnTo>
                  <a:lnTo>
                    <a:pt x="15897" y="1065"/>
                  </a:lnTo>
                  <a:lnTo>
                    <a:pt x="16364" y="1286"/>
                  </a:lnTo>
                  <a:lnTo>
                    <a:pt x="16815" y="1525"/>
                  </a:lnTo>
                  <a:lnTo>
                    <a:pt x="17250" y="1783"/>
                  </a:lnTo>
                  <a:lnTo>
                    <a:pt x="17674" y="2056"/>
                  </a:lnTo>
                  <a:lnTo>
                    <a:pt x="18077" y="2348"/>
                  </a:lnTo>
                  <a:lnTo>
                    <a:pt x="18464" y="2659"/>
                  </a:lnTo>
                  <a:lnTo>
                    <a:pt x="18834" y="2983"/>
                  </a:lnTo>
                  <a:lnTo>
                    <a:pt x="19178" y="3321"/>
                  </a:lnTo>
                  <a:lnTo>
                    <a:pt x="19506" y="3674"/>
                  </a:lnTo>
                  <a:lnTo>
                    <a:pt x="19812" y="4041"/>
                  </a:lnTo>
                  <a:lnTo>
                    <a:pt x="20096" y="4418"/>
                  </a:lnTo>
                  <a:lnTo>
                    <a:pt x="20359" y="4808"/>
                  </a:lnTo>
                  <a:lnTo>
                    <a:pt x="20596" y="5207"/>
                  </a:lnTo>
                  <a:lnTo>
                    <a:pt x="20811" y="5616"/>
                  </a:lnTo>
                  <a:lnTo>
                    <a:pt x="20999" y="6033"/>
                  </a:lnTo>
                  <a:lnTo>
                    <a:pt x="21160" y="6458"/>
                  </a:lnTo>
                  <a:lnTo>
                    <a:pt x="21299" y="6888"/>
                  </a:lnTo>
                  <a:lnTo>
                    <a:pt x="21412" y="7327"/>
                  </a:lnTo>
                  <a:lnTo>
                    <a:pt x="21498" y="7765"/>
                  </a:lnTo>
                  <a:lnTo>
                    <a:pt x="21557" y="8209"/>
                  </a:lnTo>
                  <a:lnTo>
                    <a:pt x="21595" y="8655"/>
                  </a:lnTo>
                  <a:lnTo>
                    <a:pt x="21600" y="9101"/>
                  </a:lnTo>
                  <a:lnTo>
                    <a:pt x="21579" y="9545"/>
                  </a:lnTo>
                  <a:lnTo>
                    <a:pt x="21536" y="9991"/>
                  </a:lnTo>
                  <a:lnTo>
                    <a:pt x="21460" y="10432"/>
                  </a:lnTo>
                  <a:lnTo>
                    <a:pt x="21364" y="10870"/>
                  </a:lnTo>
                  <a:lnTo>
                    <a:pt x="21240" y="11303"/>
                  </a:lnTo>
                  <a:lnTo>
                    <a:pt x="21090" y="11731"/>
                  </a:lnTo>
                  <a:lnTo>
                    <a:pt x="20913" y="12153"/>
                  </a:lnTo>
                  <a:lnTo>
                    <a:pt x="20714" y="12568"/>
                  </a:lnTo>
                  <a:lnTo>
                    <a:pt x="20488" y="12972"/>
                  </a:lnTo>
                  <a:lnTo>
                    <a:pt x="20241" y="13368"/>
                  </a:lnTo>
                  <a:lnTo>
                    <a:pt x="19967" y="13753"/>
                  </a:lnTo>
                  <a:lnTo>
                    <a:pt x="19677" y="14125"/>
                  </a:lnTo>
                  <a:lnTo>
                    <a:pt x="19361" y="14486"/>
                  </a:lnTo>
                  <a:lnTo>
                    <a:pt x="19022" y="14831"/>
                  </a:lnTo>
                  <a:lnTo>
                    <a:pt x="18668" y="15163"/>
                  </a:lnTo>
                  <a:lnTo>
                    <a:pt x="18286" y="15479"/>
                  </a:lnTo>
                  <a:lnTo>
                    <a:pt x="17894" y="15782"/>
                  </a:lnTo>
                  <a:lnTo>
                    <a:pt x="17481" y="16067"/>
                  </a:lnTo>
                  <a:lnTo>
                    <a:pt x="17051" y="16335"/>
                  </a:lnTo>
                  <a:lnTo>
                    <a:pt x="16611" y="16582"/>
                  </a:lnTo>
                  <a:lnTo>
                    <a:pt x="16149" y="16813"/>
                  </a:lnTo>
                  <a:lnTo>
                    <a:pt x="15682" y="17026"/>
                  </a:lnTo>
                  <a:lnTo>
                    <a:pt x="15198" y="17217"/>
                  </a:lnTo>
                  <a:lnTo>
                    <a:pt x="14699" y="17387"/>
                  </a:lnTo>
                  <a:lnTo>
                    <a:pt x="14200" y="17538"/>
                  </a:lnTo>
                  <a:lnTo>
                    <a:pt x="13684" y="17668"/>
                  </a:lnTo>
                  <a:lnTo>
                    <a:pt x="13168" y="17777"/>
                  </a:lnTo>
                  <a:lnTo>
                    <a:pt x="12642" y="17862"/>
                  </a:lnTo>
                  <a:lnTo>
                    <a:pt x="12110" y="17929"/>
                  </a:lnTo>
                  <a:lnTo>
                    <a:pt x="11579" y="17971"/>
                  </a:lnTo>
                  <a:lnTo>
                    <a:pt x="11042" y="17992"/>
                  </a:lnTo>
                  <a:lnTo>
                    <a:pt x="10510" y="17992"/>
                  </a:lnTo>
                  <a:lnTo>
                    <a:pt x="9973" y="17969"/>
                  </a:lnTo>
                  <a:lnTo>
                    <a:pt x="9441" y="17923"/>
                  </a:lnTo>
                  <a:lnTo>
                    <a:pt x="8910" y="17857"/>
                  </a:lnTo>
                  <a:lnTo>
                    <a:pt x="8389" y="17767"/>
                  </a:lnTo>
                  <a:lnTo>
                    <a:pt x="7868" y="17658"/>
                  </a:lnTo>
                  <a:lnTo>
                    <a:pt x="7358" y="17525"/>
                  </a:lnTo>
                  <a:lnTo>
                    <a:pt x="6853" y="17374"/>
                  </a:lnTo>
                  <a:lnTo>
                    <a:pt x="1300" y="21600"/>
                  </a:lnTo>
                  <a:lnTo>
                    <a:pt x="3378" y="15533"/>
                  </a:lnTo>
                </a:path>
              </a:pathLst>
            </a:custGeom>
            <a:solidFill>
              <a:srgbClr val="99CC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96" name="Shape 196"/>
            <p:cNvSpPr/>
            <p:nvPr/>
          </p:nvSpPr>
          <p:spPr>
            <a:xfrm>
              <a:off x="214312" y="360362"/>
              <a:ext cx="1019176" cy="145147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400" dirty="0" err="1"/>
                <a:t>Ya</a:t>
              </a:r>
              <a:r>
                <a:rPr sz="1400" dirty="0"/>
                <a:t> no se </a:t>
              </a:r>
              <a:r>
                <a:rPr sz="1400" dirty="0" err="1"/>
                <a:t>pueden</a:t>
              </a:r>
              <a:r>
                <a:rPr sz="1400" dirty="0"/>
                <a:t> </a:t>
              </a:r>
              <a:r>
                <a:rPr sz="1400" dirty="0" err="1"/>
                <a:t>insertar</a:t>
              </a:r>
              <a:r>
                <a:rPr sz="1400" dirty="0"/>
                <a:t> m</a:t>
              </a:r>
              <a:r>
                <a:rPr lang="es-419" sz="1400" dirty="0"/>
                <a:t>á</a:t>
              </a:r>
              <a:r>
                <a:rPr sz="1400" dirty="0"/>
                <a:t>s </a:t>
              </a:r>
              <a:r>
                <a:rPr sz="1400" dirty="0" err="1"/>
                <a:t>elementos</a:t>
              </a:r>
              <a:r>
                <a:rPr sz="1400" dirty="0"/>
                <a:t>, </a:t>
              </a:r>
              <a:r>
                <a:rPr sz="1400" dirty="0" err="1"/>
                <a:t>aunque</a:t>
              </a:r>
              <a:r>
                <a:rPr sz="1400" dirty="0"/>
                <a:t> hay </a:t>
              </a:r>
              <a:r>
                <a:rPr sz="1400" dirty="0" err="1"/>
                <a:t>espacio</a:t>
              </a:r>
              <a:r>
                <a:rPr sz="1400" dirty="0"/>
                <a:t> </a:t>
              </a:r>
              <a:r>
                <a:rPr sz="1400" dirty="0" err="1"/>
                <a:t>atrás</a:t>
              </a:r>
              <a:r>
                <a:rPr sz="1400" dirty="0"/>
                <a:t>!</a:t>
              </a:r>
            </a:p>
          </p:txBody>
        </p:sp>
      </p:grpSp>
      <p:sp>
        <p:nvSpPr>
          <p:cNvPr id="198" name="Shape 198"/>
          <p:cNvSpPr/>
          <p:nvPr/>
        </p:nvSpPr>
        <p:spPr>
          <a:xfrm>
            <a:off x="-76200" y="2913062"/>
            <a:ext cx="7656513" cy="3298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6799" tIns="46799" rIns="46799" bIns="46799">
            <a:spAutoFit/>
          </a:bodyPr>
          <a:lstStyle/>
          <a:p>
            <a:pPr marL="709788" lvl="1" indent="-252588">
              <a:lnSpc>
                <a:spcPct val="93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  <a:tabLst>
                <a:tab pos="736600" algn="l"/>
                <a:tab pos="1651000" algn="l"/>
                <a:tab pos="2565400" algn="l"/>
                <a:tab pos="3479800" algn="l"/>
                <a:tab pos="4394200" algn="l"/>
                <a:tab pos="5308600" algn="l"/>
                <a:tab pos="6223000" algn="l"/>
                <a:tab pos="7137400" algn="l"/>
                <a:tab pos="8051800" algn="l"/>
                <a:tab pos="8966200" algn="l"/>
                <a:tab pos="9880600" algn="l"/>
                <a:tab pos="10795000" algn="l"/>
              </a:tabLst>
              <a:defRPr sz="1800"/>
            </a:pPr>
            <a:r>
              <a:rPr lang="es-EC" sz="1600" dirty="0">
                <a:solidFill>
                  <a:srgbClr val="002850"/>
                </a:solidFill>
              </a:rPr>
              <a:t>Cuando la cola recién comienza, </a:t>
            </a:r>
          </a:p>
          <a:p>
            <a:pPr marL="1117600" lvl="2" indent="-203200"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736600" algn="l"/>
                <a:tab pos="1651000" algn="l"/>
                <a:tab pos="2565400" algn="l"/>
                <a:tab pos="3479800" algn="l"/>
                <a:tab pos="4394200" algn="l"/>
                <a:tab pos="5308600" algn="l"/>
                <a:tab pos="6223000" algn="l"/>
                <a:tab pos="7137400" algn="l"/>
                <a:tab pos="8051800" algn="l"/>
                <a:tab pos="8966200" algn="l"/>
                <a:tab pos="9880600" algn="l"/>
                <a:tab pos="10795000" algn="l"/>
              </a:tabLst>
              <a:defRPr sz="1800"/>
            </a:pPr>
            <a:r>
              <a:rPr lang="es-EC" sz="1600" dirty="0">
                <a:solidFill>
                  <a:srgbClr val="002850"/>
                </a:solidFill>
              </a:rPr>
              <a:t>El Head es el índice inicial del arreglo: 0</a:t>
            </a:r>
          </a:p>
          <a:p>
            <a:pPr marL="1117600" lvl="2" indent="-203200"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736600" algn="l"/>
                <a:tab pos="1651000" algn="l"/>
                <a:tab pos="2565400" algn="l"/>
                <a:tab pos="3479800" algn="l"/>
                <a:tab pos="4394200" algn="l"/>
                <a:tab pos="5308600" algn="l"/>
                <a:tab pos="6223000" algn="l"/>
                <a:tab pos="7137400" algn="l"/>
                <a:tab pos="8051800" algn="l"/>
                <a:tab pos="8966200" algn="l"/>
                <a:tab pos="9880600" algn="l"/>
                <a:tab pos="10795000" algn="l"/>
              </a:tabLst>
              <a:defRPr sz="1800"/>
            </a:pPr>
            <a:r>
              <a:rPr lang="es-EC" sz="1600" dirty="0">
                <a:solidFill>
                  <a:srgbClr val="002850"/>
                </a:solidFill>
              </a:rPr>
              <a:t>El Tail, como no hay, es –1</a:t>
            </a:r>
          </a:p>
          <a:p>
            <a:pPr marL="709788" lvl="1" indent="-252588"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  <a:tabLst>
                <a:tab pos="736600" algn="l"/>
                <a:tab pos="1651000" algn="l"/>
                <a:tab pos="2565400" algn="l"/>
                <a:tab pos="3479800" algn="l"/>
                <a:tab pos="4394200" algn="l"/>
                <a:tab pos="5308600" algn="l"/>
                <a:tab pos="6223000" algn="l"/>
                <a:tab pos="7137400" algn="l"/>
                <a:tab pos="8051800" algn="l"/>
                <a:tab pos="8966200" algn="l"/>
                <a:tab pos="9880600" algn="l"/>
                <a:tab pos="10795000" algn="l"/>
              </a:tabLst>
              <a:defRPr sz="1800"/>
            </a:pPr>
            <a:r>
              <a:rPr lang="es-EC" sz="1600" dirty="0">
                <a:solidFill>
                  <a:srgbClr val="002850"/>
                </a:solidFill>
              </a:rPr>
              <a:t>La cola esta vacía</a:t>
            </a:r>
          </a:p>
          <a:p>
            <a:pPr marL="1117600" lvl="2" indent="-203200"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736600" algn="l"/>
                <a:tab pos="1651000" algn="l"/>
                <a:tab pos="2565400" algn="l"/>
                <a:tab pos="3479800" algn="l"/>
                <a:tab pos="4394200" algn="l"/>
                <a:tab pos="5308600" algn="l"/>
                <a:tab pos="6223000" algn="l"/>
                <a:tab pos="7137400" algn="l"/>
                <a:tab pos="8051800" algn="l"/>
                <a:tab pos="8966200" algn="l"/>
                <a:tab pos="9880600" algn="l"/>
                <a:tab pos="10795000" algn="l"/>
              </a:tabLst>
              <a:defRPr sz="1800"/>
            </a:pPr>
            <a:r>
              <a:rPr lang="es-EC" sz="1600" dirty="0">
                <a:solidFill>
                  <a:srgbClr val="002850"/>
                </a:solidFill>
              </a:rPr>
              <a:t>Si head &gt; </a:t>
            </a:r>
            <a:r>
              <a:rPr lang="es-EC" sz="1600" dirty="0" err="1">
                <a:solidFill>
                  <a:srgbClr val="002850"/>
                </a:solidFill>
              </a:rPr>
              <a:t>tail</a:t>
            </a:r>
            <a:endParaRPr lang="es-EC" sz="1600" dirty="0">
              <a:solidFill>
                <a:srgbClr val="002850"/>
              </a:solidFill>
            </a:endParaRPr>
          </a:p>
          <a:p>
            <a:pPr marL="709788" lvl="1" indent="-252588"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  <a:tabLst>
                <a:tab pos="736600" algn="l"/>
                <a:tab pos="1651000" algn="l"/>
                <a:tab pos="2565400" algn="l"/>
                <a:tab pos="3479800" algn="l"/>
                <a:tab pos="4394200" algn="l"/>
                <a:tab pos="5308600" algn="l"/>
                <a:tab pos="6223000" algn="l"/>
                <a:tab pos="7137400" algn="l"/>
                <a:tab pos="8051800" algn="l"/>
                <a:tab pos="8966200" algn="l"/>
                <a:tab pos="9880600" algn="l"/>
                <a:tab pos="10795000" algn="l"/>
              </a:tabLst>
              <a:defRPr sz="1800"/>
            </a:pPr>
            <a:r>
              <a:rPr lang="es-EC" sz="1600" dirty="0">
                <a:solidFill>
                  <a:srgbClr val="002850"/>
                </a:solidFill>
              </a:rPr>
              <a:t>La cola esta llena</a:t>
            </a:r>
          </a:p>
          <a:p>
            <a:pPr marL="1117600" lvl="2" indent="-203200"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736600" algn="l"/>
                <a:tab pos="1651000" algn="l"/>
                <a:tab pos="2565400" algn="l"/>
                <a:tab pos="3479800" algn="l"/>
                <a:tab pos="4394200" algn="l"/>
                <a:tab pos="5308600" algn="l"/>
                <a:tab pos="6223000" algn="l"/>
                <a:tab pos="7137400" algn="l"/>
                <a:tab pos="8051800" algn="l"/>
                <a:tab pos="8966200" algn="l"/>
                <a:tab pos="9880600" algn="l"/>
                <a:tab pos="10795000" algn="l"/>
              </a:tabLst>
              <a:defRPr sz="1800"/>
            </a:pPr>
            <a:r>
              <a:rPr lang="es-EC" sz="1600" dirty="0">
                <a:solidFill>
                  <a:srgbClr val="002850"/>
                </a:solidFill>
              </a:rPr>
              <a:t>Si </a:t>
            </a:r>
            <a:r>
              <a:rPr lang="es-EC" sz="1600" dirty="0" err="1">
                <a:solidFill>
                  <a:srgbClr val="002850"/>
                </a:solidFill>
              </a:rPr>
              <a:t>tail</a:t>
            </a:r>
            <a:r>
              <a:rPr lang="es-EC" sz="1600" dirty="0">
                <a:solidFill>
                  <a:srgbClr val="002850"/>
                </a:solidFill>
              </a:rPr>
              <a:t> == MAX –1 </a:t>
            </a:r>
          </a:p>
          <a:p>
            <a:pPr marL="709788" lvl="1" indent="-252588"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  <a:tabLst>
                <a:tab pos="736600" algn="l"/>
                <a:tab pos="1651000" algn="l"/>
                <a:tab pos="2565400" algn="l"/>
                <a:tab pos="3479800" algn="l"/>
                <a:tab pos="4394200" algn="l"/>
                <a:tab pos="5308600" algn="l"/>
                <a:tab pos="6223000" algn="l"/>
                <a:tab pos="7137400" algn="l"/>
                <a:tab pos="8051800" algn="l"/>
                <a:tab pos="8966200" algn="l"/>
                <a:tab pos="9880600" algn="l"/>
                <a:tab pos="10795000" algn="l"/>
              </a:tabLst>
              <a:defRPr sz="1800"/>
            </a:pPr>
            <a:r>
              <a:rPr lang="es-EC" sz="1600" dirty="0">
                <a:solidFill>
                  <a:srgbClr val="002850"/>
                </a:solidFill>
              </a:rPr>
              <a:t>A medida que se ingresan elementos</a:t>
            </a:r>
          </a:p>
          <a:p>
            <a:pPr marL="1117600" lvl="2" indent="-203200"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736600" algn="l"/>
                <a:tab pos="1651000" algn="l"/>
                <a:tab pos="2565400" algn="l"/>
                <a:tab pos="3479800" algn="l"/>
                <a:tab pos="4394200" algn="l"/>
                <a:tab pos="5308600" algn="l"/>
                <a:tab pos="6223000" algn="l"/>
                <a:tab pos="7137400" algn="l"/>
                <a:tab pos="8051800" algn="l"/>
                <a:tab pos="8966200" algn="l"/>
                <a:tab pos="9880600" algn="l"/>
                <a:tab pos="10795000" algn="l"/>
              </a:tabLst>
              <a:defRPr sz="1800"/>
            </a:pPr>
            <a:r>
              <a:rPr lang="es-EC" sz="1600" dirty="0">
                <a:solidFill>
                  <a:srgbClr val="002850"/>
                </a:solidFill>
              </a:rPr>
              <a:t>El </a:t>
            </a:r>
            <a:r>
              <a:rPr lang="es-EC" sz="1600" dirty="0" err="1">
                <a:solidFill>
                  <a:srgbClr val="002850"/>
                </a:solidFill>
              </a:rPr>
              <a:t>tail</a:t>
            </a:r>
            <a:r>
              <a:rPr lang="es-EC" sz="1600" dirty="0">
                <a:solidFill>
                  <a:srgbClr val="002850"/>
                </a:solidFill>
              </a:rPr>
              <a:t> aumenta</a:t>
            </a:r>
          </a:p>
          <a:p>
            <a:pPr marL="709788" lvl="1" indent="-252588"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  <a:tabLst>
                <a:tab pos="736600" algn="l"/>
                <a:tab pos="1651000" algn="l"/>
                <a:tab pos="2565400" algn="l"/>
                <a:tab pos="3479800" algn="l"/>
                <a:tab pos="4394200" algn="l"/>
                <a:tab pos="5308600" algn="l"/>
                <a:tab pos="6223000" algn="l"/>
                <a:tab pos="7137400" algn="l"/>
                <a:tab pos="8051800" algn="l"/>
                <a:tab pos="8966200" algn="l"/>
                <a:tab pos="9880600" algn="l"/>
                <a:tab pos="10795000" algn="l"/>
              </a:tabLst>
              <a:defRPr sz="1800"/>
            </a:pPr>
            <a:r>
              <a:rPr lang="es-EC" sz="1600" dirty="0">
                <a:solidFill>
                  <a:srgbClr val="002850"/>
                </a:solidFill>
              </a:rPr>
              <a:t>Cuando se eliminan</a:t>
            </a:r>
          </a:p>
          <a:p>
            <a:pPr marL="1117600" lvl="2" indent="-203200"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736600" algn="l"/>
                <a:tab pos="1651000" algn="l"/>
                <a:tab pos="2565400" algn="l"/>
                <a:tab pos="3479800" algn="l"/>
                <a:tab pos="4394200" algn="l"/>
                <a:tab pos="5308600" algn="l"/>
                <a:tab pos="6223000" algn="l"/>
                <a:tab pos="7137400" algn="l"/>
                <a:tab pos="8051800" algn="l"/>
                <a:tab pos="8966200" algn="l"/>
                <a:tab pos="9880600" algn="l"/>
                <a:tab pos="10795000" algn="l"/>
              </a:tabLst>
              <a:defRPr sz="1800"/>
            </a:pPr>
            <a:r>
              <a:rPr lang="es-EC" sz="1600" dirty="0">
                <a:solidFill>
                  <a:srgbClr val="002850"/>
                </a:solidFill>
              </a:rPr>
              <a:t>El head, se mueve hacia </a:t>
            </a:r>
            <a:r>
              <a:rPr lang="es-EC" sz="1600" u="sng" dirty="0">
                <a:solidFill>
                  <a:srgbClr val="002850"/>
                </a:solidFill>
              </a:rPr>
              <a:t>delante</a:t>
            </a:r>
          </a:p>
        </p:txBody>
      </p:sp>
      <p:grpSp>
        <p:nvGrpSpPr>
          <p:cNvPr id="234" name="Group 234"/>
          <p:cNvGrpSpPr/>
          <p:nvPr/>
        </p:nvGrpSpPr>
        <p:grpSpPr>
          <a:xfrm>
            <a:off x="4876800" y="5084762"/>
            <a:ext cx="3200400" cy="844489"/>
            <a:chOff x="0" y="0"/>
            <a:chExt cx="3200400" cy="844487"/>
          </a:xfrm>
        </p:grpSpPr>
        <p:grpSp>
          <p:nvGrpSpPr>
            <p:cNvPr id="203" name="Group 203"/>
            <p:cNvGrpSpPr/>
            <p:nvPr/>
          </p:nvGrpSpPr>
          <p:grpSpPr>
            <a:xfrm>
              <a:off x="0" y="0"/>
              <a:ext cx="457200" cy="844488"/>
              <a:chOff x="0" y="0"/>
              <a:chExt cx="457200" cy="844487"/>
            </a:xfrm>
          </p:grpSpPr>
          <p:grpSp>
            <p:nvGrpSpPr>
              <p:cNvPr id="201" name="Group 201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199" name="Shape 199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00" name="Shape 200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A</a:t>
                  </a:r>
                </a:p>
              </p:txBody>
            </p:sp>
          </p:grpSp>
          <p:sp>
            <p:nvSpPr>
              <p:cNvPr id="202" name="Shape 202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457200" y="0"/>
              <a:ext cx="457200" cy="844488"/>
              <a:chOff x="0" y="0"/>
              <a:chExt cx="457200" cy="844487"/>
            </a:xfrm>
          </p:grpSpPr>
          <p:grpSp>
            <p:nvGrpSpPr>
              <p:cNvPr id="206" name="Group 206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04" name="Shape 204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05" name="Shape 205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B</a:t>
                  </a:r>
                </a:p>
              </p:txBody>
            </p:sp>
          </p:grpSp>
          <p:sp>
            <p:nvSpPr>
              <p:cNvPr id="207" name="Shape 207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213" name="Group 213"/>
            <p:cNvGrpSpPr/>
            <p:nvPr/>
          </p:nvGrpSpPr>
          <p:grpSpPr>
            <a:xfrm>
              <a:off x="914400" y="0"/>
              <a:ext cx="457200" cy="844488"/>
              <a:chOff x="0" y="0"/>
              <a:chExt cx="457200" cy="844487"/>
            </a:xfrm>
          </p:grpSpPr>
          <p:grpSp>
            <p:nvGrpSpPr>
              <p:cNvPr id="211" name="Group 211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09" name="Shape 209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10" name="Shape 210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C</a:t>
                  </a:r>
                </a:p>
              </p:txBody>
            </p:sp>
          </p:grpSp>
          <p:sp>
            <p:nvSpPr>
              <p:cNvPr id="212" name="Shape 212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218" name="Group 218"/>
            <p:cNvGrpSpPr/>
            <p:nvPr/>
          </p:nvGrpSpPr>
          <p:grpSpPr>
            <a:xfrm>
              <a:off x="1371600" y="0"/>
              <a:ext cx="457200" cy="844488"/>
              <a:chOff x="0" y="0"/>
              <a:chExt cx="457200" cy="844487"/>
            </a:xfrm>
          </p:grpSpPr>
          <p:grpSp>
            <p:nvGrpSpPr>
              <p:cNvPr id="216" name="Group 216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14" name="Shape 214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15" name="Shape 215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 </a:t>
                  </a:r>
                </a:p>
              </p:txBody>
            </p:sp>
          </p:grpSp>
          <p:sp>
            <p:nvSpPr>
              <p:cNvPr id="217" name="Shape 217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223" name="Group 223"/>
            <p:cNvGrpSpPr/>
            <p:nvPr/>
          </p:nvGrpSpPr>
          <p:grpSpPr>
            <a:xfrm>
              <a:off x="1828800" y="0"/>
              <a:ext cx="457200" cy="844488"/>
              <a:chOff x="0" y="0"/>
              <a:chExt cx="457200" cy="844487"/>
            </a:xfrm>
          </p:grpSpPr>
          <p:grpSp>
            <p:nvGrpSpPr>
              <p:cNvPr id="221" name="Group 221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19" name="Shape 219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20" name="Shape 220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 </a:t>
                  </a:r>
                </a:p>
              </p:txBody>
            </p:sp>
          </p:grpSp>
          <p:sp>
            <p:nvSpPr>
              <p:cNvPr id="222" name="Shape 222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  <p:grpSp>
          <p:nvGrpSpPr>
            <p:cNvPr id="228" name="Group 228"/>
            <p:cNvGrpSpPr/>
            <p:nvPr/>
          </p:nvGrpSpPr>
          <p:grpSpPr>
            <a:xfrm>
              <a:off x="2286000" y="0"/>
              <a:ext cx="457200" cy="844488"/>
              <a:chOff x="0" y="0"/>
              <a:chExt cx="457200" cy="844487"/>
            </a:xfrm>
          </p:grpSpPr>
          <p:grpSp>
            <p:nvGrpSpPr>
              <p:cNvPr id="226" name="Group 226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24" name="Shape 224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25" name="Shape 225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 </a:t>
                  </a:r>
                </a:p>
              </p:txBody>
            </p:sp>
          </p:grpSp>
          <p:sp>
            <p:nvSpPr>
              <p:cNvPr id="227" name="Shape 227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5</a:t>
                </a:r>
              </a:p>
            </p:txBody>
          </p:sp>
        </p:grpSp>
        <p:grpSp>
          <p:nvGrpSpPr>
            <p:cNvPr id="233" name="Group 233"/>
            <p:cNvGrpSpPr/>
            <p:nvPr/>
          </p:nvGrpSpPr>
          <p:grpSpPr>
            <a:xfrm>
              <a:off x="2743200" y="0"/>
              <a:ext cx="457200" cy="844488"/>
              <a:chOff x="0" y="0"/>
              <a:chExt cx="457200" cy="844487"/>
            </a:xfrm>
          </p:grpSpPr>
          <p:grpSp>
            <p:nvGrpSpPr>
              <p:cNvPr id="231" name="Group 231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29" name="Shape 229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30" name="Shape 230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 </a:t>
                  </a:r>
                </a:p>
              </p:txBody>
            </p:sp>
          </p:grpSp>
          <p:sp>
            <p:nvSpPr>
              <p:cNvPr id="232" name="Shape 232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6</a:t>
                </a:r>
              </a:p>
            </p:txBody>
          </p:sp>
        </p:grpSp>
      </p:grpSp>
      <p:grpSp>
        <p:nvGrpSpPr>
          <p:cNvPr id="237" name="Group 237"/>
          <p:cNvGrpSpPr/>
          <p:nvPr/>
        </p:nvGrpSpPr>
        <p:grpSpPr>
          <a:xfrm>
            <a:off x="4876799" y="5911850"/>
            <a:ext cx="3200401" cy="411101"/>
            <a:chOff x="0" y="0"/>
            <a:chExt cx="3200400" cy="411099"/>
          </a:xfrm>
        </p:grpSpPr>
        <p:sp>
          <p:nvSpPr>
            <p:cNvPr id="235" name="Shape 235"/>
            <p:cNvSpPr/>
            <p:nvPr/>
          </p:nvSpPr>
          <p:spPr>
            <a:xfrm>
              <a:off x="-1" y="0"/>
              <a:ext cx="3200401" cy="1588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236" name="Shape 236"/>
            <p:cNvSpPr/>
            <p:nvPr/>
          </p:nvSpPr>
          <p:spPr>
            <a:xfrm>
              <a:off x="1143000" y="76200"/>
              <a:ext cx="1143001" cy="334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MAX = 7</a:t>
              </a:r>
            </a:p>
          </p:txBody>
        </p:sp>
      </p:grpSp>
      <p:grpSp>
        <p:nvGrpSpPr>
          <p:cNvPr id="240" name="Group 240"/>
          <p:cNvGrpSpPr/>
          <p:nvPr/>
        </p:nvGrpSpPr>
        <p:grpSpPr>
          <a:xfrm>
            <a:off x="4917633" y="4300738"/>
            <a:ext cx="352147" cy="773366"/>
            <a:chOff x="135663" y="737"/>
            <a:chExt cx="352145" cy="773364"/>
          </a:xfrm>
        </p:grpSpPr>
        <p:sp>
          <p:nvSpPr>
            <p:cNvPr id="238" name="Shape 238"/>
            <p:cNvSpPr/>
            <p:nvPr/>
          </p:nvSpPr>
          <p:spPr>
            <a:xfrm>
              <a:off x="417512" y="224854"/>
              <a:ext cx="1589" cy="5334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239" name="Shape 239"/>
            <p:cNvSpPr/>
            <p:nvPr/>
          </p:nvSpPr>
          <p:spPr>
            <a:xfrm rot="10800000">
              <a:off x="135663" y="737"/>
              <a:ext cx="352145" cy="7733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vert="vert270" wrap="squar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rPr lang="es-419" dirty="0"/>
                <a:t>Head</a:t>
              </a:r>
              <a:endParaRPr dirty="0"/>
            </a:p>
          </p:txBody>
        </p:sp>
      </p:grpSp>
      <p:grpSp>
        <p:nvGrpSpPr>
          <p:cNvPr id="243" name="Group 243"/>
          <p:cNvGrpSpPr/>
          <p:nvPr/>
        </p:nvGrpSpPr>
        <p:grpSpPr>
          <a:xfrm>
            <a:off x="5815003" y="4327789"/>
            <a:ext cx="352147" cy="723932"/>
            <a:chOff x="99223" y="34325"/>
            <a:chExt cx="352145" cy="723930"/>
          </a:xfrm>
        </p:grpSpPr>
        <p:sp>
          <p:nvSpPr>
            <p:cNvPr id="241" name="Shape 241"/>
            <p:cNvSpPr/>
            <p:nvPr/>
          </p:nvSpPr>
          <p:spPr>
            <a:xfrm>
              <a:off x="417512" y="224854"/>
              <a:ext cx="1589" cy="5334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242" name="Shape 242"/>
            <p:cNvSpPr/>
            <p:nvPr/>
          </p:nvSpPr>
          <p:spPr>
            <a:xfrm rot="10800000">
              <a:off x="99223" y="34325"/>
              <a:ext cx="352145" cy="6328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vert="vert270" wrap="squar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rPr lang="es-419" dirty="0"/>
                <a:t>Tail</a:t>
              </a:r>
              <a:endParaRPr dirty="0"/>
            </a:p>
          </p:txBody>
        </p:sp>
      </p:grpSp>
      <p:grpSp>
        <p:nvGrpSpPr>
          <p:cNvPr id="277" name="Group 277"/>
          <p:cNvGrpSpPr/>
          <p:nvPr/>
        </p:nvGrpSpPr>
        <p:grpSpPr>
          <a:xfrm>
            <a:off x="4876800" y="5084762"/>
            <a:ext cx="3200400" cy="844489"/>
            <a:chOff x="0" y="0"/>
            <a:chExt cx="3200400" cy="844487"/>
          </a:xfrm>
        </p:grpSpPr>
        <p:grpSp>
          <p:nvGrpSpPr>
            <p:cNvPr id="246" name="Group 246"/>
            <p:cNvGrpSpPr/>
            <p:nvPr/>
          </p:nvGrpSpPr>
          <p:grpSpPr>
            <a:xfrm>
              <a:off x="0" y="0"/>
              <a:ext cx="457200" cy="844488"/>
              <a:chOff x="0" y="0"/>
              <a:chExt cx="457200" cy="844487"/>
            </a:xfrm>
          </p:grpSpPr>
          <p:sp>
            <p:nvSpPr>
              <p:cNvPr id="244" name="Shape 244"/>
              <p:cNvSpPr/>
              <p:nvPr/>
            </p:nvSpPr>
            <p:spPr>
              <a:xfrm>
                <a:off x="0" y="0"/>
                <a:ext cx="457200" cy="533400"/>
              </a:xfrm>
              <a:prstGeom prst="roundRect">
                <a:avLst>
                  <a:gd name="adj" fmla="val 347"/>
                </a:avLst>
              </a:prstGeom>
              <a:solidFill>
                <a:srgbClr val="99CC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245" name="Shape 245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251" name="Group 251"/>
            <p:cNvGrpSpPr/>
            <p:nvPr/>
          </p:nvGrpSpPr>
          <p:grpSpPr>
            <a:xfrm>
              <a:off x="457200" y="0"/>
              <a:ext cx="457200" cy="844488"/>
              <a:chOff x="0" y="0"/>
              <a:chExt cx="457200" cy="844487"/>
            </a:xfrm>
          </p:grpSpPr>
          <p:grpSp>
            <p:nvGrpSpPr>
              <p:cNvPr id="249" name="Group 249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47" name="Shape 247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48" name="Shape 248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B</a:t>
                  </a:r>
                </a:p>
              </p:txBody>
            </p:sp>
          </p:grpSp>
          <p:sp>
            <p:nvSpPr>
              <p:cNvPr id="250" name="Shape 250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256" name="Group 256"/>
            <p:cNvGrpSpPr/>
            <p:nvPr/>
          </p:nvGrpSpPr>
          <p:grpSpPr>
            <a:xfrm>
              <a:off x="914400" y="0"/>
              <a:ext cx="457200" cy="844488"/>
              <a:chOff x="0" y="0"/>
              <a:chExt cx="457200" cy="844487"/>
            </a:xfrm>
          </p:grpSpPr>
          <p:grpSp>
            <p:nvGrpSpPr>
              <p:cNvPr id="254" name="Group 254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52" name="Shape 252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53" name="Shape 253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C</a:t>
                  </a:r>
                </a:p>
              </p:txBody>
            </p:sp>
          </p:grpSp>
          <p:sp>
            <p:nvSpPr>
              <p:cNvPr id="255" name="Shape 255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261" name="Group 261"/>
            <p:cNvGrpSpPr/>
            <p:nvPr/>
          </p:nvGrpSpPr>
          <p:grpSpPr>
            <a:xfrm>
              <a:off x="1371600" y="0"/>
              <a:ext cx="457200" cy="844488"/>
              <a:chOff x="0" y="0"/>
              <a:chExt cx="457200" cy="844487"/>
            </a:xfrm>
          </p:grpSpPr>
          <p:grpSp>
            <p:nvGrpSpPr>
              <p:cNvPr id="259" name="Group 259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57" name="Shape 257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58" name="Shape 258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D</a:t>
                  </a:r>
                </a:p>
              </p:txBody>
            </p:sp>
          </p:grpSp>
          <p:sp>
            <p:nvSpPr>
              <p:cNvPr id="260" name="Shape 260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266" name="Group 266"/>
            <p:cNvGrpSpPr/>
            <p:nvPr/>
          </p:nvGrpSpPr>
          <p:grpSpPr>
            <a:xfrm>
              <a:off x="1828800" y="0"/>
              <a:ext cx="457200" cy="844488"/>
              <a:chOff x="0" y="0"/>
              <a:chExt cx="457200" cy="844487"/>
            </a:xfrm>
          </p:grpSpPr>
          <p:grpSp>
            <p:nvGrpSpPr>
              <p:cNvPr id="264" name="Group 264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62" name="Shape 262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63" name="Shape 263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E</a:t>
                  </a:r>
                </a:p>
              </p:txBody>
            </p:sp>
          </p:grpSp>
          <p:sp>
            <p:nvSpPr>
              <p:cNvPr id="265" name="Shape 265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  <p:grpSp>
          <p:nvGrpSpPr>
            <p:cNvPr id="271" name="Group 271"/>
            <p:cNvGrpSpPr/>
            <p:nvPr/>
          </p:nvGrpSpPr>
          <p:grpSpPr>
            <a:xfrm>
              <a:off x="2286000" y="0"/>
              <a:ext cx="457200" cy="844488"/>
              <a:chOff x="0" y="0"/>
              <a:chExt cx="457200" cy="844487"/>
            </a:xfrm>
          </p:grpSpPr>
          <p:grpSp>
            <p:nvGrpSpPr>
              <p:cNvPr id="269" name="Group 269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67" name="Shape 267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68" name="Shape 268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 </a:t>
                  </a:r>
                </a:p>
              </p:txBody>
            </p:sp>
          </p:grpSp>
          <p:sp>
            <p:nvSpPr>
              <p:cNvPr id="270" name="Shape 270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5</a:t>
                </a:r>
              </a:p>
            </p:txBody>
          </p:sp>
        </p:grpSp>
        <p:grpSp>
          <p:nvGrpSpPr>
            <p:cNvPr id="276" name="Group 276"/>
            <p:cNvGrpSpPr/>
            <p:nvPr/>
          </p:nvGrpSpPr>
          <p:grpSpPr>
            <a:xfrm>
              <a:off x="2743200" y="0"/>
              <a:ext cx="457200" cy="844488"/>
              <a:chOff x="0" y="0"/>
              <a:chExt cx="457200" cy="844487"/>
            </a:xfrm>
          </p:grpSpPr>
          <p:grpSp>
            <p:nvGrpSpPr>
              <p:cNvPr id="274" name="Group 274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72" name="Shape 272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73" name="Shape 273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 </a:t>
                  </a:r>
                </a:p>
              </p:txBody>
            </p:sp>
          </p:grpSp>
          <p:sp>
            <p:nvSpPr>
              <p:cNvPr id="275" name="Shape 275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6</a:t>
                </a:r>
              </a:p>
            </p:txBody>
          </p:sp>
        </p:grpSp>
      </p:grpSp>
      <p:grpSp>
        <p:nvGrpSpPr>
          <p:cNvPr id="309" name="Group 309"/>
          <p:cNvGrpSpPr/>
          <p:nvPr/>
        </p:nvGrpSpPr>
        <p:grpSpPr>
          <a:xfrm>
            <a:off x="4876800" y="5084762"/>
            <a:ext cx="3200400" cy="844489"/>
            <a:chOff x="0" y="0"/>
            <a:chExt cx="3200400" cy="844487"/>
          </a:xfrm>
        </p:grpSpPr>
        <p:grpSp>
          <p:nvGrpSpPr>
            <p:cNvPr id="280" name="Group 280"/>
            <p:cNvGrpSpPr/>
            <p:nvPr/>
          </p:nvGrpSpPr>
          <p:grpSpPr>
            <a:xfrm>
              <a:off x="0" y="0"/>
              <a:ext cx="457200" cy="844488"/>
              <a:chOff x="0" y="0"/>
              <a:chExt cx="457200" cy="844487"/>
            </a:xfrm>
          </p:grpSpPr>
          <p:sp>
            <p:nvSpPr>
              <p:cNvPr id="278" name="Shape 278"/>
              <p:cNvSpPr/>
              <p:nvPr/>
            </p:nvSpPr>
            <p:spPr>
              <a:xfrm>
                <a:off x="0" y="0"/>
                <a:ext cx="457200" cy="533400"/>
              </a:xfrm>
              <a:prstGeom prst="roundRect">
                <a:avLst>
                  <a:gd name="adj" fmla="val 347"/>
                </a:avLst>
              </a:prstGeom>
              <a:solidFill>
                <a:srgbClr val="99CC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279" name="Shape 279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283" name="Group 283"/>
            <p:cNvGrpSpPr/>
            <p:nvPr/>
          </p:nvGrpSpPr>
          <p:grpSpPr>
            <a:xfrm>
              <a:off x="457200" y="0"/>
              <a:ext cx="457200" cy="844488"/>
              <a:chOff x="0" y="0"/>
              <a:chExt cx="457200" cy="844487"/>
            </a:xfrm>
          </p:grpSpPr>
          <p:sp>
            <p:nvSpPr>
              <p:cNvPr id="281" name="Shape 281"/>
              <p:cNvSpPr/>
              <p:nvPr/>
            </p:nvSpPr>
            <p:spPr>
              <a:xfrm>
                <a:off x="0" y="0"/>
                <a:ext cx="457200" cy="533400"/>
              </a:xfrm>
              <a:prstGeom prst="roundRect">
                <a:avLst>
                  <a:gd name="adj" fmla="val 347"/>
                </a:avLst>
              </a:prstGeom>
              <a:solidFill>
                <a:srgbClr val="99CC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282" name="Shape 282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288" name="Group 288"/>
            <p:cNvGrpSpPr/>
            <p:nvPr/>
          </p:nvGrpSpPr>
          <p:grpSpPr>
            <a:xfrm>
              <a:off x="914400" y="0"/>
              <a:ext cx="457200" cy="844488"/>
              <a:chOff x="0" y="0"/>
              <a:chExt cx="457200" cy="844487"/>
            </a:xfrm>
          </p:grpSpPr>
          <p:grpSp>
            <p:nvGrpSpPr>
              <p:cNvPr id="286" name="Group 286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84" name="Shape 284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85" name="Shape 285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C</a:t>
                  </a:r>
                </a:p>
              </p:txBody>
            </p:sp>
          </p:grpSp>
          <p:sp>
            <p:nvSpPr>
              <p:cNvPr id="287" name="Shape 287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293" name="Group 293"/>
            <p:cNvGrpSpPr/>
            <p:nvPr/>
          </p:nvGrpSpPr>
          <p:grpSpPr>
            <a:xfrm>
              <a:off x="1371600" y="0"/>
              <a:ext cx="457200" cy="844488"/>
              <a:chOff x="0" y="0"/>
              <a:chExt cx="457200" cy="844487"/>
            </a:xfrm>
          </p:grpSpPr>
          <p:grpSp>
            <p:nvGrpSpPr>
              <p:cNvPr id="291" name="Group 291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89" name="Shape 289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90" name="Shape 290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D</a:t>
                  </a:r>
                </a:p>
              </p:txBody>
            </p:sp>
          </p:grpSp>
          <p:sp>
            <p:nvSpPr>
              <p:cNvPr id="292" name="Shape 292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298" name="Group 298"/>
            <p:cNvGrpSpPr/>
            <p:nvPr/>
          </p:nvGrpSpPr>
          <p:grpSpPr>
            <a:xfrm>
              <a:off x="1828800" y="0"/>
              <a:ext cx="457200" cy="844488"/>
              <a:chOff x="0" y="0"/>
              <a:chExt cx="457200" cy="844487"/>
            </a:xfrm>
          </p:grpSpPr>
          <p:grpSp>
            <p:nvGrpSpPr>
              <p:cNvPr id="296" name="Group 296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94" name="Shape 294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295" name="Shape 295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E</a:t>
                  </a:r>
                </a:p>
              </p:txBody>
            </p:sp>
          </p:grpSp>
          <p:sp>
            <p:nvSpPr>
              <p:cNvPr id="297" name="Shape 297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  <p:grpSp>
          <p:nvGrpSpPr>
            <p:cNvPr id="303" name="Group 303"/>
            <p:cNvGrpSpPr/>
            <p:nvPr/>
          </p:nvGrpSpPr>
          <p:grpSpPr>
            <a:xfrm>
              <a:off x="2286000" y="0"/>
              <a:ext cx="457200" cy="844488"/>
              <a:chOff x="0" y="0"/>
              <a:chExt cx="457200" cy="844487"/>
            </a:xfrm>
          </p:grpSpPr>
          <p:grpSp>
            <p:nvGrpSpPr>
              <p:cNvPr id="301" name="Group 301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299" name="Shape 299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300" name="Shape 300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F </a:t>
                  </a:r>
                </a:p>
              </p:txBody>
            </p:sp>
          </p:grpSp>
          <p:sp>
            <p:nvSpPr>
              <p:cNvPr id="302" name="Shape 302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5</a:t>
                </a:r>
              </a:p>
            </p:txBody>
          </p:sp>
        </p:grpSp>
        <p:grpSp>
          <p:nvGrpSpPr>
            <p:cNvPr id="308" name="Group 308"/>
            <p:cNvGrpSpPr/>
            <p:nvPr/>
          </p:nvGrpSpPr>
          <p:grpSpPr>
            <a:xfrm>
              <a:off x="2743200" y="0"/>
              <a:ext cx="457200" cy="844488"/>
              <a:chOff x="0" y="0"/>
              <a:chExt cx="457200" cy="844487"/>
            </a:xfrm>
          </p:grpSpPr>
          <p:grpSp>
            <p:nvGrpSpPr>
              <p:cNvPr id="306" name="Group 306"/>
              <p:cNvGrpSpPr/>
              <p:nvPr/>
            </p:nvGrpSpPr>
            <p:grpSpPr>
              <a:xfrm>
                <a:off x="0" y="0"/>
                <a:ext cx="457200" cy="533400"/>
                <a:chOff x="0" y="0"/>
                <a:chExt cx="457200" cy="533400"/>
              </a:xfrm>
            </p:grpSpPr>
            <p:sp>
              <p:nvSpPr>
                <p:cNvPr id="304" name="Shape 304"/>
                <p:cNvSpPr/>
                <p:nvPr/>
              </p:nvSpPr>
              <p:spPr>
                <a:xfrm>
                  <a:off x="0" y="0"/>
                  <a:ext cx="457200" cy="5334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305" name="Shape 305"/>
                <p:cNvSpPr/>
                <p:nvPr/>
              </p:nvSpPr>
              <p:spPr>
                <a:xfrm>
                  <a:off x="465" y="80200"/>
                  <a:ext cx="456270" cy="3730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G </a:t>
                  </a:r>
                </a:p>
              </p:txBody>
            </p:sp>
          </p:grpSp>
          <p:sp>
            <p:nvSpPr>
              <p:cNvPr id="307" name="Shape 307"/>
              <p:cNvSpPr/>
              <p:nvPr/>
            </p:nvSpPr>
            <p:spPr>
              <a:xfrm>
                <a:off x="76200" y="471487"/>
                <a:ext cx="381000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6</a:t>
                </a:r>
              </a:p>
            </p:txBody>
          </p:sp>
        </p:grpSp>
      </p:grpSp>
      <p:grpSp>
        <p:nvGrpSpPr>
          <p:cNvPr id="312" name="Group 312"/>
          <p:cNvGrpSpPr/>
          <p:nvPr/>
        </p:nvGrpSpPr>
        <p:grpSpPr>
          <a:xfrm>
            <a:off x="5380416" y="4309334"/>
            <a:ext cx="352147" cy="755142"/>
            <a:chOff x="136111" y="3115"/>
            <a:chExt cx="352145" cy="755140"/>
          </a:xfrm>
        </p:grpSpPr>
        <p:sp>
          <p:nvSpPr>
            <p:cNvPr id="310" name="Shape 310"/>
            <p:cNvSpPr/>
            <p:nvPr/>
          </p:nvSpPr>
          <p:spPr>
            <a:xfrm>
              <a:off x="417512" y="224854"/>
              <a:ext cx="1589" cy="5334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311" name="Shape 311"/>
            <p:cNvSpPr/>
            <p:nvPr/>
          </p:nvSpPr>
          <p:spPr>
            <a:xfrm rot="10800000">
              <a:off x="136111" y="3115"/>
              <a:ext cx="352145" cy="7551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vert="vert270" wrap="squar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rPr lang="es-419" dirty="0"/>
                <a:t>Head</a:t>
              </a:r>
              <a:endParaRPr dirty="0"/>
            </a:p>
          </p:txBody>
        </p:sp>
      </p:grpSp>
      <p:grpSp>
        <p:nvGrpSpPr>
          <p:cNvPr id="315" name="Group 315"/>
          <p:cNvGrpSpPr/>
          <p:nvPr/>
        </p:nvGrpSpPr>
        <p:grpSpPr>
          <a:xfrm>
            <a:off x="6714963" y="4433849"/>
            <a:ext cx="352147" cy="640256"/>
            <a:chOff x="97657" y="118000"/>
            <a:chExt cx="352145" cy="640255"/>
          </a:xfrm>
        </p:grpSpPr>
        <p:sp>
          <p:nvSpPr>
            <p:cNvPr id="313" name="Shape 313"/>
            <p:cNvSpPr/>
            <p:nvPr/>
          </p:nvSpPr>
          <p:spPr>
            <a:xfrm>
              <a:off x="417512" y="224854"/>
              <a:ext cx="1589" cy="5334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314" name="Shape 314"/>
            <p:cNvSpPr/>
            <p:nvPr/>
          </p:nvSpPr>
          <p:spPr>
            <a:xfrm rot="10800000">
              <a:off x="97657" y="118000"/>
              <a:ext cx="352145" cy="6328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vert="vert270" wrap="squar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rPr lang="es-419" dirty="0"/>
                <a:t>Tail</a:t>
              </a:r>
              <a:endParaRPr dirty="0"/>
            </a:p>
          </p:txBody>
        </p:sp>
      </p:grpSp>
      <p:grpSp>
        <p:nvGrpSpPr>
          <p:cNvPr id="318" name="Group 318"/>
          <p:cNvGrpSpPr/>
          <p:nvPr/>
        </p:nvGrpSpPr>
        <p:grpSpPr>
          <a:xfrm>
            <a:off x="5824955" y="4339700"/>
            <a:ext cx="352147" cy="773366"/>
            <a:chOff x="545442" y="7414"/>
            <a:chExt cx="352145" cy="773365"/>
          </a:xfrm>
        </p:grpSpPr>
        <p:sp>
          <p:nvSpPr>
            <p:cNvPr id="316" name="Shape 316"/>
            <p:cNvSpPr/>
            <p:nvPr/>
          </p:nvSpPr>
          <p:spPr>
            <a:xfrm>
              <a:off x="859935" y="218965"/>
              <a:ext cx="1589" cy="5334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317" name="Shape 317"/>
            <p:cNvSpPr/>
            <p:nvPr/>
          </p:nvSpPr>
          <p:spPr>
            <a:xfrm rot="10800000">
              <a:off x="545442" y="7414"/>
              <a:ext cx="352145" cy="7733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vert="vert270" wrap="squar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rPr lang="es-419" dirty="0"/>
                <a:t>Head</a:t>
              </a:r>
              <a:endParaRPr dirty="0"/>
            </a:p>
          </p:txBody>
        </p:sp>
      </p:grpSp>
      <p:grpSp>
        <p:nvGrpSpPr>
          <p:cNvPr id="321" name="Group 321"/>
          <p:cNvGrpSpPr/>
          <p:nvPr/>
        </p:nvGrpSpPr>
        <p:grpSpPr>
          <a:xfrm>
            <a:off x="7596413" y="4372033"/>
            <a:ext cx="352147" cy="696914"/>
            <a:chOff x="102862" y="-1"/>
            <a:chExt cx="352145" cy="758256"/>
          </a:xfrm>
        </p:grpSpPr>
        <p:sp>
          <p:nvSpPr>
            <p:cNvPr id="319" name="Shape 319"/>
            <p:cNvSpPr/>
            <p:nvPr/>
          </p:nvSpPr>
          <p:spPr>
            <a:xfrm>
              <a:off x="417512" y="224854"/>
              <a:ext cx="1589" cy="5334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320" name="Shape 320"/>
            <p:cNvSpPr/>
            <p:nvPr/>
          </p:nvSpPr>
          <p:spPr>
            <a:xfrm rot="10800000">
              <a:off x="102862" y="-1"/>
              <a:ext cx="352145" cy="6328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vert="vert270" wrap="squar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rPr lang="es-419" dirty="0"/>
                <a:t>Tail</a:t>
              </a:r>
              <a:endParaRPr dirty="0"/>
            </a:p>
          </p:txBody>
        </p:sp>
      </p:grpSp>
      <p:grpSp>
        <p:nvGrpSpPr>
          <p:cNvPr id="324" name="Group 324"/>
          <p:cNvGrpSpPr/>
          <p:nvPr/>
        </p:nvGrpSpPr>
        <p:grpSpPr>
          <a:xfrm>
            <a:off x="4932362" y="1268412"/>
            <a:ext cx="2160589" cy="1066423"/>
            <a:chOff x="0" y="0"/>
            <a:chExt cx="2160588" cy="1066421"/>
          </a:xfrm>
        </p:grpSpPr>
        <p:sp>
          <p:nvSpPr>
            <p:cNvPr id="322" name="Shape 322"/>
            <p:cNvSpPr/>
            <p:nvPr/>
          </p:nvSpPr>
          <p:spPr>
            <a:xfrm>
              <a:off x="0" y="0"/>
              <a:ext cx="2160588" cy="1035050"/>
            </a:xfrm>
            <a:prstGeom prst="roundRect">
              <a:avLst>
                <a:gd name="adj" fmla="val 153"/>
              </a:avLst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323" name="Shape 323"/>
            <p:cNvSpPr/>
            <p:nvPr/>
          </p:nvSpPr>
          <p:spPr>
            <a:xfrm>
              <a:off x="0" y="0"/>
              <a:ext cx="2160588" cy="10664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lvl="0">
                <a:lnSpc>
                  <a:spcPct val="80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lang="es-419" dirty="0" err="1"/>
                <a:t>poll</a:t>
              </a:r>
              <a:r>
                <a:rPr dirty="0"/>
                <a:t>();</a:t>
              </a:r>
            </a:p>
            <a:p>
              <a:pPr lvl="0">
                <a:lnSpc>
                  <a:spcPct val="80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lang="es-419" dirty="0" err="1"/>
                <a:t>offer</a:t>
              </a:r>
              <a:r>
                <a:rPr dirty="0"/>
                <a:t>(’D’);</a:t>
              </a:r>
            </a:p>
            <a:p>
              <a:pPr lvl="0">
                <a:lnSpc>
                  <a:spcPct val="80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lang="es-419" dirty="0" err="1"/>
                <a:t>offer</a:t>
              </a:r>
              <a:r>
                <a:rPr dirty="0"/>
                <a:t>(’E’);</a:t>
              </a:r>
            </a:p>
          </p:txBody>
        </p:sp>
      </p:grpSp>
      <p:grpSp>
        <p:nvGrpSpPr>
          <p:cNvPr id="327" name="Group 327"/>
          <p:cNvGrpSpPr/>
          <p:nvPr/>
        </p:nvGrpSpPr>
        <p:grpSpPr>
          <a:xfrm>
            <a:off x="4932363" y="1276125"/>
            <a:ext cx="2160588" cy="1066421"/>
            <a:chOff x="0" y="0"/>
            <a:chExt cx="2160587" cy="1066419"/>
          </a:xfrm>
        </p:grpSpPr>
        <p:sp>
          <p:nvSpPr>
            <p:cNvPr id="325" name="Shape 325"/>
            <p:cNvSpPr/>
            <p:nvPr/>
          </p:nvSpPr>
          <p:spPr>
            <a:xfrm>
              <a:off x="0" y="0"/>
              <a:ext cx="2160588" cy="1035050"/>
            </a:xfrm>
            <a:prstGeom prst="roundRect">
              <a:avLst>
                <a:gd name="adj" fmla="val 153"/>
              </a:avLst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326" name="Shape 326"/>
            <p:cNvSpPr/>
            <p:nvPr/>
          </p:nvSpPr>
          <p:spPr>
            <a:xfrm>
              <a:off x="0" y="0"/>
              <a:ext cx="2160588" cy="10664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lvl="0">
                <a:lnSpc>
                  <a:spcPct val="80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lang="es-419" dirty="0" err="1"/>
                <a:t>poll</a:t>
              </a:r>
              <a:r>
                <a:rPr dirty="0"/>
                <a:t>();</a:t>
              </a:r>
            </a:p>
            <a:p>
              <a:pPr lvl="0">
                <a:lnSpc>
                  <a:spcPct val="80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lang="es-419" dirty="0" err="1"/>
                <a:t>offer</a:t>
              </a:r>
              <a:r>
                <a:rPr dirty="0"/>
                <a:t>(’F’);</a:t>
              </a:r>
            </a:p>
            <a:p>
              <a:pPr lvl="0">
                <a:lnSpc>
                  <a:spcPct val="80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lang="es-419" dirty="0" err="1"/>
                <a:t>offer</a:t>
              </a:r>
              <a:r>
                <a:rPr dirty="0"/>
                <a:t>(’G’);</a:t>
              </a: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82BE34FE-67C9-4557-9940-EB33F6E2A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LSCONT: AJUSTANDOSE MEJOR A LA COLA</a:t>
            </a:r>
            <a:endParaRPr lang="es-EC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5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" grpId="0" build="p" animBg="1" advAuto="0"/>
      <p:bldP spid="194" grpId="0" animBg="1" advAuto="0"/>
      <p:bldP spid="197" grpId="0" animBg="1" advAuto="0"/>
      <p:bldP spid="198" grpId="0" animBg="1" advAuto="0"/>
      <p:bldP spid="234" grpId="0" animBg="1" advAuto="0"/>
      <p:bldP spid="237" grpId="0" animBg="1" advAuto="0"/>
      <p:bldP spid="240" grpId="0" animBg="1" advAuto="0"/>
      <p:bldP spid="243" grpId="0" animBg="1" advAuto="0"/>
      <p:bldP spid="277" grpId="0" animBg="1" advAuto="0"/>
      <p:bldP spid="309" grpId="0" animBg="1" advAuto="0"/>
      <p:bldP spid="312" grpId="0" animBg="1" advAuto="0"/>
      <p:bldP spid="315" grpId="0" animBg="1" advAuto="0"/>
      <p:bldP spid="318" grpId="0" animBg="1" advAuto="0"/>
      <p:bldP spid="321" grpId="0" animBg="1" advAuto="0"/>
      <p:bldP spid="324" grpId="0" animBg="1" advAuto="0"/>
      <p:bldP spid="327" grpId="0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8B57027-505D-4F6E-84A8-8643D55F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Cola Operaciones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B01ED01-7566-414D-961A-284FB045E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34" y="1829584"/>
            <a:ext cx="3743325" cy="42100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4B6390F-D3C6-4062-A753-07A2D103A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143" y="1700996"/>
            <a:ext cx="3400425" cy="4467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hape 339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191988" lvl="0" indent="-191988">
              <a:lnSpc>
                <a:spcPct val="93000"/>
              </a:lnSpc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Como </a:t>
            </a:r>
            <a:r>
              <a:rPr dirty="0" err="1">
                <a:solidFill>
                  <a:srgbClr val="002850"/>
                </a:solidFill>
              </a:rPr>
              <a:t>vimos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esta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estrategia</a:t>
            </a:r>
            <a:r>
              <a:rPr dirty="0">
                <a:solidFill>
                  <a:srgbClr val="002850"/>
                </a:solidFill>
              </a:rPr>
              <a:t> no es </a:t>
            </a:r>
            <a:r>
              <a:rPr lang="es-419" dirty="0" err="1">
                <a:solidFill>
                  <a:srgbClr val="002850"/>
                </a:solidFill>
              </a:rPr>
              <a:t>ó</a:t>
            </a:r>
            <a:r>
              <a:rPr dirty="0" err="1">
                <a:solidFill>
                  <a:srgbClr val="002850"/>
                </a:solidFill>
              </a:rPr>
              <a:t>ptima</a:t>
            </a:r>
            <a:r>
              <a:rPr dirty="0">
                <a:solidFill>
                  <a:srgbClr val="002850"/>
                </a:solidFill>
              </a:rPr>
              <a:t>, se </a:t>
            </a:r>
            <a:r>
              <a:rPr dirty="0" err="1">
                <a:solidFill>
                  <a:srgbClr val="002850"/>
                </a:solidFill>
              </a:rPr>
              <a:t>desperdicia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espacio</a:t>
            </a:r>
            <a:r>
              <a:rPr dirty="0">
                <a:solidFill>
                  <a:srgbClr val="002850"/>
                </a:solidFill>
              </a:rPr>
              <a:t> libre</a:t>
            </a:r>
          </a:p>
          <a:p>
            <a:pPr marL="191988" lvl="0" indent="-191988"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El </a:t>
            </a:r>
            <a:r>
              <a:rPr dirty="0" err="1">
                <a:solidFill>
                  <a:srgbClr val="002850"/>
                </a:solidFill>
              </a:rPr>
              <a:t>problema</a:t>
            </a:r>
            <a:r>
              <a:rPr dirty="0">
                <a:solidFill>
                  <a:srgbClr val="002850"/>
                </a:solidFill>
              </a:rPr>
              <a:t> es al </a:t>
            </a:r>
            <a:r>
              <a:rPr lang="es-419" dirty="0">
                <a:solidFill>
                  <a:srgbClr val="002850"/>
                </a:solidFill>
              </a:rPr>
              <a:t>d</a:t>
            </a:r>
            <a:r>
              <a:rPr dirty="0">
                <a:solidFill>
                  <a:srgbClr val="002850"/>
                </a:solidFill>
              </a:rPr>
              <a:t>es</a:t>
            </a:r>
            <a:r>
              <a:rPr lang="es-419" dirty="0">
                <a:solidFill>
                  <a:srgbClr val="002850"/>
                </a:solidFill>
              </a:rPr>
              <a:t>e</a:t>
            </a:r>
            <a:r>
              <a:rPr dirty="0">
                <a:solidFill>
                  <a:srgbClr val="002850"/>
                </a:solidFill>
              </a:rPr>
              <a:t>n</a:t>
            </a:r>
            <a:r>
              <a:rPr lang="es-419" dirty="0">
                <a:solidFill>
                  <a:srgbClr val="002850"/>
                </a:solidFill>
              </a:rPr>
              <a:t>c</a:t>
            </a:r>
            <a:r>
              <a:rPr dirty="0" err="1">
                <a:solidFill>
                  <a:srgbClr val="002850"/>
                </a:solidFill>
              </a:rPr>
              <a:t>olar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elementos</a:t>
            </a:r>
            <a:endParaRPr dirty="0">
              <a:solidFill>
                <a:srgbClr val="002850"/>
              </a:solidFill>
            </a:endParaRPr>
          </a:p>
          <a:p>
            <a:pPr marL="191988" lvl="0" indent="-191988"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Usando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arreglos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lineales</a:t>
            </a:r>
            <a:r>
              <a:rPr dirty="0">
                <a:solidFill>
                  <a:srgbClr val="002850"/>
                </a:solidFill>
              </a:rPr>
              <a:t>, hay dos </a:t>
            </a:r>
            <a:r>
              <a:rPr dirty="0" err="1">
                <a:solidFill>
                  <a:srgbClr val="002850"/>
                </a:solidFill>
              </a:rPr>
              <a:t>posibles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soluciones</a:t>
            </a:r>
            <a:r>
              <a:rPr dirty="0">
                <a:solidFill>
                  <a:srgbClr val="002850"/>
                </a:solidFill>
              </a:rPr>
              <a:t>:</a:t>
            </a:r>
          </a:p>
        </p:txBody>
      </p:sp>
      <p:grpSp>
        <p:nvGrpSpPr>
          <p:cNvPr id="342" name="Group 342"/>
          <p:cNvGrpSpPr/>
          <p:nvPr/>
        </p:nvGrpSpPr>
        <p:grpSpPr>
          <a:xfrm>
            <a:off x="284162" y="4221162"/>
            <a:ext cx="4316414" cy="2286002"/>
            <a:chOff x="0" y="0"/>
            <a:chExt cx="4316413" cy="2286001"/>
          </a:xfrm>
        </p:grpSpPr>
        <p:sp>
          <p:nvSpPr>
            <p:cNvPr id="340" name="Shape 340"/>
            <p:cNvSpPr/>
            <p:nvPr/>
          </p:nvSpPr>
          <p:spPr>
            <a:xfrm>
              <a:off x="0" y="0"/>
              <a:ext cx="4316413" cy="2286001"/>
            </a:xfrm>
            <a:prstGeom prst="roundRect">
              <a:avLst>
                <a:gd name="adj" fmla="val 69"/>
              </a:avLst>
            </a:prstGeom>
            <a:solidFill>
              <a:srgbClr val="FFFF99"/>
            </a:solidFill>
            <a:ln w="9360" cap="flat">
              <a:solidFill>
                <a:srgbClr val="00808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341" name="Shape 341"/>
            <p:cNvSpPr/>
            <p:nvPr/>
          </p:nvSpPr>
          <p:spPr>
            <a:xfrm>
              <a:off x="0" y="0"/>
              <a:ext cx="4316413" cy="22393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marL="303388" lvl="0" indent="-303388">
                <a:lnSpc>
                  <a:spcPct val="93000"/>
                </a:lnSpc>
                <a:spcBef>
                  <a:spcPts val="400"/>
                </a:spcBef>
                <a:buClr>
                  <a:srgbClr val="008080"/>
                </a:buClr>
                <a:buSzPct val="80000"/>
                <a:buFont typeface="Wingdings"/>
                <a:buChar char="▯"/>
                <a:tabLst>
                  <a:tab pos="901700" algn="l"/>
                  <a:tab pos="1816100" algn="l"/>
                  <a:tab pos="2730500" algn="l"/>
                  <a:tab pos="3644900" algn="l"/>
                  <a:tab pos="4559300" algn="l"/>
                  <a:tab pos="5473700" algn="l"/>
                  <a:tab pos="6388100" algn="l"/>
                  <a:tab pos="7302500" algn="l"/>
                  <a:tab pos="8216900" algn="l"/>
                  <a:tab pos="9131300" algn="l"/>
                  <a:tab pos="10045700" algn="l"/>
                </a:tabLst>
                <a:defRPr sz="1800"/>
              </a:pPr>
              <a:r>
                <a:rPr sz="1600" dirty="0" err="1">
                  <a:solidFill>
                    <a:srgbClr val="002850"/>
                  </a:solidFill>
                </a:rPr>
                <a:t>Retroceder</a:t>
              </a:r>
              <a:r>
                <a:rPr sz="1600" dirty="0">
                  <a:solidFill>
                    <a:srgbClr val="002850"/>
                  </a:solidFill>
                </a:rPr>
                <a:t> con </a:t>
              </a:r>
              <a:r>
                <a:rPr sz="1600" dirty="0" err="1">
                  <a:solidFill>
                    <a:srgbClr val="002850"/>
                  </a:solidFill>
                </a:rPr>
                <a:t>cada</a:t>
              </a:r>
              <a:r>
                <a:rPr sz="1600" dirty="0">
                  <a:solidFill>
                    <a:srgbClr val="002850"/>
                  </a:solidFill>
                </a:rPr>
                <a:t> </a:t>
              </a:r>
              <a:r>
                <a:rPr sz="1600" dirty="0" err="1">
                  <a:solidFill>
                    <a:srgbClr val="002850"/>
                  </a:solidFill>
                </a:rPr>
                <a:t>DesEncolamiento</a:t>
              </a:r>
              <a:endParaRPr sz="1600" dirty="0">
                <a:solidFill>
                  <a:srgbClr val="002850"/>
                </a:solidFill>
              </a:endParaRPr>
            </a:p>
            <a:p>
              <a:pPr marL="678215" lvl="1" indent="-221015">
                <a:spcBef>
                  <a:spcPts val="3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901700" algn="l"/>
                  <a:tab pos="1816100" algn="l"/>
                  <a:tab pos="2730500" algn="l"/>
                  <a:tab pos="3644900" algn="l"/>
                  <a:tab pos="4559300" algn="l"/>
                  <a:tab pos="5473700" algn="l"/>
                  <a:tab pos="6388100" algn="l"/>
                  <a:tab pos="7302500" algn="l"/>
                  <a:tab pos="8216900" algn="l"/>
                  <a:tab pos="9131300" algn="l"/>
                  <a:tab pos="10045700" algn="l"/>
                </a:tabLst>
                <a:defRPr sz="1800"/>
              </a:pPr>
              <a:r>
                <a:rPr sz="1400" dirty="0">
                  <a:solidFill>
                    <a:srgbClr val="002850"/>
                  </a:solidFill>
                </a:rPr>
                <a:t>Al remover un </a:t>
              </a:r>
              <a:r>
                <a:rPr sz="1400" dirty="0" err="1">
                  <a:solidFill>
                    <a:srgbClr val="002850"/>
                  </a:solidFill>
                </a:rPr>
                <a:t>elemento</a:t>
              </a:r>
              <a:r>
                <a:rPr sz="1400" dirty="0">
                  <a:solidFill>
                    <a:srgbClr val="002850"/>
                  </a:solidFill>
                </a:rPr>
                <a:t>, no mover el </a:t>
              </a:r>
              <a:r>
                <a:rPr lang="es-419" sz="1400" b="1" dirty="0">
                  <a:solidFill>
                    <a:srgbClr val="002850"/>
                  </a:solidFill>
                </a:rPr>
                <a:t>Head</a:t>
              </a:r>
              <a:r>
                <a:rPr sz="1400" dirty="0">
                  <a:solidFill>
                    <a:srgbClr val="002850"/>
                  </a:solidFill>
                </a:rPr>
                <a:t> </a:t>
              </a:r>
              <a:r>
                <a:rPr sz="1400" dirty="0" err="1">
                  <a:solidFill>
                    <a:srgbClr val="002850"/>
                  </a:solidFill>
                </a:rPr>
                <a:t>hacia</a:t>
              </a:r>
              <a:r>
                <a:rPr sz="1400" dirty="0">
                  <a:solidFill>
                    <a:srgbClr val="002850"/>
                  </a:solidFill>
                </a:rPr>
                <a:t> </a:t>
              </a:r>
              <a:r>
                <a:rPr sz="1400" dirty="0" err="1">
                  <a:solidFill>
                    <a:srgbClr val="002850"/>
                  </a:solidFill>
                </a:rPr>
                <a:t>delante</a:t>
              </a:r>
              <a:endParaRPr sz="1400" dirty="0">
                <a:solidFill>
                  <a:srgbClr val="002850"/>
                </a:solidFill>
              </a:endParaRPr>
            </a:p>
            <a:p>
              <a:pPr marL="678215" lvl="1" indent="-221015">
                <a:spcBef>
                  <a:spcPts val="3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901700" algn="l"/>
                  <a:tab pos="1816100" algn="l"/>
                  <a:tab pos="2730500" algn="l"/>
                  <a:tab pos="3644900" algn="l"/>
                  <a:tab pos="4559300" algn="l"/>
                  <a:tab pos="5473700" algn="l"/>
                  <a:tab pos="6388100" algn="l"/>
                  <a:tab pos="7302500" algn="l"/>
                  <a:tab pos="8216900" algn="l"/>
                  <a:tab pos="9131300" algn="l"/>
                  <a:tab pos="10045700" algn="l"/>
                </a:tabLst>
                <a:defRPr sz="1800"/>
              </a:pPr>
              <a:r>
                <a:rPr sz="1400" dirty="0">
                  <a:solidFill>
                    <a:srgbClr val="002850"/>
                  </a:solidFill>
                </a:rPr>
                <a:t>Mas bien, </a:t>
              </a:r>
              <a:r>
                <a:rPr sz="1400" dirty="0" err="1">
                  <a:solidFill>
                    <a:srgbClr val="002850"/>
                  </a:solidFill>
                </a:rPr>
                <a:t>hacer</a:t>
              </a:r>
              <a:r>
                <a:rPr sz="1400" dirty="0">
                  <a:solidFill>
                    <a:srgbClr val="002850"/>
                  </a:solidFill>
                </a:rPr>
                <a:t> que </a:t>
              </a:r>
              <a:r>
                <a:rPr sz="1400" dirty="0" err="1">
                  <a:solidFill>
                    <a:srgbClr val="002850"/>
                  </a:solidFill>
                </a:rPr>
                <a:t>todos</a:t>
              </a:r>
              <a:r>
                <a:rPr sz="1400" dirty="0">
                  <a:solidFill>
                    <a:srgbClr val="002850"/>
                  </a:solidFill>
                </a:rPr>
                <a:t> los </a:t>
              </a:r>
              <a:r>
                <a:rPr sz="1400" dirty="0" err="1">
                  <a:solidFill>
                    <a:srgbClr val="002850"/>
                  </a:solidFill>
                </a:rPr>
                <a:t>elementos</a:t>
              </a:r>
              <a:r>
                <a:rPr sz="1400" dirty="0">
                  <a:solidFill>
                    <a:srgbClr val="002850"/>
                  </a:solidFill>
                </a:rPr>
                <a:t> </a:t>
              </a:r>
              <a:r>
                <a:rPr sz="1400" dirty="0" err="1">
                  <a:solidFill>
                    <a:srgbClr val="002850"/>
                  </a:solidFill>
                </a:rPr>
                <a:t>retrocedan</a:t>
              </a:r>
              <a:r>
                <a:rPr sz="1400" dirty="0">
                  <a:solidFill>
                    <a:srgbClr val="002850"/>
                  </a:solidFill>
                </a:rPr>
                <a:t> una </a:t>
              </a:r>
              <a:r>
                <a:rPr sz="1400" dirty="0" err="1">
                  <a:solidFill>
                    <a:srgbClr val="002850"/>
                  </a:solidFill>
                </a:rPr>
                <a:t>posición</a:t>
              </a:r>
              <a:endParaRPr sz="1400" dirty="0">
                <a:solidFill>
                  <a:srgbClr val="002850"/>
                </a:solidFill>
              </a:endParaRPr>
            </a:p>
            <a:p>
              <a:pPr marL="678215" lvl="1" indent="-221015">
                <a:spcBef>
                  <a:spcPts val="3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901700" algn="l"/>
                  <a:tab pos="1816100" algn="l"/>
                  <a:tab pos="2730500" algn="l"/>
                  <a:tab pos="3644900" algn="l"/>
                  <a:tab pos="4559300" algn="l"/>
                  <a:tab pos="5473700" algn="l"/>
                  <a:tab pos="6388100" algn="l"/>
                  <a:tab pos="7302500" algn="l"/>
                  <a:tab pos="8216900" algn="l"/>
                  <a:tab pos="9131300" algn="l"/>
                  <a:tab pos="10045700" algn="l"/>
                </a:tabLst>
                <a:defRPr sz="1800"/>
              </a:pPr>
              <a:r>
                <a:rPr sz="1400" dirty="0" err="1">
                  <a:solidFill>
                    <a:srgbClr val="002850"/>
                  </a:solidFill>
                </a:rPr>
                <a:t>Así</a:t>
              </a:r>
              <a:r>
                <a:rPr sz="1400" dirty="0">
                  <a:solidFill>
                    <a:srgbClr val="002850"/>
                  </a:solidFill>
                </a:rPr>
                <a:t> no se </a:t>
              </a:r>
              <a:r>
                <a:rPr sz="1400" dirty="0" err="1">
                  <a:solidFill>
                    <a:srgbClr val="002850"/>
                  </a:solidFill>
                </a:rPr>
                <a:t>desperdicia</a:t>
              </a:r>
              <a:r>
                <a:rPr sz="1400" dirty="0">
                  <a:solidFill>
                    <a:srgbClr val="002850"/>
                  </a:solidFill>
                </a:rPr>
                <a:t> un “</a:t>
              </a:r>
              <a:r>
                <a:rPr sz="1400" dirty="0" err="1">
                  <a:solidFill>
                    <a:srgbClr val="002850"/>
                  </a:solidFill>
                </a:rPr>
                <a:t>puesto</a:t>
              </a:r>
              <a:r>
                <a:rPr sz="1400" dirty="0">
                  <a:solidFill>
                    <a:srgbClr val="002850"/>
                  </a:solidFill>
                </a:rPr>
                <a:t>” </a:t>
              </a:r>
              <a:r>
                <a:rPr sz="1400" dirty="0" err="1">
                  <a:solidFill>
                    <a:srgbClr val="002850"/>
                  </a:solidFill>
                </a:rPr>
                <a:t>vacio</a:t>
              </a:r>
              <a:endParaRPr sz="1400" dirty="0">
                <a:solidFill>
                  <a:srgbClr val="002850"/>
                </a:solidFill>
              </a:endParaRPr>
            </a:p>
            <a:p>
              <a:pPr marL="678215" lvl="1" indent="-221015">
                <a:spcBef>
                  <a:spcPts val="3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901700" algn="l"/>
                  <a:tab pos="1816100" algn="l"/>
                  <a:tab pos="2730500" algn="l"/>
                  <a:tab pos="3644900" algn="l"/>
                  <a:tab pos="4559300" algn="l"/>
                  <a:tab pos="5473700" algn="l"/>
                  <a:tab pos="6388100" algn="l"/>
                  <a:tab pos="7302500" algn="l"/>
                  <a:tab pos="8216900" algn="l"/>
                  <a:tab pos="9131300" algn="l"/>
                  <a:tab pos="10045700" algn="l"/>
                </a:tabLst>
                <a:defRPr sz="1800"/>
              </a:pPr>
              <a:r>
                <a:rPr sz="1400" dirty="0" err="1">
                  <a:solidFill>
                    <a:srgbClr val="002850"/>
                  </a:solidFill>
                </a:rPr>
                <a:t>En</a:t>
              </a:r>
              <a:r>
                <a:rPr sz="1400" dirty="0">
                  <a:solidFill>
                    <a:srgbClr val="002850"/>
                  </a:solidFill>
                </a:rPr>
                <a:t> </a:t>
              </a:r>
              <a:r>
                <a:rPr sz="1400" dirty="0" err="1">
                  <a:solidFill>
                    <a:srgbClr val="002850"/>
                  </a:solidFill>
                </a:rPr>
                <a:t>esta</a:t>
              </a:r>
              <a:r>
                <a:rPr sz="1400" dirty="0">
                  <a:solidFill>
                    <a:srgbClr val="002850"/>
                  </a:solidFill>
                </a:rPr>
                <a:t> </a:t>
              </a:r>
              <a:r>
                <a:rPr sz="1400" dirty="0" err="1">
                  <a:solidFill>
                    <a:srgbClr val="002850"/>
                  </a:solidFill>
                </a:rPr>
                <a:t>estrategia</a:t>
              </a:r>
              <a:r>
                <a:rPr sz="1400" dirty="0">
                  <a:solidFill>
                    <a:srgbClr val="002850"/>
                  </a:solidFill>
                </a:rPr>
                <a:t> el </a:t>
              </a:r>
              <a:r>
                <a:rPr lang="es-419" sz="1400" b="1" dirty="0">
                  <a:solidFill>
                    <a:srgbClr val="002850"/>
                  </a:solidFill>
                </a:rPr>
                <a:t>Head</a:t>
              </a:r>
              <a:r>
                <a:rPr sz="1400" dirty="0">
                  <a:solidFill>
                    <a:srgbClr val="002850"/>
                  </a:solidFill>
                </a:rPr>
                <a:t> </a:t>
              </a:r>
              <a:r>
                <a:rPr sz="1400" dirty="0" err="1">
                  <a:solidFill>
                    <a:srgbClr val="002850"/>
                  </a:solidFill>
                </a:rPr>
                <a:t>nunca</a:t>
              </a:r>
              <a:r>
                <a:rPr sz="1400" dirty="0">
                  <a:solidFill>
                    <a:srgbClr val="002850"/>
                  </a:solidFill>
                </a:rPr>
                <a:t> se </a:t>
              </a:r>
              <a:r>
                <a:rPr sz="1400" dirty="0" err="1">
                  <a:solidFill>
                    <a:srgbClr val="002850"/>
                  </a:solidFill>
                </a:rPr>
                <a:t>mueve</a:t>
              </a:r>
              <a:r>
                <a:rPr sz="1400" dirty="0">
                  <a:solidFill>
                    <a:srgbClr val="002850"/>
                  </a:solidFill>
                </a:rPr>
                <a:t>, </a:t>
              </a:r>
              <a:r>
                <a:rPr sz="1200" dirty="0" err="1">
                  <a:solidFill>
                    <a:srgbClr val="002850"/>
                  </a:solidFill>
                </a:rPr>
                <a:t>S</a:t>
              </a:r>
              <a:r>
                <a:rPr sz="1400" dirty="0" err="1">
                  <a:solidFill>
                    <a:srgbClr val="002850"/>
                  </a:solidFill>
                </a:rPr>
                <a:t>iempre</a:t>
              </a:r>
              <a:r>
                <a:rPr sz="1400" dirty="0">
                  <a:solidFill>
                    <a:srgbClr val="002850"/>
                  </a:solidFill>
                </a:rPr>
                <a:t> es 0</a:t>
              </a:r>
            </a:p>
            <a:p>
              <a:pPr marL="678215" lvl="1" indent="-221015">
                <a:spcBef>
                  <a:spcPts val="3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901700" algn="l"/>
                  <a:tab pos="1816100" algn="l"/>
                  <a:tab pos="2730500" algn="l"/>
                  <a:tab pos="3644900" algn="l"/>
                  <a:tab pos="4559300" algn="l"/>
                  <a:tab pos="5473700" algn="l"/>
                  <a:tab pos="6388100" algn="l"/>
                  <a:tab pos="7302500" algn="l"/>
                  <a:tab pos="8216900" algn="l"/>
                  <a:tab pos="9131300" algn="l"/>
                  <a:tab pos="10045700" algn="l"/>
                </a:tabLst>
                <a:defRPr sz="1800"/>
              </a:pPr>
              <a:r>
                <a:rPr sz="1400" dirty="0">
                  <a:solidFill>
                    <a:srgbClr val="002850"/>
                  </a:solidFill>
                </a:rPr>
                <a:t>El </a:t>
              </a:r>
              <a:r>
                <a:rPr lang="es-419" sz="1400" b="1" dirty="0">
                  <a:solidFill>
                    <a:srgbClr val="002850"/>
                  </a:solidFill>
                </a:rPr>
                <a:t>Tail</a:t>
              </a:r>
              <a:r>
                <a:rPr sz="1400" dirty="0">
                  <a:solidFill>
                    <a:srgbClr val="002850"/>
                  </a:solidFill>
                </a:rPr>
                <a:t> </a:t>
              </a:r>
              <a:r>
                <a:rPr sz="1400" dirty="0" err="1">
                  <a:solidFill>
                    <a:srgbClr val="002850"/>
                  </a:solidFill>
                </a:rPr>
                <a:t>disminuye</a:t>
              </a:r>
              <a:r>
                <a:rPr sz="1400" dirty="0">
                  <a:solidFill>
                    <a:srgbClr val="002850"/>
                  </a:solidFill>
                </a:rPr>
                <a:t> </a:t>
              </a:r>
              <a:r>
                <a:rPr sz="1400" dirty="0" err="1">
                  <a:solidFill>
                    <a:srgbClr val="002850"/>
                  </a:solidFill>
                </a:rPr>
                <a:t>en</a:t>
              </a:r>
              <a:r>
                <a:rPr sz="1400" dirty="0">
                  <a:solidFill>
                    <a:srgbClr val="002850"/>
                  </a:solidFill>
                </a:rPr>
                <a:t> una </a:t>
              </a:r>
              <a:r>
                <a:rPr sz="1400" dirty="0" err="1">
                  <a:solidFill>
                    <a:srgbClr val="002850"/>
                  </a:solidFill>
                </a:rPr>
                <a:t>posición</a:t>
              </a:r>
              <a:endParaRPr sz="1400" dirty="0">
                <a:solidFill>
                  <a:srgbClr val="002850"/>
                </a:solidFill>
              </a:endParaRPr>
            </a:p>
          </p:txBody>
        </p:sp>
      </p:grpSp>
      <p:grpSp>
        <p:nvGrpSpPr>
          <p:cNvPr id="345" name="Group 345"/>
          <p:cNvGrpSpPr/>
          <p:nvPr/>
        </p:nvGrpSpPr>
        <p:grpSpPr>
          <a:xfrm>
            <a:off x="4781550" y="4221162"/>
            <a:ext cx="4191000" cy="2286001"/>
            <a:chOff x="0" y="0"/>
            <a:chExt cx="4191000" cy="2286000"/>
          </a:xfrm>
        </p:grpSpPr>
        <p:sp>
          <p:nvSpPr>
            <p:cNvPr id="343" name="Shape 343"/>
            <p:cNvSpPr/>
            <p:nvPr/>
          </p:nvSpPr>
          <p:spPr>
            <a:xfrm>
              <a:off x="0" y="0"/>
              <a:ext cx="4191000" cy="2286000"/>
            </a:xfrm>
            <a:prstGeom prst="roundRect">
              <a:avLst>
                <a:gd name="adj" fmla="val 69"/>
              </a:avLst>
            </a:prstGeom>
            <a:solidFill>
              <a:srgbClr val="CCFFCC"/>
            </a:solidFill>
            <a:ln w="9360" cap="flat">
              <a:solidFill>
                <a:srgbClr val="339966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344" name="Shape 344"/>
            <p:cNvSpPr/>
            <p:nvPr/>
          </p:nvSpPr>
          <p:spPr>
            <a:xfrm>
              <a:off x="0" y="0"/>
              <a:ext cx="4191000" cy="22808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marL="341312" lvl="0" indent="-341312">
                <a:lnSpc>
                  <a:spcPct val="93000"/>
                </a:lnSpc>
                <a:spcBef>
                  <a:spcPts val="400"/>
                </a:spcBef>
                <a:buClr>
                  <a:srgbClr val="008080"/>
                </a:buClr>
                <a:buSzPct val="80000"/>
                <a:buFont typeface="Wingdings"/>
                <a:buChar char="▯"/>
                <a:tabLst>
                  <a:tab pos="901700" algn="l"/>
                  <a:tab pos="1816100" algn="l"/>
                  <a:tab pos="2730500" algn="l"/>
                  <a:tab pos="3644900" algn="l"/>
                  <a:tab pos="4559300" algn="l"/>
                  <a:tab pos="5473700" algn="l"/>
                  <a:tab pos="6388100" algn="l"/>
                  <a:tab pos="7302500" algn="l"/>
                  <a:tab pos="8216900" algn="l"/>
                  <a:tab pos="9131300" algn="l"/>
                  <a:tab pos="10045700" algn="l"/>
                </a:tabLst>
                <a:defRPr sz="1800"/>
              </a:pPr>
              <a:r>
                <a:rPr dirty="0" err="1">
                  <a:solidFill>
                    <a:srgbClr val="002850"/>
                  </a:solidFill>
                </a:rPr>
                <a:t>Cuando</a:t>
              </a:r>
              <a:r>
                <a:rPr dirty="0">
                  <a:solidFill>
                    <a:srgbClr val="002850"/>
                  </a:solidFill>
                </a:rPr>
                <a:t> la Cola </a:t>
              </a:r>
              <a:r>
                <a:rPr dirty="0" err="1">
                  <a:solidFill>
                    <a:srgbClr val="002850"/>
                  </a:solidFill>
                </a:rPr>
                <a:t>este</a:t>
              </a:r>
              <a:r>
                <a:rPr dirty="0">
                  <a:solidFill>
                    <a:srgbClr val="002850"/>
                  </a:solidFill>
                </a:rPr>
                <a:t> </a:t>
              </a:r>
              <a:r>
                <a:rPr dirty="0" err="1">
                  <a:solidFill>
                    <a:srgbClr val="002850"/>
                  </a:solidFill>
                </a:rPr>
                <a:t>Llena</a:t>
              </a:r>
              <a:r>
                <a:rPr dirty="0">
                  <a:solidFill>
                    <a:srgbClr val="002850"/>
                  </a:solidFill>
                </a:rPr>
                <a:t>, </a:t>
              </a:r>
              <a:r>
                <a:rPr dirty="0" err="1">
                  <a:solidFill>
                    <a:srgbClr val="002850"/>
                  </a:solidFill>
                </a:rPr>
                <a:t>Retroceder</a:t>
              </a:r>
              <a:endParaRPr dirty="0">
                <a:solidFill>
                  <a:srgbClr val="002850"/>
                </a:solidFill>
              </a:endParaRPr>
            </a:p>
            <a:p>
              <a:pPr marL="709788" lvl="1" indent="-252588">
                <a:spcBef>
                  <a:spcPts val="4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901700" algn="l"/>
                  <a:tab pos="1816100" algn="l"/>
                  <a:tab pos="2730500" algn="l"/>
                  <a:tab pos="3644900" algn="l"/>
                  <a:tab pos="4559300" algn="l"/>
                  <a:tab pos="5473700" algn="l"/>
                  <a:tab pos="6388100" algn="l"/>
                  <a:tab pos="7302500" algn="l"/>
                  <a:tab pos="8216900" algn="l"/>
                  <a:tab pos="9131300" algn="l"/>
                  <a:tab pos="10045700" algn="l"/>
                </a:tabLst>
                <a:defRPr sz="1800"/>
              </a:pPr>
              <a:r>
                <a:rPr sz="1600" dirty="0" err="1">
                  <a:solidFill>
                    <a:srgbClr val="002850"/>
                  </a:solidFill>
                </a:rPr>
                <a:t>Cuando</a:t>
              </a:r>
              <a:r>
                <a:rPr sz="1600" dirty="0">
                  <a:solidFill>
                    <a:srgbClr val="002850"/>
                  </a:solidFill>
                </a:rPr>
                <a:t> </a:t>
              </a:r>
              <a:r>
                <a:rPr lang="es-419" sz="1600" b="1" dirty="0">
                  <a:solidFill>
                    <a:srgbClr val="002850"/>
                  </a:solidFill>
                </a:rPr>
                <a:t>Tail</a:t>
              </a:r>
              <a:r>
                <a:rPr sz="1600" b="1" dirty="0">
                  <a:solidFill>
                    <a:srgbClr val="002850"/>
                  </a:solidFill>
                </a:rPr>
                <a:t> </a:t>
              </a:r>
              <a:r>
                <a:rPr sz="1600" dirty="0" err="1">
                  <a:solidFill>
                    <a:srgbClr val="002850"/>
                  </a:solidFill>
                </a:rPr>
                <a:t>llegue</a:t>
              </a:r>
              <a:r>
                <a:rPr sz="1600" dirty="0">
                  <a:solidFill>
                    <a:srgbClr val="002850"/>
                  </a:solidFill>
                </a:rPr>
                <a:t> a </a:t>
              </a:r>
              <a:r>
                <a:rPr sz="1600" dirty="0" err="1">
                  <a:solidFill>
                    <a:srgbClr val="002850"/>
                  </a:solidFill>
                </a:rPr>
                <a:t>su</a:t>
              </a:r>
              <a:r>
                <a:rPr sz="1600" dirty="0">
                  <a:solidFill>
                    <a:srgbClr val="002850"/>
                  </a:solidFill>
                </a:rPr>
                <a:t> l</a:t>
              </a:r>
              <a:r>
                <a:rPr lang="es-419" sz="1600" dirty="0">
                  <a:solidFill>
                    <a:srgbClr val="002850"/>
                  </a:solidFill>
                </a:rPr>
                <a:t>í</a:t>
              </a:r>
              <a:r>
                <a:rPr sz="1600" dirty="0">
                  <a:solidFill>
                    <a:srgbClr val="002850"/>
                  </a:solidFill>
                </a:rPr>
                <a:t>mite,</a:t>
              </a:r>
            </a:p>
            <a:p>
              <a:pPr marL="709788" lvl="1" indent="-252588">
                <a:spcBef>
                  <a:spcPts val="4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901700" algn="l"/>
                  <a:tab pos="1816100" algn="l"/>
                  <a:tab pos="2730500" algn="l"/>
                  <a:tab pos="3644900" algn="l"/>
                  <a:tab pos="4559300" algn="l"/>
                  <a:tab pos="5473700" algn="l"/>
                  <a:tab pos="6388100" algn="l"/>
                  <a:tab pos="7302500" algn="l"/>
                  <a:tab pos="8216900" algn="l"/>
                  <a:tab pos="9131300" algn="l"/>
                  <a:tab pos="10045700" algn="l"/>
                </a:tabLst>
                <a:defRPr sz="1800"/>
              </a:pPr>
              <a:r>
                <a:rPr sz="1600" dirty="0" err="1">
                  <a:solidFill>
                    <a:srgbClr val="002850"/>
                  </a:solidFill>
                </a:rPr>
                <a:t>Retroceder</a:t>
              </a:r>
              <a:r>
                <a:rPr sz="1600" dirty="0">
                  <a:solidFill>
                    <a:srgbClr val="002850"/>
                  </a:solidFill>
                </a:rPr>
                <a:t> </a:t>
              </a:r>
              <a:r>
                <a:rPr sz="1600" dirty="0" err="1">
                  <a:solidFill>
                    <a:srgbClr val="002850"/>
                  </a:solidFill>
                </a:rPr>
                <a:t>todos</a:t>
              </a:r>
              <a:r>
                <a:rPr sz="1600" dirty="0">
                  <a:solidFill>
                    <a:srgbClr val="002850"/>
                  </a:solidFill>
                </a:rPr>
                <a:t> los </a:t>
              </a:r>
              <a:r>
                <a:rPr sz="1600" dirty="0" err="1">
                  <a:solidFill>
                    <a:srgbClr val="002850"/>
                  </a:solidFill>
                </a:rPr>
                <a:t>elementos</a:t>
              </a:r>
              <a:r>
                <a:rPr sz="1600" dirty="0">
                  <a:solidFill>
                    <a:srgbClr val="002850"/>
                  </a:solidFill>
                </a:rPr>
                <a:t> hasta el </a:t>
              </a:r>
              <a:r>
                <a:rPr sz="1600" dirty="0" err="1">
                  <a:solidFill>
                    <a:srgbClr val="002850"/>
                  </a:solidFill>
                </a:rPr>
                <a:t>inicio</a:t>
              </a:r>
              <a:r>
                <a:rPr sz="1600" dirty="0">
                  <a:solidFill>
                    <a:srgbClr val="002850"/>
                  </a:solidFill>
                </a:rPr>
                <a:t> del </a:t>
              </a:r>
              <a:r>
                <a:rPr sz="1600" dirty="0" err="1">
                  <a:solidFill>
                    <a:srgbClr val="002850"/>
                  </a:solidFill>
                </a:rPr>
                <a:t>arreglo</a:t>
              </a:r>
              <a:endParaRPr sz="1600" dirty="0">
                <a:solidFill>
                  <a:srgbClr val="002850"/>
                </a:solidFill>
              </a:endParaRPr>
            </a:p>
            <a:p>
              <a:pPr marL="709788" lvl="1" indent="-252588">
                <a:spcBef>
                  <a:spcPts val="4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901700" algn="l"/>
                  <a:tab pos="1816100" algn="l"/>
                  <a:tab pos="2730500" algn="l"/>
                  <a:tab pos="3644900" algn="l"/>
                  <a:tab pos="4559300" algn="l"/>
                  <a:tab pos="5473700" algn="l"/>
                  <a:tab pos="6388100" algn="l"/>
                  <a:tab pos="7302500" algn="l"/>
                  <a:tab pos="8216900" algn="l"/>
                  <a:tab pos="9131300" algn="l"/>
                  <a:tab pos="10045700" algn="l"/>
                </a:tabLst>
                <a:defRPr sz="1800"/>
              </a:pPr>
              <a:r>
                <a:rPr sz="1600" dirty="0">
                  <a:solidFill>
                    <a:srgbClr val="002850"/>
                  </a:solidFill>
                </a:rPr>
                <a:t>El </a:t>
              </a:r>
              <a:r>
                <a:rPr lang="es-419" sz="1600" b="1" dirty="0">
                  <a:solidFill>
                    <a:srgbClr val="002850"/>
                  </a:solidFill>
                </a:rPr>
                <a:t>Head</a:t>
              </a:r>
              <a:r>
                <a:rPr sz="1600" dirty="0">
                  <a:solidFill>
                    <a:srgbClr val="002850"/>
                  </a:solidFill>
                </a:rPr>
                <a:t>, que </a:t>
              </a:r>
              <a:r>
                <a:rPr sz="1600" dirty="0" err="1">
                  <a:solidFill>
                    <a:srgbClr val="002850"/>
                  </a:solidFill>
                </a:rPr>
                <a:t>aumento</a:t>
              </a:r>
              <a:r>
                <a:rPr sz="1600" dirty="0">
                  <a:solidFill>
                    <a:srgbClr val="002850"/>
                  </a:solidFill>
                </a:rPr>
                <a:t> </a:t>
              </a:r>
              <a:r>
                <a:rPr sz="1600" dirty="0" err="1">
                  <a:solidFill>
                    <a:srgbClr val="002850"/>
                  </a:solidFill>
                </a:rPr>
                <a:t>durante</a:t>
              </a:r>
              <a:r>
                <a:rPr sz="1600" dirty="0">
                  <a:solidFill>
                    <a:srgbClr val="002850"/>
                  </a:solidFill>
                </a:rPr>
                <a:t> el </a:t>
              </a:r>
              <a:r>
                <a:rPr sz="1600" dirty="0" err="1">
                  <a:solidFill>
                    <a:srgbClr val="002850"/>
                  </a:solidFill>
                </a:rPr>
                <a:t>EnColamiento</a:t>
              </a:r>
              <a:r>
                <a:rPr sz="1600" dirty="0">
                  <a:solidFill>
                    <a:srgbClr val="002850"/>
                  </a:solidFill>
                </a:rPr>
                <a:t> </a:t>
              </a:r>
              <a:r>
                <a:rPr sz="1600" dirty="0" err="1">
                  <a:solidFill>
                    <a:srgbClr val="002850"/>
                  </a:solidFill>
                </a:rPr>
                <a:t>vuelve</a:t>
              </a:r>
              <a:r>
                <a:rPr sz="1600" dirty="0">
                  <a:solidFill>
                    <a:srgbClr val="002850"/>
                  </a:solidFill>
                </a:rPr>
                <a:t> a ser 0</a:t>
              </a:r>
            </a:p>
            <a:p>
              <a:pPr marL="709788" lvl="1" indent="-252588">
                <a:spcBef>
                  <a:spcPts val="400"/>
                </a:spcBef>
                <a:buClr>
                  <a:srgbClr val="0066FF"/>
                </a:buClr>
                <a:buSzPct val="80000"/>
                <a:buFont typeface="Wingdings"/>
                <a:buChar char="▯"/>
                <a:tabLst>
                  <a:tab pos="901700" algn="l"/>
                  <a:tab pos="1816100" algn="l"/>
                  <a:tab pos="2730500" algn="l"/>
                  <a:tab pos="3644900" algn="l"/>
                  <a:tab pos="4559300" algn="l"/>
                  <a:tab pos="5473700" algn="l"/>
                  <a:tab pos="6388100" algn="l"/>
                  <a:tab pos="7302500" algn="l"/>
                  <a:tab pos="8216900" algn="l"/>
                  <a:tab pos="9131300" algn="l"/>
                  <a:tab pos="10045700" algn="l"/>
                </a:tabLst>
                <a:defRPr sz="1800"/>
              </a:pPr>
              <a:r>
                <a:rPr sz="1600" dirty="0">
                  <a:solidFill>
                    <a:srgbClr val="002850"/>
                  </a:solidFill>
                </a:rPr>
                <a:t>El </a:t>
              </a:r>
              <a:r>
                <a:rPr lang="es-419" sz="1600" b="1" dirty="0">
                  <a:solidFill>
                    <a:srgbClr val="002850"/>
                  </a:solidFill>
                </a:rPr>
                <a:t>Tail</a:t>
              </a:r>
              <a:r>
                <a:rPr sz="1600" dirty="0">
                  <a:solidFill>
                    <a:srgbClr val="002850"/>
                  </a:solidFill>
                </a:rPr>
                <a:t> </a:t>
              </a:r>
              <a:r>
                <a:rPr sz="1600" dirty="0" err="1">
                  <a:solidFill>
                    <a:srgbClr val="002850"/>
                  </a:solidFill>
                </a:rPr>
                <a:t>disminuye</a:t>
              </a:r>
              <a:r>
                <a:rPr sz="1600" dirty="0">
                  <a:solidFill>
                    <a:srgbClr val="002850"/>
                  </a:solidFill>
                </a:rPr>
                <a:t> el n</a:t>
              </a:r>
              <a:r>
                <a:rPr lang="es-419" sz="1600" dirty="0">
                  <a:solidFill>
                    <a:srgbClr val="002850"/>
                  </a:solidFill>
                </a:rPr>
                <a:t>ú</a:t>
              </a:r>
              <a:r>
                <a:rPr sz="1600" dirty="0">
                  <a:solidFill>
                    <a:srgbClr val="002850"/>
                  </a:solidFill>
                </a:rPr>
                <a:t>mero de “</a:t>
              </a:r>
              <a:r>
                <a:rPr sz="1600" dirty="0" err="1">
                  <a:solidFill>
                    <a:srgbClr val="002850"/>
                  </a:solidFill>
                </a:rPr>
                <a:t>espacios</a:t>
              </a:r>
              <a:r>
                <a:rPr sz="1600" dirty="0">
                  <a:solidFill>
                    <a:srgbClr val="002850"/>
                  </a:solidFill>
                </a:rPr>
                <a:t> </a:t>
              </a:r>
              <a:r>
                <a:rPr sz="1600" dirty="0" err="1">
                  <a:solidFill>
                    <a:srgbClr val="002850"/>
                  </a:solidFill>
                </a:rPr>
                <a:t>vacios</a:t>
              </a:r>
              <a:r>
                <a:rPr sz="1600" dirty="0">
                  <a:solidFill>
                    <a:srgbClr val="002850"/>
                  </a:solidFill>
                </a:rPr>
                <a:t>” que </a:t>
              </a:r>
              <a:r>
                <a:rPr sz="1600" dirty="0" err="1">
                  <a:solidFill>
                    <a:srgbClr val="002850"/>
                  </a:solidFill>
                </a:rPr>
                <a:t>hab</a:t>
              </a:r>
              <a:r>
                <a:rPr lang="es-419" sz="1600" dirty="0">
                  <a:solidFill>
                    <a:srgbClr val="002850"/>
                  </a:solidFill>
                </a:rPr>
                <a:t>í</a:t>
              </a:r>
              <a:r>
                <a:rPr sz="1600" dirty="0">
                  <a:solidFill>
                    <a:srgbClr val="002850"/>
                  </a:solidFill>
                </a:rPr>
                <a:t>an</a:t>
              </a:r>
            </a:p>
          </p:txBody>
        </p:sp>
      </p:grpSp>
      <p:grpSp>
        <p:nvGrpSpPr>
          <p:cNvPr id="371" name="Group 371"/>
          <p:cNvGrpSpPr/>
          <p:nvPr/>
        </p:nvGrpSpPr>
        <p:grpSpPr>
          <a:xfrm>
            <a:off x="788987" y="3311524"/>
            <a:ext cx="2286001" cy="811624"/>
            <a:chOff x="0" y="0"/>
            <a:chExt cx="2286000" cy="811622"/>
          </a:xfrm>
        </p:grpSpPr>
        <p:grpSp>
          <p:nvGrpSpPr>
            <p:cNvPr id="350" name="Group 350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348" name="Group 348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346" name="Shape 346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347" name="Shape 347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A </a:t>
                  </a:r>
                </a:p>
              </p:txBody>
            </p:sp>
          </p:grpSp>
          <p:sp>
            <p:nvSpPr>
              <p:cNvPr id="349" name="Shape 349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355" name="Group 355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353" name="Group 353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351" name="Shape 351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352" name="Shape 352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B</a:t>
                  </a:r>
                </a:p>
              </p:txBody>
            </p:sp>
          </p:grpSp>
          <p:sp>
            <p:nvSpPr>
              <p:cNvPr id="354" name="Shape 354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360" name="Group 360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358" name="Group 358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356" name="Shape 356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357" name="Shape 357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</a:t>
                  </a:r>
                </a:p>
              </p:txBody>
            </p:sp>
          </p:grpSp>
          <p:sp>
            <p:nvSpPr>
              <p:cNvPr id="359" name="Shape 359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365" name="Group 365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363" name="Group 363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361" name="Shape 361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362" name="Shape 362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D </a:t>
                  </a:r>
                </a:p>
              </p:txBody>
            </p:sp>
          </p:grpSp>
          <p:sp>
            <p:nvSpPr>
              <p:cNvPr id="364" name="Shape 364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370" name="Group 370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368" name="Group 368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366" name="Shape 366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367" name="Shape 367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369" name="Shape 369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grpSp>
        <p:nvGrpSpPr>
          <p:cNvPr id="397" name="Group 397"/>
          <p:cNvGrpSpPr/>
          <p:nvPr/>
        </p:nvGrpSpPr>
        <p:grpSpPr>
          <a:xfrm>
            <a:off x="4979987" y="3344862"/>
            <a:ext cx="2286001" cy="811624"/>
            <a:chOff x="0" y="0"/>
            <a:chExt cx="2286000" cy="811622"/>
          </a:xfrm>
        </p:grpSpPr>
        <p:grpSp>
          <p:nvGrpSpPr>
            <p:cNvPr id="376" name="Group 376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374" name="Group 374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372" name="Shape 372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373" name="Shape 373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A</a:t>
                  </a:r>
                </a:p>
              </p:txBody>
            </p:sp>
          </p:grpSp>
          <p:sp>
            <p:nvSpPr>
              <p:cNvPr id="375" name="Shape 375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381" name="Group 381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379" name="Group 379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377" name="Shape 377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378" name="Shape 378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B</a:t>
                  </a:r>
                </a:p>
              </p:txBody>
            </p:sp>
          </p:grpSp>
          <p:sp>
            <p:nvSpPr>
              <p:cNvPr id="380" name="Shape 380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386" name="Group 386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384" name="Group 384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382" name="Shape 382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383" name="Shape 383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</a:t>
                  </a:r>
                </a:p>
              </p:txBody>
            </p:sp>
          </p:grpSp>
          <p:sp>
            <p:nvSpPr>
              <p:cNvPr id="385" name="Shape 385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391" name="Group 391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389" name="Group 389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387" name="Shape 387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388" name="Shape 388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390" name="Shape 390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396" name="Group 396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394" name="Group 394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392" name="Shape 392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393" name="Shape 393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395" name="Shape 395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grpSp>
        <p:nvGrpSpPr>
          <p:cNvPr id="402" name="Group 402"/>
          <p:cNvGrpSpPr/>
          <p:nvPr/>
        </p:nvGrpSpPr>
        <p:grpSpPr>
          <a:xfrm>
            <a:off x="2465386" y="2930525"/>
            <a:ext cx="677866" cy="352614"/>
            <a:chOff x="-1" y="0"/>
            <a:chExt cx="677865" cy="352614"/>
          </a:xfrm>
        </p:grpSpPr>
        <p:sp>
          <p:nvSpPr>
            <p:cNvPr id="398" name="Shape 398"/>
            <p:cNvSpPr/>
            <p:nvPr/>
          </p:nvSpPr>
          <p:spPr>
            <a:xfrm>
              <a:off x="-1" y="76199"/>
              <a:ext cx="1589" cy="2286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401" name="Group 401"/>
            <p:cNvGrpSpPr/>
            <p:nvPr/>
          </p:nvGrpSpPr>
          <p:grpSpPr>
            <a:xfrm>
              <a:off x="76200" y="0"/>
              <a:ext cx="601664" cy="352614"/>
              <a:chOff x="0" y="0"/>
              <a:chExt cx="601663" cy="352614"/>
            </a:xfrm>
          </p:grpSpPr>
          <p:sp>
            <p:nvSpPr>
              <p:cNvPr id="399" name="Shape 399"/>
              <p:cNvSpPr/>
              <p:nvPr/>
            </p:nvSpPr>
            <p:spPr>
              <a:xfrm>
                <a:off x="0" y="0"/>
                <a:ext cx="601663" cy="336550"/>
              </a:xfrm>
              <a:prstGeom prst="roundRect">
                <a:avLst>
                  <a:gd name="adj" fmla="val 468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400" name="Shape 400"/>
              <p:cNvSpPr/>
              <p:nvPr/>
            </p:nvSpPr>
            <p:spPr>
              <a:xfrm>
                <a:off x="467" y="467"/>
                <a:ext cx="431463" cy="3521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419" dirty="0"/>
                  <a:t>Tail</a:t>
                </a:r>
                <a:endParaRPr sz="1600" dirty="0"/>
              </a:p>
            </p:txBody>
          </p:sp>
        </p:grpSp>
      </p:grpSp>
      <p:grpSp>
        <p:nvGrpSpPr>
          <p:cNvPr id="407" name="Group 407"/>
          <p:cNvGrpSpPr/>
          <p:nvPr/>
        </p:nvGrpSpPr>
        <p:grpSpPr>
          <a:xfrm>
            <a:off x="200857" y="2930524"/>
            <a:ext cx="757241" cy="347330"/>
            <a:chOff x="21470" y="-1"/>
            <a:chExt cx="757239" cy="347330"/>
          </a:xfrm>
        </p:grpSpPr>
        <p:grpSp>
          <p:nvGrpSpPr>
            <p:cNvPr id="405" name="Group 405"/>
            <p:cNvGrpSpPr/>
            <p:nvPr/>
          </p:nvGrpSpPr>
          <p:grpSpPr>
            <a:xfrm>
              <a:off x="21470" y="-1"/>
              <a:ext cx="757239" cy="347330"/>
              <a:chOff x="21470" y="-1"/>
              <a:chExt cx="757238" cy="347330"/>
            </a:xfrm>
          </p:grpSpPr>
          <p:sp>
            <p:nvSpPr>
              <p:cNvPr id="403" name="Shape 403"/>
              <p:cNvSpPr/>
              <p:nvPr/>
            </p:nvSpPr>
            <p:spPr>
              <a:xfrm>
                <a:off x="21470" y="-1"/>
                <a:ext cx="757238" cy="336550"/>
              </a:xfrm>
              <a:prstGeom prst="roundRect">
                <a:avLst>
                  <a:gd name="adj" fmla="val 468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404" name="Shape 404"/>
              <p:cNvSpPr/>
              <p:nvPr/>
            </p:nvSpPr>
            <p:spPr>
              <a:xfrm>
                <a:off x="216998" y="23844"/>
                <a:ext cx="560984" cy="32348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419" sz="1600" dirty="0"/>
                  <a:t>Head</a:t>
                </a:r>
                <a:endParaRPr sz="1600" dirty="0"/>
              </a:p>
            </p:txBody>
          </p:sp>
        </p:grpSp>
        <p:sp>
          <p:nvSpPr>
            <p:cNvPr id="406" name="Shape 406"/>
            <p:cNvSpPr/>
            <p:nvPr/>
          </p:nvSpPr>
          <p:spPr>
            <a:xfrm>
              <a:off x="761999" y="76199"/>
              <a:ext cx="1589" cy="2286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</p:grpSp>
      <p:grpSp>
        <p:nvGrpSpPr>
          <p:cNvPr id="413" name="Group 413"/>
          <p:cNvGrpSpPr/>
          <p:nvPr/>
        </p:nvGrpSpPr>
        <p:grpSpPr>
          <a:xfrm>
            <a:off x="1855786" y="2930525"/>
            <a:ext cx="677866" cy="352614"/>
            <a:chOff x="-1" y="0"/>
            <a:chExt cx="677865" cy="352614"/>
          </a:xfrm>
        </p:grpSpPr>
        <p:sp>
          <p:nvSpPr>
            <p:cNvPr id="409" name="Shape 409"/>
            <p:cNvSpPr/>
            <p:nvPr/>
          </p:nvSpPr>
          <p:spPr>
            <a:xfrm>
              <a:off x="-1" y="76199"/>
              <a:ext cx="1589" cy="2286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412" name="Group 412"/>
            <p:cNvGrpSpPr/>
            <p:nvPr/>
          </p:nvGrpSpPr>
          <p:grpSpPr>
            <a:xfrm>
              <a:off x="76200" y="0"/>
              <a:ext cx="601664" cy="352614"/>
              <a:chOff x="0" y="0"/>
              <a:chExt cx="601663" cy="352614"/>
            </a:xfrm>
          </p:grpSpPr>
          <p:sp>
            <p:nvSpPr>
              <p:cNvPr id="410" name="Shape 410"/>
              <p:cNvSpPr/>
              <p:nvPr/>
            </p:nvSpPr>
            <p:spPr>
              <a:xfrm>
                <a:off x="0" y="0"/>
                <a:ext cx="601663" cy="336550"/>
              </a:xfrm>
              <a:prstGeom prst="roundRect">
                <a:avLst>
                  <a:gd name="adj" fmla="val 468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411" name="Shape 411"/>
              <p:cNvSpPr/>
              <p:nvPr/>
            </p:nvSpPr>
            <p:spPr>
              <a:xfrm>
                <a:off x="467" y="467"/>
                <a:ext cx="431463" cy="3521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419" dirty="0"/>
                  <a:t>Tail</a:t>
                </a:r>
                <a:endParaRPr sz="1600" dirty="0"/>
              </a:p>
            </p:txBody>
          </p:sp>
        </p:grpSp>
      </p:grpSp>
      <p:grpSp>
        <p:nvGrpSpPr>
          <p:cNvPr id="439" name="Group 439"/>
          <p:cNvGrpSpPr/>
          <p:nvPr/>
        </p:nvGrpSpPr>
        <p:grpSpPr>
          <a:xfrm>
            <a:off x="788987" y="3311524"/>
            <a:ext cx="2286001" cy="811624"/>
            <a:chOff x="0" y="0"/>
            <a:chExt cx="2286000" cy="811622"/>
          </a:xfrm>
        </p:grpSpPr>
        <p:grpSp>
          <p:nvGrpSpPr>
            <p:cNvPr id="418" name="Group 418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416" name="Group 41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14" name="Shape 41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15" name="Shape 41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B </a:t>
                  </a:r>
                </a:p>
              </p:txBody>
            </p:sp>
          </p:grpSp>
          <p:sp>
            <p:nvSpPr>
              <p:cNvPr id="417" name="Shape 41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423" name="Group 423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421" name="Group 42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19" name="Shape 41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20" name="Shape 42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</a:t>
                  </a:r>
                </a:p>
              </p:txBody>
            </p:sp>
          </p:grpSp>
          <p:sp>
            <p:nvSpPr>
              <p:cNvPr id="422" name="Shape 42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428" name="Group 428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426" name="Group 42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24" name="Shape 42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25" name="Shape 42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D</a:t>
                  </a:r>
                </a:p>
              </p:txBody>
            </p:sp>
          </p:grpSp>
          <p:sp>
            <p:nvSpPr>
              <p:cNvPr id="427" name="Shape 42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433" name="Group 433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431" name="Group 43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29" name="Shape 42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30" name="Shape 43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 </a:t>
                  </a:r>
                </a:p>
              </p:txBody>
            </p:sp>
          </p:grpSp>
          <p:sp>
            <p:nvSpPr>
              <p:cNvPr id="432" name="Shape 43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438" name="Group 438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436" name="Group 43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34" name="Shape 43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35" name="Shape 43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437" name="Shape 43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grpSp>
        <p:nvGrpSpPr>
          <p:cNvPr id="444" name="Group 444"/>
          <p:cNvGrpSpPr/>
          <p:nvPr/>
        </p:nvGrpSpPr>
        <p:grpSpPr>
          <a:xfrm>
            <a:off x="4403725" y="2929336"/>
            <a:ext cx="763590" cy="336550"/>
            <a:chOff x="0" y="0"/>
            <a:chExt cx="763588" cy="336550"/>
          </a:xfrm>
        </p:grpSpPr>
        <p:grpSp>
          <p:nvGrpSpPr>
            <p:cNvPr id="442" name="Group 442"/>
            <p:cNvGrpSpPr/>
            <p:nvPr/>
          </p:nvGrpSpPr>
          <p:grpSpPr>
            <a:xfrm>
              <a:off x="0" y="0"/>
              <a:ext cx="757239" cy="336550"/>
              <a:chOff x="0" y="0"/>
              <a:chExt cx="757238" cy="336550"/>
            </a:xfrm>
          </p:grpSpPr>
          <p:sp>
            <p:nvSpPr>
              <p:cNvPr id="440" name="Shape 440"/>
              <p:cNvSpPr/>
              <p:nvPr/>
            </p:nvSpPr>
            <p:spPr>
              <a:xfrm>
                <a:off x="0" y="0"/>
                <a:ext cx="757238" cy="336550"/>
              </a:xfrm>
              <a:prstGeom prst="roundRect">
                <a:avLst>
                  <a:gd name="adj" fmla="val 468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441" name="Shape 441"/>
              <p:cNvSpPr/>
              <p:nvPr/>
            </p:nvSpPr>
            <p:spPr>
              <a:xfrm>
                <a:off x="467" y="467"/>
                <a:ext cx="560984" cy="32348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419" sz="1600" dirty="0"/>
                  <a:t>Head</a:t>
                </a:r>
                <a:endParaRPr sz="1600" dirty="0"/>
              </a:p>
            </p:txBody>
          </p:sp>
        </p:grpSp>
        <p:sp>
          <p:nvSpPr>
            <p:cNvPr id="443" name="Shape 443"/>
            <p:cNvSpPr/>
            <p:nvPr/>
          </p:nvSpPr>
          <p:spPr>
            <a:xfrm>
              <a:off x="761999" y="76199"/>
              <a:ext cx="1589" cy="2286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</p:grpSp>
      <p:grpSp>
        <p:nvGrpSpPr>
          <p:cNvPr id="449" name="Group 449"/>
          <p:cNvGrpSpPr/>
          <p:nvPr/>
        </p:nvGrpSpPr>
        <p:grpSpPr>
          <a:xfrm>
            <a:off x="6122986" y="2974975"/>
            <a:ext cx="677866" cy="336550"/>
            <a:chOff x="-1" y="0"/>
            <a:chExt cx="677865" cy="336550"/>
          </a:xfrm>
        </p:grpSpPr>
        <p:sp>
          <p:nvSpPr>
            <p:cNvPr id="445" name="Shape 445"/>
            <p:cNvSpPr/>
            <p:nvPr/>
          </p:nvSpPr>
          <p:spPr>
            <a:xfrm>
              <a:off x="-1" y="76199"/>
              <a:ext cx="1589" cy="2286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448" name="Group 448"/>
            <p:cNvGrpSpPr/>
            <p:nvPr/>
          </p:nvGrpSpPr>
          <p:grpSpPr>
            <a:xfrm>
              <a:off x="76200" y="0"/>
              <a:ext cx="601664" cy="336550"/>
              <a:chOff x="0" y="0"/>
              <a:chExt cx="601663" cy="336550"/>
            </a:xfrm>
          </p:grpSpPr>
          <p:sp>
            <p:nvSpPr>
              <p:cNvPr id="446" name="Shape 446"/>
              <p:cNvSpPr/>
              <p:nvPr/>
            </p:nvSpPr>
            <p:spPr>
              <a:xfrm>
                <a:off x="0" y="0"/>
                <a:ext cx="601663" cy="336550"/>
              </a:xfrm>
              <a:prstGeom prst="roundRect">
                <a:avLst>
                  <a:gd name="adj" fmla="val 468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447" name="Shape 447"/>
              <p:cNvSpPr/>
              <p:nvPr/>
            </p:nvSpPr>
            <p:spPr>
              <a:xfrm>
                <a:off x="467" y="467"/>
                <a:ext cx="392541" cy="32348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419" sz="1600" dirty="0"/>
                  <a:t>Tail</a:t>
                </a:r>
                <a:endParaRPr sz="1600" dirty="0"/>
              </a:p>
            </p:txBody>
          </p:sp>
        </p:grpSp>
      </p:grpSp>
      <p:grpSp>
        <p:nvGrpSpPr>
          <p:cNvPr id="475" name="Group 475"/>
          <p:cNvGrpSpPr/>
          <p:nvPr/>
        </p:nvGrpSpPr>
        <p:grpSpPr>
          <a:xfrm>
            <a:off x="4979987" y="3344862"/>
            <a:ext cx="2286001" cy="811624"/>
            <a:chOff x="0" y="0"/>
            <a:chExt cx="2286000" cy="811622"/>
          </a:xfrm>
        </p:grpSpPr>
        <p:grpSp>
          <p:nvGrpSpPr>
            <p:cNvPr id="454" name="Group 454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452" name="Group 452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50" name="Shape 450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51" name="Shape 451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A</a:t>
                  </a:r>
                </a:p>
              </p:txBody>
            </p:sp>
          </p:grpSp>
          <p:sp>
            <p:nvSpPr>
              <p:cNvPr id="453" name="Shape 453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459" name="Group 459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457" name="Group 457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55" name="Shape 455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56" name="Shape 456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B</a:t>
                  </a:r>
                </a:p>
              </p:txBody>
            </p:sp>
          </p:grpSp>
          <p:sp>
            <p:nvSpPr>
              <p:cNvPr id="458" name="Shape 458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464" name="Group 464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462" name="Group 462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60" name="Shape 460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61" name="Shape 461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</a:t>
                  </a:r>
                </a:p>
              </p:txBody>
            </p:sp>
          </p:grpSp>
          <p:sp>
            <p:nvSpPr>
              <p:cNvPr id="463" name="Shape 463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469" name="Group 469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467" name="Group 467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65" name="Shape 465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66" name="Shape 466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D </a:t>
                  </a:r>
                </a:p>
              </p:txBody>
            </p:sp>
          </p:grpSp>
          <p:sp>
            <p:nvSpPr>
              <p:cNvPr id="468" name="Shape 468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474" name="Group 474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472" name="Group 472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70" name="Shape 470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71" name="Shape 471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473" name="Shape 473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sp>
        <p:nvSpPr>
          <p:cNvPr id="476" name="Shape 476"/>
          <p:cNvSpPr/>
          <p:nvPr/>
        </p:nvSpPr>
        <p:spPr>
          <a:xfrm>
            <a:off x="5892476" y="2903616"/>
            <a:ext cx="990601" cy="381000"/>
          </a:xfrm>
          <a:prstGeom prst="roundRect">
            <a:avLst>
              <a:gd name="adj" fmla="val 41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481" name="Group 481"/>
          <p:cNvGrpSpPr/>
          <p:nvPr/>
        </p:nvGrpSpPr>
        <p:grpSpPr>
          <a:xfrm>
            <a:off x="6511923" y="2898775"/>
            <a:ext cx="677867" cy="336550"/>
            <a:chOff x="-1" y="0"/>
            <a:chExt cx="677865" cy="336550"/>
          </a:xfrm>
        </p:grpSpPr>
        <p:sp>
          <p:nvSpPr>
            <p:cNvPr id="477" name="Shape 477"/>
            <p:cNvSpPr/>
            <p:nvPr/>
          </p:nvSpPr>
          <p:spPr>
            <a:xfrm>
              <a:off x="-1" y="76199"/>
              <a:ext cx="1589" cy="2286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480" name="Group 480"/>
            <p:cNvGrpSpPr/>
            <p:nvPr/>
          </p:nvGrpSpPr>
          <p:grpSpPr>
            <a:xfrm>
              <a:off x="76200" y="0"/>
              <a:ext cx="601664" cy="336550"/>
              <a:chOff x="0" y="0"/>
              <a:chExt cx="601663" cy="336550"/>
            </a:xfrm>
          </p:grpSpPr>
          <p:sp>
            <p:nvSpPr>
              <p:cNvPr id="478" name="Shape 478"/>
              <p:cNvSpPr/>
              <p:nvPr/>
            </p:nvSpPr>
            <p:spPr>
              <a:xfrm>
                <a:off x="0" y="0"/>
                <a:ext cx="601663" cy="336550"/>
              </a:xfrm>
              <a:prstGeom prst="roundRect">
                <a:avLst>
                  <a:gd name="adj" fmla="val 468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479" name="Shape 479"/>
              <p:cNvSpPr/>
              <p:nvPr/>
            </p:nvSpPr>
            <p:spPr>
              <a:xfrm>
                <a:off x="467" y="467"/>
                <a:ext cx="392540" cy="32348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419" sz="1600" dirty="0"/>
                  <a:t>Tail</a:t>
                </a:r>
                <a:endParaRPr sz="1600" dirty="0"/>
              </a:p>
            </p:txBody>
          </p:sp>
        </p:grpSp>
      </p:grpSp>
      <p:grpSp>
        <p:nvGrpSpPr>
          <p:cNvPr id="507" name="Group 507"/>
          <p:cNvGrpSpPr/>
          <p:nvPr/>
        </p:nvGrpSpPr>
        <p:grpSpPr>
          <a:xfrm>
            <a:off x="4979987" y="3344862"/>
            <a:ext cx="2286001" cy="811624"/>
            <a:chOff x="0" y="0"/>
            <a:chExt cx="2286000" cy="811622"/>
          </a:xfrm>
        </p:grpSpPr>
        <p:grpSp>
          <p:nvGrpSpPr>
            <p:cNvPr id="486" name="Group 486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484" name="Group 484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82" name="Shape 482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83" name="Shape 483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485" name="Shape 485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491" name="Group 491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489" name="Group 489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87" name="Shape 487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88" name="Shape 488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B</a:t>
                  </a:r>
                </a:p>
              </p:txBody>
            </p:sp>
          </p:grpSp>
          <p:sp>
            <p:nvSpPr>
              <p:cNvPr id="490" name="Shape 490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496" name="Group 496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494" name="Group 494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92" name="Shape 492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93" name="Shape 493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</a:t>
                  </a:r>
                </a:p>
              </p:txBody>
            </p:sp>
          </p:grpSp>
          <p:sp>
            <p:nvSpPr>
              <p:cNvPr id="495" name="Shape 495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501" name="Group 501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499" name="Group 499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497" name="Shape 497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498" name="Shape 498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D </a:t>
                  </a:r>
                </a:p>
              </p:txBody>
            </p:sp>
          </p:grpSp>
          <p:sp>
            <p:nvSpPr>
              <p:cNvPr id="500" name="Shape 500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506" name="Group 506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504" name="Group 504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502" name="Shape 502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503" name="Shape 503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505" name="Shape 505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sp>
        <p:nvSpPr>
          <p:cNvPr id="508" name="Shape 508"/>
          <p:cNvSpPr/>
          <p:nvPr/>
        </p:nvSpPr>
        <p:spPr>
          <a:xfrm>
            <a:off x="4446587" y="2930525"/>
            <a:ext cx="990601" cy="381000"/>
          </a:xfrm>
          <a:prstGeom prst="roundRect">
            <a:avLst>
              <a:gd name="adj" fmla="val 41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513" name="Group 513"/>
          <p:cNvGrpSpPr/>
          <p:nvPr/>
        </p:nvGrpSpPr>
        <p:grpSpPr>
          <a:xfrm>
            <a:off x="4827587" y="2930525"/>
            <a:ext cx="763590" cy="352614"/>
            <a:chOff x="0" y="0"/>
            <a:chExt cx="763588" cy="352614"/>
          </a:xfrm>
        </p:grpSpPr>
        <p:grpSp>
          <p:nvGrpSpPr>
            <p:cNvPr id="511" name="Group 511"/>
            <p:cNvGrpSpPr/>
            <p:nvPr/>
          </p:nvGrpSpPr>
          <p:grpSpPr>
            <a:xfrm>
              <a:off x="0" y="0"/>
              <a:ext cx="757239" cy="352614"/>
              <a:chOff x="0" y="0"/>
              <a:chExt cx="757238" cy="352614"/>
            </a:xfrm>
          </p:grpSpPr>
          <p:sp>
            <p:nvSpPr>
              <p:cNvPr id="509" name="Shape 509"/>
              <p:cNvSpPr/>
              <p:nvPr/>
            </p:nvSpPr>
            <p:spPr>
              <a:xfrm>
                <a:off x="0" y="0"/>
                <a:ext cx="757238" cy="336550"/>
              </a:xfrm>
              <a:prstGeom prst="roundRect">
                <a:avLst>
                  <a:gd name="adj" fmla="val 468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510" name="Shape 510"/>
              <p:cNvSpPr/>
              <p:nvPr/>
            </p:nvSpPr>
            <p:spPr>
              <a:xfrm>
                <a:off x="467" y="467"/>
                <a:ext cx="621899" cy="3521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419" dirty="0"/>
                  <a:t>Head</a:t>
                </a:r>
                <a:endParaRPr sz="1600" dirty="0"/>
              </a:p>
            </p:txBody>
          </p:sp>
        </p:grpSp>
        <p:sp>
          <p:nvSpPr>
            <p:cNvPr id="512" name="Shape 512"/>
            <p:cNvSpPr/>
            <p:nvPr/>
          </p:nvSpPr>
          <p:spPr>
            <a:xfrm>
              <a:off x="761999" y="76199"/>
              <a:ext cx="1589" cy="2286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</p:grpSp>
      <p:grpSp>
        <p:nvGrpSpPr>
          <p:cNvPr id="535" name="Group 535"/>
          <p:cNvGrpSpPr/>
          <p:nvPr/>
        </p:nvGrpSpPr>
        <p:grpSpPr>
          <a:xfrm>
            <a:off x="4979987" y="3344862"/>
            <a:ext cx="2286001" cy="811624"/>
            <a:chOff x="0" y="0"/>
            <a:chExt cx="2286000" cy="811622"/>
          </a:xfrm>
        </p:grpSpPr>
        <p:grpSp>
          <p:nvGrpSpPr>
            <p:cNvPr id="518" name="Group 518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516" name="Group 51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514" name="Shape 51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515" name="Shape 51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517" name="Shape 51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521" name="Group 521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sp>
            <p:nvSpPr>
              <p:cNvPr id="519" name="Shape 519"/>
              <p:cNvSpPr/>
              <p:nvPr/>
            </p:nvSpPr>
            <p:spPr>
              <a:xfrm>
                <a:off x="0" y="0"/>
                <a:ext cx="457200" cy="457200"/>
              </a:xfrm>
              <a:prstGeom prst="roundRect">
                <a:avLst>
                  <a:gd name="adj" fmla="val 347"/>
                </a:avLst>
              </a:prstGeom>
              <a:solidFill>
                <a:srgbClr val="99CC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520" name="Shape 520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526" name="Group 526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524" name="Group 524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522" name="Shape 522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523" name="Shape 523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</a:t>
                  </a:r>
                </a:p>
              </p:txBody>
            </p:sp>
          </p:grpSp>
          <p:sp>
            <p:nvSpPr>
              <p:cNvPr id="525" name="Shape 525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531" name="Group 531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529" name="Group 529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527" name="Shape 527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528" name="Shape 528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D </a:t>
                  </a:r>
                </a:p>
              </p:txBody>
            </p:sp>
          </p:grpSp>
          <p:sp>
            <p:nvSpPr>
              <p:cNvPr id="530" name="Shape 530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534" name="Group 534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sp>
            <p:nvSpPr>
              <p:cNvPr id="532" name="Shape 532"/>
              <p:cNvSpPr/>
              <p:nvPr/>
            </p:nvSpPr>
            <p:spPr>
              <a:xfrm>
                <a:off x="0" y="0"/>
                <a:ext cx="457200" cy="457200"/>
              </a:xfrm>
              <a:prstGeom prst="roundRect">
                <a:avLst>
                  <a:gd name="adj" fmla="val 347"/>
                </a:avLst>
              </a:prstGeom>
              <a:solidFill>
                <a:srgbClr val="99CC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533" name="Shape 533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sp>
        <p:nvSpPr>
          <p:cNvPr id="536" name="Shape 536"/>
          <p:cNvSpPr/>
          <p:nvPr/>
        </p:nvSpPr>
        <p:spPr>
          <a:xfrm>
            <a:off x="4856003" y="2879725"/>
            <a:ext cx="990601" cy="381000"/>
          </a:xfrm>
          <a:prstGeom prst="roundRect">
            <a:avLst>
              <a:gd name="adj" fmla="val 41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541" name="Group 541"/>
          <p:cNvGrpSpPr/>
          <p:nvPr/>
        </p:nvGrpSpPr>
        <p:grpSpPr>
          <a:xfrm>
            <a:off x="5360987" y="2898775"/>
            <a:ext cx="763590" cy="358497"/>
            <a:chOff x="0" y="0"/>
            <a:chExt cx="763588" cy="358497"/>
          </a:xfrm>
        </p:grpSpPr>
        <p:grpSp>
          <p:nvGrpSpPr>
            <p:cNvPr id="539" name="Group 539"/>
            <p:cNvGrpSpPr/>
            <p:nvPr/>
          </p:nvGrpSpPr>
          <p:grpSpPr>
            <a:xfrm>
              <a:off x="0" y="0"/>
              <a:ext cx="757239" cy="358497"/>
              <a:chOff x="0" y="0"/>
              <a:chExt cx="757238" cy="358497"/>
            </a:xfrm>
          </p:grpSpPr>
          <p:sp>
            <p:nvSpPr>
              <p:cNvPr id="537" name="Shape 537"/>
              <p:cNvSpPr/>
              <p:nvPr/>
            </p:nvSpPr>
            <p:spPr>
              <a:xfrm>
                <a:off x="0" y="0"/>
                <a:ext cx="757238" cy="336550"/>
              </a:xfrm>
              <a:prstGeom prst="roundRect">
                <a:avLst>
                  <a:gd name="adj" fmla="val 468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538" name="Shape 538"/>
              <p:cNvSpPr/>
              <p:nvPr/>
            </p:nvSpPr>
            <p:spPr>
              <a:xfrm>
                <a:off x="93873" y="6350"/>
                <a:ext cx="621899" cy="3521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419" dirty="0"/>
                  <a:t>Head</a:t>
                </a:r>
                <a:endParaRPr sz="1600" dirty="0"/>
              </a:p>
            </p:txBody>
          </p:sp>
        </p:grpSp>
        <p:sp>
          <p:nvSpPr>
            <p:cNvPr id="540" name="Shape 540"/>
            <p:cNvSpPr/>
            <p:nvPr/>
          </p:nvSpPr>
          <p:spPr>
            <a:xfrm>
              <a:off x="761999" y="76199"/>
              <a:ext cx="1589" cy="2286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</p:grpSp>
      <p:grpSp>
        <p:nvGrpSpPr>
          <p:cNvPr id="565" name="Group 565"/>
          <p:cNvGrpSpPr/>
          <p:nvPr/>
        </p:nvGrpSpPr>
        <p:grpSpPr>
          <a:xfrm>
            <a:off x="4979987" y="3344862"/>
            <a:ext cx="2286001" cy="811624"/>
            <a:chOff x="0" y="0"/>
            <a:chExt cx="2286000" cy="811622"/>
          </a:xfrm>
        </p:grpSpPr>
        <p:grpSp>
          <p:nvGrpSpPr>
            <p:cNvPr id="546" name="Group 546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544" name="Group 544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542" name="Shape 542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543" name="Shape 543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545" name="Shape 545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549" name="Group 549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sp>
            <p:nvSpPr>
              <p:cNvPr id="547" name="Shape 547"/>
              <p:cNvSpPr/>
              <p:nvPr/>
            </p:nvSpPr>
            <p:spPr>
              <a:xfrm>
                <a:off x="0" y="0"/>
                <a:ext cx="457200" cy="457200"/>
              </a:xfrm>
              <a:prstGeom prst="roundRect">
                <a:avLst>
                  <a:gd name="adj" fmla="val 347"/>
                </a:avLst>
              </a:prstGeom>
              <a:solidFill>
                <a:srgbClr val="99CC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548" name="Shape 548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554" name="Group 554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552" name="Group 552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550" name="Shape 550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551" name="Shape 551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</a:t>
                  </a:r>
                </a:p>
              </p:txBody>
            </p:sp>
          </p:grpSp>
          <p:sp>
            <p:nvSpPr>
              <p:cNvPr id="553" name="Shape 553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559" name="Group 559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557" name="Group 557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555" name="Shape 555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556" name="Shape 556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D </a:t>
                  </a:r>
                </a:p>
              </p:txBody>
            </p:sp>
          </p:grpSp>
          <p:sp>
            <p:nvSpPr>
              <p:cNvPr id="558" name="Shape 558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564" name="Group 564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562" name="Group 562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560" name="Shape 560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561" name="Shape 561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E</a:t>
                  </a:r>
                </a:p>
              </p:txBody>
            </p:sp>
          </p:grpSp>
          <p:sp>
            <p:nvSpPr>
              <p:cNvPr id="563" name="Shape 563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sp>
        <p:nvSpPr>
          <p:cNvPr id="566" name="Shape 566"/>
          <p:cNvSpPr/>
          <p:nvPr/>
        </p:nvSpPr>
        <p:spPr>
          <a:xfrm>
            <a:off x="6421705" y="2901769"/>
            <a:ext cx="990601" cy="381000"/>
          </a:xfrm>
          <a:prstGeom prst="roundRect">
            <a:avLst>
              <a:gd name="adj" fmla="val 41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571" name="Group 571"/>
          <p:cNvGrpSpPr/>
          <p:nvPr/>
        </p:nvGrpSpPr>
        <p:grpSpPr>
          <a:xfrm>
            <a:off x="6969123" y="2854325"/>
            <a:ext cx="677867" cy="352614"/>
            <a:chOff x="-1" y="0"/>
            <a:chExt cx="677865" cy="352614"/>
          </a:xfrm>
        </p:grpSpPr>
        <p:sp>
          <p:nvSpPr>
            <p:cNvPr id="567" name="Shape 567"/>
            <p:cNvSpPr/>
            <p:nvPr/>
          </p:nvSpPr>
          <p:spPr>
            <a:xfrm>
              <a:off x="-1" y="76199"/>
              <a:ext cx="1589" cy="2286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570" name="Group 570"/>
            <p:cNvGrpSpPr/>
            <p:nvPr/>
          </p:nvGrpSpPr>
          <p:grpSpPr>
            <a:xfrm>
              <a:off x="76200" y="0"/>
              <a:ext cx="601664" cy="352614"/>
              <a:chOff x="0" y="0"/>
              <a:chExt cx="601663" cy="352614"/>
            </a:xfrm>
          </p:grpSpPr>
          <p:sp>
            <p:nvSpPr>
              <p:cNvPr id="568" name="Shape 568"/>
              <p:cNvSpPr/>
              <p:nvPr/>
            </p:nvSpPr>
            <p:spPr>
              <a:xfrm>
                <a:off x="0" y="0"/>
                <a:ext cx="601663" cy="336550"/>
              </a:xfrm>
              <a:prstGeom prst="roundRect">
                <a:avLst>
                  <a:gd name="adj" fmla="val 468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569" name="Shape 569"/>
              <p:cNvSpPr/>
              <p:nvPr/>
            </p:nvSpPr>
            <p:spPr>
              <a:xfrm>
                <a:off x="467" y="467"/>
                <a:ext cx="431462" cy="3521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419" dirty="0"/>
                  <a:t>Tail</a:t>
                </a:r>
                <a:endParaRPr sz="1600" dirty="0"/>
              </a:p>
            </p:txBody>
          </p:sp>
        </p:grpSp>
      </p:grpSp>
      <p:grpSp>
        <p:nvGrpSpPr>
          <p:cNvPr id="574" name="Group 574"/>
          <p:cNvGrpSpPr/>
          <p:nvPr/>
        </p:nvGrpSpPr>
        <p:grpSpPr>
          <a:xfrm>
            <a:off x="7346157" y="1055868"/>
            <a:ext cx="990242" cy="1730017"/>
            <a:chOff x="0" y="0"/>
            <a:chExt cx="990241" cy="1730016"/>
          </a:xfrm>
        </p:grpSpPr>
        <p:sp>
          <p:nvSpPr>
            <p:cNvPr id="572" name="Shape 572"/>
            <p:cNvSpPr/>
            <p:nvPr/>
          </p:nvSpPr>
          <p:spPr>
            <a:xfrm>
              <a:off x="0" y="0"/>
              <a:ext cx="990241" cy="17300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375" y="15529"/>
                  </a:moveTo>
                  <a:lnTo>
                    <a:pt x="2998" y="15215"/>
                  </a:lnTo>
                  <a:lnTo>
                    <a:pt x="2637" y="14887"/>
                  </a:lnTo>
                  <a:lnTo>
                    <a:pt x="2300" y="14541"/>
                  </a:lnTo>
                  <a:lnTo>
                    <a:pt x="1978" y="14181"/>
                  </a:lnTo>
                  <a:lnTo>
                    <a:pt x="1680" y="13813"/>
                  </a:lnTo>
                  <a:lnTo>
                    <a:pt x="1405" y="13431"/>
                  </a:lnTo>
                  <a:lnTo>
                    <a:pt x="1154" y="13035"/>
                  </a:lnTo>
                  <a:lnTo>
                    <a:pt x="926" y="12636"/>
                  </a:lnTo>
                  <a:lnTo>
                    <a:pt x="722" y="12222"/>
                  </a:lnTo>
                  <a:lnTo>
                    <a:pt x="542" y="11800"/>
                  </a:lnTo>
                  <a:lnTo>
                    <a:pt x="385" y="11373"/>
                  </a:lnTo>
                  <a:lnTo>
                    <a:pt x="259" y="10942"/>
                  </a:lnTo>
                  <a:lnTo>
                    <a:pt x="149" y="10506"/>
                  </a:lnTo>
                  <a:lnTo>
                    <a:pt x="78" y="10061"/>
                  </a:lnTo>
                  <a:lnTo>
                    <a:pt x="24" y="9620"/>
                  </a:lnTo>
                  <a:lnTo>
                    <a:pt x="0" y="9171"/>
                  </a:lnTo>
                  <a:lnTo>
                    <a:pt x="8" y="8726"/>
                  </a:lnTo>
                  <a:lnTo>
                    <a:pt x="31" y="8281"/>
                  </a:lnTo>
                  <a:lnTo>
                    <a:pt x="86" y="7837"/>
                  </a:lnTo>
                  <a:lnTo>
                    <a:pt x="173" y="7396"/>
                  </a:lnTo>
                  <a:lnTo>
                    <a:pt x="283" y="6960"/>
                  </a:lnTo>
                  <a:lnTo>
                    <a:pt x="416" y="6529"/>
                  </a:lnTo>
                  <a:lnTo>
                    <a:pt x="573" y="6102"/>
                  </a:lnTo>
                  <a:lnTo>
                    <a:pt x="761" y="5684"/>
                  </a:lnTo>
                  <a:lnTo>
                    <a:pt x="965" y="5275"/>
                  </a:lnTo>
                  <a:lnTo>
                    <a:pt x="1201" y="4875"/>
                  </a:lnTo>
                  <a:lnTo>
                    <a:pt x="1460" y="4480"/>
                  </a:lnTo>
                  <a:lnTo>
                    <a:pt x="1735" y="4103"/>
                  </a:lnTo>
                  <a:lnTo>
                    <a:pt x="2041" y="3734"/>
                  </a:lnTo>
                  <a:lnTo>
                    <a:pt x="2362" y="3379"/>
                  </a:lnTo>
                  <a:lnTo>
                    <a:pt x="2708" y="3038"/>
                  </a:lnTo>
                  <a:lnTo>
                    <a:pt x="3077" y="2710"/>
                  </a:lnTo>
                  <a:lnTo>
                    <a:pt x="3453" y="2400"/>
                  </a:lnTo>
                  <a:lnTo>
                    <a:pt x="3862" y="2103"/>
                  </a:lnTo>
                  <a:lnTo>
                    <a:pt x="4278" y="1824"/>
                  </a:lnTo>
                  <a:lnTo>
                    <a:pt x="4709" y="1568"/>
                  </a:lnTo>
                  <a:lnTo>
                    <a:pt x="5157" y="1326"/>
                  </a:lnTo>
                  <a:lnTo>
                    <a:pt x="5628" y="1101"/>
                  </a:lnTo>
                  <a:lnTo>
                    <a:pt x="6099" y="899"/>
                  </a:lnTo>
                  <a:lnTo>
                    <a:pt x="6585" y="714"/>
                  </a:lnTo>
                  <a:lnTo>
                    <a:pt x="7087" y="548"/>
                  </a:lnTo>
                  <a:lnTo>
                    <a:pt x="7590" y="404"/>
                  </a:lnTo>
                  <a:lnTo>
                    <a:pt x="8108" y="283"/>
                  </a:lnTo>
                  <a:lnTo>
                    <a:pt x="8626" y="184"/>
                  </a:lnTo>
                  <a:lnTo>
                    <a:pt x="9160" y="103"/>
                  </a:lnTo>
                  <a:lnTo>
                    <a:pt x="9685" y="49"/>
                  </a:lnTo>
                  <a:lnTo>
                    <a:pt x="10219" y="13"/>
                  </a:lnTo>
                  <a:lnTo>
                    <a:pt x="10753" y="0"/>
                  </a:lnTo>
                  <a:lnTo>
                    <a:pt x="11294" y="9"/>
                  </a:lnTo>
                  <a:lnTo>
                    <a:pt x="11828" y="40"/>
                  </a:lnTo>
                  <a:lnTo>
                    <a:pt x="12354" y="94"/>
                  </a:lnTo>
                  <a:lnTo>
                    <a:pt x="12888" y="171"/>
                  </a:lnTo>
                  <a:lnTo>
                    <a:pt x="13406" y="265"/>
                  </a:lnTo>
                  <a:lnTo>
                    <a:pt x="13924" y="386"/>
                  </a:lnTo>
                  <a:lnTo>
                    <a:pt x="14434" y="526"/>
                  </a:lnTo>
                  <a:lnTo>
                    <a:pt x="14928" y="683"/>
                  </a:lnTo>
                  <a:lnTo>
                    <a:pt x="15423" y="867"/>
                  </a:lnTo>
                  <a:lnTo>
                    <a:pt x="15902" y="1065"/>
                  </a:lnTo>
                  <a:lnTo>
                    <a:pt x="16365" y="1285"/>
                  </a:lnTo>
                  <a:lnTo>
                    <a:pt x="16820" y="1523"/>
                  </a:lnTo>
                  <a:lnTo>
                    <a:pt x="17252" y="1784"/>
                  </a:lnTo>
                  <a:lnTo>
                    <a:pt x="17676" y="2058"/>
                  </a:lnTo>
                  <a:lnTo>
                    <a:pt x="18076" y="2350"/>
                  </a:lnTo>
                  <a:lnTo>
                    <a:pt x="18468" y="2660"/>
                  </a:lnTo>
                  <a:lnTo>
                    <a:pt x="18829" y="2984"/>
                  </a:lnTo>
                  <a:lnTo>
                    <a:pt x="19183" y="3321"/>
                  </a:lnTo>
                  <a:lnTo>
                    <a:pt x="19512" y="3676"/>
                  </a:lnTo>
                  <a:lnTo>
                    <a:pt x="19810" y="4040"/>
                  </a:lnTo>
                  <a:lnTo>
                    <a:pt x="20101" y="4417"/>
                  </a:lnTo>
                  <a:lnTo>
                    <a:pt x="20360" y="4808"/>
                  </a:lnTo>
                  <a:lnTo>
                    <a:pt x="20595" y="5208"/>
                  </a:lnTo>
                  <a:lnTo>
                    <a:pt x="20807" y="5617"/>
                  </a:lnTo>
                  <a:lnTo>
                    <a:pt x="20996" y="6035"/>
                  </a:lnTo>
                  <a:lnTo>
                    <a:pt x="21160" y="6457"/>
                  </a:lnTo>
                  <a:lnTo>
                    <a:pt x="21302" y="6888"/>
                  </a:lnTo>
                  <a:lnTo>
                    <a:pt x="21412" y="7324"/>
                  </a:lnTo>
                  <a:lnTo>
                    <a:pt x="21498" y="7765"/>
                  </a:lnTo>
                  <a:lnTo>
                    <a:pt x="21561" y="8210"/>
                  </a:lnTo>
                  <a:lnTo>
                    <a:pt x="21592" y="8654"/>
                  </a:lnTo>
                  <a:lnTo>
                    <a:pt x="21600" y="9099"/>
                  </a:lnTo>
                  <a:lnTo>
                    <a:pt x="21576" y="9544"/>
                  </a:lnTo>
                  <a:lnTo>
                    <a:pt x="21537" y="9989"/>
                  </a:lnTo>
                  <a:lnTo>
                    <a:pt x="21459" y="10434"/>
                  </a:lnTo>
                  <a:lnTo>
                    <a:pt x="21365" y="10870"/>
                  </a:lnTo>
                  <a:lnTo>
                    <a:pt x="21239" y="11306"/>
                  </a:lnTo>
                  <a:lnTo>
                    <a:pt x="21090" y="11732"/>
                  </a:lnTo>
                  <a:lnTo>
                    <a:pt x="20909" y="12155"/>
                  </a:lnTo>
                  <a:lnTo>
                    <a:pt x="20713" y="12568"/>
                  </a:lnTo>
                  <a:lnTo>
                    <a:pt x="20485" y="12973"/>
                  </a:lnTo>
                  <a:lnTo>
                    <a:pt x="20242" y="13368"/>
                  </a:lnTo>
                  <a:lnTo>
                    <a:pt x="19967" y="13750"/>
                  </a:lnTo>
                  <a:lnTo>
                    <a:pt x="19677" y="14123"/>
                  </a:lnTo>
                  <a:lnTo>
                    <a:pt x="19355" y="14482"/>
                  </a:lnTo>
                  <a:lnTo>
                    <a:pt x="19018" y="14828"/>
                  </a:lnTo>
                  <a:lnTo>
                    <a:pt x="18665" y="15161"/>
                  </a:lnTo>
                  <a:lnTo>
                    <a:pt x="18288" y="15480"/>
                  </a:lnTo>
                  <a:lnTo>
                    <a:pt x="17895" y="15781"/>
                  </a:lnTo>
                  <a:lnTo>
                    <a:pt x="17479" y="16064"/>
                  </a:lnTo>
                  <a:lnTo>
                    <a:pt x="17048" y="16334"/>
                  </a:lnTo>
                  <a:lnTo>
                    <a:pt x="16608" y="16581"/>
                  </a:lnTo>
                  <a:lnTo>
                    <a:pt x="16145" y="16810"/>
                  </a:lnTo>
                  <a:lnTo>
                    <a:pt x="15674" y="17021"/>
                  </a:lnTo>
                  <a:lnTo>
                    <a:pt x="15195" y="17214"/>
                  </a:lnTo>
                  <a:lnTo>
                    <a:pt x="14701" y="17385"/>
                  </a:lnTo>
                  <a:lnTo>
                    <a:pt x="14199" y="17538"/>
                  </a:lnTo>
                  <a:lnTo>
                    <a:pt x="13681" y="17664"/>
                  </a:lnTo>
                  <a:lnTo>
                    <a:pt x="13163" y="17772"/>
                  </a:lnTo>
                  <a:lnTo>
                    <a:pt x="12637" y="17861"/>
                  </a:lnTo>
                  <a:lnTo>
                    <a:pt x="12111" y="17924"/>
                  </a:lnTo>
                  <a:lnTo>
                    <a:pt x="11577" y="17969"/>
                  </a:lnTo>
                  <a:lnTo>
                    <a:pt x="11043" y="17992"/>
                  </a:lnTo>
                  <a:lnTo>
                    <a:pt x="10502" y="17987"/>
                  </a:lnTo>
                  <a:lnTo>
                    <a:pt x="9968" y="17965"/>
                  </a:lnTo>
                  <a:lnTo>
                    <a:pt x="9442" y="17920"/>
                  </a:lnTo>
                  <a:lnTo>
                    <a:pt x="8908" y="17852"/>
                  </a:lnTo>
                  <a:lnTo>
                    <a:pt x="8383" y="17763"/>
                  </a:lnTo>
                  <a:lnTo>
                    <a:pt x="7865" y="17655"/>
                  </a:lnTo>
                  <a:lnTo>
                    <a:pt x="7354" y="17520"/>
                  </a:lnTo>
                  <a:lnTo>
                    <a:pt x="6852" y="17367"/>
                  </a:lnTo>
                  <a:lnTo>
                    <a:pt x="1295" y="21600"/>
                  </a:lnTo>
                  <a:lnTo>
                    <a:pt x="3375" y="15529"/>
                  </a:lnTo>
                </a:path>
              </a:pathLst>
            </a:custGeom>
            <a:solidFill>
              <a:srgbClr val="99CC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573" name="Shape 573"/>
            <p:cNvSpPr/>
            <p:nvPr/>
          </p:nvSpPr>
          <p:spPr>
            <a:xfrm>
              <a:off x="146049" y="243295"/>
              <a:ext cx="696914" cy="9532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ctr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419" dirty="0"/>
                <a:t>Tail </a:t>
              </a:r>
              <a:r>
                <a:rPr sz="1400" dirty="0" err="1"/>
                <a:t>lleg</a:t>
              </a:r>
              <a:r>
                <a:rPr lang="es-419" sz="1400" dirty="0" err="1"/>
                <a:t>ó</a:t>
              </a:r>
              <a:r>
                <a:rPr sz="1400" dirty="0"/>
                <a:t> a </a:t>
              </a:r>
              <a:r>
                <a:rPr sz="1400" dirty="0" err="1"/>
                <a:t>su</a:t>
              </a:r>
              <a:r>
                <a:rPr sz="1400" dirty="0"/>
                <a:t> l</a:t>
              </a:r>
              <a:r>
                <a:rPr lang="es-419" sz="1400" dirty="0"/>
                <a:t>í</a:t>
              </a:r>
              <a:r>
                <a:rPr sz="1400" dirty="0"/>
                <a:t>mite</a:t>
              </a:r>
            </a:p>
          </p:txBody>
        </p:sp>
      </p:grpSp>
      <p:grpSp>
        <p:nvGrpSpPr>
          <p:cNvPr id="600" name="Group 600"/>
          <p:cNvGrpSpPr/>
          <p:nvPr/>
        </p:nvGrpSpPr>
        <p:grpSpPr>
          <a:xfrm>
            <a:off x="4979987" y="3344862"/>
            <a:ext cx="2286001" cy="811624"/>
            <a:chOff x="0" y="0"/>
            <a:chExt cx="2286000" cy="811622"/>
          </a:xfrm>
        </p:grpSpPr>
        <p:grpSp>
          <p:nvGrpSpPr>
            <p:cNvPr id="579" name="Group 579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577" name="Group 577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575" name="Shape 575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576" name="Shape 576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 </a:t>
                  </a:r>
                </a:p>
              </p:txBody>
            </p:sp>
          </p:grpSp>
          <p:sp>
            <p:nvSpPr>
              <p:cNvPr id="578" name="Shape 578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584" name="Group 584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582" name="Group 582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580" name="Shape 580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581" name="Shape 581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D</a:t>
                  </a:r>
                </a:p>
              </p:txBody>
            </p:sp>
          </p:grpSp>
          <p:sp>
            <p:nvSpPr>
              <p:cNvPr id="583" name="Shape 583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589" name="Group 589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587" name="Group 587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585" name="Shape 585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586" name="Shape 586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E</a:t>
                  </a:r>
                </a:p>
              </p:txBody>
            </p:sp>
          </p:grpSp>
          <p:sp>
            <p:nvSpPr>
              <p:cNvPr id="588" name="Shape 588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594" name="Group 594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592" name="Group 592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590" name="Shape 590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591" name="Shape 591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 </a:t>
                  </a:r>
                </a:p>
              </p:txBody>
            </p:sp>
          </p:grpSp>
          <p:sp>
            <p:nvSpPr>
              <p:cNvPr id="593" name="Shape 593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599" name="Group 599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597" name="Group 597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595" name="Shape 595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596" name="Shape 596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598" name="Shape 598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sp>
        <p:nvSpPr>
          <p:cNvPr id="601" name="Shape 601"/>
          <p:cNvSpPr/>
          <p:nvPr/>
        </p:nvSpPr>
        <p:spPr>
          <a:xfrm>
            <a:off x="5276784" y="2916167"/>
            <a:ext cx="990601" cy="381000"/>
          </a:xfrm>
          <a:prstGeom prst="roundRect">
            <a:avLst>
              <a:gd name="adj" fmla="val 41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 dirty="0"/>
          </a:p>
        </p:txBody>
      </p:sp>
      <p:grpSp>
        <p:nvGrpSpPr>
          <p:cNvPr id="606" name="Group 606"/>
          <p:cNvGrpSpPr/>
          <p:nvPr/>
        </p:nvGrpSpPr>
        <p:grpSpPr>
          <a:xfrm>
            <a:off x="4446587" y="2930525"/>
            <a:ext cx="767645" cy="336550"/>
            <a:chOff x="0" y="0"/>
            <a:chExt cx="767643" cy="336550"/>
          </a:xfrm>
        </p:grpSpPr>
        <p:grpSp>
          <p:nvGrpSpPr>
            <p:cNvPr id="604" name="Group 604"/>
            <p:cNvGrpSpPr/>
            <p:nvPr/>
          </p:nvGrpSpPr>
          <p:grpSpPr>
            <a:xfrm>
              <a:off x="0" y="0"/>
              <a:ext cx="767643" cy="336550"/>
              <a:chOff x="0" y="0"/>
              <a:chExt cx="767642" cy="336550"/>
            </a:xfrm>
          </p:grpSpPr>
          <p:sp>
            <p:nvSpPr>
              <p:cNvPr id="602" name="Shape 602"/>
              <p:cNvSpPr/>
              <p:nvPr/>
            </p:nvSpPr>
            <p:spPr>
              <a:xfrm>
                <a:off x="0" y="0"/>
                <a:ext cx="757238" cy="336550"/>
              </a:xfrm>
              <a:prstGeom prst="roundRect">
                <a:avLst>
                  <a:gd name="adj" fmla="val 468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603" name="Shape 603"/>
              <p:cNvSpPr/>
              <p:nvPr/>
            </p:nvSpPr>
            <p:spPr>
              <a:xfrm>
                <a:off x="206658" y="467"/>
                <a:ext cx="560984" cy="32348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419" sz="1600" dirty="0"/>
                  <a:t>Head</a:t>
                </a:r>
                <a:endParaRPr sz="1600" dirty="0"/>
              </a:p>
            </p:txBody>
          </p:sp>
        </p:grpSp>
        <p:sp>
          <p:nvSpPr>
            <p:cNvPr id="605" name="Shape 605"/>
            <p:cNvSpPr/>
            <p:nvPr/>
          </p:nvSpPr>
          <p:spPr>
            <a:xfrm>
              <a:off x="761999" y="76199"/>
              <a:ext cx="1589" cy="2286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</p:grpSp>
      <p:sp>
        <p:nvSpPr>
          <p:cNvPr id="607" name="Shape 607"/>
          <p:cNvSpPr/>
          <p:nvPr/>
        </p:nvSpPr>
        <p:spPr>
          <a:xfrm>
            <a:off x="6524755" y="2876550"/>
            <a:ext cx="990601" cy="381000"/>
          </a:xfrm>
          <a:prstGeom prst="roundRect">
            <a:avLst>
              <a:gd name="adj" fmla="val 41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612" name="Group 612"/>
          <p:cNvGrpSpPr/>
          <p:nvPr/>
        </p:nvGrpSpPr>
        <p:grpSpPr>
          <a:xfrm>
            <a:off x="6024637" y="2944443"/>
            <a:ext cx="698168" cy="352975"/>
            <a:chOff x="-20303" y="0"/>
            <a:chExt cx="698167" cy="352975"/>
          </a:xfrm>
        </p:grpSpPr>
        <p:sp>
          <p:nvSpPr>
            <p:cNvPr id="608" name="Shape 608"/>
            <p:cNvSpPr/>
            <p:nvPr/>
          </p:nvSpPr>
          <p:spPr>
            <a:xfrm>
              <a:off x="-1" y="76199"/>
              <a:ext cx="1589" cy="2286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611" name="Group 611"/>
            <p:cNvGrpSpPr/>
            <p:nvPr/>
          </p:nvGrpSpPr>
          <p:grpSpPr>
            <a:xfrm>
              <a:off x="-20303" y="0"/>
              <a:ext cx="698167" cy="352975"/>
              <a:chOff x="-96503" y="0"/>
              <a:chExt cx="698166" cy="352975"/>
            </a:xfrm>
          </p:grpSpPr>
          <p:sp>
            <p:nvSpPr>
              <p:cNvPr id="609" name="Shape 609"/>
              <p:cNvSpPr/>
              <p:nvPr/>
            </p:nvSpPr>
            <p:spPr>
              <a:xfrm>
                <a:off x="0" y="0"/>
                <a:ext cx="601663" cy="336550"/>
              </a:xfrm>
              <a:prstGeom prst="roundRect">
                <a:avLst>
                  <a:gd name="adj" fmla="val 468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610" name="Shape 610"/>
              <p:cNvSpPr/>
              <p:nvPr/>
            </p:nvSpPr>
            <p:spPr>
              <a:xfrm>
                <a:off x="-96503" y="828"/>
                <a:ext cx="431463" cy="3521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419" dirty="0"/>
                  <a:t>Tail</a:t>
                </a:r>
                <a:endParaRPr sz="1600" dirty="0"/>
              </a:p>
            </p:txBody>
          </p:sp>
        </p:grpSp>
      </p:grpSp>
      <p:grpSp>
        <p:nvGrpSpPr>
          <p:cNvPr id="638" name="Group 638"/>
          <p:cNvGrpSpPr/>
          <p:nvPr/>
        </p:nvGrpSpPr>
        <p:grpSpPr>
          <a:xfrm>
            <a:off x="788987" y="3311524"/>
            <a:ext cx="2286001" cy="811624"/>
            <a:chOff x="0" y="0"/>
            <a:chExt cx="2286000" cy="811622"/>
          </a:xfrm>
        </p:grpSpPr>
        <p:grpSp>
          <p:nvGrpSpPr>
            <p:cNvPr id="617" name="Group 617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615" name="Group 615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613" name="Shape 613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614" name="Shape 614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 </a:t>
                  </a:r>
                </a:p>
              </p:txBody>
            </p:sp>
          </p:grpSp>
          <p:sp>
            <p:nvSpPr>
              <p:cNvPr id="616" name="Shape 616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622" name="Group 622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620" name="Group 620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618" name="Shape 618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619" name="Shape 619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D</a:t>
                  </a:r>
                </a:p>
              </p:txBody>
            </p:sp>
          </p:grpSp>
          <p:sp>
            <p:nvSpPr>
              <p:cNvPr id="621" name="Shape 621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627" name="Group 627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625" name="Group 625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623" name="Shape 623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624" name="Shape 624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626" name="Shape 626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632" name="Group 632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630" name="Group 630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628" name="Shape 628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629" name="Shape 629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 </a:t>
                  </a:r>
                </a:p>
              </p:txBody>
            </p:sp>
          </p:grpSp>
          <p:sp>
            <p:nvSpPr>
              <p:cNvPr id="631" name="Shape 631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637" name="Group 637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635" name="Group 635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633" name="Shape 633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634" name="Shape 634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636" name="Shape 636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grpSp>
        <p:nvGrpSpPr>
          <p:cNvPr id="650" name="Group 650"/>
          <p:cNvGrpSpPr/>
          <p:nvPr/>
        </p:nvGrpSpPr>
        <p:grpSpPr>
          <a:xfrm>
            <a:off x="3227387" y="3006725"/>
            <a:ext cx="1371245" cy="991829"/>
            <a:chOff x="0" y="0"/>
            <a:chExt cx="1371243" cy="991828"/>
          </a:xfrm>
        </p:grpSpPr>
        <p:grpSp>
          <p:nvGrpSpPr>
            <p:cNvPr id="648" name="Group 648"/>
            <p:cNvGrpSpPr/>
            <p:nvPr/>
          </p:nvGrpSpPr>
          <p:grpSpPr>
            <a:xfrm>
              <a:off x="0" y="0"/>
              <a:ext cx="1371243" cy="991828"/>
              <a:chOff x="0" y="0"/>
              <a:chExt cx="1371242" cy="991827"/>
            </a:xfrm>
          </p:grpSpPr>
          <p:sp>
            <p:nvSpPr>
              <p:cNvPr id="645" name="Shape 645"/>
              <p:cNvSpPr/>
              <p:nvPr/>
            </p:nvSpPr>
            <p:spPr>
              <a:xfrm>
                <a:off x="0" y="0"/>
                <a:ext cx="1158515" cy="9918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6171"/>
                    </a:moveTo>
                    <a:lnTo>
                      <a:pt x="3660" y="16171"/>
                    </a:lnTo>
                    <a:lnTo>
                      <a:pt x="3660" y="21600"/>
                    </a:lnTo>
                    <a:lnTo>
                      <a:pt x="0" y="10804"/>
                    </a:lnTo>
                    <a:lnTo>
                      <a:pt x="3660" y="0"/>
                    </a:lnTo>
                    <a:lnTo>
                      <a:pt x="3660" y="5437"/>
                    </a:lnTo>
                    <a:lnTo>
                      <a:pt x="21600" y="5437"/>
                    </a:lnTo>
                    <a:lnTo>
                      <a:pt x="21600" y="16171"/>
                    </a:lnTo>
                  </a:path>
                </a:pathLst>
              </a:custGeom>
              <a:solidFill>
                <a:srgbClr val="99CC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646" name="Shape 646"/>
              <p:cNvSpPr/>
              <p:nvPr/>
            </p:nvSpPr>
            <p:spPr>
              <a:xfrm>
                <a:off x="1328737" y="249237"/>
                <a:ext cx="42506" cy="491767"/>
              </a:xfrm>
              <a:prstGeom prst="rect">
                <a:avLst/>
              </a:prstGeom>
              <a:solidFill>
                <a:srgbClr val="99CC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647" name="Shape 647"/>
              <p:cNvSpPr/>
              <p:nvPr/>
            </p:nvSpPr>
            <p:spPr>
              <a:xfrm>
                <a:off x="1200150" y="249237"/>
                <a:ext cx="85367" cy="491767"/>
              </a:xfrm>
              <a:prstGeom prst="rect">
                <a:avLst/>
              </a:prstGeom>
              <a:solidFill>
                <a:srgbClr val="99CC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</p:grpSp>
        <p:sp>
          <p:nvSpPr>
            <p:cNvPr id="649" name="Shape 649"/>
            <p:cNvSpPr/>
            <p:nvPr/>
          </p:nvSpPr>
          <p:spPr>
            <a:xfrm>
              <a:off x="214768" y="315603"/>
              <a:ext cx="1059539" cy="3593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ctr">
              <a:spAutoFit/>
            </a:bodyPr>
            <a:lstStyle/>
            <a:p>
              <a:pPr lvl="0" algn="ctr">
                <a:lnSpc>
                  <a:spcPct val="60000"/>
                </a:lnSpc>
                <a:spcBef>
                  <a:spcPts val="6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lang="es-419" sz="1000" dirty="0" err="1">
                  <a:latin typeface="Tahoma"/>
                  <a:ea typeface="Tahoma"/>
                  <a:cs typeface="Tahoma"/>
                  <a:sym typeface="Tahoma"/>
                </a:rPr>
                <a:t>poll</a:t>
              </a:r>
              <a:r>
                <a:rPr sz="1000" dirty="0">
                  <a:latin typeface="Tahoma"/>
                  <a:ea typeface="Tahoma"/>
                  <a:cs typeface="Tahoma"/>
                  <a:sym typeface="Tahoma"/>
                </a:rPr>
                <a:t>();</a:t>
              </a:r>
            </a:p>
            <a:p>
              <a:pPr lvl="0" algn="ctr">
                <a:lnSpc>
                  <a:spcPct val="60000"/>
                </a:lnSpc>
                <a:spcBef>
                  <a:spcPts val="6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lang="es-419" sz="1000" dirty="0">
                  <a:latin typeface="Tahoma"/>
                  <a:ea typeface="Tahoma"/>
                  <a:cs typeface="Tahoma"/>
                  <a:sym typeface="Tahoma"/>
                </a:rPr>
                <a:t>p</a:t>
              </a:r>
              <a:r>
                <a:rPr sz="1000" dirty="0" err="1">
                  <a:latin typeface="Tahoma"/>
                  <a:ea typeface="Tahoma"/>
                  <a:cs typeface="Tahoma"/>
                  <a:sym typeface="Tahoma"/>
                </a:rPr>
                <a:t>ol</a:t>
              </a:r>
              <a:r>
                <a:rPr lang="es-419" sz="1000" dirty="0">
                  <a:latin typeface="Tahoma"/>
                  <a:ea typeface="Tahoma"/>
                  <a:cs typeface="Tahoma"/>
                  <a:sym typeface="Tahoma"/>
                </a:rPr>
                <a:t>l</a:t>
              </a:r>
              <a:r>
                <a:rPr sz="1000" dirty="0">
                  <a:latin typeface="Tahoma"/>
                  <a:ea typeface="Tahoma"/>
                  <a:cs typeface="Tahoma"/>
                  <a:sym typeface="Tahoma"/>
                </a:rPr>
                <a:t>();</a:t>
              </a:r>
            </a:p>
          </p:txBody>
        </p:sp>
      </p:grpSp>
      <p:grpSp>
        <p:nvGrpSpPr>
          <p:cNvPr id="656" name="Group 656"/>
          <p:cNvGrpSpPr/>
          <p:nvPr/>
        </p:nvGrpSpPr>
        <p:grpSpPr>
          <a:xfrm>
            <a:off x="7440612" y="2933700"/>
            <a:ext cx="1523644" cy="1142642"/>
            <a:chOff x="0" y="0"/>
            <a:chExt cx="1523642" cy="1142641"/>
          </a:xfrm>
        </p:grpSpPr>
        <p:grpSp>
          <p:nvGrpSpPr>
            <p:cNvPr id="654" name="Group 654"/>
            <p:cNvGrpSpPr/>
            <p:nvPr/>
          </p:nvGrpSpPr>
          <p:grpSpPr>
            <a:xfrm>
              <a:off x="0" y="0"/>
              <a:ext cx="1523642" cy="1142641"/>
              <a:chOff x="0" y="0"/>
              <a:chExt cx="1523641" cy="1142640"/>
            </a:xfrm>
          </p:grpSpPr>
          <p:sp>
            <p:nvSpPr>
              <p:cNvPr id="651" name="Shape 651"/>
              <p:cNvSpPr/>
              <p:nvPr/>
            </p:nvSpPr>
            <p:spPr>
              <a:xfrm>
                <a:off x="0" y="0"/>
                <a:ext cx="1285516" cy="11426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8750"/>
                    </a:moveTo>
                    <a:lnTo>
                      <a:pt x="3881" y="18750"/>
                    </a:lnTo>
                    <a:lnTo>
                      <a:pt x="3881" y="21600"/>
                    </a:lnTo>
                    <a:lnTo>
                      <a:pt x="0" y="10800"/>
                    </a:lnTo>
                    <a:lnTo>
                      <a:pt x="3881" y="0"/>
                    </a:lnTo>
                    <a:lnTo>
                      <a:pt x="3881" y="2856"/>
                    </a:lnTo>
                    <a:lnTo>
                      <a:pt x="21600" y="2856"/>
                    </a:lnTo>
                    <a:lnTo>
                      <a:pt x="21600" y="18750"/>
                    </a:lnTo>
                  </a:path>
                </a:pathLst>
              </a:custGeom>
              <a:solidFill>
                <a:srgbClr val="99CC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652" name="Shape 652"/>
              <p:cNvSpPr/>
              <p:nvPr/>
            </p:nvSpPr>
            <p:spPr>
              <a:xfrm>
                <a:off x="1476375" y="150812"/>
                <a:ext cx="47267" cy="841016"/>
              </a:xfrm>
              <a:prstGeom prst="rect">
                <a:avLst/>
              </a:prstGeom>
              <a:solidFill>
                <a:srgbClr val="99CC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653" name="Shape 653"/>
              <p:cNvSpPr/>
              <p:nvPr/>
            </p:nvSpPr>
            <p:spPr>
              <a:xfrm>
                <a:off x="1333500" y="150812"/>
                <a:ext cx="94892" cy="841016"/>
              </a:xfrm>
              <a:prstGeom prst="rect">
                <a:avLst/>
              </a:prstGeom>
              <a:solidFill>
                <a:srgbClr val="99CC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</p:grpSp>
        <p:sp>
          <p:nvSpPr>
            <p:cNvPr id="655" name="Shape 655"/>
            <p:cNvSpPr/>
            <p:nvPr/>
          </p:nvSpPr>
          <p:spPr>
            <a:xfrm>
              <a:off x="238592" y="222527"/>
              <a:ext cx="1115079" cy="6979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ctr">
              <a:spAutoFit/>
            </a:bodyPr>
            <a:lstStyle/>
            <a:p>
              <a:pPr lvl="0" algn="ctr">
                <a:lnSpc>
                  <a:spcPct val="60000"/>
                </a:lnSpc>
                <a:spcBef>
                  <a:spcPts val="6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lang="es-419" sz="1000" dirty="0" err="1">
                  <a:latin typeface="Tahoma"/>
                  <a:ea typeface="Tahoma"/>
                  <a:cs typeface="Tahoma"/>
                  <a:sym typeface="Tahoma"/>
                </a:rPr>
                <a:t>offer</a:t>
              </a:r>
              <a:r>
                <a:rPr sz="1000" dirty="0">
                  <a:latin typeface="Tahoma"/>
                  <a:ea typeface="Tahoma"/>
                  <a:cs typeface="Tahoma"/>
                  <a:sym typeface="Tahoma"/>
                </a:rPr>
                <a:t>(’D’);</a:t>
              </a:r>
            </a:p>
            <a:p>
              <a:pPr lvl="0" algn="ctr">
                <a:lnSpc>
                  <a:spcPct val="60000"/>
                </a:lnSpc>
                <a:spcBef>
                  <a:spcPts val="6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lang="es-419" sz="1000" dirty="0" err="1">
                  <a:latin typeface="Tahoma"/>
                  <a:ea typeface="Tahoma"/>
                  <a:cs typeface="Tahoma"/>
                  <a:sym typeface="Tahoma"/>
                </a:rPr>
                <a:t>poll</a:t>
              </a:r>
              <a:r>
                <a:rPr sz="1000" dirty="0">
                  <a:latin typeface="Tahoma"/>
                  <a:ea typeface="Tahoma"/>
                  <a:cs typeface="Tahoma"/>
                  <a:sym typeface="Tahoma"/>
                </a:rPr>
                <a:t>();</a:t>
              </a:r>
            </a:p>
            <a:p>
              <a:pPr lvl="0" algn="ctr">
                <a:lnSpc>
                  <a:spcPct val="60000"/>
                </a:lnSpc>
                <a:spcBef>
                  <a:spcPts val="6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lang="es-419" sz="1000" dirty="0" err="1">
                  <a:latin typeface="Tahoma"/>
                  <a:ea typeface="Tahoma"/>
                  <a:cs typeface="Tahoma"/>
                  <a:sym typeface="Tahoma"/>
                </a:rPr>
                <a:t>poll</a:t>
              </a:r>
              <a:r>
                <a:rPr sz="1000" dirty="0">
                  <a:latin typeface="Tahoma"/>
                  <a:ea typeface="Tahoma"/>
                  <a:cs typeface="Tahoma"/>
                  <a:sym typeface="Tahoma"/>
                </a:rPr>
                <a:t>();</a:t>
              </a:r>
            </a:p>
            <a:p>
              <a:pPr lvl="0" algn="ctr">
                <a:lnSpc>
                  <a:spcPct val="60000"/>
                </a:lnSpc>
                <a:spcBef>
                  <a:spcPts val="6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lang="es-419" sz="1000" dirty="0" err="1">
                  <a:latin typeface="Tahoma"/>
                  <a:ea typeface="Tahoma"/>
                  <a:cs typeface="Tahoma"/>
                  <a:sym typeface="Tahoma"/>
                </a:rPr>
                <a:t>offer</a:t>
              </a:r>
              <a:r>
                <a:rPr sz="1000" dirty="0">
                  <a:latin typeface="Tahoma"/>
                  <a:ea typeface="Tahoma"/>
                  <a:cs typeface="Tahoma"/>
                  <a:sym typeface="Tahoma"/>
                </a:rPr>
                <a:t>(’E’);</a:t>
              </a: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B6D717D6-9D9F-4173-9DF3-596285790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COMO RESOLVER EL PROBLEMA</a:t>
            </a:r>
          </a:p>
        </p:txBody>
      </p:sp>
      <p:sp>
        <p:nvSpPr>
          <p:cNvPr id="408" name="Shape 408"/>
          <p:cNvSpPr/>
          <p:nvPr/>
        </p:nvSpPr>
        <p:spPr>
          <a:xfrm>
            <a:off x="2312987" y="2854325"/>
            <a:ext cx="990601" cy="381000"/>
          </a:xfrm>
          <a:prstGeom prst="roundRect">
            <a:avLst>
              <a:gd name="adj" fmla="val 41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sp>
        <p:nvSpPr>
          <p:cNvPr id="639" name="Shape 639"/>
          <p:cNvSpPr/>
          <p:nvPr/>
        </p:nvSpPr>
        <p:spPr>
          <a:xfrm>
            <a:off x="1703387" y="2930525"/>
            <a:ext cx="990601" cy="381000"/>
          </a:xfrm>
          <a:prstGeom prst="roundRect">
            <a:avLst>
              <a:gd name="adj" fmla="val 41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 dirty="0"/>
          </a:p>
        </p:txBody>
      </p:sp>
      <p:grpSp>
        <p:nvGrpSpPr>
          <p:cNvPr id="644" name="Group 644"/>
          <p:cNvGrpSpPr/>
          <p:nvPr/>
        </p:nvGrpSpPr>
        <p:grpSpPr>
          <a:xfrm>
            <a:off x="1474786" y="2930525"/>
            <a:ext cx="677866" cy="336550"/>
            <a:chOff x="-1" y="0"/>
            <a:chExt cx="677865" cy="336550"/>
          </a:xfrm>
        </p:grpSpPr>
        <p:sp>
          <p:nvSpPr>
            <p:cNvPr id="640" name="Shape 640"/>
            <p:cNvSpPr/>
            <p:nvPr/>
          </p:nvSpPr>
          <p:spPr>
            <a:xfrm>
              <a:off x="-1" y="76199"/>
              <a:ext cx="1589" cy="2286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643" name="Group 643"/>
            <p:cNvGrpSpPr/>
            <p:nvPr/>
          </p:nvGrpSpPr>
          <p:grpSpPr>
            <a:xfrm>
              <a:off x="76200" y="0"/>
              <a:ext cx="601664" cy="336550"/>
              <a:chOff x="0" y="0"/>
              <a:chExt cx="601663" cy="336550"/>
            </a:xfrm>
          </p:grpSpPr>
          <p:sp>
            <p:nvSpPr>
              <p:cNvPr id="641" name="Shape 641"/>
              <p:cNvSpPr/>
              <p:nvPr/>
            </p:nvSpPr>
            <p:spPr>
              <a:xfrm>
                <a:off x="0" y="0"/>
                <a:ext cx="601663" cy="336550"/>
              </a:xfrm>
              <a:prstGeom prst="roundRect">
                <a:avLst>
                  <a:gd name="adj" fmla="val 468"/>
                </a:avLst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642" name="Shape 642"/>
              <p:cNvSpPr/>
              <p:nvPr/>
            </p:nvSpPr>
            <p:spPr>
              <a:xfrm>
                <a:off x="467" y="467"/>
                <a:ext cx="392541" cy="32348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0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6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419" sz="1600" dirty="0"/>
                  <a:t>Tail</a:t>
                </a:r>
                <a:endParaRPr sz="1600" dirty="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7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4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4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6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0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7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1" fill="hold"/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5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1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6" fill="hold"/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0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6" fill="hold"/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1" fill="hold"/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2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6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0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6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" grpId="0" uiExpand="1" build="p" animBg="1" advAuto="0"/>
      <p:bldP spid="342" grpId="0" animBg="1" advAuto="0"/>
      <p:bldP spid="345" grpId="0" animBg="1" advAuto="0"/>
      <p:bldP spid="371" grpId="0" animBg="1" advAuto="0"/>
      <p:bldP spid="397" grpId="0" animBg="1" advAuto="0"/>
      <p:bldP spid="402" grpId="0" animBg="1" advAuto="0"/>
      <p:bldP spid="407" grpId="0" animBg="1" advAuto="0"/>
      <p:bldP spid="413" grpId="0" animBg="1" advAuto="0"/>
      <p:bldP spid="439" grpId="0" animBg="1" advAuto="0"/>
      <p:bldP spid="444" grpId="0" animBg="1" advAuto="0"/>
      <p:bldP spid="449" grpId="0" animBg="1" advAuto="0"/>
      <p:bldP spid="475" grpId="0" animBg="1" advAuto="0"/>
      <p:bldP spid="476" grpId="0" animBg="1" advAuto="0"/>
      <p:bldP spid="481" grpId="0" animBg="1" advAuto="0"/>
      <p:bldP spid="507" grpId="0" animBg="1" advAuto="0"/>
      <p:bldP spid="508" grpId="0" animBg="1" advAuto="0"/>
      <p:bldP spid="513" grpId="0" animBg="1" advAuto="0"/>
      <p:bldP spid="535" grpId="0" animBg="1" advAuto="0"/>
      <p:bldP spid="536" grpId="0" animBg="1" advAuto="0"/>
      <p:bldP spid="541" grpId="0" animBg="1" advAuto="0"/>
      <p:bldP spid="565" grpId="0" animBg="1" advAuto="0"/>
      <p:bldP spid="566" grpId="0" animBg="1" advAuto="0"/>
      <p:bldP spid="571" grpId="0" animBg="1" advAuto="0"/>
      <p:bldP spid="574" grpId="0" animBg="1" advAuto="0"/>
      <p:bldP spid="600" grpId="0" animBg="1" advAuto="0"/>
      <p:bldP spid="601" grpId="0" animBg="1" advAuto="0"/>
      <p:bldP spid="606" grpId="0" animBg="1" advAuto="0"/>
      <p:bldP spid="607" grpId="0" animBg="1" advAuto="0"/>
      <p:bldP spid="612" grpId="0" animBg="1" advAuto="0"/>
      <p:bldP spid="638" grpId="0" animBg="1" advAuto="0"/>
      <p:bldP spid="650" grpId="0" animBg="1" advAuto="0"/>
      <p:bldP spid="656" grpId="0" animBg="1" advAuto="0"/>
      <p:bldP spid="408" grpId="0" animBg="1" advAuto="0"/>
      <p:bldP spid="639" grpId="0" animBg="1" advAuto="0"/>
      <p:bldP spid="644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Shape 659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191988" lvl="0" indent="-191988">
              <a:lnSpc>
                <a:spcPct val="93000"/>
              </a:lnSpc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Sin embargo, </a:t>
            </a:r>
            <a:r>
              <a:rPr dirty="0" err="1">
                <a:solidFill>
                  <a:srgbClr val="002850"/>
                </a:solidFill>
              </a:rPr>
              <a:t>ninguna</a:t>
            </a:r>
            <a:r>
              <a:rPr dirty="0">
                <a:solidFill>
                  <a:srgbClr val="002850"/>
                </a:solidFill>
              </a:rPr>
              <a:t> de las </a:t>
            </a:r>
            <a:r>
              <a:rPr dirty="0" err="1">
                <a:solidFill>
                  <a:srgbClr val="002850"/>
                </a:solidFill>
              </a:rPr>
              <a:t>anteriores</a:t>
            </a:r>
            <a:r>
              <a:rPr dirty="0">
                <a:solidFill>
                  <a:srgbClr val="002850"/>
                </a:solidFill>
              </a:rPr>
              <a:t> es la ideal</a:t>
            </a:r>
          </a:p>
          <a:p>
            <a:pPr marL="191988" lvl="0" indent="-191988"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Si una cola </a:t>
            </a:r>
            <a:r>
              <a:rPr dirty="0" err="1">
                <a:solidFill>
                  <a:srgbClr val="002850"/>
                </a:solidFill>
              </a:rPr>
              <a:t>tiene</a:t>
            </a:r>
            <a:r>
              <a:rPr dirty="0">
                <a:solidFill>
                  <a:srgbClr val="002850"/>
                </a:solidFill>
              </a:rPr>
              <a:t> 1000 </a:t>
            </a:r>
            <a:r>
              <a:rPr dirty="0" err="1">
                <a:solidFill>
                  <a:srgbClr val="002850"/>
                </a:solidFill>
              </a:rPr>
              <a:t>elementos</a:t>
            </a:r>
            <a:r>
              <a:rPr dirty="0">
                <a:solidFill>
                  <a:srgbClr val="002850"/>
                </a:solidFill>
              </a:rPr>
              <a:t>, y uno se </a:t>
            </a:r>
            <a:r>
              <a:rPr dirty="0" err="1">
                <a:solidFill>
                  <a:srgbClr val="002850"/>
                </a:solidFill>
              </a:rPr>
              <a:t>DesEnCola</a:t>
            </a:r>
            <a:endParaRPr dirty="0">
              <a:solidFill>
                <a:srgbClr val="002850"/>
              </a:solidFill>
            </a:endParaRPr>
          </a:p>
          <a:p>
            <a:pPr marL="619578" lvl="1" indent="-162378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002850"/>
                </a:solidFill>
              </a:rPr>
              <a:t>Hay que mover 999 </a:t>
            </a:r>
            <a:r>
              <a:rPr sz="1600" dirty="0" err="1">
                <a:solidFill>
                  <a:srgbClr val="002850"/>
                </a:solidFill>
              </a:rPr>
              <a:t>elementos</a:t>
            </a:r>
            <a:endParaRPr sz="1600" dirty="0">
              <a:solidFill>
                <a:srgbClr val="002850"/>
              </a:solidFill>
            </a:endParaRPr>
          </a:p>
          <a:p>
            <a:pPr marL="619578" lvl="1" indent="-162378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002850"/>
                </a:solidFill>
              </a:rPr>
              <a:t>Es </a:t>
            </a:r>
            <a:r>
              <a:rPr sz="1600" dirty="0" err="1">
                <a:solidFill>
                  <a:srgbClr val="002850"/>
                </a:solidFill>
              </a:rPr>
              <a:t>muy</a:t>
            </a:r>
            <a:r>
              <a:rPr sz="1600" dirty="0">
                <a:solidFill>
                  <a:srgbClr val="002850"/>
                </a:solidFill>
              </a:rPr>
              <a:t> poco </a:t>
            </a:r>
            <a:r>
              <a:rPr sz="1600" dirty="0" err="1">
                <a:solidFill>
                  <a:srgbClr val="002850"/>
                </a:solidFill>
              </a:rPr>
              <a:t>eficiente</a:t>
            </a:r>
            <a:endParaRPr sz="1600" dirty="0">
              <a:solidFill>
                <a:srgbClr val="002850"/>
              </a:solidFill>
            </a:endParaRPr>
          </a:p>
          <a:p>
            <a:pPr marL="191988" lvl="0" indent="-191988"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El </a:t>
            </a:r>
            <a:r>
              <a:rPr dirty="0" err="1">
                <a:solidFill>
                  <a:srgbClr val="002850"/>
                </a:solidFill>
              </a:rPr>
              <a:t>problema</a:t>
            </a:r>
            <a:r>
              <a:rPr dirty="0">
                <a:solidFill>
                  <a:srgbClr val="002850"/>
                </a:solidFill>
              </a:rPr>
              <a:t> del primer </a:t>
            </a:r>
            <a:r>
              <a:rPr dirty="0" err="1">
                <a:solidFill>
                  <a:srgbClr val="002850"/>
                </a:solidFill>
              </a:rPr>
              <a:t>enfoque</a:t>
            </a:r>
            <a:r>
              <a:rPr dirty="0">
                <a:solidFill>
                  <a:srgbClr val="002850"/>
                </a:solidFill>
              </a:rPr>
              <a:t> que </a:t>
            </a:r>
            <a:r>
              <a:rPr dirty="0" err="1">
                <a:solidFill>
                  <a:srgbClr val="002850"/>
                </a:solidFill>
              </a:rPr>
              <a:t>revisamos</a:t>
            </a:r>
            <a:r>
              <a:rPr dirty="0">
                <a:solidFill>
                  <a:srgbClr val="002850"/>
                </a:solidFill>
              </a:rPr>
              <a:t> era que</a:t>
            </a:r>
          </a:p>
          <a:p>
            <a:pPr marL="619578" lvl="1" indent="-162378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 err="1">
                <a:solidFill>
                  <a:srgbClr val="002850"/>
                </a:solidFill>
              </a:rPr>
              <a:t>Cuando</a:t>
            </a:r>
            <a:r>
              <a:rPr sz="1600" dirty="0">
                <a:solidFill>
                  <a:srgbClr val="002850"/>
                </a:solidFill>
              </a:rPr>
              <a:t> el Final </a:t>
            </a:r>
            <a:r>
              <a:rPr sz="1600" dirty="0" err="1">
                <a:solidFill>
                  <a:srgbClr val="002850"/>
                </a:solidFill>
              </a:rPr>
              <a:t>llegaba</a:t>
            </a:r>
            <a:r>
              <a:rPr sz="1600" dirty="0">
                <a:solidFill>
                  <a:srgbClr val="002850"/>
                </a:solidFill>
              </a:rPr>
              <a:t> al </a:t>
            </a:r>
            <a:r>
              <a:rPr sz="1600" dirty="0" err="1">
                <a:solidFill>
                  <a:srgbClr val="002850"/>
                </a:solidFill>
              </a:rPr>
              <a:t>limite</a:t>
            </a:r>
            <a:r>
              <a:rPr sz="1600" dirty="0">
                <a:solidFill>
                  <a:srgbClr val="002850"/>
                </a:solidFill>
              </a:rPr>
              <a:t>, no se </a:t>
            </a:r>
            <a:r>
              <a:rPr sz="1600" dirty="0" err="1">
                <a:solidFill>
                  <a:srgbClr val="002850"/>
                </a:solidFill>
              </a:rPr>
              <a:t>podía</a:t>
            </a:r>
            <a:r>
              <a:rPr sz="1600" dirty="0">
                <a:solidFill>
                  <a:srgbClr val="002850"/>
                </a:solidFill>
              </a:rPr>
              <a:t> </a:t>
            </a:r>
            <a:r>
              <a:rPr sz="1600" dirty="0" err="1">
                <a:solidFill>
                  <a:srgbClr val="002850"/>
                </a:solidFill>
              </a:rPr>
              <a:t>seguir</a:t>
            </a:r>
            <a:r>
              <a:rPr sz="1600" dirty="0">
                <a:solidFill>
                  <a:srgbClr val="002850"/>
                </a:solidFill>
              </a:rPr>
              <a:t> </a:t>
            </a:r>
            <a:r>
              <a:rPr sz="1600" dirty="0" err="1">
                <a:solidFill>
                  <a:srgbClr val="002850"/>
                </a:solidFill>
              </a:rPr>
              <a:t>avanzando</a:t>
            </a:r>
            <a:r>
              <a:rPr sz="1600" dirty="0">
                <a:solidFill>
                  <a:srgbClr val="002850"/>
                </a:solidFill>
              </a:rPr>
              <a:t> y</a:t>
            </a:r>
          </a:p>
          <a:p>
            <a:pPr marL="619578" lvl="1" indent="-162378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002850"/>
                </a:solidFill>
              </a:rPr>
              <a:t>La Cola </a:t>
            </a:r>
            <a:r>
              <a:rPr sz="1600" dirty="0" err="1">
                <a:solidFill>
                  <a:srgbClr val="002850"/>
                </a:solidFill>
              </a:rPr>
              <a:t>aparecía</a:t>
            </a:r>
            <a:r>
              <a:rPr sz="1600" dirty="0">
                <a:solidFill>
                  <a:srgbClr val="002850"/>
                </a:solidFill>
              </a:rPr>
              <a:t> </a:t>
            </a:r>
            <a:r>
              <a:rPr sz="1600" dirty="0" err="1">
                <a:solidFill>
                  <a:srgbClr val="002850"/>
                </a:solidFill>
              </a:rPr>
              <a:t>llena</a:t>
            </a:r>
            <a:r>
              <a:rPr sz="1600" dirty="0">
                <a:solidFill>
                  <a:srgbClr val="002850"/>
                </a:solidFill>
              </a:rPr>
              <a:t> y </a:t>
            </a:r>
            <a:r>
              <a:rPr sz="1600" dirty="0" err="1">
                <a:solidFill>
                  <a:srgbClr val="002850"/>
                </a:solidFill>
              </a:rPr>
              <a:t>esto</a:t>
            </a:r>
            <a:r>
              <a:rPr sz="1600" dirty="0">
                <a:solidFill>
                  <a:srgbClr val="002850"/>
                </a:solidFill>
              </a:rPr>
              <a:t> no </a:t>
            </a:r>
            <a:r>
              <a:rPr sz="1600" dirty="0" err="1">
                <a:solidFill>
                  <a:srgbClr val="002850"/>
                </a:solidFill>
              </a:rPr>
              <a:t>necesariamente</a:t>
            </a:r>
            <a:r>
              <a:rPr sz="1600" dirty="0">
                <a:solidFill>
                  <a:srgbClr val="002850"/>
                </a:solidFill>
              </a:rPr>
              <a:t> era </a:t>
            </a:r>
            <a:r>
              <a:rPr sz="1600" dirty="0" err="1">
                <a:solidFill>
                  <a:srgbClr val="002850"/>
                </a:solidFill>
              </a:rPr>
              <a:t>verdadero</a:t>
            </a:r>
            <a:endParaRPr sz="1600" dirty="0">
              <a:solidFill>
                <a:srgbClr val="002850"/>
              </a:solidFill>
            </a:endParaRPr>
          </a:p>
          <a:p>
            <a:pPr marL="191988" lvl="0" indent="-191988"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Imaginemos</a:t>
            </a:r>
            <a:r>
              <a:rPr dirty="0">
                <a:solidFill>
                  <a:srgbClr val="002850"/>
                </a:solidFill>
              </a:rPr>
              <a:t> un </a:t>
            </a:r>
            <a:r>
              <a:rPr dirty="0" err="1">
                <a:solidFill>
                  <a:srgbClr val="002850"/>
                </a:solidFill>
              </a:rPr>
              <a:t>arreglo</a:t>
            </a:r>
            <a:r>
              <a:rPr dirty="0">
                <a:solidFill>
                  <a:srgbClr val="002850"/>
                </a:solidFill>
              </a:rPr>
              <a:t> sin ese </a:t>
            </a:r>
            <a:r>
              <a:rPr dirty="0" err="1">
                <a:solidFill>
                  <a:srgbClr val="002850"/>
                </a:solidFill>
              </a:rPr>
              <a:t>problema</a:t>
            </a:r>
            <a:endParaRPr dirty="0">
              <a:solidFill>
                <a:srgbClr val="002850"/>
              </a:solidFill>
            </a:endParaRPr>
          </a:p>
          <a:p>
            <a:pPr marL="619578" lvl="1" indent="-162378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002850"/>
                </a:solidFill>
              </a:rPr>
              <a:t>Al </a:t>
            </a:r>
            <a:r>
              <a:rPr sz="1600" dirty="0" err="1">
                <a:solidFill>
                  <a:srgbClr val="002850"/>
                </a:solidFill>
              </a:rPr>
              <a:t>recorrer</a:t>
            </a:r>
            <a:r>
              <a:rPr sz="1600" dirty="0">
                <a:solidFill>
                  <a:srgbClr val="002850"/>
                </a:solidFill>
              </a:rPr>
              <a:t> </a:t>
            </a:r>
            <a:r>
              <a:rPr sz="1600" dirty="0" err="1">
                <a:solidFill>
                  <a:srgbClr val="002850"/>
                </a:solidFill>
              </a:rPr>
              <a:t>todo</a:t>
            </a:r>
            <a:r>
              <a:rPr sz="1600" dirty="0">
                <a:solidFill>
                  <a:srgbClr val="002850"/>
                </a:solidFill>
              </a:rPr>
              <a:t> </a:t>
            </a:r>
            <a:r>
              <a:rPr sz="1600" dirty="0" err="1">
                <a:solidFill>
                  <a:srgbClr val="002850"/>
                </a:solidFill>
              </a:rPr>
              <a:t>arreglo</a:t>
            </a:r>
            <a:r>
              <a:rPr sz="1600" dirty="0">
                <a:solidFill>
                  <a:srgbClr val="002850"/>
                </a:solidFill>
              </a:rPr>
              <a:t>, se </a:t>
            </a:r>
            <a:r>
              <a:rPr sz="1600" dirty="0" err="1">
                <a:solidFill>
                  <a:srgbClr val="002850"/>
                </a:solidFill>
              </a:rPr>
              <a:t>hace</a:t>
            </a:r>
            <a:r>
              <a:rPr sz="1600" dirty="0">
                <a:solidFill>
                  <a:srgbClr val="002850"/>
                </a:solidFill>
              </a:rPr>
              <a:t> </a:t>
            </a:r>
            <a:r>
              <a:rPr sz="1600" dirty="0" err="1">
                <a:solidFill>
                  <a:srgbClr val="002850"/>
                </a:solidFill>
              </a:rPr>
              <a:t>desde</a:t>
            </a:r>
            <a:r>
              <a:rPr sz="1600" dirty="0">
                <a:solidFill>
                  <a:srgbClr val="002850"/>
                </a:solidFill>
              </a:rPr>
              <a:t> </a:t>
            </a:r>
            <a:r>
              <a:rPr sz="1600" dirty="0" err="1">
                <a:solidFill>
                  <a:srgbClr val="002850"/>
                </a:solidFill>
              </a:rPr>
              <a:t>inicio</a:t>
            </a:r>
            <a:r>
              <a:rPr sz="1600" dirty="0">
                <a:solidFill>
                  <a:srgbClr val="002850"/>
                </a:solidFill>
              </a:rPr>
              <a:t> 0, hasta fin MAX-1</a:t>
            </a:r>
          </a:p>
          <a:p>
            <a:pPr marL="619578" lvl="1" indent="-162378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002850"/>
                </a:solidFill>
              </a:rPr>
              <a:t>¿Que </a:t>
            </a:r>
            <a:r>
              <a:rPr sz="1600" dirty="0" err="1">
                <a:solidFill>
                  <a:srgbClr val="002850"/>
                </a:solidFill>
              </a:rPr>
              <a:t>tal</a:t>
            </a:r>
            <a:r>
              <a:rPr sz="1600" dirty="0">
                <a:solidFill>
                  <a:srgbClr val="002850"/>
                </a:solidFill>
              </a:rPr>
              <a:t> </a:t>
            </a:r>
            <a:r>
              <a:rPr sz="1600" dirty="0" err="1">
                <a:solidFill>
                  <a:srgbClr val="002850"/>
                </a:solidFill>
              </a:rPr>
              <a:t>si</a:t>
            </a:r>
            <a:r>
              <a:rPr sz="1600" dirty="0">
                <a:solidFill>
                  <a:srgbClr val="002850"/>
                </a:solidFill>
              </a:rPr>
              <a:t> al </a:t>
            </a:r>
            <a:r>
              <a:rPr sz="1600" dirty="0" err="1">
                <a:solidFill>
                  <a:srgbClr val="002850"/>
                </a:solidFill>
              </a:rPr>
              <a:t>recorrer</a:t>
            </a:r>
            <a:r>
              <a:rPr sz="1600" dirty="0">
                <a:solidFill>
                  <a:srgbClr val="002850"/>
                </a:solidFill>
              </a:rPr>
              <a:t> el </a:t>
            </a:r>
            <a:r>
              <a:rPr sz="1600" dirty="0" err="1">
                <a:solidFill>
                  <a:srgbClr val="002850"/>
                </a:solidFill>
              </a:rPr>
              <a:t>arreglo</a:t>
            </a:r>
            <a:r>
              <a:rPr sz="1600" dirty="0">
                <a:solidFill>
                  <a:srgbClr val="002850"/>
                </a:solidFill>
              </a:rPr>
              <a:t>, al </a:t>
            </a:r>
            <a:r>
              <a:rPr sz="1600" dirty="0" err="1">
                <a:solidFill>
                  <a:srgbClr val="002850"/>
                </a:solidFill>
              </a:rPr>
              <a:t>llegar</a:t>
            </a:r>
            <a:r>
              <a:rPr sz="1600" dirty="0">
                <a:solidFill>
                  <a:srgbClr val="002850"/>
                </a:solidFill>
              </a:rPr>
              <a:t> a  MAX-1, </a:t>
            </a:r>
            <a:r>
              <a:rPr sz="1600" dirty="0" err="1">
                <a:solidFill>
                  <a:srgbClr val="002850"/>
                </a:solidFill>
              </a:rPr>
              <a:t>volvemos</a:t>
            </a:r>
            <a:r>
              <a:rPr sz="1600" dirty="0">
                <a:solidFill>
                  <a:srgbClr val="002850"/>
                </a:solidFill>
              </a:rPr>
              <a:t> al primer </a:t>
            </a:r>
            <a:r>
              <a:rPr sz="1600" dirty="0" err="1">
                <a:solidFill>
                  <a:srgbClr val="002850"/>
                </a:solidFill>
              </a:rPr>
              <a:t>elemento</a:t>
            </a:r>
            <a:r>
              <a:rPr sz="1600" dirty="0">
                <a:solidFill>
                  <a:srgbClr val="002850"/>
                </a:solidFill>
              </a:rPr>
              <a:t>?</a:t>
            </a:r>
          </a:p>
          <a:p>
            <a:pPr marL="619578" lvl="1" indent="-162378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002850"/>
                </a:solidFill>
              </a:rPr>
              <a:t>Este </a:t>
            </a:r>
            <a:r>
              <a:rPr sz="1600" dirty="0" err="1">
                <a:solidFill>
                  <a:srgbClr val="002850"/>
                </a:solidFill>
              </a:rPr>
              <a:t>seria</a:t>
            </a:r>
            <a:r>
              <a:rPr sz="1600" dirty="0">
                <a:solidFill>
                  <a:srgbClr val="002850"/>
                </a:solidFill>
              </a:rPr>
              <a:t> un </a:t>
            </a:r>
            <a:r>
              <a:rPr sz="1600" dirty="0" err="1">
                <a:solidFill>
                  <a:srgbClr val="002850"/>
                </a:solidFill>
              </a:rPr>
              <a:t>arreglo</a:t>
            </a:r>
            <a:r>
              <a:rPr sz="1600" dirty="0">
                <a:solidFill>
                  <a:srgbClr val="002850"/>
                </a:solidFill>
              </a:rPr>
              <a:t> circular</a:t>
            </a:r>
          </a:p>
        </p:txBody>
      </p:sp>
      <p:grpSp>
        <p:nvGrpSpPr>
          <p:cNvPr id="685" name="Group 685"/>
          <p:cNvGrpSpPr/>
          <p:nvPr/>
        </p:nvGrpSpPr>
        <p:grpSpPr>
          <a:xfrm>
            <a:off x="1066800" y="5300662"/>
            <a:ext cx="2286000" cy="811624"/>
            <a:chOff x="0" y="0"/>
            <a:chExt cx="2286000" cy="811622"/>
          </a:xfrm>
        </p:grpSpPr>
        <p:grpSp>
          <p:nvGrpSpPr>
            <p:cNvPr id="664" name="Group 664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662" name="Group 662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660" name="Shape 660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661" name="Shape 661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 </a:t>
                  </a:r>
                </a:p>
              </p:txBody>
            </p:sp>
          </p:grpSp>
          <p:sp>
            <p:nvSpPr>
              <p:cNvPr id="663" name="Shape 663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669" name="Group 669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667" name="Group 667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665" name="Shape 665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666" name="Shape 666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668" name="Shape 668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674" name="Group 674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672" name="Group 672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670" name="Shape 670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671" name="Shape 671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673" name="Shape 673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679" name="Group 679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677" name="Group 677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675" name="Shape 675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676" name="Shape 676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 </a:t>
                  </a:r>
                </a:p>
              </p:txBody>
            </p:sp>
          </p:grpSp>
          <p:sp>
            <p:nvSpPr>
              <p:cNvPr id="678" name="Shape 678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684" name="Group 684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682" name="Group 682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680" name="Shape 680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681" name="Shape 681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683" name="Shape 683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grpSp>
        <p:nvGrpSpPr>
          <p:cNvPr id="699" name="Group 699"/>
          <p:cNvGrpSpPr/>
          <p:nvPr/>
        </p:nvGrpSpPr>
        <p:grpSpPr>
          <a:xfrm>
            <a:off x="5192922" y="4710907"/>
            <a:ext cx="1912256" cy="2035113"/>
            <a:chOff x="0" y="0"/>
            <a:chExt cx="1912254" cy="2035112"/>
          </a:xfrm>
        </p:grpSpPr>
        <p:sp>
          <p:nvSpPr>
            <p:cNvPr id="686" name="Shape 686"/>
            <p:cNvSpPr/>
            <p:nvPr/>
          </p:nvSpPr>
          <p:spPr>
            <a:xfrm>
              <a:off x="838200" y="1662112"/>
              <a:ext cx="231093" cy="37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3</a:t>
              </a:r>
            </a:p>
          </p:txBody>
        </p:sp>
        <p:grpSp>
          <p:nvGrpSpPr>
            <p:cNvPr id="698" name="Group 698"/>
            <p:cNvGrpSpPr/>
            <p:nvPr/>
          </p:nvGrpSpPr>
          <p:grpSpPr>
            <a:xfrm>
              <a:off x="-1" y="-1"/>
              <a:ext cx="1912256" cy="1661281"/>
              <a:chOff x="0" y="0"/>
              <a:chExt cx="1912254" cy="1661279"/>
            </a:xfrm>
          </p:grpSpPr>
          <p:sp>
            <p:nvSpPr>
              <p:cNvPr id="687" name="Shape 687"/>
              <p:cNvSpPr/>
              <p:nvPr/>
            </p:nvSpPr>
            <p:spPr>
              <a:xfrm>
                <a:off x="1524000" y="0"/>
                <a:ext cx="231093" cy="3730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  <p:sp>
            <p:nvSpPr>
              <p:cNvPr id="688" name="Shape 688"/>
              <p:cNvSpPr/>
              <p:nvPr/>
            </p:nvSpPr>
            <p:spPr>
              <a:xfrm>
                <a:off x="1681162" y="1128712"/>
                <a:ext cx="231093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  <p:sp>
            <p:nvSpPr>
              <p:cNvPr id="689" name="Shape 689"/>
              <p:cNvSpPr/>
              <p:nvPr/>
            </p:nvSpPr>
            <p:spPr>
              <a:xfrm>
                <a:off x="0" y="900112"/>
                <a:ext cx="231093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  <p:sp>
            <p:nvSpPr>
              <p:cNvPr id="690" name="Shape 690"/>
              <p:cNvSpPr/>
              <p:nvPr/>
            </p:nvSpPr>
            <p:spPr>
              <a:xfrm>
                <a:off x="233362" y="0"/>
                <a:ext cx="231093" cy="3730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  <p:grpSp>
            <p:nvGrpSpPr>
              <p:cNvPr id="697" name="Group 697"/>
              <p:cNvGrpSpPr/>
              <p:nvPr/>
            </p:nvGrpSpPr>
            <p:grpSpPr>
              <a:xfrm>
                <a:off x="232889" y="61439"/>
                <a:ext cx="1600201" cy="1599841"/>
                <a:chOff x="0" y="0"/>
                <a:chExt cx="1600199" cy="1599840"/>
              </a:xfrm>
            </p:grpSpPr>
            <p:sp>
              <p:nvSpPr>
                <p:cNvPr id="691" name="Shape 691"/>
                <p:cNvSpPr/>
                <p:nvPr/>
              </p:nvSpPr>
              <p:spPr>
                <a:xfrm>
                  <a:off x="0" y="0"/>
                  <a:ext cx="1599841" cy="15998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2" y="0"/>
                      </a:moveTo>
                      <a:cubicBezTo>
                        <a:pt x="16920" y="0"/>
                        <a:pt x="21600" y="4679"/>
                        <a:pt x="21600" y="10800"/>
                      </a:cubicBezTo>
                      <a:cubicBezTo>
                        <a:pt x="21600" y="16921"/>
                        <a:pt x="16920" y="21600"/>
                        <a:pt x="10802" y="21600"/>
                      </a:cubicBezTo>
                      <a:cubicBezTo>
                        <a:pt x="4680" y="21600"/>
                        <a:pt x="0" y="16921"/>
                        <a:pt x="0" y="10800"/>
                      </a:cubicBezTo>
                      <a:cubicBezTo>
                        <a:pt x="0" y="4679"/>
                        <a:pt x="4680" y="0"/>
                        <a:pt x="10802" y="0"/>
                      </a:cubicBezTo>
                      <a:close/>
                      <a:moveTo>
                        <a:pt x="10802" y="7200"/>
                      </a:moveTo>
                      <a:cubicBezTo>
                        <a:pt x="12839" y="7200"/>
                        <a:pt x="14398" y="8760"/>
                        <a:pt x="14398" y="10800"/>
                      </a:cubicBezTo>
                      <a:cubicBezTo>
                        <a:pt x="14398" y="12836"/>
                        <a:pt x="12839" y="14400"/>
                        <a:pt x="10802" y="14400"/>
                      </a:cubicBezTo>
                      <a:cubicBezTo>
                        <a:pt x="8761" y="14400"/>
                        <a:pt x="7202" y="12836"/>
                        <a:pt x="7202" y="10800"/>
                      </a:cubicBezTo>
                      <a:cubicBezTo>
                        <a:pt x="7202" y="8760"/>
                        <a:pt x="8761" y="7200"/>
                        <a:pt x="10802" y="7200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692" name="Shape 692"/>
                <p:cNvSpPr/>
                <p:nvPr/>
              </p:nvSpPr>
              <p:spPr>
                <a:xfrm>
                  <a:off x="800099" y="0"/>
                  <a:ext cx="1589" cy="533401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693" name="Shape 693"/>
                <p:cNvSpPr/>
                <p:nvPr/>
              </p:nvSpPr>
              <p:spPr>
                <a:xfrm flipV="1">
                  <a:off x="1066799" y="684212"/>
                  <a:ext cx="533401" cy="79376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694" name="Shape 694"/>
                <p:cNvSpPr/>
                <p:nvPr/>
              </p:nvSpPr>
              <p:spPr>
                <a:xfrm>
                  <a:off x="914399" y="1066800"/>
                  <a:ext cx="273051" cy="457200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695" name="Shape 695"/>
                <p:cNvSpPr/>
                <p:nvPr/>
              </p:nvSpPr>
              <p:spPr>
                <a:xfrm flipH="1">
                  <a:off x="227012" y="990599"/>
                  <a:ext cx="384176" cy="381002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696" name="Shape 696"/>
                <p:cNvSpPr/>
                <p:nvPr/>
              </p:nvSpPr>
              <p:spPr>
                <a:xfrm flipH="1" flipV="1">
                  <a:off x="74612" y="455612"/>
                  <a:ext cx="506413" cy="231776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</p:grpSp>
        </p:grp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0D9396E3-66F5-43A0-9ED5-7786BFD3F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ARREGLOS CIRCULARES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5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5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5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5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" grpId="0" build="p" animBg="1" advAuto="0"/>
      <p:bldP spid="685" grpId="0" animBg="1" advAuto="0"/>
      <p:bldP spid="699" grpId="0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Shape 70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191988" lvl="0" indent="-191988">
              <a:lnSpc>
                <a:spcPct val="93000"/>
              </a:lnSpc>
              <a:spcBef>
                <a:spcPts val="4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En</a:t>
            </a:r>
            <a:r>
              <a:rPr dirty="0">
                <a:solidFill>
                  <a:srgbClr val="002850"/>
                </a:solidFill>
              </a:rPr>
              <a:t> un </a:t>
            </a:r>
            <a:r>
              <a:rPr dirty="0" err="1">
                <a:solidFill>
                  <a:srgbClr val="002850"/>
                </a:solidFill>
              </a:rPr>
              <a:t>arreglo</a:t>
            </a:r>
            <a:r>
              <a:rPr dirty="0">
                <a:solidFill>
                  <a:srgbClr val="002850"/>
                </a:solidFill>
              </a:rPr>
              <a:t> lineal, </a:t>
            </a:r>
            <a:r>
              <a:rPr dirty="0" err="1">
                <a:solidFill>
                  <a:srgbClr val="002850"/>
                </a:solidFill>
              </a:rPr>
              <a:t>vimos</a:t>
            </a:r>
            <a:r>
              <a:rPr dirty="0">
                <a:solidFill>
                  <a:srgbClr val="002850"/>
                </a:solidFill>
              </a:rPr>
              <a:t>:</a:t>
            </a:r>
          </a:p>
          <a:p>
            <a:pPr marL="619578" lvl="1" indent="-162378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002850"/>
                </a:solidFill>
              </a:rPr>
              <a:t>Al </a:t>
            </a:r>
            <a:r>
              <a:rPr lang="es-419" sz="1600" dirty="0">
                <a:solidFill>
                  <a:srgbClr val="002850"/>
                </a:solidFill>
              </a:rPr>
              <a:t>encolar</a:t>
            </a:r>
            <a:r>
              <a:rPr sz="1600" dirty="0">
                <a:solidFill>
                  <a:srgbClr val="002850"/>
                </a:solidFill>
              </a:rPr>
              <a:t>, el </a:t>
            </a:r>
            <a:r>
              <a:rPr lang="es-419" sz="1600" dirty="0">
                <a:solidFill>
                  <a:srgbClr val="002850"/>
                </a:solidFill>
              </a:rPr>
              <a:t>Tail</a:t>
            </a:r>
            <a:r>
              <a:rPr sz="1600" dirty="0">
                <a:solidFill>
                  <a:srgbClr val="002850"/>
                </a:solidFill>
              </a:rPr>
              <a:t>, se </a:t>
            </a:r>
            <a:r>
              <a:rPr sz="1600" dirty="0" err="1">
                <a:solidFill>
                  <a:srgbClr val="002850"/>
                </a:solidFill>
              </a:rPr>
              <a:t>mueve</a:t>
            </a:r>
            <a:r>
              <a:rPr sz="1600" dirty="0">
                <a:solidFill>
                  <a:srgbClr val="002850"/>
                </a:solidFill>
              </a:rPr>
              <a:t> </a:t>
            </a:r>
            <a:r>
              <a:rPr sz="1600" dirty="0" err="1">
                <a:solidFill>
                  <a:srgbClr val="002850"/>
                </a:solidFill>
              </a:rPr>
              <a:t>hacia</a:t>
            </a:r>
            <a:r>
              <a:rPr sz="1600" dirty="0">
                <a:solidFill>
                  <a:srgbClr val="002850"/>
                </a:solidFill>
              </a:rPr>
              <a:t> el </a:t>
            </a:r>
            <a:r>
              <a:rPr sz="1600" dirty="0" err="1">
                <a:solidFill>
                  <a:srgbClr val="002850"/>
                </a:solidFill>
              </a:rPr>
              <a:t>siguiente</a:t>
            </a:r>
            <a:endParaRPr sz="1600" dirty="0">
              <a:solidFill>
                <a:srgbClr val="002850"/>
              </a:solidFill>
            </a:endParaRPr>
          </a:p>
          <a:p>
            <a:pPr marL="619578" lvl="1" indent="-162378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dirty="0">
                <a:solidFill>
                  <a:srgbClr val="002850"/>
                </a:solidFill>
              </a:rPr>
              <a:t>Al </a:t>
            </a:r>
            <a:r>
              <a:rPr lang="es-419" sz="1600" dirty="0">
                <a:solidFill>
                  <a:srgbClr val="002850"/>
                </a:solidFill>
              </a:rPr>
              <a:t>desencolar</a:t>
            </a:r>
            <a:r>
              <a:rPr sz="1600" dirty="0">
                <a:solidFill>
                  <a:srgbClr val="002850"/>
                </a:solidFill>
              </a:rPr>
              <a:t>, el </a:t>
            </a:r>
            <a:r>
              <a:rPr lang="es-419" sz="1600" dirty="0">
                <a:solidFill>
                  <a:srgbClr val="002850"/>
                </a:solidFill>
              </a:rPr>
              <a:t>Head</a:t>
            </a:r>
            <a:r>
              <a:rPr sz="1600" dirty="0">
                <a:solidFill>
                  <a:srgbClr val="002850"/>
                </a:solidFill>
              </a:rPr>
              <a:t>, se </a:t>
            </a:r>
            <a:r>
              <a:rPr sz="1600" dirty="0" err="1">
                <a:solidFill>
                  <a:srgbClr val="002850"/>
                </a:solidFill>
              </a:rPr>
              <a:t>mueve</a:t>
            </a:r>
            <a:r>
              <a:rPr sz="1600" dirty="0">
                <a:solidFill>
                  <a:srgbClr val="002850"/>
                </a:solidFill>
              </a:rPr>
              <a:t> </a:t>
            </a:r>
            <a:r>
              <a:rPr sz="1600" dirty="0" err="1">
                <a:solidFill>
                  <a:srgbClr val="002850"/>
                </a:solidFill>
              </a:rPr>
              <a:t>hacia</a:t>
            </a:r>
            <a:r>
              <a:rPr sz="1600" dirty="0">
                <a:solidFill>
                  <a:srgbClr val="002850"/>
                </a:solidFill>
              </a:rPr>
              <a:t> el </a:t>
            </a:r>
            <a:r>
              <a:rPr sz="1600" dirty="0" err="1">
                <a:solidFill>
                  <a:srgbClr val="002850"/>
                </a:solidFill>
              </a:rPr>
              <a:t>siguiente</a:t>
            </a:r>
            <a:endParaRPr sz="1600" dirty="0">
              <a:solidFill>
                <a:srgbClr val="002850"/>
              </a:solidFill>
            </a:endParaRPr>
          </a:p>
        </p:txBody>
      </p:sp>
      <p:grpSp>
        <p:nvGrpSpPr>
          <p:cNvPr id="716" name="Group 716"/>
          <p:cNvGrpSpPr/>
          <p:nvPr/>
        </p:nvGrpSpPr>
        <p:grpSpPr>
          <a:xfrm>
            <a:off x="1295872" y="3658072"/>
            <a:ext cx="1912256" cy="2035114"/>
            <a:chOff x="0" y="0"/>
            <a:chExt cx="1912254" cy="2035112"/>
          </a:xfrm>
        </p:grpSpPr>
        <p:sp>
          <p:nvSpPr>
            <p:cNvPr id="703" name="Shape 703"/>
            <p:cNvSpPr/>
            <p:nvPr/>
          </p:nvSpPr>
          <p:spPr>
            <a:xfrm>
              <a:off x="838200" y="1662112"/>
              <a:ext cx="231093" cy="37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3</a:t>
              </a:r>
            </a:p>
          </p:txBody>
        </p:sp>
        <p:grpSp>
          <p:nvGrpSpPr>
            <p:cNvPr id="715" name="Group 715"/>
            <p:cNvGrpSpPr/>
            <p:nvPr/>
          </p:nvGrpSpPr>
          <p:grpSpPr>
            <a:xfrm>
              <a:off x="-1" y="-1"/>
              <a:ext cx="1912256" cy="1661281"/>
              <a:chOff x="0" y="0"/>
              <a:chExt cx="1912254" cy="1661279"/>
            </a:xfrm>
          </p:grpSpPr>
          <p:sp>
            <p:nvSpPr>
              <p:cNvPr id="704" name="Shape 704"/>
              <p:cNvSpPr/>
              <p:nvPr/>
            </p:nvSpPr>
            <p:spPr>
              <a:xfrm>
                <a:off x="1524000" y="0"/>
                <a:ext cx="231093" cy="3730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  <p:sp>
            <p:nvSpPr>
              <p:cNvPr id="705" name="Shape 705"/>
              <p:cNvSpPr/>
              <p:nvPr/>
            </p:nvSpPr>
            <p:spPr>
              <a:xfrm>
                <a:off x="1681162" y="1128712"/>
                <a:ext cx="231093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  <p:sp>
            <p:nvSpPr>
              <p:cNvPr id="706" name="Shape 706"/>
              <p:cNvSpPr/>
              <p:nvPr/>
            </p:nvSpPr>
            <p:spPr>
              <a:xfrm>
                <a:off x="0" y="900112"/>
                <a:ext cx="231093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  <p:sp>
            <p:nvSpPr>
              <p:cNvPr id="707" name="Shape 707"/>
              <p:cNvSpPr/>
              <p:nvPr/>
            </p:nvSpPr>
            <p:spPr>
              <a:xfrm>
                <a:off x="233362" y="0"/>
                <a:ext cx="231093" cy="3730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  <p:grpSp>
            <p:nvGrpSpPr>
              <p:cNvPr id="714" name="Group 714"/>
              <p:cNvGrpSpPr/>
              <p:nvPr/>
            </p:nvGrpSpPr>
            <p:grpSpPr>
              <a:xfrm>
                <a:off x="232889" y="61439"/>
                <a:ext cx="1600201" cy="1599841"/>
                <a:chOff x="0" y="0"/>
                <a:chExt cx="1600199" cy="1599840"/>
              </a:xfrm>
            </p:grpSpPr>
            <p:sp>
              <p:nvSpPr>
                <p:cNvPr id="708" name="Shape 708"/>
                <p:cNvSpPr/>
                <p:nvPr/>
              </p:nvSpPr>
              <p:spPr>
                <a:xfrm>
                  <a:off x="0" y="0"/>
                  <a:ext cx="1599841" cy="15998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2" y="0"/>
                      </a:moveTo>
                      <a:cubicBezTo>
                        <a:pt x="16920" y="0"/>
                        <a:pt x="21600" y="4679"/>
                        <a:pt x="21600" y="10800"/>
                      </a:cubicBezTo>
                      <a:cubicBezTo>
                        <a:pt x="21600" y="16921"/>
                        <a:pt x="16920" y="21600"/>
                        <a:pt x="10802" y="21600"/>
                      </a:cubicBezTo>
                      <a:cubicBezTo>
                        <a:pt x="4680" y="21600"/>
                        <a:pt x="0" y="16921"/>
                        <a:pt x="0" y="10800"/>
                      </a:cubicBezTo>
                      <a:cubicBezTo>
                        <a:pt x="0" y="4679"/>
                        <a:pt x="4680" y="0"/>
                        <a:pt x="10802" y="0"/>
                      </a:cubicBezTo>
                      <a:close/>
                      <a:moveTo>
                        <a:pt x="10802" y="7200"/>
                      </a:moveTo>
                      <a:cubicBezTo>
                        <a:pt x="12839" y="7200"/>
                        <a:pt x="14398" y="8760"/>
                        <a:pt x="14398" y="10800"/>
                      </a:cubicBezTo>
                      <a:cubicBezTo>
                        <a:pt x="14398" y="12836"/>
                        <a:pt x="12839" y="14400"/>
                        <a:pt x="10802" y="14400"/>
                      </a:cubicBezTo>
                      <a:cubicBezTo>
                        <a:pt x="8761" y="14400"/>
                        <a:pt x="7202" y="12836"/>
                        <a:pt x="7202" y="10800"/>
                      </a:cubicBezTo>
                      <a:cubicBezTo>
                        <a:pt x="7202" y="8760"/>
                        <a:pt x="8761" y="7200"/>
                        <a:pt x="10802" y="7200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09" name="Shape 709"/>
                <p:cNvSpPr/>
                <p:nvPr/>
              </p:nvSpPr>
              <p:spPr>
                <a:xfrm>
                  <a:off x="800099" y="0"/>
                  <a:ext cx="1589" cy="533401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710" name="Shape 710"/>
                <p:cNvSpPr/>
                <p:nvPr/>
              </p:nvSpPr>
              <p:spPr>
                <a:xfrm flipV="1">
                  <a:off x="1066799" y="684212"/>
                  <a:ext cx="533401" cy="79376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711" name="Shape 711"/>
                <p:cNvSpPr/>
                <p:nvPr/>
              </p:nvSpPr>
              <p:spPr>
                <a:xfrm>
                  <a:off x="914399" y="1066800"/>
                  <a:ext cx="273051" cy="457200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712" name="Shape 712"/>
                <p:cNvSpPr/>
                <p:nvPr/>
              </p:nvSpPr>
              <p:spPr>
                <a:xfrm flipH="1">
                  <a:off x="227012" y="990599"/>
                  <a:ext cx="384176" cy="381002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713" name="Shape 713"/>
                <p:cNvSpPr/>
                <p:nvPr/>
              </p:nvSpPr>
              <p:spPr>
                <a:xfrm flipH="1" flipV="1">
                  <a:off x="74612" y="455612"/>
                  <a:ext cx="506413" cy="231776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742" name="Group 742"/>
          <p:cNvGrpSpPr/>
          <p:nvPr/>
        </p:nvGrpSpPr>
        <p:grpSpPr>
          <a:xfrm>
            <a:off x="5895414" y="2055669"/>
            <a:ext cx="2286000" cy="811624"/>
            <a:chOff x="0" y="0"/>
            <a:chExt cx="2286000" cy="811622"/>
          </a:xfrm>
        </p:grpSpPr>
        <p:grpSp>
          <p:nvGrpSpPr>
            <p:cNvPr id="721" name="Group 721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719" name="Group 719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17" name="Shape 717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18" name="Shape 718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A </a:t>
                  </a:r>
                </a:p>
              </p:txBody>
            </p:sp>
          </p:grpSp>
          <p:sp>
            <p:nvSpPr>
              <p:cNvPr id="720" name="Shape 720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726" name="Group 726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724" name="Group 724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22" name="Shape 722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23" name="Shape 723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725" name="Shape 725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731" name="Group 731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729" name="Group 729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27" name="Shape 727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28" name="Shape 728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730" name="Shape 730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736" name="Group 736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734" name="Group 734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32" name="Shape 732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33" name="Shape 733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 </a:t>
                  </a:r>
                </a:p>
              </p:txBody>
            </p:sp>
          </p:grpSp>
          <p:sp>
            <p:nvSpPr>
              <p:cNvPr id="735" name="Shape 735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741" name="Group 741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739" name="Group 739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37" name="Shape 737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38" name="Shape 738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740" name="Shape 740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grpSp>
        <p:nvGrpSpPr>
          <p:cNvPr id="745" name="Group 745"/>
          <p:cNvGrpSpPr/>
          <p:nvPr/>
        </p:nvGrpSpPr>
        <p:grpSpPr>
          <a:xfrm>
            <a:off x="5210079" y="1598935"/>
            <a:ext cx="685337" cy="304336"/>
            <a:chOff x="0" y="0"/>
            <a:chExt cx="685335" cy="304335"/>
          </a:xfrm>
        </p:grpSpPr>
        <p:sp>
          <p:nvSpPr>
            <p:cNvPr id="743" name="Shape 743"/>
            <p:cNvSpPr/>
            <p:nvPr/>
          </p:nvSpPr>
          <p:spPr>
            <a:xfrm>
              <a:off x="683746" y="75734"/>
              <a:ext cx="1589" cy="2286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744" name="Shape 744"/>
            <p:cNvSpPr/>
            <p:nvPr/>
          </p:nvSpPr>
          <p:spPr>
            <a:xfrm>
              <a:off x="0" y="0"/>
              <a:ext cx="504880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Head</a:t>
              </a:r>
              <a:endParaRPr sz="1400" dirty="0"/>
            </a:p>
          </p:txBody>
        </p:sp>
      </p:grpSp>
      <p:grpSp>
        <p:nvGrpSpPr>
          <p:cNvPr id="748" name="Group 748"/>
          <p:cNvGrpSpPr/>
          <p:nvPr/>
        </p:nvGrpSpPr>
        <p:grpSpPr>
          <a:xfrm>
            <a:off x="6200212" y="1598935"/>
            <a:ext cx="359010" cy="323386"/>
            <a:chOff x="-1" y="0"/>
            <a:chExt cx="359008" cy="323385"/>
          </a:xfrm>
        </p:grpSpPr>
        <p:sp>
          <p:nvSpPr>
            <p:cNvPr id="746" name="Shape 746"/>
            <p:cNvSpPr/>
            <p:nvPr/>
          </p:nvSpPr>
          <p:spPr>
            <a:xfrm>
              <a:off x="-1" y="94784"/>
              <a:ext cx="1589" cy="2286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747" name="Shape 747"/>
            <p:cNvSpPr/>
            <p:nvPr/>
          </p:nvSpPr>
          <p:spPr>
            <a:xfrm>
              <a:off x="2053" y="0"/>
              <a:ext cx="356954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grpSp>
        <p:nvGrpSpPr>
          <p:cNvPr id="774" name="Group 774"/>
          <p:cNvGrpSpPr/>
          <p:nvPr/>
        </p:nvGrpSpPr>
        <p:grpSpPr>
          <a:xfrm>
            <a:off x="5895414" y="2055669"/>
            <a:ext cx="2286000" cy="811624"/>
            <a:chOff x="0" y="0"/>
            <a:chExt cx="2286000" cy="811622"/>
          </a:xfrm>
        </p:grpSpPr>
        <p:grpSp>
          <p:nvGrpSpPr>
            <p:cNvPr id="753" name="Group 753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751" name="Group 75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49" name="Shape 74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50" name="Shape 75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A </a:t>
                  </a:r>
                </a:p>
              </p:txBody>
            </p:sp>
          </p:grpSp>
          <p:sp>
            <p:nvSpPr>
              <p:cNvPr id="752" name="Shape 75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758" name="Group 758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756" name="Group 75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54" name="Shape 75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55" name="Shape 75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B</a:t>
                  </a:r>
                </a:p>
              </p:txBody>
            </p:sp>
          </p:grpSp>
          <p:sp>
            <p:nvSpPr>
              <p:cNvPr id="757" name="Shape 75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763" name="Group 763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761" name="Group 76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59" name="Shape 75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60" name="Shape 76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762" name="Shape 76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768" name="Group 768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766" name="Group 76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64" name="Shape 76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65" name="Shape 76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 </a:t>
                  </a:r>
                </a:p>
              </p:txBody>
            </p:sp>
          </p:grpSp>
          <p:sp>
            <p:nvSpPr>
              <p:cNvPr id="767" name="Shape 76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773" name="Group 773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771" name="Group 77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69" name="Shape 76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70" name="Shape 77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772" name="Shape 77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sp>
        <p:nvSpPr>
          <p:cNvPr id="775" name="Shape 775"/>
          <p:cNvSpPr/>
          <p:nvPr/>
        </p:nvSpPr>
        <p:spPr>
          <a:xfrm>
            <a:off x="6124014" y="1522269"/>
            <a:ext cx="685800" cy="457201"/>
          </a:xfrm>
          <a:prstGeom prst="roundRect">
            <a:avLst>
              <a:gd name="adj" fmla="val 347"/>
            </a:avLst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778" name="Group 778"/>
          <p:cNvGrpSpPr/>
          <p:nvPr/>
        </p:nvGrpSpPr>
        <p:grpSpPr>
          <a:xfrm>
            <a:off x="6562162" y="1598935"/>
            <a:ext cx="359010" cy="323386"/>
            <a:chOff x="-1" y="0"/>
            <a:chExt cx="359008" cy="323385"/>
          </a:xfrm>
        </p:grpSpPr>
        <p:sp>
          <p:nvSpPr>
            <p:cNvPr id="776" name="Shape 776"/>
            <p:cNvSpPr/>
            <p:nvPr/>
          </p:nvSpPr>
          <p:spPr>
            <a:xfrm>
              <a:off x="-1" y="94784"/>
              <a:ext cx="1589" cy="2286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777" name="Shape 777"/>
            <p:cNvSpPr/>
            <p:nvPr/>
          </p:nvSpPr>
          <p:spPr>
            <a:xfrm>
              <a:off x="2053" y="0"/>
              <a:ext cx="356954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grpSp>
        <p:nvGrpSpPr>
          <p:cNvPr id="804" name="Group 804"/>
          <p:cNvGrpSpPr/>
          <p:nvPr/>
        </p:nvGrpSpPr>
        <p:grpSpPr>
          <a:xfrm>
            <a:off x="5895414" y="2055669"/>
            <a:ext cx="2286000" cy="811624"/>
            <a:chOff x="0" y="0"/>
            <a:chExt cx="2286000" cy="811622"/>
          </a:xfrm>
        </p:grpSpPr>
        <p:grpSp>
          <p:nvGrpSpPr>
            <p:cNvPr id="783" name="Group 783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781" name="Group 78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79" name="Shape 77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80" name="Shape 78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A </a:t>
                  </a:r>
                </a:p>
              </p:txBody>
            </p:sp>
          </p:grpSp>
          <p:sp>
            <p:nvSpPr>
              <p:cNvPr id="782" name="Shape 78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788" name="Group 788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786" name="Group 78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84" name="Shape 78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85" name="Shape 78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B</a:t>
                  </a:r>
                </a:p>
              </p:txBody>
            </p:sp>
          </p:grpSp>
          <p:sp>
            <p:nvSpPr>
              <p:cNvPr id="787" name="Shape 78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793" name="Group 793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791" name="Group 79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89" name="Shape 78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90" name="Shape 79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 </a:t>
                  </a:r>
                </a:p>
              </p:txBody>
            </p:sp>
          </p:grpSp>
          <p:sp>
            <p:nvSpPr>
              <p:cNvPr id="792" name="Shape 79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798" name="Group 798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796" name="Group 79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94" name="Shape 79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795" name="Shape 79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 </a:t>
                  </a:r>
                </a:p>
              </p:txBody>
            </p:sp>
          </p:grpSp>
          <p:sp>
            <p:nvSpPr>
              <p:cNvPr id="797" name="Shape 79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803" name="Group 803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801" name="Group 80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799" name="Shape 79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00" name="Shape 80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802" name="Shape 80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sp>
        <p:nvSpPr>
          <p:cNvPr id="805" name="Shape 805"/>
          <p:cNvSpPr/>
          <p:nvPr/>
        </p:nvSpPr>
        <p:spPr>
          <a:xfrm>
            <a:off x="6428814" y="1522269"/>
            <a:ext cx="685800" cy="457201"/>
          </a:xfrm>
          <a:prstGeom prst="roundRect">
            <a:avLst>
              <a:gd name="adj" fmla="val 347"/>
            </a:avLst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808" name="Group 808"/>
          <p:cNvGrpSpPr/>
          <p:nvPr/>
        </p:nvGrpSpPr>
        <p:grpSpPr>
          <a:xfrm>
            <a:off x="7019362" y="1598935"/>
            <a:ext cx="359010" cy="323386"/>
            <a:chOff x="-1" y="0"/>
            <a:chExt cx="359008" cy="323385"/>
          </a:xfrm>
        </p:grpSpPr>
        <p:sp>
          <p:nvSpPr>
            <p:cNvPr id="806" name="Shape 806"/>
            <p:cNvSpPr/>
            <p:nvPr/>
          </p:nvSpPr>
          <p:spPr>
            <a:xfrm>
              <a:off x="-1" y="94784"/>
              <a:ext cx="1589" cy="2286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807" name="Shape 807"/>
            <p:cNvSpPr/>
            <p:nvPr/>
          </p:nvSpPr>
          <p:spPr>
            <a:xfrm>
              <a:off x="2053" y="0"/>
              <a:ext cx="356954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grpSp>
        <p:nvGrpSpPr>
          <p:cNvPr id="834" name="Group 834"/>
          <p:cNvGrpSpPr/>
          <p:nvPr/>
        </p:nvGrpSpPr>
        <p:grpSpPr>
          <a:xfrm>
            <a:off x="5895414" y="2055669"/>
            <a:ext cx="2286000" cy="811624"/>
            <a:chOff x="0" y="0"/>
            <a:chExt cx="2286000" cy="811622"/>
          </a:xfrm>
        </p:grpSpPr>
        <p:grpSp>
          <p:nvGrpSpPr>
            <p:cNvPr id="813" name="Group 813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811" name="Group 81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09" name="Shape 80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10" name="Shape 81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A </a:t>
                  </a:r>
                </a:p>
              </p:txBody>
            </p:sp>
          </p:grpSp>
          <p:sp>
            <p:nvSpPr>
              <p:cNvPr id="812" name="Shape 81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818" name="Group 818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816" name="Group 81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14" name="Shape 81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15" name="Shape 81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B</a:t>
                  </a:r>
                </a:p>
              </p:txBody>
            </p:sp>
          </p:grpSp>
          <p:sp>
            <p:nvSpPr>
              <p:cNvPr id="817" name="Shape 81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823" name="Group 823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821" name="Group 82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19" name="Shape 81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20" name="Shape 82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 </a:t>
                  </a:r>
                </a:p>
              </p:txBody>
            </p:sp>
          </p:grpSp>
          <p:sp>
            <p:nvSpPr>
              <p:cNvPr id="822" name="Shape 82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828" name="Group 828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826" name="Group 82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24" name="Shape 82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25" name="Shape 82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D </a:t>
                  </a:r>
                </a:p>
              </p:txBody>
            </p:sp>
          </p:grpSp>
          <p:sp>
            <p:nvSpPr>
              <p:cNvPr id="827" name="Shape 82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833" name="Group 833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831" name="Group 83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29" name="Shape 82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30" name="Shape 83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832" name="Shape 83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sp>
        <p:nvSpPr>
          <p:cNvPr id="835" name="Shape 835"/>
          <p:cNvSpPr/>
          <p:nvPr/>
        </p:nvSpPr>
        <p:spPr>
          <a:xfrm>
            <a:off x="6962214" y="1522269"/>
            <a:ext cx="685800" cy="457201"/>
          </a:xfrm>
          <a:prstGeom prst="roundRect">
            <a:avLst>
              <a:gd name="adj" fmla="val 347"/>
            </a:avLst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838" name="Group 838"/>
          <p:cNvGrpSpPr/>
          <p:nvPr/>
        </p:nvGrpSpPr>
        <p:grpSpPr>
          <a:xfrm>
            <a:off x="7495612" y="1598935"/>
            <a:ext cx="359010" cy="323386"/>
            <a:chOff x="-1" y="0"/>
            <a:chExt cx="359008" cy="323385"/>
          </a:xfrm>
        </p:grpSpPr>
        <p:sp>
          <p:nvSpPr>
            <p:cNvPr id="836" name="Shape 836"/>
            <p:cNvSpPr/>
            <p:nvPr/>
          </p:nvSpPr>
          <p:spPr>
            <a:xfrm>
              <a:off x="-1" y="94784"/>
              <a:ext cx="1589" cy="2286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837" name="Shape 837"/>
            <p:cNvSpPr/>
            <p:nvPr/>
          </p:nvSpPr>
          <p:spPr>
            <a:xfrm>
              <a:off x="2053" y="0"/>
              <a:ext cx="356954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grpSp>
        <p:nvGrpSpPr>
          <p:cNvPr id="864" name="Group 864"/>
          <p:cNvGrpSpPr/>
          <p:nvPr/>
        </p:nvGrpSpPr>
        <p:grpSpPr>
          <a:xfrm>
            <a:off x="5895414" y="2055669"/>
            <a:ext cx="2286000" cy="811624"/>
            <a:chOff x="0" y="0"/>
            <a:chExt cx="2286000" cy="811622"/>
          </a:xfrm>
        </p:grpSpPr>
        <p:grpSp>
          <p:nvGrpSpPr>
            <p:cNvPr id="843" name="Group 843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841" name="Group 84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39" name="Shape 83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40" name="Shape 84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842" name="Shape 84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848" name="Group 848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846" name="Group 84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44" name="Shape 84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45" name="Shape 84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B</a:t>
                  </a:r>
                </a:p>
              </p:txBody>
            </p:sp>
          </p:grpSp>
          <p:sp>
            <p:nvSpPr>
              <p:cNvPr id="847" name="Shape 84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853" name="Group 853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851" name="Group 85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49" name="Shape 84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50" name="Shape 85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 </a:t>
                  </a:r>
                </a:p>
              </p:txBody>
            </p:sp>
          </p:grpSp>
          <p:sp>
            <p:nvSpPr>
              <p:cNvPr id="852" name="Shape 85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858" name="Group 858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856" name="Group 85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54" name="Shape 85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55" name="Shape 85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D </a:t>
                  </a:r>
                </a:p>
              </p:txBody>
            </p:sp>
          </p:grpSp>
          <p:sp>
            <p:nvSpPr>
              <p:cNvPr id="857" name="Shape 85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863" name="Group 863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861" name="Group 86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59" name="Shape 85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60" name="Shape 86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862" name="Shape 86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sp>
        <p:nvSpPr>
          <p:cNvPr id="865" name="Shape 865"/>
          <p:cNvSpPr/>
          <p:nvPr/>
        </p:nvSpPr>
        <p:spPr>
          <a:xfrm>
            <a:off x="7419414" y="1522269"/>
            <a:ext cx="685800" cy="457201"/>
          </a:xfrm>
          <a:prstGeom prst="roundRect">
            <a:avLst>
              <a:gd name="adj" fmla="val 347"/>
            </a:avLst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868" name="Group 868"/>
          <p:cNvGrpSpPr/>
          <p:nvPr/>
        </p:nvGrpSpPr>
        <p:grpSpPr>
          <a:xfrm>
            <a:off x="5895879" y="1598935"/>
            <a:ext cx="685337" cy="304336"/>
            <a:chOff x="0" y="0"/>
            <a:chExt cx="685335" cy="304335"/>
          </a:xfrm>
        </p:grpSpPr>
        <p:sp>
          <p:nvSpPr>
            <p:cNvPr id="866" name="Shape 866"/>
            <p:cNvSpPr/>
            <p:nvPr/>
          </p:nvSpPr>
          <p:spPr>
            <a:xfrm>
              <a:off x="683746" y="75734"/>
              <a:ext cx="1589" cy="2286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867" name="Shape 867"/>
            <p:cNvSpPr/>
            <p:nvPr/>
          </p:nvSpPr>
          <p:spPr>
            <a:xfrm>
              <a:off x="0" y="0"/>
              <a:ext cx="504880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Head</a:t>
              </a:r>
              <a:endParaRPr sz="1400" dirty="0"/>
            </a:p>
          </p:txBody>
        </p:sp>
      </p:grpSp>
      <p:grpSp>
        <p:nvGrpSpPr>
          <p:cNvPr id="894" name="Group 894"/>
          <p:cNvGrpSpPr/>
          <p:nvPr/>
        </p:nvGrpSpPr>
        <p:grpSpPr>
          <a:xfrm>
            <a:off x="5895414" y="2055669"/>
            <a:ext cx="2286000" cy="811624"/>
            <a:chOff x="0" y="0"/>
            <a:chExt cx="2286000" cy="811622"/>
          </a:xfrm>
        </p:grpSpPr>
        <p:grpSp>
          <p:nvGrpSpPr>
            <p:cNvPr id="873" name="Group 873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871" name="Group 87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69" name="Shape 86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70" name="Shape 87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872" name="Shape 87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878" name="Group 878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876" name="Group 87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74" name="Shape 87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75" name="Shape 87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 </a:t>
                  </a:r>
                </a:p>
              </p:txBody>
            </p:sp>
          </p:grpSp>
          <p:sp>
            <p:nvSpPr>
              <p:cNvPr id="877" name="Shape 87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883" name="Group 883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881" name="Group 88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79" name="Shape 87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80" name="Shape 88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 </a:t>
                  </a:r>
                </a:p>
              </p:txBody>
            </p:sp>
          </p:grpSp>
          <p:sp>
            <p:nvSpPr>
              <p:cNvPr id="882" name="Shape 88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888" name="Group 888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886" name="Group 88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84" name="Shape 88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85" name="Shape 88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D </a:t>
                  </a:r>
                </a:p>
              </p:txBody>
            </p:sp>
          </p:grpSp>
          <p:sp>
            <p:nvSpPr>
              <p:cNvPr id="887" name="Shape 88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893" name="Group 893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891" name="Group 89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89" name="Shape 88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890" name="Shape 89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892" name="Shape 89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sp>
        <p:nvSpPr>
          <p:cNvPr id="895" name="Shape 895"/>
          <p:cNvSpPr/>
          <p:nvPr/>
        </p:nvSpPr>
        <p:spPr>
          <a:xfrm>
            <a:off x="5950065" y="1522268"/>
            <a:ext cx="685800" cy="457201"/>
          </a:xfrm>
          <a:prstGeom prst="roundRect">
            <a:avLst>
              <a:gd name="adj" fmla="val 347"/>
            </a:avLst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898" name="Group 898"/>
          <p:cNvGrpSpPr/>
          <p:nvPr/>
        </p:nvGrpSpPr>
        <p:grpSpPr>
          <a:xfrm>
            <a:off x="6354667" y="1617985"/>
            <a:ext cx="685336" cy="304336"/>
            <a:chOff x="0" y="0"/>
            <a:chExt cx="685335" cy="304335"/>
          </a:xfrm>
        </p:grpSpPr>
        <p:sp>
          <p:nvSpPr>
            <p:cNvPr id="896" name="Shape 896"/>
            <p:cNvSpPr/>
            <p:nvPr/>
          </p:nvSpPr>
          <p:spPr>
            <a:xfrm>
              <a:off x="683746" y="75734"/>
              <a:ext cx="1589" cy="2286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897" name="Shape 897"/>
            <p:cNvSpPr/>
            <p:nvPr/>
          </p:nvSpPr>
          <p:spPr>
            <a:xfrm>
              <a:off x="0" y="0"/>
              <a:ext cx="504880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Head</a:t>
              </a:r>
              <a:endParaRPr sz="1400" dirty="0"/>
            </a:p>
          </p:txBody>
        </p:sp>
      </p:grpSp>
      <p:grpSp>
        <p:nvGrpSpPr>
          <p:cNvPr id="924" name="Group 924"/>
          <p:cNvGrpSpPr/>
          <p:nvPr/>
        </p:nvGrpSpPr>
        <p:grpSpPr>
          <a:xfrm>
            <a:off x="5895414" y="2055669"/>
            <a:ext cx="2286000" cy="811624"/>
            <a:chOff x="0" y="0"/>
            <a:chExt cx="2286000" cy="811622"/>
          </a:xfrm>
        </p:grpSpPr>
        <p:grpSp>
          <p:nvGrpSpPr>
            <p:cNvPr id="903" name="Group 903"/>
            <p:cNvGrpSpPr/>
            <p:nvPr/>
          </p:nvGrpSpPr>
          <p:grpSpPr>
            <a:xfrm>
              <a:off x="0" y="0"/>
              <a:ext cx="457200" cy="811623"/>
              <a:chOff x="0" y="0"/>
              <a:chExt cx="457200" cy="811622"/>
            </a:xfrm>
          </p:grpSpPr>
          <p:grpSp>
            <p:nvGrpSpPr>
              <p:cNvPr id="901" name="Group 90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899" name="Shape 89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900" name="Shape 90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</a:t>
                  </a:r>
                </a:p>
              </p:txBody>
            </p:sp>
          </p:grpSp>
          <p:sp>
            <p:nvSpPr>
              <p:cNvPr id="902" name="Shape 90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</p:grpSp>
        <p:grpSp>
          <p:nvGrpSpPr>
            <p:cNvPr id="908" name="Group 908"/>
            <p:cNvGrpSpPr/>
            <p:nvPr/>
          </p:nvGrpSpPr>
          <p:grpSpPr>
            <a:xfrm>
              <a:off x="457200" y="0"/>
              <a:ext cx="457200" cy="811623"/>
              <a:chOff x="0" y="0"/>
              <a:chExt cx="457200" cy="811622"/>
            </a:xfrm>
          </p:grpSpPr>
          <p:grpSp>
            <p:nvGrpSpPr>
              <p:cNvPr id="906" name="Group 90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904" name="Shape 90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905" name="Shape 90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  </a:t>
                  </a:r>
                </a:p>
              </p:txBody>
            </p:sp>
          </p:grpSp>
          <p:sp>
            <p:nvSpPr>
              <p:cNvPr id="907" name="Shape 90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</p:grpSp>
        <p:grpSp>
          <p:nvGrpSpPr>
            <p:cNvPr id="913" name="Group 913"/>
            <p:cNvGrpSpPr/>
            <p:nvPr/>
          </p:nvGrpSpPr>
          <p:grpSpPr>
            <a:xfrm>
              <a:off x="914400" y="0"/>
              <a:ext cx="457200" cy="811623"/>
              <a:chOff x="0" y="0"/>
              <a:chExt cx="457200" cy="811622"/>
            </a:xfrm>
          </p:grpSpPr>
          <p:grpSp>
            <p:nvGrpSpPr>
              <p:cNvPr id="911" name="Group 91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909" name="Shape 90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910" name="Shape 91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C </a:t>
                  </a:r>
                </a:p>
              </p:txBody>
            </p:sp>
          </p:grpSp>
          <p:sp>
            <p:nvSpPr>
              <p:cNvPr id="912" name="Shape 91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</p:grpSp>
        <p:grpSp>
          <p:nvGrpSpPr>
            <p:cNvPr id="918" name="Group 918"/>
            <p:cNvGrpSpPr/>
            <p:nvPr/>
          </p:nvGrpSpPr>
          <p:grpSpPr>
            <a:xfrm>
              <a:off x="1371600" y="0"/>
              <a:ext cx="457200" cy="811623"/>
              <a:chOff x="0" y="0"/>
              <a:chExt cx="457200" cy="811622"/>
            </a:xfrm>
          </p:grpSpPr>
          <p:grpSp>
            <p:nvGrpSpPr>
              <p:cNvPr id="916" name="Group 916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914" name="Shape 914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915" name="Shape 915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D </a:t>
                  </a:r>
                </a:p>
              </p:txBody>
            </p:sp>
          </p:grpSp>
          <p:sp>
            <p:nvSpPr>
              <p:cNvPr id="917" name="Shape 917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</p:grpSp>
        <p:grpSp>
          <p:nvGrpSpPr>
            <p:cNvPr id="923" name="Group 923"/>
            <p:cNvGrpSpPr/>
            <p:nvPr/>
          </p:nvGrpSpPr>
          <p:grpSpPr>
            <a:xfrm>
              <a:off x="1828800" y="0"/>
              <a:ext cx="457200" cy="811623"/>
              <a:chOff x="0" y="0"/>
              <a:chExt cx="457200" cy="811622"/>
            </a:xfrm>
          </p:grpSpPr>
          <p:grpSp>
            <p:nvGrpSpPr>
              <p:cNvPr id="921" name="Group 921"/>
              <p:cNvGrpSpPr/>
              <p:nvPr/>
            </p:nvGrpSpPr>
            <p:grpSpPr>
              <a:xfrm>
                <a:off x="0" y="0"/>
                <a:ext cx="457200" cy="457200"/>
                <a:chOff x="0" y="0"/>
                <a:chExt cx="457200" cy="457200"/>
              </a:xfrm>
            </p:grpSpPr>
            <p:sp>
              <p:nvSpPr>
                <p:cNvPr id="919" name="Shape 919"/>
                <p:cNvSpPr/>
                <p:nvPr/>
              </p:nvSpPr>
              <p:spPr>
                <a:xfrm>
                  <a:off x="0" y="0"/>
                  <a:ext cx="457200" cy="457200"/>
                </a:xfrm>
                <a:prstGeom prst="roundRect">
                  <a:avLst>
                    <a:gd name="adj" fmla="val 34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920" name="Shape 920"/>
                <p:cNvSpPr/>
                <p:nvPr/>
              </p:nvSpPr>
              <p:spPr>
                <a:xfrm>
                  <a:off x="465" y="29399"/>
                  <a:ext cx="456270" cy="3984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ctr">
                  <a:spAutoFit/>
                </a:bodyPr>
                <a:lstStyle>
                  <a:lvl1pPr algn="ctr">
                    <a:lnSpc>
                      <a:spcPct val="93000"/>
                    </a:lnSpc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0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2000"/>
                    <a:t>E </a:t>
                  </a:r>
                </a:p>
              </p:txBody>
            </p:sp>
          </p:grpSp>
          <p:sp>
            <p:nvSpPr>
              <p:cNvPr id="922" name="Shape 922"/>
              <p:cNvSpPr/>
              <p:nvPr/>
            </p:nvSpPr>
            <p:spPr>
              <a:xfrm>
                <a:off x="57622" y="438622"/>
                <a:ext cx="231094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</p:grpSp>
      </p:grpSp>
      <p:grpSp>
        <p:nvGrpSpPr>
          <p:cNvPr id="927" name="Group 927"/>
          <p:cNvGrpSpPr/>
          <p:nvPr/>
        </p:nvGrpSpPr>
        <p:grpSpPr>
          <a:xfrm>
            <a:off x="7933762" y="1617985"/>
            <a:ext cx="359010" cy="323386"/>
            <a:chOff x="-1" y="0"/>
            <a:chExt cx="359008" cy="323385"/>
          </a:xfrm>
        </p:grpSpPr>
        <p:sp>
          <p:nvSpPr>
            <p:cNvPr id="925" name="Shape 925"/>
            <p:cNvSpPr/>
            <p:nvPr/>
          </p:nvSpPr>
          <p:spPr>
            <a:xfrm>
              <a:off x="-1" y="94784"/>
              <a:ext cx="1589" cy="2286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6" name="Shape 926"/>
            <p:cNvSpPr/>
            <p:nvPr/>
          </p:nvSpPr>
          <p:spPr>
            <a:xfrm>
              <a:off x="2053" y="0"/>
              <a:ext cx="356954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sp>
        <p:nvSpPr>
          <p:cNvPr id="928" name="Shape 928"/>
          <p:cNvSpPr/>
          <p:nvPr/>
        </p:nvSpPr>
        <p:spPr>
          <a:xfrm>
            <a:off x="6200213" y="2893869"/>
            <a:ext cx="1676402" cy="1589"/>
          </a:xfrm>
          <a:prstGeom prst="line">
            <a:avLst/>
          </a:prstGeom>
          <a:ln w="9360">
            <a:solidFill/>
            <a:round/>
            <a:tailEnd type="triangle"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929" name="Shape 929"/>
          <p:cNvSpPr/>
          <p:nvPr/>
        </p:nvSpPr>
        <p:spPr>
          <a:xfrm>
            <a:off x="6200213" y="3122469"/>
            <a:ext cx="1676402" cy="1589"/>
          </a:xfrm>
          <a:prstGeom prst="line">
            <a:avLst/>
          </a:prstGeom>
          <a:ln w="9360">
            <a:solidFill/>
            <a:round/>
          </a:ln>
        </p:spPr>
        <p:txBody>
          <a:bodyPr lIns="0" tIns="0" rIns="0" bIns="0"/>
          <a:lstStyle/>
          <a:p>
            <a:pPr lvl="0" defTabSz="457200">
              <a:defRPr sz="1200">
                <a:latin typeface="+mj-lt"/>
                <a:ea typeface="+mj-ea"/>
                <a:cs typeface="+mj-cs"/>
                <a:sym typeface="Helvetica"/>
              </a:defRPr>
            </a:pPr>
            <a:endParaRPr/>
          </a:p>
        </p:txBody>
      </p:sp>
      <p:sp>
        <p:nvSpPr>
          <p:cNvPr id="930" name="Shape 930"/>
          <p:cNvSpPr/>
          <p:nvPr/>
        </p:nvSpPr>
        <p:spPr>
          <a:xfrm>
            <a:off x="7875820" y="2893869"/>
            <a:ext cx="3176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cubicBezTo>
                  <a:pt x="5400" y="0"/>
                  <a:pt x="10800" y="5400"/>
                  <a:pt x="10800" y="10800"/>
                </a:cubicBezTo>
                <a:cubicBezTo>
                  <a:pt x="10800" y="16200"/>
                  <a:pt x="16200" y="21600"/>
                  <a:pt x="21600" y="21600"/>
                </a:cubicBezTo>
              </a:path>
            </a:pathLst>
          </a:custGeom>
          <a:ln w="936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cxnSp>
        <p:nvCxnSpPr>
          <p:cNvPr id="931" name="Connector 931"/>
          <p:cNvCxnSpPr>
            <a:stCxn id="929" idx="0"/>
            <a:endCxn id="928" idx="0"/>
          </p:cNvCxnSpPr>
          <p:nvPr/>
        </p:nvCxnSpPr>
        <p:spPr>
          <a:xfrm flipH="1" flipV="1">
            <a:off x="7038413" y="2894663"/>
            <a:ext cx="1" cy="228601"/>
          </a:xfrm>
          <a:prstGeom prst="straightConnector1">
            <a:avLst/>
          </a:prstGeom>
          <a:ln w="9360">
            <a:solidFill/>
            <a:round/>
            <a:tailEnd type="triangle"/>
          </a:ln>
        </p:spPr>
      </p:cxnSp>
      <p:sp>
        <p:nvSpPr>
          <p:cNvPr id="932" name="Shape 932"/>
          <p:cNvSpPr/>
          <p:nvPr/>
        </p:nvSpPr>
        <p:spPr>
          <a:xfrm>
            <a:off x="4038597" y="3127729"/>
            <a:ext cx="4953001" cy="1611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6799" tIns="46799" rIns="46799" bIns="46799">
            <a:spAutoFit/>
          </a:bodyPr>
          <a:lstStyle/>
          <a:p>
            <a:pPr marL="303388" lvl="0" indent="-303388">
              <a:lnSpc>
                <a:spcPct val="93000"/>
              </a:lnSpc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600" dirty="0">
                <a:solidFill>
                  <a:srgbClr val="002850"/>
                </a:solidFill>
              </a:rPr>
              <a:t>A </a:t>
            </a:r>
            <a:r>
              <a:rPr sz="1600" dirty="0" err="1">
                <a:solidFill>
                  <a:srgbClr val="002850"/>
                </a:solidFill>
              </a:rPr>
              <a:t>medida</a:t>
            </a:r>
            <a:r>
              <a:rPr sz="1600" dirty="0">
                <a:solidFill>
                  <a:srgbClr val="002850"/>
                </a:solidFill>
              </a:rPr>
              <a:t> que los </a:t>
            </a:r>
            <a:r>
              <a:rPr sz="1600" dirty="0" err="1">
                <a:solidFill>
                  <a:srgbClr val="002850"/>
                </a:solidFill>
              </a:rPr>
              <a:t>elementos</a:t>
            </a:r>
            <a:r>
              <a:rPr sz="1600" dirty="0">
                <a:solidFill>
                  <a:srgbClr val="002850"/>
                </a:solidFill>
              </a:rPr>
              <a:t> se </a:t>
            </a:r>
            <a:r>
              <a:rPr sz="1600" dirty="0" err="1">
                <a:solidFill>
                  <a:srgbClr val="002850"/>
                </a:solidFill>
              </a:rPr>
              <a:t>desencolaron</a:t>
            </a:r>
            <a:r>
              <a:rPr sz="1600" dirty="0">
                <a:solidFill>
                  <a:srgbClr val="002850"/>
                </a:solidFill>
              </a:rPr>
              <a:t> y </a:t>
            </a:r>
            <a:r>
              <a:rPr sz="1600" dirty="0" err="1">
                <a:solidFill>
                  <a:srgbClr val="002850"/>
                </a:solidFill>
              </a:rPr>
              <a:t>encolaron</a:t>
            </a:r>
            <a:endParaRPr sz="1600" dirty="0">
              <a:solidFill>
                <a:srgbClr val="002850"/>
              </a:solidFill>
            </a:endParaRPr>
          </a:p>
          <a:p>
            <a:pPr marL="678215" lvl="1" indent="-221015">
              <a:spcBef>
                <a:spcPts val="3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400" dirty="0">
                <a:solidFill>
                  <a:srgbClr val="002850"/>
                </a:solidFill>
              </a:rPr>
              <a:t>La cola </a:t>
            </a:r>
            <a:r>
              <a:rPr sz="1400" dirty="0" err="1">
                <a:solidFill>
                  <a:srgbClr val="002850"/>
                </a:solidFill>
              </a:rPr>
              <a:t>fue</a:t>
            </a:r>
            <a:r>
              <a:rPr sz="1400" dirty="0">
                <a:solidFill>
                  <a:srgbClr val="002850"/>
                </a:solidFill>
              </a:rPr>
              <a:t> </a:t>
            </a:r>
            <a:r>
              <a:rPr sz="1400" dirty="0" err="1">
                <a:solidFill>
                  <a:srgbClr val="002850"/>
                </a:solidFill>
              </a:rPr>
              <a:t>avanzando</a:t>
            </a:r>
            <a:r>
              <a:rPr sz="1400" dirty="0">
                <a:solidFill>
                  <a:srgbClr val="002850"/>
                </a:solidFill>
              </a:rPr>
              <a:t> </a:t>
            </a:r>
            <a:r>
              <a:rPr sz="1400" dirty="0" err="1">
                <a:solidFill>
                  <a:srgbClr val="002850"/>
                </a:solidFill>
              </a:rPr>
              <a:t>hacia</a:t>
            </a:r>
            <a:r>
              <a:rPr sz="1400" dirty="0">
                <a:solidFill>
                  <a:srgbClr val="002850"/>
                </a:solidFill>
              </a:rPr>
              <a:t> la </a:t>
            </a:r>
            <a:r>
              <a:rPr sz="1400" dirty="0" err="1">
                <a:solidFill>
                  <a:srgbClr val="002850"/>
                </a:solidFill>
              </a:rPr>
              <a:t>derecha</a:t>
            </a:r>
            <a:endParaRPr sz="1400" dirty="0">
              <a:solidFill>
                <a:srgbClr val="002850"/>
              </a:solidFill>
            </a:endParaRPr>
          </a:p>
          <a:p>
            <a:pPr marL="678215" lvl="1" indent="-221015">
              <a:spcBef>
                <a:spcPts val="3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400" dirty="0">
                <a:solidFill>
                  <a:srgbClr val="002850"/>
                </a:solidFill>
              </a:rPr>
              <a:t>El </a:t>
            </a:r>
            <a:r>
              <a:rPr lang="es-EC" sz="1400" dirty="0">
                <a:solidFill>
                  <a:srgbClr val="002850"/>
                </a:solidFill>
              </a:rPr>
              <a:t>Tail</a:t>
            </a:r>
            <a:r>
              <a:rPr sz="1400" dirty="0">
                <a:solidFill>
                  <a:srgbClr val="002850"/>
                </a:solidFill>
              </a:rPr>
              <a:t> ha </a:t>
            </a:r>
            <a:r>
              <a:rPr sz="1400" dirty="0" err="1">
                <a:solidFill>
                  <a:srgbClr val="002850"/>
                </a:solidFill>
              </a:rPr>
              <a:t>alcanzado</a:t>
            </a:r>
            <a:r>
              <a:rPr sz="1400" dirty="0">
                <a:solidFill>
                  <a:srgbClr val="002850"/>
                </a:solidFill>
              </a:rPr>
              <a:t> el </a:t>
            </a:r>
            <a:r>
              <a:rPr sz="1400" dirty="0" err="1">
                <a:solidFill>
                  <a:srgbClr val="002850"/>
                </a:solidFill>
              </a:rPr>
              <a:t>MAXimo</a:t>
            </a:r>
            <a:r>
              <a:rPr sz="1400" dirty="0">
                <a:solidFill>
                  <a:srgbClr val="002850"/>
                </a:solidFill>
              </a:rPr>
              <a:t> </a:t>
            </a:r>
            <a:r>
              <a:rPr sz="1400" dirty="0" err="1">
                <a:solidFill>
                  <a:srgbClr val="002850"/>
                </a:solidFill>
              </a:rPr>
              <a:t>permitido</a:t>
            </a:r>
            <a:endParaRPr sz="1400" dirty="0">
              <a:solidFill>
                <a:srgbClr val="002850"/>
              </a:solidFill>
            </a:endParaRPr>
          </a:p>
          <a:p>
            <a:pPr marL="678215" lvl="1" indent="-221015">
              <a:spcBef>
                <a:spcPts val="3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400" dirty="0">
                <a:solidFill>
                  <a:srgbClr val="002850"/>
                </a:solidFill>
              </a:rPr>
              <a:t>Sin embargo, al </a:t>
            </a:r>
            <a:r>
              <a:rPr sz="1400" dirty="0" err="1">
                <a:solidFill>
                  <a:srgbClr val="002850"/>
                </a:solidFill>
              </a:rPr>
              <a:t>inicio</a:t>
            </a:r>
            <a:r>
              <a:rPr sz="1400" dirty="0">
                <a:solidFill>
                  <a:srgbClr val="002850"/>
                </a:solidFill>
              </a:rPr>
              <a:t> del </a:t>
            </a:r>
            <a:r>
              <a:rPr sz="1400" dirty="0" err="1">
                <a:solidFill>
                  <a:srgbClr val="002850"/>
                </a:solidFill>
              </a:rPr>
              <a:t>Arreglo</a:t>
            </a:r>
            <a:r>
              <a:rPr sz="1400" dirty="0">
                <a:solidFill>
                  <a:srgbClr val="002850"/>
                </a:solidFill>
              </a:rPr>
              <a:t>, </a:t>
            </a:r>
            <a:r>
              <a:rPr sz="1400" dirty="0" err="1">
                <a:solidFill>
                  <a:srgbClr val="002850"/>
                </a:solidFill>
              </a:rPr>
              <a:t>si</a:t>
            </a:r>
            <a:r>
              <a:rPr sz="1400" dirty="0">
                <a:solidFill>
                  <a:srgbClr val="002850"/>
                </a:solidFill>
              </a:rPr>
              <a:t> hay </a:t>
            </a:r>
            <a:r>
              <a:rPr sz="1400" dirty="0" err="1">
                <a:solidFill>
                  <a:srgbClr val="002850"/>
                </a:solidFill>
              </a:rPr>
              <a:t>espacios</a:t>
            </a:r>
            <a:r>
              <a:rPr sz="1400" dirty="0">
                <a:solidFill>
                  <a:srgbClr val="002850"/>
                </a:solidFill>
              </a:rPr>
              <a:t> </a:t>
            </a:r>
            <a:r>
              <a:rPr sz="1400" dirty="0" err="1">
                <a:solidFill>
                  <a:srgbClr val="002850"/>
                </a:solidFill>
              </a:rPr>
              <a:t>vacios</a:t>
            </a:r>
            <a:endParaRPr sz="1400" dirty="0">
              <a:solidFill>
                <a:srgbClr val="002850"/>
              </a:solidFill>
            </a:endParaRPr>
          </a:p>
          <a:p>
            <a:pPr marL="303388" lvl="0" indent="-303388">
              <a:spcBef>
                <a:spcPts val="400"/>
              </a:spcBef>
              <a:buClr>
                <a:srgbClr val="008080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600" dirty="0">
                <a:solidFill>
                  <a:srgbClr val="002850"/>
                </a:solidFill>
              </a:rPr>
              <a:t>¿Que </a:t>
            </a:r>
            <a:r>
              <a:rPr sz="1600" dirty="0" err="1">
                <a:solidFill>
                  <a:srgbClr val="002850"/>
                </a:solidFill>
              </a:rPr>
              <a:t>hacer</a:t>
            </a:r>
            <a:r>
              <a:rPr sz="1600" dirty="0">
                <a:solidFill>
                  <a:srgbClr val="002850"/>
                </a:solidFill>
              </a:rPr>
              <a:t>?</a:t>
            </a:r>
          </a:p>
        </p:txBody>
      </p:sp>
      <p:grpSp>
        <p:nvGrpSpPr>
          <p:cNvPr id="935" name="Group 935"/>
          <p:cNvGrpSpPr/>
          <p:nvPr/>
        </p:nvGrpSpPr>
        <p:grpSpPr>
          <a:xfrm>
            <a:off x="1885950" y="3890200"/>
            <a:ext cx="304800" cy="334901"/>
            <a:chOff x="0" y="0"/>
            <a:chExt cx="304800" cy="334900"/>
          </a:xfrm>
        </p:grpSpPr>
        <p:sp>
          <p:nvSpPr>
            <p:cNvPr id="933" name="Shape 933"/>
            <p:cNvSpPr/>
            <p:nvPr/>
          </p:nvSpPr>
          <p:spPr>
            <a:xfrm>
              <a:off x="0" y="15049"/>
              <a:ext cx="304800" cy="304801"/>
            </a:xfrm>
            <a:prstGeom prst="roundRect">
              <a:avLst>
                <a:gd name="adj" fmla="val 519"/>
              </a:avLst>
            </a:prstGeom>
            <a:solidFill>
              <a:srgbClr val="FF99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934" name="Shape 934"/>
            <p:cNvSpPr/>
            <p:nvPr/>
          </p:nvSpPr>
          <p:spPr>
            <a:xfrm>
              <a:off x="465" y="-1"/>
              <a:ext cx="303870" cy="334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ctr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A</a:t>
              </a:r>
            </a:p>
          </p:txBody>
        </p:sp>
      </p:grpSp>
      <p:grpSp>
        <p:nvGrpSpPr>
          <p:cNvPr id="938" name="Group 938"/>
          <p:cNvGrpSpPr/>
          <p:nvPr/>
        </p:nvGrpSpPr>
        <p:grpSpPr>
          <a:xfrm>
            <a:off x="533865" y="3276599"/>
            <a:ext cx="837736" cy="457202"/>
            <a:chOff x="0" y="-1"/>
            <a:chExt cx="837735" cy="457202"/>
          </a:xfrm>
        </p:grpSpPr>
        <p:sp>
          <p:nvSpPr>
            <p:cNvPr id="936" name="Shape 936"/>
            <p:cNvSpPr/>
            <p:nvPr/>
          </p:nvSpPr>
          <p:spPr>
            <a:xfrm>
              <a:off x="380534" y="-1"/>
              <a:ext cx="457201" cy="4572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7" name="Shape 937"/>
            <p:cNvSpPr/>
            <p:nvPr/>
          </p:nvSpPr>
          <p:spPr>
            <a:xfrm>
              <a:off x="0" y="76665"/>
              <a:ext cx="504880" cy="2948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Head</a:t>
              </a:r>
              <a:endParaRPr sz="1400" dirty="0"/>
            </a:p>
          </p:txBody>
        </p:sp>
      </p:grpSp>
      <p:grpSp>
        <p:nvGrpSpPr>
          <p:cNvPr id="941" name="Group 941"/>
          <p:cNvGrpSpPr/>
          <p:nvPr/>
        </p:nvGrpSpPr>
        <p:grpSpPr>
          <a:xfrm>
            <a:off x="1676400" y="3047999"/>
            <a:ext cx="357421" cy="533402"/>
            <a:chOff x="0" y="-1"/>
            <a:chExt cx="357420" cy="533402"/>
          </a:xfrm>
        </p:grpSpPr>
        <p:sp>
          <p:nvSpPr>
            <p:cNvPr id="939" name="Shape 939"/>
            <p:cNvSpPr/>
            <p:nvPr/>
          </p:nvSpPr>
          <p:spPr>
            <a:xfrm>
              <a:off x="0" y="-1"/>
              <a:ext cx="76200" cy="5334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0" name="Shape 940"/>
            <p:cNvSpPr/>
            <p:nvPr/>
          </p:nvSpPr>
          <p:spPr>
            <a:xfrm>
              <a:off x="465" y="76665"/>
              <a:ext cx="356955" cy="2948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grpSp>
        <p:nvGrpSpPr>
          <p:cNvPr id="944" name="Group 944"/>
          <p:cNvGrpSpPr/>
          <p:nvPr/>
        </p:nvGrpSpPr>
        <p:grpSpPr>
          <a:xfrm>
            <a:off x="2514600" y="3947350"/>
            <a:ext cx="304800" cy="334901"/>
            <a:chOff x="0" y="0"/>
            <a:chExt cx="304800" cy="334900"/>
          </a:xfrm>
        </p:grpSpPr>
        <p:sp>
          <p:nvSpPr>
            <p:cNvPr id="942" name="Shape 942"/>
            <p:cNvSpPr/>
            <p:nvPr/>
          </p:nvSpPr>
          <p:spPr>
            <a:xfrm>
              <a:off x="0" y="15049"/>
              <a:ext cx="304800" cy="304801"/>
            </a:xfrm>
            <a:prstGeom prst="roundRect">
              <a:avLst>
                <a:gd name="adj" fmla="val 519"/>
              </a:avLst>
            </a:prstGeom>
            <a:solidFill>
              <a:srgbClr val="CC99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943" name="Shape 943"/>
            <p:cNvSpPr/>
            <p:nvPr/>
          </p:nvSpPr>
          <p:spPr>
            <a:xfrm>
              <a:off x="465" y="-1"/>
              <a:ext cx="303870" cy="334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ctr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B</a:t>
              </a:r>
            </a:p>
          </p:txBody>
        </p:sp>
      </p:grpSp>
      <p:sp>
        <p:nvSpPr>
          <p:cNvPr id="945" name="Shape 945"/>
          <p:cNvSpPr/>
          <p:nvPr/>
        </p:nvSpPr>
        <p:spPr>
          <a:xfrm>
            <a:off x="1447800" y="2971800"/>
            <a:ext cx="762000" cy="685800"/>
          </a:xfrm>
          <a:prstGeom prst="roundRect">
            <a:avLst>
              <a:gd name="adj" fmla="val 23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948" name="Group 948"/>
          <p:cNvGrpSpPr/>
          <p:nvPr/>
        </p:nvGrpSpPr>
        <p:grpSpPr>
          <a:xfrm>
            <a:off x="2817811" y="3352800"/>
            <a:ext cx="570150" cy="381001"/>
            <a:chOff x="-1" y="0"/>
            <a:chExt cx="570149" cy="381000"/>
          </a:xfrm>
        </p:grpSpPr>
        <p:sp>
          <p:nvSpPr>
            <p:cNvPr id="946" name="Shape 946"/>
            <p:cNvSpPr/>
            <p:nvPr/>
          </p:nvSpPr>
          <p:spPr>
            <a:xfrm flipH="1">
              <a:off x="-1" y="0"/>
              <a:ext cx="307977" cy="381000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7" name="Shape 947"/>
            <p:cNvSpPr/>
            <p:nvPr/>
          </p:nvSpPr>
          <p:spPr>
            <a:xfrm>
              <a:off x="213193" y="76668"/>
              <a:ext cx="356955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grpSp>
        <p:nvGrpSpPr>
          <p:cNvPr id="951" name="Group 951"/>
          <p:cNvGrpSpPr/>
          <p:nvPr/>
        </p:nvGrpSpPr>
        <p:grpSpPr>
          <a:xfrm>
            <a:off x="2667000" y="4556950"/>
            <a:ext cx="304800" cy="334901"/>
            <a:chOff x="0" y="0"/>
            <a:chExt cx="304800" cy="334900"/>
          </a:xfrm>
        </p:grpSpPr>
        <p:sp>
          <p:nvSpPr>
            <p:cNvPr id="949" name="Shape 949"/>
            <p:cNvSpPr/>
            <p:nvPr/>
          </p:nvSpPr>
          <p:spPr>
            <a:xfrm>
              <a:off x="0" y="15049"/>
              <a:ext cx="304800" cy="304801"/>
            </a:xfrm>
            <a:prstGeom prst="roundRect">
              <a:avLst>
                <a:gd name="adj" fmla="val 519"/>
              </a:avLst>
            </a:prstGeom>
            <a:solidFill>
              <a:srgbClr val="FFCC9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950" name="Shape 950"/>
            <p:cNvSpPr/>
            <p:nvPr/>
          </p:nvSpPr>
          <p:spPr>
            <a:xfrm>
              <a:off x="465" y="-1"/>
              <a:ext cx="303870" cy="334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ctr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C</a:t>
              </a:r>
            </a:p>
          </p:txBody>
        </p:sp>
      </p:grpSp>
      <p:grpSp>
        <p:nvGrpSpPr>
          <p:cNvPr id="954" name="Group 954"/>
          <p:cNvGrpSpPr/>
          <p:nvPr/>
        </p:nvGrpSpPr>
        <p:grpSpPr>
          <a:xfrm>
            <a:off x="3257548" y="4572465"/>
            <a:ext cx="460378" cy="382124"/>
            <a:chOff x="-1" y="0"/>
            <a:chExt cx="460376" cy="382122"/>
          </a:xfrm>
        </p:grpSpPr>
        <p:sp>
          <p:nvSpPr>
            <p:cNvPr id="952" name="Shape 952"/>
            <p:cNvSpPr/>
            <p:nvPr/>
          </p:nvSpPr>
          <p:spPr>
            <a:xfrm flipH="1" flipV="1">
              <a:off x="-1" y="226546"/>
              <a:ext cx="460376" cy="155576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3" name="Shape 953"/>
            <p:cNvSpPr/>
            <p:nvPr/>
          </p:nvSpPr>
          <p:spPr>
            <a:xfrm>
              <a:off x="78253" y="0"/>
              <a:ext cx="356955" cy="2948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grpSp>
        <p:nvGrpSpPr>
          <p:cNvPr id="957" name="Group 957"/>
          <p:cNvGrpSpPr/>
          <p:nvPr/>
        </p:nvGrpSpPr>
        <p:grpSpPr>
          <a:xfrm>
            <a:off x="1866900" y="3886200"/>
            <a:ext cx="381000" cy="381000"/>
            <a:chOff x="0" y="0"/>
            <a:chExt cx="381000" cy="381000"/>
          </a:xfrm>
        </p:grpSpPr>
        <p:sp>
          <p:nvSpPr>
            <p:cNvPr id="955" name="Shape 955"/>
            <p:cNvSpPr/>
            <p:nvPr/>
          </p:nvSpPr>
          <p:spPr>
            <a:xfrm>
              <a:off x="0" y="0"/>
              <a:ext cx="381000" cy="381000"/>
            </a:xfrm>
            <a:prstGeom prst="roundRect">
              <a:avLst>
                <a:gd name="adj" fmla="val 417"/>
              </a:avLst>
            </a:prstGeom>
            <a:solidFill>
              <a:srgbClr val="99CC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956" name="Shape 956"/>
            <p:cNvSpPr/>
            <p:nvPr/>
          </p:nvSpPr>
          <p:spPr>
            <a:xfrm>
              <a:off x="458" y="23049"/>
              <a:ext cx="380084" cy="334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ctr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 </a:t>
              </a:r>
            </a:p>
          </p:txBody>
        </p:sp>
      </p:grpSp>
      <p:sp>
        <p:nvSpPr>
          <p:cNvPr id="958" name="Shape 958"/>
          <p:cNvSpPr/>
          <p:nvPr/>
        </p:nvSpPr>
        <p:spPr>
          <a:xfrm>
            <a:off x="2819400" y="3048000"/>
            <a:ext cx="762000" cy="685800"/>
          </a:xfrm>
          <a:prstGeom prst="roundRect">
            <a:avLst>
              <a:gd name="adj" fmla="val 23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sp>
        <p:nvSpPr>
          <p:cNvPr id="959" name="Shape 959"/>
          <p:cNvSpPr/>
          <p:nvPr/>
        </p:nvSpPr>
        <p:spPr>
          <a:xfrm>
            <a:off x="576126" y="3124021"/>
            <a:ext cx="807108" cy="685800"/>
          </a:xfrm>
          <a:prstGeom prst="roundRect">
            <a:avLst>
              <a:gd name="adj" fmla="val 23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962" name="Group 962"/>
          <p:cNvGrpSpPr/>
          <p:nvPr/>
        </p:nvGrpSpPr>
        <p:grpSpPr>
          <a:xfrm>
            <a:off x="2817811" y="3352800"/>
            <a:ext cx="584725" cy="371556"/>
            <a:chOff x="-1" y="0"/>
            <a:chExt cx="584724" cy="371555"/>
          </a:xfrm>
        </p:grpSpPr>
        <p:sp>
          <p:nvSpPr>
            <p:cNvPr id="960" name="Shape 960"/>
            <p:cNvSpPr/>
            <p:nvPr/>
          </p:nvSpPr>
          <p:spPr>
            <a:xfrm flipH="1">
              <a:off x="-1" y="0"/>
              <a:ext cx="231777" cy="304800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61" name="Shape 961"/>
            <p:cNvSpPr/>
            <p:nvPr/>
          </p:nvSpPr>
          <p:spPr>
            <a:xfrm>
              <a:off x="79843" y="76668"/>
              <a:ext cx="504880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Head</a:t>
              </a:r>
              <a:endParaRPr sz="1400" dirty="0"/>
            </a:p>
          </p:txBody>
        </p:sp>
      </p:grpSp>
      <p:grpSp>
        <p:nvGrpSpPr>
          <p:cNvPr id="965" name="Group 965"/>
          <p:cNvGrpSpPr/>
          <p:nvPr/>
        </p:nvGrpSpPr>
        <p:grpSpPr>
          <a:xfrm>
            <a:off x="2114550" y="4880800"/>
            <a:ext cx="304800" cy="334901"/>
            <a:chOff x="0" y="0"/>
            <a:chExt cx="304800" cy="334900"/>
          </a:xfrm>
        </p:grpSpPr>
        <p:sp>
          <p:nvSpPr>
            <p:cNvPr id="963" name="Shape 963"/>
            <p:cNvSpPr/>
            <p:nvPr/>
          </p:nvSpPr>
          <p:spPr>
            <a:xfrm>
              <a:off x="0" y="15049"/>
              <a:ext cx="304800" cy="304801"/>
            </a:xfrm>
            <a:prstGeom prst="roundRect">
              <a:avLst>
                <a:gd name="adj" fmla="val 519"/>
              </a:avLst>
            </a:prstGeom>
            <a:solidFill>
              <a:srgbClr val="CCFFC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964" name="Shape 964"/>
            <p:cNvSpPr/>
            <p:nvPr/>
          </p:nvSpPr>
          <p:spPr>
            <a:xfrm>
              <a:off x="465" y="-1"/>
              <a:ext cx="303870" cy="334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ctr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D</a:t>
              </a:r>
            </a:p>
          </p:txBody>
        </p:sp>
      </p:grpSp>
      <p:sp>
        <p:nvSpPr>
          <p:cNvPr id="966" name="Shape 966"/>
          <p:cNvSpPr/>
          <p:nvPr/>
        </p:nvSpPr>
        <p:spPr>
          <a:xfrm>
            <a:off x="3276600" y="4419600"/>
            <a:ext cx="762000" cy="685800"/>
          </a:xfrm>
          <a:prstGeom prst="roundRect">
            <a:avLst>
              <a:gd name="adj" fmla="val 23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969" name="Group 969"/>
          <p:cNvGrpSpPr/>
          <p:nvPr/>
        </p:nvGrpSpPr>
        <p:grpSpPr>
          <a:xfrm>
            <a:off x="2097087" y="5637211"/>
            <a:ext cx="454259" cy="612778"/>
            <a:chOff x="0" y="-1"/>
            <a:chExt cx="454258" cy="612777"/>
          </a:xfrm>
        </p:grpSpPr>
        <p:sp>
          <p:nvSpPr>
            <p:cNvPr id="967" name="Shape 967"/>
            <p:cNvSpPr/>
            <p:nvPr/>
          </p:nvSpPr>
          <p:spPr>
            <a:xfrm flipH="1" flipV="1">
              <a:off x="0" y="-1"/>
              <a:ext cx="98425" cy="6127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68" name="Shape 968"/>
            <p:cNvSpPr/>
            <p:nvPr/>
          </p:nvSpPr>
          <p:spPr>
            <a:xfrm>
              <a:off x="97303" y="306853"/>
              <a:ext cx="356955" cy="2948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sp>
        <p:nvSpPr>
          <p:cNvPr id="970" name="Shape 970"/>
          <p:cNvSpPr/>
          <p:nvPr/>
        </p:nvSpPr>
        <p:spPr>
          <a:xfrm>
            <a:off x="2514600" y="3962400"/>
            <a:ext cx="304800" cy="304800"/>
          </a:xfrm>
          <a:prstGeom prst="roundRect">
            <a:avLst>
              <a:gd name="adj" fmla="val 519"/>
            </a:avLst>
          </a:prstGeom>
          <a:solidFill>
            <a:srgbClr val="99CC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sp>
        <p:nvSpPr>
          <p:cNvPr id="971" name="Shape 971"/>
          <p:cNvSpPr/>
          <p:nvPr/>
        </p:nvSpPr>
        <p:spPr>
          <a:xfrm>
            <a:off x="2819400" y="2971800"/>
            <a:ext cx="762000" cy="685800"/>
          </a:xfrm>
          <a:prstGeom prst="roundRect">
            <a:avLst>
              <a:gd name="adj" fmla="val 23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974" name="Group 974"/>
          <p:cNvGrpSpPr/>
          <p:nvPr/>
        </p:nvGrpSpPr>
        <p:grpSpPr>
          <a:xfrm>
            <a:off x="3198812" y="4572468"/>
            <a:ext cx="583137" cy="534521"/>
            <a:chOff x="0" y="0"/>
            <a:chExt cx="583135" cy="534520"/>
          </a:xfrm>
        </p:grpSpPr>
        <p:sp>
          <p:nvSpPr>
            <p:cNvPr id="972" name="Shape 972"/>
            <p:cNvSpPr/>
            <p:nvPr/>
          </p:nvSpPr>
          <p:spPr>
            <a:xfrm flipH="1" flipV="1">
              <a:off x="0" y="226544"/>
              <a:ext cx="536576" cy="307976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3" name="Shape 973"/>
            <p:cNvSpPr/>
            <p:nvPr/>
          </p:nvSpPr>
          <p:spPr>
            <a:xfrm>
              <a:off x="78255" y="0"/>
              <a:ext cx="504880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Head</a:t>
              </a:r>
              <a:endParaRPr sz="1400" dirty="0"/>
            </a:p>
          </p:txBody>
        </p:sp>
      </p:grpSp>
      <p:grpSp>
        <p:nvGrpSpPr>
          <p:cNvPr id="977" name="Group 977"/>
          <p:cNvGrpSpPr/>
          <p:nvPr/>
        </p:nvGrpSpPr>
        <p:grpSpPr>
          <a:xfrm>
            <a:off x="1676400" y="4404550"/>
            <a:ext cx="304800" cy="334901"/>
            <a:chOff x="0" y="0"/>
            <a:chExt cx="304800" cy="334900"/>
          </a:xfrm>
        </p:grpSpPr>
        <p:sp>
          <p:nvSpPr>
            <p:cNvPr id="975" name="Shape 975"/>
            <p:cNvSpPr/>
            <p:nvPr/>
          </p:nvSpPr>
          <p:spPr>
            <a:xfrm>
              <a:off x="0" y="15049"/>
              <a:ext cx="304800" cy="304801"/>
            </a:xfrm>
            <a:prstGeom prst="roundRect">
              <a:avLst>
                <a:gd name="adj" fmla="val 519"/>
              </a:avLst>
            </a:prstGeom>
            <a:solidFill>
              <a:srgbClr val="FFFF9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976" name="Shape 976"/>
            <p:cNvSpPr/>
            <p:nvPr/>
          </p:nvSpPr>
          <p:spPr>
            <a:xfrm>
              <a:off x="465" y="-1"/>
              <a:ext cx="303870" cy="334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ctr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E</a:t>
              </a:r>
            </a:p>
          </p:txBody>
        </p:sp>
      </p:grpSp>
      <p:sp>
        <p:nvSpPr>
          <p:cNvPr id="978" name="Shape 978"/>
          <p:cNvSpPr/>
          <p:nvPr/>
        </p:nvSpPr>
        <p:spPr>
          <a:xfrm>
            <a:off x="1905000" y="5638800"/>
            <a:ext cx="762000" cy="685800"/>
          </a:xfrm>
          <a:prstGeom prst="roundRect">
            <a:avLst>
              <a:gd name="adj" fmla="val 23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981" name="Group 981"/>
          <p:cNvGrpSpPr/>
          <p:nvPr/>
        </p:nvGrpSpPr>
        <p:grpSpPr>
          <a:xfrm>
            <a:off x="668803" y="4343865"/>
            <a:ext cx="702799" cy="382124"/>
            <a:chOff x="0" y="0"/>
            <a:chExt cx="702797" cy="382122"/>
          </a:xfrm>
        </p:grpSpPr>
        <p:sp>
          <p:nvSpPr>
            <p:cNvPr id="979" name="Shape 979"/>
            <p:cNvSpPr/>
            <p:nvPr/>
          </p:nvSpPr>
          <p:spPr>
            <a:xfrm flipV="1">
              <a:off x="93196" y="226546"/>
              <a:ext cx="609601" cy="155576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80" name="Shape 980"/>
            <p:cNvSpPr/>
            <p:nvPr/>
          </p:nvSpPr>
          <p:spPr>
            <a:xfrm>
              <a:off x="0" y="0"/>
              <a:ext cx="356955" cy="2948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sp>
        <p:nvSpPr>
          <p:cNvPr id="982" name="Shape 982"/>
          <p:cNvSpPr/>
          <p:nvPr/>
        </p:nvSpPr>
        <p:spPr>
          <a:xfrm>
            <a:off x="533400" y="4267200"/>
            <a:ext cx="838200" cy="533400"/>
          </a:xfrm>
          <a:prstGeom prst="roundRect">
            <a:avLst>
              <a:gd name="adj" fmla="val 296"/>
            </a:avLst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sp>
        <p:nvSpPr>
          <p:cNvPr id="983" name="Shape 983"/>
          <p:cNvSpPr/>
          <p:nvPr/>
        </p:nvSpPr>
        <p:spPr>
          <a:xfrm>
            <a:off x="1356826" y="3962400"/>
            <a:ext cx="166815" cy="456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306" h="21600" extrusionOk="0">
                <a:moveTo>
                  <a:pt x="1767" y="21600"/>
                </a:moveTo>
                <a:cubicBezTo>
                  <a:pt x="236" y="17997"/>
                  <a:pt x="-1294" y="14394"/>
                  <a:pt x="1767" y="10792"/>
                </a:cubicBezTo>
                <a:cubicBezTo>
                  <a:pt x="4871" y="7189"/>
                  <a:pt x="12610" y="3586"/>
                  <a:pt x="20306" y="0"/>
                </a:cubicBezTo>
              </a:path>
            </a:pathLst>
          </a:custGeom>
          <a:ln w="25560">
            <a:solidFill/>
            <a:round/>
            <a:tailEnd type="triangle"/>
          </a:ln>
        </p:spPr>
        <p:txBody>
          <a:bodyPr lIns="0" tIns="0" rIns="0" bIns="0"/>
          <a:lstStyle/>
          <a:p>
            <a:pPr lvl="0">
              <a:defRPr sz="1800"/>
            </a:pPr>
            <a:endParaRPr/>
          </a:p>
        </p:txBody>
      </p:sp>
      <p:grpSp>
        <p:nvGrpSpPr>
          <p:cNvPr id="986" name="Group 986"/>
          <p:cNvGrpSpPr/>
          <p:nvPr/>
        </p:nvGrpSpPr>
        <p:grpSpPr>
          <a:xfrm>
            <a:off x="1924050" y="3890200"/>
            <a:ext cx="304800" cy="334901"/>
            <a:chOff x="0" y="0"/>
            <a:chExt cx="304800" cy="334900"/>
          </a:xfrm>
        </p:grpSpPr>
        <p:sp>
          <p:nvSpPr>
            <p:cNvPr id="984" name="Shape 984"/>
            <p:cNvSpPr/>
            <p:nvPr/>
          </p:nvSpPr>
          <p:spPr>
            <a:xfrm>
              <a:off x="0" y="15049"/>
              <a:ext cx="304800" cy="304801"/>
            </a:xfrm>
            <a:prstGeom prst="roundRect">
              <a:avLst>
                <a:gd name="adj" fmla="val 519"/>
              </a:avLst>
            </a:prstGeom>
            <a:solidFill>
              <a:srgbClr val="CC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985" name="Shape 985"/>
            <p:cNvSpPr/>
            <p:nvPr/>
          </p:nvSpPr>
          <p:spPr>
            <a:xfrm>
              <a:off x="465" y="-1"/>
              <a:ext cx="303870" cy="334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ctr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600"/>
                <a:t>G</a:t>
              </a:r>
            </a:p>
          </p:txBody>
        </p:sp>
      </p:grpSp>
      <p:grpSp>
        <p:nvGrpSpPr>
          <p:cNvPr id="989" name="Group 989"/>
          <p:cNvGrpSpPr/>
          <p:nvPr/>
        </p:nvGrpSpPr>
        <p:grpSpPr>
          <a:xfrm>
            <a:off x="1447799" y="3048465"/>
            <a:ext cx="433622" cy="609137"/>
            <a:chOff x="-1" y="0"/>
            <a:chExt cx="433621" cy="609135"/>
          </a:xfrm>
        </p:grpSpPr>
        <p:sp>
          <p:nvSpPr>
            <p:cNvPr id="987" name="Shape 987"/>
            <p:cNvSpPr/>
            <p:nvPr/>
          </p:nvSpPr>
          <p:spPr>
            <a:xfrm>
              <a:off x="-1" y="151934"/>
              <a:ext cx="381002" cy="4572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88" name="Shape 988"/>
            <p:cNvSpPr/>
            <p:nvPr/>
          </p:nvSpPr>
          <p:spPr>
            <a:xfrm>
              <a:off x="76665" y="0"/>
              <a:ext cx="356955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grpSp>
        <p:nvGrpSpPr>
          <p:cNvPr id="992" name="Group 992"/>
          <p:cNvGrpSpPr/>
          <p:nvPr/>
        </p:nvGrpSpPr>
        <p:grpSpPr>
          <a:xfrm>
            <a:off x="228600" y="5334000"/>
            <a:ext cx="1523642" cy="1463316"/>
            <a:chOff x="0" y="0"/>
            <a:chExt cx="1523641" cy="1463315"/>
          </a:xfrm>
        </p:grpSpPr>
        <p:sp>
          <p:nvSpPr>
            <p:cNvPr id="990" name="Shape 990"/>
            <p:cNvSpPr/>
            <p:nvPr/>
          </p:nvSpPr>
          <p:spPr>
            <a:xfrm>
              <a:off x="0" y="0"/>
              <a:ext cx="1523641" cy="14633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582"/>
                  </a:moveTo>
                  <a:cubicBezTo>
                    <a:pt x="0" y="1291"/>
                    <a:pt x="1546" y="0"/>
                    <a:pt x="3097" y="0"/>
                  </a:cubicBezTo>
                  <a:lnTo>
                    <a:pt x="18503" y="0"/>
                  </a:lnTo>
                  <a:cubicBezTo>
                    <a:pt x="20049" y="0"/>
                    <a:pt x="21600" y="1291"/>
                    <a:pt x="21600" y="2582"/>
                  </a:cubicBezTo>
                  <a:lnTo>
                    <a:pt x="21600" y="15410"/>
                  </a:lnTo>
                  <a:cubicBezTo>
                    <a:pt x="21600" y="16701"/>
                    <a:pt x="20049" y="17997"/>
                    <a:pt x="18503" y="17997"/>
                  </a:cubicBezTo>
                  <a:lnTo>
                    <a:pt x="9098" y="17997"/>
                  </a:lnTo>
                  <a:lnTo>
                    <a:pt x="1296" y="21600"/>
                  </a:lnTo>
                  <a:lnTo>
                    <a:pt x="3500" y="17997"/>
                  </a:lnTo>
                  <a:cubicBezTo>
                    <a:pt x="1750" y="17997"/>
                    <a:pt x="0" y="16743"/>
                    <a:pt x="0" y="15495"/>
                  </a:cubicBezTo>
                  <a:lnTo>
                    <a:pt x="0" y="2582"/>
                  </a:lnTo>
                </a:path>
              </a:pathLst>
            </a:custGeom>
            <a:solidFill>
              <a:srgbClr val="99CC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991" name="Shape 991"/>
            <p:cNvSpPr/>
            <p:nvPr/>
          </p:nvSpPr>
          <p:spPr>
            <a:xfrm>
              <a:off x="55562" y="113631"/>
              <a:ext cx="1411288" cy="9919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ctr">
              <a:spAutoFit/>
            </a:bodyPr>
            <a:lstStyle/>
            <a:p>
              <a:pPr lvl="0"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Al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encolar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el </a:t>
              </a:r>
              <a:r>
                <a:rPr lang="es-EC" sz="1200" dirty="0">
                  <a:latin typeface="Tahoma"/>
                  <a:ea typeface="Tahoma"/>
                  <a:cs typeface="Tahoma"/>
                  <a:sym typeface="Tahoma"/>
                </a:rPr>
                <a:t>Tail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se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mueve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al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siguiente</a:t>
              </a:r>
              <a:endParaRPr sz="1200" dirty="0">
                <a:latin typeface="Tahoma"/>
                <a:ea typeface="Tahoma"/>
                <a:cs typeface="Tahoma"/>
                <a:sym typeface="Tahoma"/>
              </a:endParaRPr>
            </a:p>
            <a:p>
              <a:pPr lvl="0" algn="ctr"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Al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desencolar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el </a:t>
              </a:r>
              <a:r>
                <a:rPr lang="es-EC" sz="1200" dirty="0">
                  <a:latin typeface="Tahoma"/>
                  <a:ea typeface="Tahoma"/>
                  <a:cs typeface="Tahoma"/>
                  <a:sym typeface="Tahoma"/>
                </a:rPr>
                <a:t>Head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se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mueve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al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siguiente</a:t>
              </a:r>
              <a:endParaRPr sz="1200" dirty="0"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993" name="Shape 993"/>
          <p:cNvSpPr/>
          <p:nvPr/>
        </p:nvSpPr>
        <p:spPr>
          <a:xfrm>
            <a:off x="5219932" y="1522268"/>
            <a:ext cx="731509" cy="457201"/>
          </a:xfrm>
          <a:prstGeom prst="roundRect">
            <a:avLst>
              <a:gd name="adj" fmla="val 347"/>
            </a:avLst>
          </a:prstGeom>
          <a:solidFill>
            <a:srgbClr val="FFFFFF"/>
          </a:solidFill>
          <a:ln w="9360">
            <a:solidFill>
              <a:srgbClr val="FFFFFF"/>
            </a:solidFill>
            <a:round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sp>
        <p:nvSpPr>
          <p:cNvPr id="994" name="Shape 994"/>
          <p:cNvSpPr/>
          <p:nvPr/>
        </p:nvSpPr>
        <p:spPr>
          <a:xfrm>
            <a:off x="3993293" y="4606601"/>
            <a:ext cx="4953001" cy="1412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6799" tIns="46799" rIns="46799" bIns="46799">
            <a:spAutoFit/>
          </a:bodyPr>
          <a:lstStyle/>
          <a:p>
            <a:pPr marL="678215" lvl="1" indent="-221015">
              <a:lnSpc>
                <a:spcPct val="93000"/>
              </a:lnSpc>
              <a:spcBef>
                <a:spcPts val="3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400" dirty="0" err="1">
                <a:solidFill>
                  <a:srgbClr val="002850"/>
                </a:solidFill>
              </a:rPr>
              <a:t>Deseamos</a:t>
            </a:r>
            <a:r>
              <a:rPr sz="1400" dirty="0">
                <a:solidFill>
                  <a:srgbClr val="002850"/>
                </a:solidFill>
              </a:rPr>
              <a:t> </a:t>
            </a:r>
            <a:r>
              <a:rPr sz="1400" dirty="0" err="1">
                <a:solidFill>
                  <a:srgbClr val="002850"/>
                </a:solidFill>
              </a:rPr>
              <a:t>poder</a:t>
            </a:r>
            <a:r>
              <a:rPr sz="1400" dirty="0">
                <a:solidFill>
                  <a:srgbClr val="002850"/>
                </a:solidFill>
              </a:rPr>
              <a:t> </a:t>
            </a:r>
            <a:r>
              <a:rPr sz="1400" dirty="0" err="1">
                <a:solidFill>
                  <a:srgbClr val="002850"/>
                </a:solidFill>
              </a:rPr>
              <a:t>utilizar</a:t>
            </a:r>
            <a:r>
              <a:rPr sz="1400" dirty="0">
                <a:solidFill>
                  <a:srgbClr val="002850"/>
                </a:solidFill>
              </a:rPr>
              <a:t> los </a:t>
            </a:r>
            <a:r>
              <a:rPr sz="1400" dirty="0" err="1">
                <a:solidFill>
                  <a:srgbClr val="002850"/>
                </a:solidFill>
              </a:rPr>
              <a:t>elementos</a:t>
            </a:r>
            <a:r>
              <a:rPr sz="1400" dirty="0">
                <a:solidFill>
                  <a:srgbClr val="002850"/>
                </a:solidFill>
              </a:rPr>
              <a:t> del </a:t>
            </a:r>
            <a:r>
              <a:rPr sz="1400" dirty="0" err="1">
                <a:solidFill>
                  <a:srgbClr val="002850"/>
                </a:solidFill>
              </a:rPr>
              <a:t>inicio</a:t>
            </a:r>
            <a:r>
              <a:rPr sz="1400" dirty="0">
                <a:solidFill>
                  <a:srgbClr val="002850"/>
                </a:solidFill>
              </a:rPr>
              <a:t> del </a:t>
            </a:r>
            <a:r>
              <a:rPr sz="1400" dirty="0" err="1">
                <a:solidFill>
                  <a:srgbClr val="002850"/>
                </a:solidFill>
              </a:rPr>
              <a:t>arreglo</a:t>
            </a:r>
            <a:endParaRPr sz="1400" dirty="0">
              <a:solidFill>
                <a:srgbClr val="002850"/>
              </a:solidFill>
            </a:endParaRPr>
          </a:p>
          <a:p>
            <a:pPr marL="1066800" lvl="2" indent="-152400">
              <a:spcBef>
                <a:spcPts val="300"/>
              </a:spcBef>
              <a:buClr>
                <a:srgbClr val="3333CC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200" i="1" dirty="0">
                <a:solidFill>
                  <a:srgbClr val="002850"/>
                </a:solidFill>
              </a:rPr>
              <a:t>Para </a:t>
            </a:r>
            <a:r>
              <a:rPr sz="1200" i="1" dirty="0" err="1">
                <a:solidFill>
                  <a:srgbClr val="002850"/>
                </a:solidFill>
              </a:rPr>
              <a:t>colocar</a:t>
            </a:r>
            <a:r>
              <a:rPr sz="1200" i="1" dirty="0">
                <a:solidFill>
                  <a:srgbClr val="002850"/>
                </a:solidFill>
              </a:rPr>
              <a:t> </a:t>
            </a:r>
            <a:r>
              <a:rPr sz="1200" i="1" dirty="0" err="1">
                <a:solidFill>
                  <a:srgbClr val="002850"/>
                </a:solidFill>
              </a:rPr>
              <a:t>allí</a:t>
            </a:r>
            <a:r>
              <a:rPr sz="1200" i="1" dirty="0">
                <a:solidFill>
                  <a:srgbClr val="002850"/>
                </a:solidFill>
              </a:rPr>
              <a:t> a los </a:t>
            </a:r>
            <a:r>
              <a:rPr sz="1200" i="1" dirty="0" err="1">
                <a:solidFill>
                  <a:srgbClr val="002850"/>
                </a:solidFill>
              </a:rPr>
              <a:t>nuevos</a:t>
            </a:r>
            <a:r>
              <a:rPr sz="1200" i="1" dirty="0">
                <a:solidFill>
                  <a:srgbClr val="002850"/>
                </a:solidFill>
              </a:rPr>
              <a:t> </a:t>
            </a:r>
            <a:r>
              <a:rPr sz="1200" i="1" dirty="0" err="1">
                <a:solidFill>
                  <a:srgbClr val="002850"/>
                </a:solidFill>
              </a:rPr>
              <a:t>elementos</a:t>
            </a:r>
            <a:endParaRPr sz="1200" i="1" dirty="0">
              <a:solidFill>
                <a:srgbClr val="002850"/>
              </a:solidFill>
            </a:endParaRPr>
          </a:p>
          <a:p>
            <a:pPr marL="678215" lvl="1" indent="-221015">
              <a:spcBef>
                <a:spcPts val="3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400" dirty="0">
                <a:solidFill>
                  <a:srgbClr val="002850"/>
                </a:solidFill>
              </a:rPr>
              <a:t>Es </a:t>
            </a:r>
            <a:r>
              <a:rPr sz="1400" dirty="0" err="1">
                <a:solidFill>
                  <a:srgbClr val="002850"/>
                </a:solidFill>
              </a:rPr>
              <a:t>decir</a:t>
            </a:r>
            <a:r>
              <a:rPr sz="1400" dirty="0">
                <a:solidFill>
                  <a:srgbClr val="002850"/>
                </a:solidFill>
              </a:rPr>
              <a:t>, que una </a:t>
            </a:r>
            <a:r>
              <a:rPr sz="1400" dirty="0" err="1">
                <a:solidFill>
                  <a:srgbClr val="002850"/>
                </a:solidFill>
              </a:rPr>
              <a:t>vez</a:t>
            </a:r>
            <a:r>
              <a:rPr sz="1400" dirty="0">
                <a:solidFill>
                  <a:srgbClr val="002850"/>
                </a:solidFill>
              </a:rPr>
              <a:t> que el Final </a:t>
            </a:r>
            <a:r>
              <a:rPr sz="1400" dirty="0" err="1">
                <a:solidFill>
                  <a:srgbClr val="002850"/>
                </a:solidFill>
              </a:rPr>
              <a:t>llegue</a:t>
            </a:r>
            <a:r>
              <a:rPr sz="1400" dirty="0">
                <a:solidFill>
                  <a:srgbClr val="002850"/>
                </a:solidFill>
              </a:rPr>
              <a:t> a </a:t>
            </a:r>
            <a:r>
              <a:rPr sz="1400" dirty="0" err="1">
                <a:solidFill>
                  <a:srgbClr val="002850"/>
                </a:solidFill>
              </a:rPr>
              <a:t>su</a:t>
            </a:r>
            <a:r>
              <a:rPr sz="1400" dirty="0">
                <a:solidFill>
                  <a:srgbClr val="002850"/>
                </a:solidFill>
              </a:rPr>
              <a:t> </a:t>
            </a:r>
            <a:r>
              <a:rPr sz="1400" dirty="0" err="1">
                <a:solidFill>
                  <a:srgbClr val="002850"/>
                </a:solidFill>
              </a:rPr>
              <a:t>limite</a:t>
            </a:r>
            <a:endParaRPr sz="1400" dirty="0">
              <a:solidFill>
                <a:srgbClr val="002850"/>
              </a:solidFill>
            </a:endParaRPr>
          </a:p>
          <a:p>
            <a:pPr marL="678215" lvl="1" indent="-221015">
              <a:spcBef>
                <a:spcPts val="3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400" dirty="0">
                <a:solidFill>
                  <a:srgbClr val="002850"/>
                </a:solidFill>
              </a:rPr>
              <a:t>El Final se </a:t>
            </a:r>
            <a:r>
              <a:rPr sz="1400" dirty="0" err="1">
                <a:solidFill>
                  <a:srgbClr val="002850"/>
                </a:solidFill>
              </a:rPr>
              <a:t>pueda</a:t>
            </a:r>
            <a:r>
              <a:rPr sz="1400" dirty="0">
                <a:solidFill>
                  <a:srgbClr val="002850"/>
                </a:solidFill>
              </a:rPr>
              <a:t> mover al </a:t>
            </a:r>
            <a:r>
              <a:rPr sz="1400" dirty="0" err="1">
                <a:solidFill>
                  <a:srgbClr val="002850"/>
                </a:solidFill>
              </a:rPr>
              <a:t>inicio</a:t>
            </a:r>
            <a:endParaRPr sz="1400" dirty="0">
              <a:solidFill>
                <a:srgbClr val="002850"/>
              </a:solidFill>
            </a:endParaRPr>
          </a:p>
          <a:p>
            <a:pPr marL="1066800" lvl="2" indent="-152400">
              <a:spcBef>
                <a:spcPts val="300"/>
              </a:spcBef>
              <a:buClr>
                <a:srgbClr val="3333CC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200" i="1" dirty="0" err="1">
                <a:solidFill>
                  <a:srgbClr val="002850"/>
                </a:solidFill>
              </a:rPr>
              <a:t>En</a:t>
            </a:r>
            <a:r>
              <a:rPr sz="1200" i="1" dirty="0">
                <a:solidFill>
                  <a:srgbClr val="002850"/>
                </a:solidFill>
              </a:rPr>
              <a:t> un </a:t>
            </a:r>
            <a:r>
              <a:rPr sz="1200" i="1" dirty="0" err="1">
                <a:solidFill>
                  <a:srgbClr val="002850"/>
                </a:solidFill>
              </a:rPr>
              <a:t>arreglo</a:t>
            </a:r>
            <a:r>
              <a:rPr sz="1200" i="1" dirty="0">
                <a:solidFill>
                  <a:srgbClr val="002850"/>
                </a:solidFill>
              </a:rPr>
              <a:t> lineal, el </a:t>
            </a:r>
            <a:r>
              <a:rPr sz="1200" i="1" dirty="0" err="1">
                <a:solidFill>
                  <a:srgbClr val="002850"/>
                </a:solidFill>
              </a:rPr>
              <a:t>siguiente</a:t>
            </a:r>
            <a:r>
              <a:rPr sz="1200" i="1" dirty="0">
                <a:solidFill>
                  <a:srgbClr val="002850"/>
                </a:solidFill>
              </a:rPr>
              <a:t> del </a:t>
            </a:r>
            <a:r>
              <a:rPr sz="1200" i="1" dirty="0" err="1">
                <a:solidFill>
                  <a:srgbClr val="002850"/>
                </a:solidFill>
              </a:rPr>
              <a:t>índice</a:t>
            </a:r>
            <a:r>
              <a:rPr sz="1200" i="1" dirty="0">
                <a:solidFill>
                  <a:srgbClr val="002850"/>
                </a:solidFill>
              </a:rPr>
              <a:t> 4 es el </a:t>
            </a:r>
            <a:r>
              <a:rPr sz="1200" i="1" dirty="0" err="1">
                <a:solidFill>
                  <a:srgbClr val="002850"/>
                </a:solidFill>
              </a:rPr>
              <a:t>índice</a:t>
            </a:r>
            <a:r>
              <a:rPr sz="1200" i="1" dirty="0">
                <a:solidFill>
                  <a:srgbClr val="002850"/>
                </a:solidFill>
              </a:rPr>
              <a:t> 5</a:t>
            </a:r>
          </a:p>
          <a:p>
            <a:pPr marL="1066800" lvl="2" indent="-152400">
              <a:spcBef>
                <a:spcPts val="300"/>
              </a:spcBef>
              <a:buClr>
                <a:srgbClr val="3333CC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200" i="1" dirty="0">
                <a:solidFill>
                  <a:srgbClr val="002850"/>
                </a:solidFill>
              </a:rPr>
              <a:t>Podemos “</a:t>
            </a:r>
            <a:r>
              <a:rPr sz="1200" i="1" dirty="0" err="1">
                <a:solidFill>
                  <a:srgbClr val="002850"/>
                </a:solidFill>
              </a:rPr>
              <a:t>asumir</a:t>
            </a:r>
            <a:r>
              <a:rPr sz="1200" i="1" dirty="0">
                <a:solidFill>
                  <a:srgbClr val="002850"/>
                </a:solidFill>
              </a:rPr>
              <a:t>” que el </a:t>
            </a:r>
            <a:r>
              <a:rPr sz="1200" i="1" dirty="0" err="1">
                <a:solidFill>
                  <a:srgbClr val="002850"/>
                </a:solidFill>
              </a:rPr>
              <a:t>siguiente</a:t>
            </a:r>
            <a:r>
              <a:rPr sz="1200" i="1" dirty="0">
                <a:solidFill>
                  <a:srgbClr val="002850"/>
                </a:solidFill>
              </a:rPr>
              <a:t> de 4, no es el 5, es 0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18BB841-8911-4663-8107-307285F6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¿Y COMO FUNCIONARIA?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0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/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1" fill="hold"/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5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8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8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6" fill="hold"/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1" fill="hold"/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5" fill="hold"/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1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9" fill="hold"/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9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9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5" fill="hold"/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1" fill="hold"/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2" dur="5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6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4" fill="hold"/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5"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9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0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4" fill="hold"/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5" dur="500"/>
                                        <p:tgtEl>
                                          <p:spTgt spid="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9" fill="hold"/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4" fill="hold"/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9" fill="hold"/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0" dur="500"/>
                                        <p:tgtEl>
                                          <p:spTgt spid="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4" fill="hold"/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8" fill="hold"/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3" fill="hold"/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4" dur="5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8" fill="hold"/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2" fill="hold"/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7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8" dur="500"/>
                                        <p:tgtEl>
                                          <p:spTgt spid="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2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6" fill="hold"/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1" fill="hold"/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5" fill="hold"/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9" fill="hold"/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4" fill="hold"/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8" fill="hold"/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2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7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8" dur="5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2" fill="hold"/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6" fill="hold"/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5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1" fill="hold"/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2" dur="5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6" fill="hold"/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0" fill="hold"/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5" fill="hold"/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6" dur="5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0" fill="hold"/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2" grpId="0" build="p" animBg="1" advAuto="0"/>
      <p:bldP spid="716" grpId="0" animBg="1" advAuto="0"/>
      <p:bldP spid="742" grpId="0" animBg="1" advAuto="0"/>
      <p:bldP spid="745" grpId="0" animBg="1" advAuto="0"/>
      <p:bldP spid="748" grpId="0" animBg="1" advAuto="0"/>
      <p:bldP spid="774" grpId="0" animBg="1" advAuto="0"/>
      <p:bldP spid="775" grpId="0" animBg="1" advAuto="0"/>
      <p:bldP spid="778" grpId="0" animBg="1" advAuto="0"/>
      <p:bldP spid="804" grpId="0" animBg="1" advAuto="0"/>
      <p:bldP spid="805" grpId="0" animBg="1" advAuto="0"/>
      <p:bldP spid="808" grpId="0" animBg="1" advAuto="0"/>
      <p:bldP spid="834" grpId="0" animBg="1" advAuto="0"/>
      <p:bldP spid="835" grpId="0" animBg="1" advAuto="0"/>
      <p:bldP spid="838" grpId="0" animBg="1" advAuto="0"/>
      <p:bldP spid="864" grpId="0" animBg="1" advAuto="0"/>
      <p:bldP spid="865" grpId="0" animBg="1" advAuto="0"/>
      <p:bldP spid="868" grpId="0" animBg="1" advAuto="0"/>
      <p:bldP spid="894" grpId="0" animBg="1" advAuto="0"/>
      <p:bldP spid="895" grpId="0" animBg="1" advAuto="0"/>
      <p:bldP spid="898" grpId="0" animBg="1" advAuto="0"/>
      <p:bldP spid="924" grpId="0" animBg="1" advAuto="0"/>
      <p:bldP spid="927" grpId="0" animBg="1" advAuto="0"/>
      <p:bldP spid="928" grpId="0" animBg="1" advAuto="0"/>
      <p:bldP spid="929" grpId="0" animBg="1" advAuto="0"/>
      <p:bldP spid="930" grpId="0" animBg="1" advAuto="0"/>
      <p:bldP spid="931" grpId="0" animBg="1" advAuto="0"/>
      <p:bldP spid="932" grpId="0" animBg="1" advAuto="0"/>
      <p:bldP spid="935" grpId="0" animBg="1" advAuto="0"/>
      <p:bldP spid="938" grpId="0" animBg="1" advAuto="0"/>
      <p:bldP spid="941" grpId="0" animBg="1" advAuto="0"/>
      <p:bldP spid="944" grpId="0" animBg="1" advAuto="0"/>
      <p:bldP spid="945" grpId="0" animBg="1" advAuto="0"/>
      <p:bldP spid="948" grpId="0" animBg="1" advAuto="0"/>
      <p:bldP spid="951" grpId="0" animBg="1" advAuto="0"/>
      <p:bldP spid="954" grpId="0" animBg="1" advAuto="0"/>
      <p:bldP spid="957" grpId="0" animBg="1" advAuto="0"/>
      <p:bldP spid="958" grpId="0" animBg="1" advAuto="0"/>
      <p:bldP spid="959" grpId="0" animBg="1" advAuto="0"/>
      <p:bldP spid="962" grpId="0" animBg="1" advAuto="0"/>
      <p:bldP spid="965" grpId="0" animBg="1" advAuto="0"/>
      <p:bldP spid="966" grpId="0" animBg="1" advAuto="0"/>
      <p:bldP spid="969" grpId="0" animBg="1" advAuto="0"/>
      <p:bldP spid="970" grpId="0" animBg="1" advAuto="0"/>
      <p:bldP spid="971" grpId="0" animBg="1" advAuto="0"/>
      <p:bldP spid="974" grpId="0" animBg="1" advAuto="0"/>
      <p:bldP spid="977" grpId="0" animBg="1" advAuto="0"/>
      <p:bldP spid="978" grpId="0" animBg="1" advAuto="0"/>
      <p:bldP spid="981" grpId="0" animBg="1" advAuto="0"/>
      <p:bldP spid="982" grpId="0" animBg="1" advAuto="0"/>
      <p:bldP spid="983" grpId="0" animBg="1" advAuto="0"/>
      <p:bldP spid="986" grpId="0" animBg="1" advAuto="0"/>
      <p:bldP spid="989" grpId="0" animBg="1" advAuto="0"/>
      <p:bldP spid="992" grpId="0" animBg="1" advAuto="0"/>
      <p:bldP spid="993" grpId="0" animBg="1" advAuto="0"/>
      <p:bldP spid="994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Shape 997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149324" lvl="0" indent="-149324">
              <a:lnSpc>
                <a:spcPct val="93000"/>
              </a:lnSpc>
              <a:spcBef>
                <a:spcPts val="3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400" dirty="0" err="1">
                <a:solidFill>
                  <a:srgbClr val="002850"/>
                </a:solidFill>
              </a:rPr>
              <a:t>En</a:t>
            </a:r>
            <a:r>
              <a:rPr sz="1400" dirty="0">
                <a:solidFill>
                  <a:srgbClr val="002850"/>
                </a:solidFill>
              </a:rPr>
              <a:t> un </a:t>
            </a:r>
            <a:r>
              <a:rPr sz="1400" dirty="0" err="1">
                <a:solidFill>
                  <a:srgbClr val="002850"/>
                </a:solidFill>
              </a:rPr>
              <a:t>arreglo</a:t>
            </a:r>
            <a:r>
              <a:rPr sz="1400" dirty="0">
                <a:solidFill>
                  <a:srgbClr val="002850"/>
                </a:solidFill>
              </a:rPr>
              <a:t> circular, el </a:t>
            </a:r>
            <a:r>
              <a:rPr sz="1400" dirty="0" err="1">
                <a:solidFill>
                  <a:srgbClr val="002850"/>
                </a:solidFill>
              </a:rPr>
              <a:t>siguiente</a:t>
            </a:r>
            <a:r>
              <a:rPr sz="1400" dirty="0">
                <a:solidFill>
                  <a:srgbClr val="002850"/>
                </a:solidFill>
              </a:rPr>
              <a:t> de un </a:t>
            </a:r>
            <a:r>
              <a:rPr sz="1400" dirty="0" err="1">
                <a:solidFill>
                  <a:srgbClr val="002850"/>
                </a:solidFill>
              </a:rPr>
              <a:t>índice</a:t>
            </a:r>
            <a:r>
              <a:rPr sz="1400" dirty="0">
                <a:solidFill>
                  <a:srgbClr val="002850"/>
                </a:solidFill>
              </a:rPr>
              <a:t>, se </a:t>
            </a:r>
            <a:r>
              <a:rPr sz="1400" dirty="0" err="1">
                <a:solidFill>
                  <a:srgbClr val="002850"/>
                </a:solidFill>
              </a:rPr>
              <a:t>calcular</a:t>
            </a:r>
            <a:r>
              <a:rPr lang="es-419" sz="1400" dirty="0">
                <a:solidFill>
                  <a:srgbClr val="002850"/>
                </a:solidFill>
              </a:rPr>
              <a:t>á</a:t>
            </a:r>
            <a:r>
              <a:rPr sz="1400" dirty="0">
                <a:solidFill>
                  <a:srgbClr val="002850"/>
                </a:solidFill>
              </a:rPr>
              <a:t>:</a:t>
            </a:r>
          </a:p>
          <a:p>
            <a:pPr marL="578983" lvl="1" indent="-121783">
              <a:spcBef>
                <a:spcPts val="3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200" dirty="0">
                <a:solidFill>
                  <a:srgbClr val="002850"/>
                </a:solidFill>
              </a:rPr>
              <a:t>Si el </a:t>
            </a:r>
            <a:r>
              <a:rPr sz="1200" dirty="0" err="1">
                <a:solidFill>
                  <a:srgbClr val="002850"/>
                </a:solidFill>
              </a:rPr>
              <a:t>índice</a:t>
            </a:r>
            <a:r>
              <a:rPr sz="1200" dirty="0">
                <a:solidFill>
                  <a:srgbClr val="002850"/>
                </a:solidFill>
              </a:rPr>
              <a:t> == MAX.-1 </a:t>
            </a:r>
            <a:r>
              <a:rPr sz="1200" dirty="0" err="1">
                <a:solidFill>
                  <a:srgbClr val="002850"/>
                </a:solidFill>
              </a:rPr>
              <a:t>entonces</a:t>
            </a:r>
            <a:endParaRPr sz="1200" dirty="0">
              <a:solidFill>
                <a:srgbClr val="002850"/>
              </a:solidFill>
            </a:endParaRPr>
          </a:p>
          <a:p>
            <a:pPr marL="1009650" lvl="2" indent="-95250">
              <a:spcBef>
                <a:spcPts val="2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000" i="1" dirty="0" err="1">
                <a:solidFill>
                  <a:srgbClr val="002850"/>
                </a:solidFill>
              </a:rPr>
              <a:t>siguiente</a:t>
            </a:r>
            <a:r>
              <a:rPr sz="1000" i="1" dirty="0">
                <a:solidFill>
                  <a:srgbClr val="002850"/>
                </a:solidFill>
              </a:rPr>
              <a:t> = 0</a:t>
            </a:r>
          </a:p>
          <a:p>
            <a:pPr marL="578983" lvl="1" indent="-121783">
              <a:spcBef>
                <a:spcPts val="3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200" dirty="0">
                <a:solidFill>
                  <a:srgbClr val="002850"/>
                </a:solidFill>
              </a:rPr>
              <a:t>Si no</a:t>
            </a:r>
          </a:p>
          <a:p>
            <a:pPr marL="1009650" lvl="2" indent="-95250">
              <a:spcBef>
                <a:spcPts val="2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000" i="1" dirty="0" err="1">
                <a:solidFill>
                  <a:srgbClr val="002850"/>
                </a:solidFill>
              </a:rPr>
              <a:t>siguiente</a:t>
            </a:r>
            <a:r>
              <a:rPr sz="1000" i="1" dirty="0">
                <a:solidFill>
                  <a:srgbClr val="002850"/>
                </a:solidFill>
              </a:rPr>
              <a:t> = índice+1</a:t>
            </a:r>
          </a:p>
          <a:p>
            <a:pPr marL="149324" lvl="0" indent="-149324">
              <a:spcBef>
                <a:spcPts val="3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400" dirty="0">
                <a:solidFill>
                  <a:srgbClr val="002850"/>
                </a:solidFill>
              </a:rPr>
              <a:t>Con </a:t>
            </a:r>
            <a:r>
              <a:rPr sz="1400" dirty="0" err="1">
                <a:solidFill>
                  <a:srgbClr val="002850"/>
                </a:solidFill>
              </a:rPr>
              <a:t>todo</a:t>
            </a:r>
            <a:r>
              <a:rPr sz="1400" dirty="0">
                <a:solidFill>
                  <a:srgbClr val="002850"/>
                </a:solidFill>
              </a:rPr>
              <a:t> lo visto, ¿que </a:t>
            </a:r>
            <a:r>
              <a:rPr sz="1400" dirty="0" err="1">
                <a:solidFill>
                  <a:srgbClr val="002850"/>
                </a:solidFill>
              </a:rPr>
              <a:t>condición</a:t>
            </a:r>
            <a:r>
              <a:rPr sz="1400" dirty="0">
                <a:solidFill>
                  <a:srgbClr val="002850"/>
                </a:solidFill>
              </a:rPr>
              <a:t> </a:t>
            </a:r>
            <a:r>
              <a:rPr sz="1400" dirty="0" err="1">
                <a:solidFill>
                  <a:srgbClr val="002850"/>
                </a:solidFill>
              </a:rPr>
              <a:t>determinará</a:t>
            </a:r>
            <a:r>
              <a:rPr sz="1400" dirty="0">
                <a:solidFill>
                  <a:srgbClr val="002850"/>
                </a:solidFill>
              </a:rPr>
              <a:t>……</a:t>
            </a:r>
          </a:p>
        </p:txBody>
      </p:sp>
      <p:grpSp>
        <p:nvGrpSpPr>
          <p:cNvPr id="1011" name="Group 1011"/>
          <p:cNvGrpSpPr/>
          <p:nvPr/>
        </p:nvGrpSpPr>
        <p:grpSpPr>
          <a:xfrm>
            <a:off x="1160935" y="4496272"/>
            <a:ext cx="1912256" cy="2035114"/>
            <a:chOff x="0" y="0"/>
            <a:chExt cx="1912254" cy="2035112"/>
          </a:xfrm>
        </p:grpSpPr>
        <p:sp>
          <p:nvSpPr>
            <p:cNvPr id="998" name="Shape 998"/>
            <p:cNvSpPr/>
            <p:nvPr/>
          </p:nvSpPr>
          <p:spPr>
            <a:xfrm>
              <a:off x="838200" y="1662112"/>
              <a:ext cx="231093" cy="37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1</a:t>
              </a:r>
            </a:p>
          </p:txBody>
        </p:sp>
        <p:grpSp>
          <p:nvGrpSpPr>
            <p:cNvPr id="1010" name="Group 1010"/>
            <p:cNvGrpSpPr/>
            <p:nvPr/>
          </p:nvGrpSpPr>
          <p:grpSpPr>
            <a:xfrm>
              <a:off x="-1" y="-1"/>
              <a:ext cx="1912256" cy="1661281"/>
              <a:chOff x="0" y="0"/>
              <a:chExt cx="1912254" cy="1661279"/>
            </a:xfrm>
          </p:grpSpPr>
          <p:sp>
            <p:nvSpPr>
              <p:cNvPr id="999" name="Shape 999"/>
              <p:cNvSpPr/>
              <p:nvPr/>
            </p:nvSpPr>
            <p:spPr>
              <a:xfrm>
                <a:off x="1524000" y="0"/>
                <a:ext cx="231093" cy="3730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  <p:sp>
            <p:nvSpPr>
              <p:cNvPr id="1000" name="Shape 1000"/>
              <p:cNvSpPr/>
              <p:nvPr/>
            </p:nvSpPr>
            <p:spPr>
              <a:xfrm>
                <a:off x="1681162" y="1128712"/>
                <a:ext cx="231093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  <p:sp>
            <p:nvSpPr>
              <p:cNvPr id="1001" name="Shape 1001"/>
              <p:cNvSpPr/>
              <p:nvPr/>
            </p:nvSpPr>
            <p:spPr>
              <a:xfrm>
                <a:off x="0" y="900112"/>
                <a:ext cx="231093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  <p:sp>
            <p:nvSpPr>
              <p:cNvPr id="1002" name="Shape 1002"/>
              <p:cNvSpPr/>
              <p:nvPr/>
            </p:nvSpPr>
            <p:spPr>
              <a:xfrm>
                <a:off x="233362" y="0"/>
                <a:ext cx="231093" cy="3730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3</a:t>
                </a:r>
              </a:p>
            </p:txBody>
          </p:sp>
          <p:grpSp>
            <p:nvGrpSpPr>
              <p:cNvPr id="1009" name="Group 1009"/>
              <p:cNvGrpSpPr/>
              <p:nvPr/>
            </p:nvGrpSpPr>
            <p:grpSpPr>
              <a:xfrm>
                <a:off x="232889" y="61439"/>
                <a:ext cx="1600201" cy="1599841"/>
                <a:chOff x="0" y="0"/>
                <a:chExt cx="1600200" cy="1599840"/>
              </a:xfrm>
            </p:grpSpPr>
            <p:sp>
              <p:nvSpPr>
                <p:cNvPr id="1003" name="Shape 1003"/>
                <p:cNvSpPr/>
                <p:nvPr/>
              </p:nvSpPr>
              <p:spPr>
                <a:xfrm>
                  <a:off x="0" y="0"/>
                  <a:ext cx="1599841" cy="15998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cubicBezTo>
                        <a:pt x="16919" y="0"/>
                        <a:pt x="21600" y="4679"/>
                        <a:pt x="21600" y="10800"/>
                      </a:cubicBezTo>
                      <a:cubicBezTo>
                        <a:pt x="21600" y="16921"/>
                        <a:pt x="16919" y="21600"/>
                        <a:pt x="10800" y="21600"/>
                      </a:cubicBezTo>
                      <a:cubicBezTo>
                        <a:pt x="4681" y="21600"/>
                        <a:pt x="0" y="16921"/>
                        <a:pt x="0" y="10800"/>
                      </a:cubicBezTo>
                      <a:cubicBezTo>
                        <a:pt x="0" y="4679"/>
                        <a:pt x="4681" y="0"/>
                        <a:pt x="10800" y="0"/>
                      </a:cubicBezTo>
                      <a:close/>
                      <a:moveTo>
                        <a:pt x="10800" y="7200"/>
                      </a:moveTo>
                      <a:cubicBezTo>
                        <a:pt x="12837" y="7200"/>
                        <a:pt x="14397" y="8760"/>
                        <a:pt x="14397" y="10800"/>
                      </a:cubicBezTo>
                      <a:cubicBezTo>
                        <a:pt x="14397" y="12836"/>
                        <a:pt x="12837" y="14400"/>
                        <a:pt x="10800" y="14400"/>
                      </a:cubicBezTo>
                      <a:cubicBezTo>
                        <a:pt x="8763" y="14400"/>
                        <a:pt x="7203" y="12836"/>
                        <a:pt x="7203" y="10800"/>
                      </a:cubicBezTo>
                      <a:cubicBezTo>
                        <a:pt x="7203" y="8760"/>
                        <a:pt x="8763" y="7200"/>
                        <a:pt x="10800" y="7200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1004" name="Shape 1004"/>
                <p:cNvSpPr/>
                <p:nvPr/>
              </p:nvSpPr>
              <p:spPr>
                <a:xfrm>
                  <a:off x="800099" y="0"/>
                  <a:ext cx="1589" cy="533401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005" name="Shape 1005"/>
                <p:cNvSpPr/>
                <p:nvPr/>
              </p:nvSpPr>
              <p:spPr>
                <a:xfrm flipV="1">
                  <a:off x="1066800" y="684212"/>
                  <a:ext cx="533401" cy="79376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006" name="Shape 1006"/>
                <p:cNvSpPr/>
                <p:nvPr/>
              </p:nvSpPr>
              <p:spPr>
                <a:xfrm>
                  <a:off x="914400" y="1066800"/>
                  <a:ext cx="273051" cy="457200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007" name="Shape 1007"/>
                <p:cNvSpPr/>
                <p:nvPr/>
              </p:nvSpPr>
              <p:spPr>
                <a:xfrm flipH="1">
                  <a:off x="227012" y="990599"/>
                  <a:ext cx="384176" cy="381002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008" name="Shape 1008"/>
                <p:cNvSpPr/>
                <p:nvPr/>
              </p:nvSpPr>
              <p:spPr>
                <a:xfrm flipH="1" flipV="1">
                  <a:off x="74612" y="455612"/>
                  <a:ext cx="506413" cy="231776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1014" name="Group 1014"/>
          <p:cNvGrpSpPr/>
          <p:nvPr/>
        </p:nvGrpSpPr>
        <p:grpSpPr>
          <a:xfrm>
            <a:off x="2532062" y="5429249"/>
            <a:ext cx="304801" cy="373002"/>
            <a:chOff x="0" y="0"/>
            <a:chExt cx="304800" cy="373000"/>
          </a:xfrm>
        </p:grpSpPr>
        <p:sp>
          <p:nvSpPr>
            <p:cNvPr id="1012" name="Shape 1012"/>
            <p:cNvSpPr/>
            <p:nvPr/>
          </p:nvSpPr>
          <p:spPr>
            <a:xfrm>
              <a:off x="0" y="0"/>
              <a:ext cx="304800" cy="366713"/>
            </a:xfrm>
            <a:prstGeom prst="roundRect">
              <a:avLst>
                <a:gd name="adj" fmla="val 519"/>
              </a:avLst>
            </a:prstGeom>
            <a:solidFill>
              <a:srgbClr val="CC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013" name="Shape 1013"/>
            <p:cNvSpPr/>
            <p:nvPr/>
          </p:nvSpPr>
          <p:spPr>
            <a:xfrm>
              <a:off x="0" y="0"/>
              <a:ext cx="304800" cy="373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B</a:t>
              </a:r>
            </a:p>
          </p:txBody>
        </p:sp>
      </p:grpSp>
      <p:grpSp>
        <p:nvGrpSpPr>
          <p:cNvPr id="1017" name="Group 1017"/>
          <p:cNvGrpSpPr/>
          <p:nvPr/>
        </p:nvGrpSpPr>
        <p:grpSpPr>
          <a:xfrm>
            <a:off x="3140075" y="5563068"/>
            <a:ext cx="493949" cy="382121"/>
            <a:chOff x="0" y="0"/>
            <a:chExt cx="493948" cy="382120"/>
          </a:xfrm>
        </p:grpSpPr>
        <p:sp>
          <p:nvSpPr>
            <p:cNvPr id="1015" name="Shape 1015"/>
            <p:cNvSpPr/>
            <p:nvPr/>
          </p:nvSpPr>
          <p:spPr>
            <a:xfrm flipH="1" flipV="1">
              <a:off x="0" y="150344"/>
              <a:ext cx="384175" cy="231776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1016" name="Shape 1016"/>
            <p:cNvSpPr/>
            <p:nvPr/>
          </p:nvSpPr>
          <p:spPr>
            <a:xfrm>
              <a:off x="136993" y="0"/>
              <a:ext cx="356955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grpSp>
        <p:nvGrpSpPr>
          <p:cNvPr id="1020" name="Group 1020"/>
          <p:cNvGrpSpPr/>
          <p:nvPr/>
        </p:nvGrpSpPr>
        <p:grpSpPr>
          <a:xfrm>
            <a:off x="1998662" y="5714999"/>
            <a:ext cx="304801" cy="373002"/>
            <a:chOff x="0" y="0"/>
            <a:chExt cx="304800" cy="373000"/>
          </a:xfrm>
        </p:grpSpPr>
        <p:sp>
          <p:nvSpPr>
            <p:cNvPr id="1018" name="Shape 1018"/>
            <p:cNvSpPr/>
            <p:nvPr/>
          </p:nvSpPr>
          <p:spPr>
            <a:xfrm>
              <a:off x="0" y="0"/>
              <a:ext cx="304800" cy="366713"/>
            </a:xfrm>
            <a:prstGeom prst="roundRect">
              <a:avLst>
                <a:gd name="adj" fmla="val 519"/>
              </a:avLst>
            </a:prstGeom>
            <a:solidFill>
              <a:srgbClr val="99CC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019" name="Shape 1019"/>
            <p:cNvSpPr/>
            <p:nvPr/>
          </p:nvSpPr>
          <p:spPr>
            <a:xfrm>
              <a:off x="0" y="0"/>
              <a:ext cx="304800" cy="373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C</a:t>
              </a:r>
            </a:p>
          </p:txBody>
        </p:sp>
      </p:grpSp>
      <p:sp>
        <p:nvSpPr>
          <p:cNvPr id="1021" name="Shape 1021"/>
          <p:cNvSpPr/>
          <p:nvPr/>
        </p:nvSpPr>
        <p:spPr>
          <a:xfrm>
            <a:off x="3141662" y="5410200"/>
            <a:ext cx="838201" cy="609600"/>
          </a:xfrm>
          <a:prstGeom prst="roundRect">
            <a:avLst>
              <a:gd name="adj" fmla="val 25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1024" name="Group 1024"/>
          <p:cNvGrpSpPr/>
          <p:nvPr/>
        </p:nvGrpSpPr>
        <p:grpSpPr>
          <a:xfrm>
            <a:off x="2378075" y="6246811"/>
            <a:ext cx="546996" cy="554141"/>
            <a:chOff x="0" y="-1"/>
            <a:chExt cx="546995" cy="554139"/>
          </a:xfrm>
        </p:grpSpPr>
        <p:sp>
          <p:nvSpPr>
            <p:cNvPr id="1022" name="Shape 1022"/>
            <p:cNvSpPr/>
            <p:nvPr/>
          </p:nvSpPr>
          <p:spPr>
            <a:xfrm flipH="1" flipV="1">
              <a:off x="0" y="-1"/>
              <a:ext cx="155576" cy="384177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1023" name="Shape 1023"/>
            <p:cNvSpPr/>
            <p:nvPr/>
          </p:nvSpPr>
          <p:spPr>
            <a:xfrm>
              <a:off x="154454" y="230654"/>
              <a:ext cx="392541" cy="3234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0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6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600" dirty="0"/>
                <a:t>Tail</a:t>
              </a:r>
              <a:endParaRPr sz="1600" dirty="0"/>
            </a:p>
          </p:txBody>
        </p:sp>
      </p:grpSp>
      <p:grpSp>
        <p:nvGrpSpPr>
          <p:cNvPr id="1027" name="Group 1027"/>
          <p:cNvGrpSpPr/>
          <p:nvPr/>
        </p:nvGrpSpPr>
        <p:grpSpPr>
          <a:xfrm>
            <a:off x="1541462" y="5257799"/>
            <a:ext cx="304801" cy="373002"/>
            <a:chOff x="0" y="0"/>
            <a:chExt cx="304800" cy="373000"/>
          </a:xfrm>
        </p:grpSpPr>
        <p:sp>
          <p:nvSpPr>
            <p:cNvPr id="1025" name="Shape 1025"/>
            <p:cNvSpPr/>
            <p:nvPr/>
          </p:nvSpPr>
          <p:spPr>
            <a:xfrm>
              <a:off x="0" y="0"/>
              <a:ext cx="304800" cy="366713"/>
            </a:xfrm>
            <a:prstGeom prst="roundRect">
              <a:avLst>
                <a:gd name="adj" fmla="val 519"/>
              </a:avLst>
            </a:prstGeom>
            <a:solidFill>
              <a:srgbClr val="CC99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026" name="Shape 1026"/>
            <p:cNvSpPr/>
            <p:nvPr/>
          </p:nvSpPr>
          <p:spPr>
            <a:xfrm>
              <a:off x="0" y="0"/>
              <a:ext cx="304800" cy="373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D</a:t>
              </a:r>
            </a:p>
          </p:txBody>
        </p:sp>
      </p:grpSp>
      <p:sp>
        <p:nvSpPr>
          <p:cNvPr id="1028" name="Shape 1028"/>
          <p:cNvSpPr/>
          <p:nvPr/>
        </p:nvSpPr>
        <p:spPr>
          <a:xfrm>
            <a:off x="2379662" y="6248400"/>
            <a:ext cx="838201" cy="609600"/>
          </a:xfrm>
          <a:prstGeom prst="roundRect">
            <a:avLst>
              <a:gd name="adj" fmla="val 25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1031" name="Group 1031"/>
          <p:cNvGrpSpPr/>
          <p:nvPr/>
        </p:nvGrpSpPr>
        <p:grpSpPr>
          <a:xfrm>
            <a:off x="1770062" y="4724399"/>
            <a:ext cx="304801" cy="373002"/>
            <a:chOff x="0" y="0"/>
            <a:chExt cx="304800" cy="373000"/>
          </a:xfrm>
        </p:grpSpPr>
        <p:sp>
          <p:nvSpPr>
            <p:cNvPr id="1029" name="Shape 1029"/>
            <p:cNvSpPr/>
            <p:nvPr/>
          </p:nvSpPr>
          <p:spPr>
            <a:xfrm>
              <a:off x="0" y="0"/>
              <a:ext cx="304800" cy="366713"/>
            </a:xfrm>
            <a:prstGeom prst="roundRect">
              <a:avLst>
                <a:gd name="adj" fmla="val 519"/>
              </a:avLst>
            </a:prstGeom>
            <a:solidFill>
              <a:srgbClr val="FFCC9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030" name="Shape 1030"/>
            <p:cNvSpPr/>
            <p:nvPr/>
          </p:nvSpPr>
          <p:spPr>
            <a:xfrm>
              <a:off x="0" y="0"/>
              <a:ext cx="304800" cy="373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E</a:t>
              </a:r>
            </a:p>
          </p:txBody>
        </p:sp>
      </p:grpSp>
      <p:grpSp>
        <p:nvGrpSpPr>
          <p:cNvPr id="1034" name="Group 1034"/>
          <p:cNvGrpSpPr/>
          <p:nvPr/>
        </p:nvGrpSpPr>
        <p:grpSpPr>
          <a:xfrm>
            <a:off x="1617661" y="4115265"/>
            <a:ext cx="492360" cy="456736"/>
            <a:chOff x="-1" y="0"/>
            <a:chExt cx="492359" cy="456735"/>
          </a:xfrm>
        </p:grpSpPr>
        <p:sp>
          <p:nvSpPr>
            <p:cNvPr id="1032" name="Shape 1032"/>
            <p:cNvSpPr/>
            <p:nvPr/>
          </p:nvSpPr>
          <p:spPr>
            <a:xfrm>
              <a:off x="-1" y="151934"/>
              <a:ext cx="152402" cy="3048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1033" name="Shape 1033"/>
            <p:cNvSpPr/>
            <p:nvPr/>
          </p:nvSpPr>
          <p:spPr>
            <a:xfrm>
              <a:off x="135403" y="0"/>
              <a:ext cx="356955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sp>
        <p:nvSpPr>
          <p:cNvPr id="1035" name="Shape 1035"/>
          <p:cNvSpPr/>
          <p:nvPr/>
        </p:nvSpPr>
        <p:spPr>
          <a:xfrm>
            <a:off x="1998662" y="4412126"/>
            <a:ext cx="609241" cy="8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325" extrusionOk="0">
                <a:moveTo>
                  <a:pt x="0" y="1773"/>
                </a:moveTo>
                <a:cubicBezTo>
                  <a:pt x="3598" y="206"/>
                  <a:pt x="7196" y="-1275"/>
                  <a:pt x="10794" y="1773"/>
                </a:cubicBezTo>
                <a:cubicBezTo>
                  <a:pt x="14404" y="4822"/>
                  <a:pt x="19801" y="17190"/>
                  <a:pt x="21600" y="20325"/>
                </a:cubicBezTo>
              </a:path>
            </a:pathLst>
          </a:custGeom>
          <a:ln w="19080">
            <a:solidFill>
              <a:srgbClr val="0000FF"/>
            </a:solidFill>
            <a:round/>
            <a:tailEnd type="triangle"/>
          </a:ln>
        </p:spPr>
        <p:txBody>
          <a:bodyPr lIns="0" tIns="0" rIns="0" bIns="0"/>
          <a:lstStyle/>
          <a:p>
            <a:pPr lvl="0">
              <a:defRPr sz="1800"/>
            </a:pPr>
            <a:endParaRPr/>
          </a:p>
        </p:txBody>
      </p:sp>
      <p:sp>
        <p:nvSpPr>
          <p:cNvPr id="1036" name="Shape 1036"/>
          <p:cNvSpPr/>
          <p:nvPr/>
        </p:nvSpPr>
        <p:spPr>
          <a:xfrm>
            <a:off x="3744911" y="4930377"/>
            <a:ext cx="5146677" cy="13083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46799" tIns="46799" rIns="46799" bIns="46799">
            <a:spAutoFit/>
          </a:bodyPr>
          <a:lstStyle/>
          <a:p>
            <a:pPr marL="709788" lvl="1" indent="-252588">
              <a:lnSpc>
                <a:spcPct val="93000"/>
              </a:lnSpc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600" b="1" dirty="0">
                <a:solidFill>
                  <a:srgbClr val="002850"/>
                </a:solidFill>
              </a:rPr>
              <a:t>Y que la Cola </a:t>
            </a:r>
            <a:r>
              <a:rPr sz="1600" b="1" dirty="0" err="1">
                <a:solidFill>
                  <a:srgbClr val="002850"/>
                </a:solidFill>
              </a:rPr>
              <a:t>esta</a:t>
            </a:r>
            <a:r>
              <a:rPr sz="1600" b="1" dirty="0">
                <a:solidFill>
                  <a:srgbClr val="002850"/>
                </a:solidFill>
              </a:rPr>
              <a:t> </a:t>
            </a:r>
            <a:r>
              <a:rPr sz="1600" b="1" dirty="0" err="1">
                <a:solidFill>
                  <a:srgbClr val="002850"/>
                </a:solidFill>
              </a:rPr>
              <a:t>vacía</a:t>
            </a:r>
            <a:r>
              <a:rPr sz="1600" b="1" dirty="0">
                <a:solidFill>
                  <a:srgbClr val="002850"/>
                </a:solidFill>
              </a:rPr>
              <a:t>?</a:t>
            </a:r>
          </a:p>
          <a:p>
            <a:pPr marL="1092200" lvl="2" indent="-177800">
              <a:spcBef>
                <a:spcPts val="300"/>
              </a:spcBef>
              <a:buClr>
                <a:srgbClr val="3333CC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400" i="1" dirty="0" err="1">
                <a:solidFill>
                  <a:srgbClr val="002850"/>
                </a:solidFill>
              </a:rPr>
              <a:t>Suponga</a:t>
            </a:r>
            <a:r>
              <a:rPr sz="1400" i="1" dirty="0">
                <a:solidFill>
                  <a:srgbClr val="002850"/>
                </a:solidFill>
              </a:rPr>
              <a:t> una cola con dos </a:t>
            </a:r>
            <a:r>
              <a:rPr sz="1400" i="1" dirty="0" err="1">
                <a:solidFill>
                  <a:srgbClr val="002850"/>
                </a:solidFill>
              </a:rPr>
              <a:t>elementos</a:t>
            </a:r>
            <a:endParaRPr sz="1400" i="1" dirty="0">
              <a:solidFill>
                <a:srgbClr val="002850"/>
              </a:solidFill>
            </a:endParaRPr>
          </a:p>
          <a:p>
            <a:pPr marL="1092200" lvl="2" indent="-177800">
              <a:spcBef>
                <a:spcPts val="300"/>
              </a:spcBef>
              <a:buClr>
                <a:srgbClr val="3333CC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400" i="1" dirty="0" err="1">
                <a:solidFill>
                  <a:srgbClr val="002850"/>
                </a:solidFill>
              </a:rPr>
              <a:t>Ahora</a:t>
            </a:r>
            <a:r>
              <a:rPr sz="1400" i="1" dirty="0">
                <a:solidFill>
                  <a:srgbClr val="002850"/>
                </a:solidFill>
              </a:rPr>
              <a:t>, se </a:t>
            </a:r>
            <a:r>
              <a:rPr sz="1400" i="1" dirty="0" err="1">
                <a:solidFill>
                  <a:srgbClr val="002850"/>
                </a:solidFill>
              </a:rPr>
              <a:t>desencola</a:t>
            </a:r>
            <a:r>
              <a:rPr sz="1400" i="1" dirty="0">
                <a:solidFill>
                  <a:srgbClr val="002850"/>
                </a:solidFill>
              </a:rPr>
              <a:t> uno</a:t>
            </a:r>
          </a:p>
          <a:p>
            <a:pPr marL="1092200" lvl="2" indent="-177800">
              <a:spcBef>
                <a:spcPts val="300"/>
              </a:spcBef>
              <a:buClr>
                <a:srgbClr val="3333CC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400" i="1" dirty="0">
                <a:solidFill>
                  <a:srgbClr val="002850"/>
                </a:solidFill>
              </a:rPr>
              <a:t>Al remover el </a:t>
            </a:r>
            <a:r>
              <a:rPr lang="es-419" sz="1400" i="1" dirty="0">
                <a:solidFill>
                  <a:srgbClr val="002850"/>
                </a:solidFill>
              </a:rPr>
              <a:t>ú</a:t>
            </a:r>
            <a:r>
              <a:rPr sz="1400" i="1" dirty="0" err="1">
                <a:solidFill>
                  <a:srgbClr val="002850"/>
                </a:solidFill>
              </a:rPr>
              <a:t>ltimo</a:t>
            </a:r>
            <a:r>
              <a:rPr sz="1400" i="1" dirty="0">
                <a:solidFill>
                  <a:srgbClr val="002850"/>
                </a:solidFill>
              </a:rPr>
              <a:t>: </a:t>
            </a:r>
          </a:p>
          <a:p>
            <a:pPr marL="1524000" lvl="3" indent="-152400">
              <a:spcBef>
                <a:spcPts val="300"/>
              </a:spcBef>
              <a:buClr>
                <a:srgbClr val="00CCFF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200" dirty="0">
                <a:solidFill>
                  <a:srgbClr val="002850"/>
                </a:solidFill>
              </a:rPr>
              <a:t>El </a:t>
            </a:r>
            <a:r>
              <a:rPr sz="1200" dirty="0" err="1">
                <a:solidFill>
                  <a:srgbClr val="002850"/>
                </a:solidFill>
              </a:rPr>
              <a:t>elemento</a:t>
            </a:r>
            <a:r>
              <a:rPr sz="1200" dirty="0">
                <a:solidFill>
                  <a:srgbClr val="002850"/>
                </a:solidFill>
              </a:rPr>
              <a:t> </a:t>
            </a:r>
            <a:r>
              <a:rPr sz="1200" dirty="0" err="1">
                <a:solidFill>
                  <a:srgbClr val="002850"/>
                </a:solidFill>
              </a:rPr>
              <a:t>siguiente</a:t>
            </a:r>
            <a:r>
              <a:rPr sz="1200" dirty="0">
                <a:solidFill>
                  <a:srgbClr val="002850"/>
                </a:solidFill>
              </a:rPr>
              <a:t> del final es el </a:t>
            </a:r>
            <a:r>
              <a:rPr sz="1200" dirty="0" err="1">
                <a:solidFill>
                  <a:srgbClr val="002850"/>
                </a:solidFill>
              </a:rPr>
              <a:t>elemento</a:t>
            </a:r>
            <a:r>
              <a:rPr sz="1200" dirty="0">
                <a:solidFill>
                  <a:srgbClr val="002850"/>
                </a:solidFill>
              </a:rPr>
              <a:t> del </a:t>
            </a:r>
            <a:r>
              <a:rPr sz="1200" dirty="0" err="1">
                <a:solidFill>
                  <a:srgbClr val="002850"/>
                </a:solidFill>
              </a:rPr>
              <a:t>Frente</a:t>
            </a:r>
            <a:endParaRPr sz="1200" dirty="0">
              <a:solidFill>
                <a:srgbClr val="002850"/>
              </a:solidFill>
            </a:endParaRPr>
          </a:p>
        </p:txBody>
      </p:sp>
      <p:sp>
        <p:nvSpPr>
          <p:cNvPr id="1037" name="Shape 1037"/>
          <p:cNvSpPr/>
          <p:nvPr/>
        </p:nvSpPr>
        <p:spPr>
          <a:xfrm>
            <a:off x="76200" y="3352800"/>
            <a:ext cx="4648200" cy="788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6799" tIns="46799" rIns="46799" bIns="46799">
            <a:spAutoFit/>
          </a:bodyPr>
          <a:lstStyle/>
          <a:p>
            <a:pPr marL="709788" lvl="1" indent="-252588">
              <a:lnSpc>
                <a:spcPct val="93000"/>
              </a:lnSpc>
              <a:spcBef>
                <a:spcPts val="400"/>
              </a:spcBef>
              <a:buClr>
                <a:srgbClr val="0066FF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600" b="1" dirty="0">
                <a:solidFill>
                  <a:srgbClr val="002850"/>
                </a:solidFill>
              </a:rPr>
              <a:t>que la Cola </a:t>
            </a:r>
            <a:r>
              <a:rPr sz="1600" b="1" dirty="0" err="1">
                <a:solidFill>
                  <a:srgbClr val="002850"/>
                </a:solidFill>
              </a:rPr>
              <a:t>est</a:t>
            </a:r>
            <a:r>
              <a:rPr lang="es-419" sz="1600" b="1" dirty="0">
                <a:solidFill>
                  <a:srgbClr val="002850"/>
                </a:solidFill>
              </a:rPr>
              <a:t>á</a:t>
            </a:r>
            <a:r>
              <a:rPr sz="1600" b="1" dirty="0">
                <a:solidFill>
                  <a:srgbClr val="002850"/>
                </a:solidFill>
              </a:rPr>
              <a:t> </a:t>
            </a:r>
            <a:r>
              <a:rPr sz="1600" b="1" dirty="0" err="1">
                <a:solidFill>
                  <a:srgbClr val="002850"/>
                </a:solidFill>
              </a:rPr>
              <a:t>llena</a:t>
            </a:r>
            <a:r>
              <a:rPr sz="1600" b="1" dirty="0">
                <a:solidFill>
                  <a:srgbClr val="002850"/>
                </a:solidFill>
              </a:rPr>
              <a:t>?</a:t>
            </a:r>
          </a:p>
          <a:p>
            <a:pPr marL="1092200" lvl="2" indent="-177800">
              <a:lnSpc>
                <a:spcPct val="90000"/>
              </a:lnSpc>
              <a:spcBef>
                <a:spcPts val="300"/>
              </a:spcBef>
              <a:buClr>
                <a:srgbClr val="3333CC"/>
              </a:buClr>
              <a:buSzPct val="80000"/>
              <a:buFont typeface="Wingdings"/>
              <a:buChar char="▯"/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400" i="1" dirty="0">
                <a:solidFill>
                  <a:srgbClr val="002850"/>
                </a:solidFill>
              </a:rPr>
              <a:t>El </a:t>
            </a:r>
            <a:r>
              <a:rPr sz="1400" i="1" dirty="0" err="1">
                <a:solidFill>
                  <a:srgbClr val="002850"/>
                </a:solidFill>
              </a:rPr>
              <a:t>elemento</a:t>
            </a:r>
            <a:r>
              <a:rPr sz="1400" i="1" dirty="0">
                <a:solidFill>
                  <a:srgbClr val="002850"/>
                </a:solidFill>
              </a:rPr>
              <a:t> </a:t>
            </a:r>
            <a:r>
              <a:rPr sz="1400" i="1" dirty="0" err="1">
                <a:solidFill>
                  <a:srgbClr val="002850"/>
                </a:solidFill>
              </a:rPr>
              <a:t>siguiente</a:t>
            </a:r>
            <a:r>
              <a:rPr sz="1400" i="1" dirty="0">
                <a:solidFill>
                  <a:srgbClr val="002850"/>
                </a:solidFill>
              </a:rPr>
              <a:t> del Final, </a:t>
            </a:r>
          </a:p>
          <a:p>
            <a:pPr marL="228600" lvl="2" indent="685800">
              <a:lnSpc>
                <a:spcPct val="90000"/>
              </a:lnSpc>
              <a:spcBef>
                <a:spcPts val="3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/>
            </a:pPr>
            <a:r>
              <a:rPr sz="1400" i="1" dirty="0">
                <a:solidFill>
                  <a:srgbClr val="002850"/>
                </a:solidFill>
              </a:rPr>
              <a:t>es el </a:t>
            </a:r>
            <a:r>
              <a:rPr sz="1400" i="1" dirty="0" err="1">
                <a:solidFill>
                  <a:srgbClr val="002850"/>
                </a:solidFill>
              </a:rPr>
              <a:t>elemento</a:t>
            </a:r>
            <a:r>
              <a:rPr sz="1400" i="1" dirty="0">
                <a:solidFill>
                  <a:srgbClr val="002850"/>
                </a:solidFill>
              </a:rPr>
              <a:t> del </a:t>
            </a:r>
            <a:r>
              <a:rPr sz="1400" i="1" dirty="0" err="1">
                <a:solidFill>
                  <a:srgbClr val="002850"/>
                </a:solidFill>
              </a:rPr>
              <a:t>Frente</a:t>
            </a:r>
            <a:endParaRPr sz="1400" i="1" dirty="0">
              <a:solidFill>
                <a:srgbClr val="002850"/>
              </a:solidFill>
            </a:endParaRPr>
          </a:p>
        </p:txBody>
      </p:sp>
      <p:grpSp>
        <p:nvGrpSpPr>
          <p:cNvPr id="1040" name="Group 1040"/>
          <p:cNvGrpSpPr/>
          <p:nvPr/>
        </p:nvGrpSpPr>
        <p:grpSpPr>
          <a:xfrm>
            <a:off x="592603" y="5029665"/>
            <a:ext cx="702799" cy="305923"/>
            <a:chOff x="0" y="0"/>
            <a:chExt cx="702797" cy="305922"/>
          </a:xfrm>
        </p:grpSpPr>
        <p:sp>
          <p:nvSpPr>
            <p:cNvPr id="1038" name="Shape 1038"/>
            <p:cNvSpPr/>
            <p:nvPr/>
          </p:nvSpPr>
          <p:spPr>
            <a:xfrm>
              <a:off x="169396" y="304334"/>
              <a:ext cx="533401" cy="1588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1039" name="Shape 1039"/>
            <p:cNvSpPr/>
            <p:nvPr/>
          </p:nvSpPr>
          <p:spPr>
            <a:xfrm>
              <a:off x="0" y="0"/>
              <a:ext cx="356955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Tail</a:t>
              </a:r>
              <a:endParaRPr sz="1400" dirty="0"/>
            </a:p>
          </p:txBody>
        </p:sp>
      </p:grpSp>
      <p:sp>
        <p:nvSpPr>
          <p:cNvPr id="1041" name="Shape 1041"/>
          <p:cNvSpPr/>
          <p:nvPr/>
        </p:nvSpPr>
        <p:spPr>
          <a:xfrm>
            <a:off x="457200" y="4876800"/>
            <a:ext cx="838200" cy="609600"/>
          </a:xfrm>
          <a:prstGeom prst="roundRect">
            <a:avLst>
              <a:gd name="adj" fmla="val 25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1055" name="Group 1055"/>
          <p:cNvGrpSpPr/>
          <p:nvPr/>
        </p:nvGrpSpPr>
        <p:grpSpPr>
          <a:xfrm>
            <a:off x="5629747" y="2619847"/>
            <a:ext cx="1912256" cy="2035114"/>
            <a:chOff x="0" y="0"/>
            <a:chExt cx="1912254" cy="2035112"/>
          </a:xfrm>
        </p:grpSpPr>
        <p:sp>
          <p:nvSpPr>
            <p:cNvPr id="1042" name="Shape 1042"/>
            <p:cNvSpPr/>
            <p:nvPr/>
          </p:nvSpPr>
          <p:spPr>
            <a:xfrm>
              <a:off x="838200" y="1662112"/>
              <a:ext cx="231093" cy="37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3</a:t>
              </a:r>
            </a:p>
          </p:txBody>
        </p:sp>
        <p:grpSp>
          <p:nvGrpSpPr>
            <p:cNvPr id="1054" name="Group 1054"/>
            <p:cNvGrpSpPr/>
            <p:nvPr/>
          </p:nvGrpSpPr>
          <p:grpSpPr>
            <a:xfrm>
              <a:off x="-1" y="-1"/>
              <a:ext cx="1912256" cy="1661281"/>
              <a:chOff x="0" y="0"/>
              <a:chExt cx="1912254" cy="1661279"/>
            </a:xfrm>
          </p:grpSpPr>
          <p:sp>
            <p:nvSpPr>
              <p:cNvPr id="1043" name="Shape 1043"/>
              <p:cNvSpPr/>
              <p:nvPr/>
            </p:nvSpPr>
            <p:spPr>
              <a:xfrm>
                <a:off x="1524000" y="0"/>
                <a:ext cx="231093" cy="3730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1</a:t>
                </a:r>
              </a:p>
            </p:txBody>
          </p:sp>
          <p:sp>
            <p:nvSpPr>
              <p:cNvPr id="1044" name="Shape 1044"/>
              <p:cNvSpPr/>
              <p:nvPr/>
            </p:nvSpPr>
            <p:spPr>
              <a:xfrm>
                <a:off x="1681162" y="1128712"/>
                <a:ext cx="231093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2</a:t>
                </a:r>
              </a:p>
            </p:txBody>
          </p:sp>
          <p:sp>
            <p:nvSpPr>
              <p:cNvPr id="1045" name="Shape 1045"/>
              <p:cNvSpPr/>
              <p:nvPr/>
            </p:nvSpPr>
            <p:spPr>
              <a:xfrm>
                <a:off x="0" y="900112"/>
                <a:ext cx="231093" cy="3730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4</a:t>
                </a:r>
              </a:p>
            </p:txBody>
          </p:sp>
          <p:sp>
            <p:nvSpPr>
              <p:cNvPr id="1046" name="Shape 1046"/>
              <p:cNvSpPr/>
              <p:nvPr/>
            </p:nvSpPr>
            <p:spPr>
              <a:xfrm>
                <a:off x="233362" y="0"/>
                <a:ext cx="231093" cy="3730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0</a:t>
                </a:r>
              </a:p>
            </p:txBody>
          </p:sp>
          <p:grpSp>
            <p:nvGrpSpPr>
              <p:cNvPr id="1053" name="Group 1053"/>
              <p:cNvGrpSpPr/>
              <p:nvPr/>
            </p:nvGrpSpPr>
            <p:grpSpPr>
              <a:xfrm>
                <a:off x="232889" y="61439"/>
                <a:ext cx="1600201" cy="1599841"/>
                <a:chOff x="0" y="0"/>
                <a:chExt cx="1600199" cy="1599840"/>
              </a:xfrm>
            </p:grpSpPr>
            <p:sp>
              <p:nvSpPr>
                <p:cNvPr id="1047" name="Shape 1047"/>
                <p:cNvSpPr/>
                <p:nvPr/>
              </p:nvSpPr>
              <p:spPr>
                <a:xfrm>
                  <a:off x="0" y="0"/>
                  <a:ext cx="1599841" cy="159984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2" y="0"/>
                      </a:moveTo>
                      <a:cubicBezTo>
                        <a:pt x="16920" y="0"/>
                        <a:pt x="21600" y="4679"/>
                        <a:pt x="21600" y="10800"/>
                      </a:cubicBezTo>
                      <a:cubicBezTo>
                        <a:pt x="21600" y="16921"/>
                        <a:pt x="16920" y="21600"/>
                        <a:pt x="10802" y="21600"/>
                      </a:cubicBezTo>
                      <a:cubicBezTo>
                        <a:pt x="4680" y="21600"/>
                        <a:pt x="0" y="16921"/>
                        <a:pt x="0" y="10800"/>
                      </a:cubicBezTo>
                      <a:cubicBezTo>
                        <a:pt x="0" y="4679"/>
                        <a:pt x="4680" y="0"/>
                        <a:pt x="10802" y="0"/>
                      </a:cubicBezTo>
                      <a:close/>
                      <a:moveTo>
                        <a:pt x="10802" y="7200"/>
                      </a:moveTo>
                      <a:cubicBezTo>
                        <a:pt x="12839" y="7200"/>
                        <a:pt x="14398" y="8760"/>
                        <a:pt x="14398" y="10800"/>
                      </a:cubicBezTo>
                      <a:cubicBezTo>
                        <a:pt x="14398" y="12836"/>
                        <a:pt x="12839" y="14400"/>
                        <a:pt x="10802" y="14400"/>
                      </a:cubicBezTo>
                      <a:cubicBezTo>
                        <a:pt x="8761" y="14400"/>
                        <a:pt x="7202" y="12836"/>
                        <a:pt x="7202" y="10800"/>
                      </a:cubicBezTo>
                      <a:cubicBezTo>
                        <a:pt x="7202" y="8760"/>
                        <a:pt x="8761" y="7200"/>
                        <a:pt x="10802" y="7200"/>
                      </a:cubicBezTo>
                      <a:close/>
                    </a:path>
                  </a:pathLst>
                </a:cu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1048" name="Shape 1048"/>
                <p:cNvSpPr/>
                <p:nvPr/>
              </p:nvSpPr>
              <p:spPr>
                <a:xfrm>
                  <a:off x="800099" y="0"/>
                  <a:ext cx="1589" cy="533401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049" name="Shape 1049"/>
                <p:cNvSpPr/>
                <p:nvPr/>
              </p:nvSpPr>
              <p:spPr>
                <a:xfrm flipV="1">
                  <a:off x="1066799" y="684212"/>
                  <a:ext cx="533401" cy="79376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050" name="Shape 1050"/>
                <p:cNvSpPr/>
                <p:nvPr/>
              </p:nvSpPr>
              <p:spPr>
                <a:xfrm>
                  <a:off x="914399" y="1066800"/>
                  <a:ext cx="273051" cy="457200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051" name="Shape 1051"/>
                <p:cNvSpPr/>
                <p:nvPr/>
              </p:nvSpPr>
              <p:spPr>
                <a:xfrm flipH="1">
                  <a:off x="227012" y="990599"/>
                  <a:ext cx="384176" cy="381002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  <p:sp>
              <p:nvSpPr>
                <p:cNvPr id="1052" name="Shape 1052"/>
                <p:cNvSpPr/>
                <p:nvPr/>
              </p:nvSpPr>
              <p:spPr>
                <a:xfrm flipH="1" flipV="1">
                  <a:off x="74612" y="455612"/>
                  <a:ext cx="506413" cy="231776"/>
                </a:xfrm>
                <a:prstGeom prst="line">
                  <a:avLst/>
                </a:prstGeom>
                <a:noFill/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lvl="0" defTabSz="457200">
                    <a:defRPr sz="1200">
                      <a:latin typeface="+mj-lt"/>
                      <a:ea typeface="+mj-ea"/>
                      <a:cs typeface="+mj-cs"/>
                      <a:sym typeface="Helvetica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1069" name="Group 1069"/>
          <p:cNvGrpSpPr/>
          <p:nvPr/>
        </p:nvGrpSpPr>
        <p:grpSpPr>
          <a:xfrm>
            <a:off x="4801064" y="2057864"/>
            <a:ext cx="1771188" cy="1753725"/>
            <a:chOff x="-1" y="-1"/>
            <a:chExt cx="1771186" cy="1753724"/>
          </a:xfrm>
        </p:grpSpPr>
        <p:grpSp>
          <p:nvGrpSpPr>
            <p:cNvPr id="1062" name="Group 1062"/>
            <p:cNvGrpSpPr/>
            <p:nvPr/>
          </p:nvGrpSpPr>
          <p:grpSpPr>
            <a:xfrm>
              <a:off x="1218734" y="818684"/>
              <a:ext cx="552451" cy="925451"/>
              <a:chOff x="0" y="0"/>
              <a:chExt cx="552450" cy="925450"/>
            </a:xfrm>
          </p:grpSpPr>
          <p:grpSp>
            <p:nvGrpSpPr>
              <p:cNvPr id="1058" name="Group 1058"/>
              <p:cNvGrpSpPr/>
              <p:nvPr/>
            </p:nvGrpSpPr>
            <p:grpSpPr>
              <a:xfrm>
                <a:off x="247650" y="-1"/>
                <a:ext cx="304800" cy="373002"/>
                <a:chOff x="0" y="0"/>
                <a:chExt cx="304800" cy="373000"/>
              </a:xfrm>
            </p:grpSpPr>
            <p:sp>
              <p:nvSpPr>
                <p:cNvPr id="1056" name="Shape 1056"/>
                <p:cNvSpPr/>
                <p:nvPr/>
              </p:nvSpPr>
              <p:spPr>
                <a:xfrm>
                  <a:off x="0" y="0"/>
                  <a:ext cx="304800" cy="366713"/>
                </a:xfrm>
                <a:prstGeom prst="roundRect">
                  <a:avLst>
                    <a:gd name="adj" fmla="val 519"/>
                  </a:avLst>
                </a:prstGeom>
                <a:solidFill>
                  <a:srgbClr val="FFFF99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1057" name="Shape 1057"/>
                <p:cNvSpPr/>
                <p:nvPr/>
              </p:nvSpPr>
              <p:spPr>
                <a:xfrm>
                  <a:off x="0" y="0"/>
                  <a:ext cx="304800" cy="373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t">
                  <a:spAutoFit/>
                </a:bodyPr>
                <a:lstStyle>
                  <a:lvl1pPr>
                    <a:lnSpc>
                      <a:spcPct val="93000"/>
                    </a:lnSpc>
                    <a:spcBef>
                      <a:spcPts val="11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E</a:t>
                  </a:r>
                </a:p>
              </p:txBody>
            </p:sp>
          </p:grpSp>
          <p:grpSp>
            <p:nvGrpSpPr>
              <p:cNvPr id="1061" name="Group 1061"/>
              <p:cNvGrpSpPr/>
              <p:nvPr/>
            </p:nvGrpSpPr>
            <p:grpSpPr>
              <a:xfrm>
                <a:off x="0" y="552449"/>
                <a:ext cx="304800" cy="373002"/>
                <a:chOff x="0" y="0"/>
                <a:chExt cx="304800" cy="373000"/>
              </a:xfrm>
            </p:grpSpPr>
            <p:sp>
              <p:nvSpPr>
                <p:cNvPr id="1059" name="Shape 1059"/>
                <p:cNvSpPr/>
                <p:nvPr/>
              </p:nvSpPr>
              <p:spPr>
                <a:xfrm>
                  <a:off x="0" y="0"/>
                  <a:ext cx="304800" cy="366713"/>
                </a:xfrm>
                <a:prstGeom prst="roundRect">
                  <a:avLst>
                    <a:gd name="adj" fmla="val 519"/>
                  </a:avLst>
                </a:prstGeom>
                <a:solidFill>
                  <a:srgbClr val="99CC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1060" name="Shape 1060"/>
                <p:cNvSpPr/>
                <p:nvPr/>
              </p:nvSpPr>
              <p:spPr>
                <a:xfrm>
                  <a:off x="0" y="0"/>
                  <a:ext cx="304800" cy="3730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t">
                  <a:spAutoFit/>
                </a:bodyPr>
                <a:lstStyle>
                  <a:lvl1pPr>
                    <a:lnSpc>
                      <a:spcPct val="93000"/>
                    </a:lnSpc>
                    <a:spcBef>
                      <a:spcPts val="11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8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/>
                  <a:r>
                    <a:t>D</a:t>
                  </a:r>
                </a:p>
              </p:txBody>
            </p:sp>
          </p:grpSp>
        </p:grpSp>
        <p:grpSp>
          <p:nvGrpSpPr>
            <p:cNvPr id="1065" name="Group 1065"/>
            <p:cNvGrpSpPr/>
            <p:nvPr/>
          </p:nvGrpSpPr>
          <p:grpSpPr>
            <a:xfrm>
              <a:off x="-1" y="1447799"/>
              <a:ext cx="837737" cy="305924"/>
              <a:chOff x="0" y="0"/>
              <a:chExt cx="837735" cy="305922"/>
            </a:xfrm>
          </p:grpSpPr>
          <p:sp>
            <p:nvSpPr>
              <p:cNvPr id="1063" name="Shape 1063"/>
              <p:cNvSpPr/>
              <p:nvPr/>
            </p:nvSpPr>
            <p:spPr>
              <a:xfrm>
                <a:off x="0" y="0"/>
                <a:ext cx="504879" cy="29488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EC" sz="1400" dirty="0"/>
                  <a:t>Head</a:t>
                </a:r>
                <a:endParaRPr sz="1400" dirty="0"/>
              </a:p>
            </p:txBody>
          </p:sp>
          <p:sp>
            <p:nvSpPr>
              <p:cNvPr id="1064" name="Shape 1064"/>
              <p:cNvSpPr/>
              <p:nvPr/>
            </p:nvSpPr>
            <p:spPr>
              <a:xfrm>
                <a:off x="228134" y="304334"/>
                <a:ext cx="609601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1068" name="Group 1068"/>
            <p:cNvGrpSpPr/>
            <p:nvPr/>
          </p:nvGrpSpPr>
          <p:grpSpPr>
            <a:xfrm>
              <a:off x="1123483" y="-1"/>
              <a:ext cx="359009" cy="609137"/>
              <a:chOff x="-1" y="0"/>
              <a:chExt cx="359008" cy="609135"/>
            </a:xfrm>
          </p:grpSpPr>
          <p:sp>
            <p:nvSpPr>
              <p:cNvPr id="1066" name="Shape 1066"/>
              <p:cNvSpPr/>
              <p:nvPr/>
            </p:nvSpPr>
            <p:spPr>
              <a:xfrm>
                <a:off x="-1" y="304334"/>
                <a:ext cx="228602" cy="304801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067" name="Shape 1067"/>
              <p:cNvSpPr/>
              <p:nvPr/>
            </p:nvSpPr>
            <p:spPr>
              <a:xfrm>
                <a:off x="2053" y="0"/>
                <a:ext cx="356954" cy="294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EC" sz="1400" dirty="0"/>
                  <a:t>Tail</a:t>
                </a:r>
                <a:endParaRPr sz="1400" dirty="0"/>
              </a:p>
            </p:txBody>
          </p:sp>
        </p:grpSp>
      </p:grpSp>
      <p:sp>
        <p:nvSpPr>
          <p:cNvPr id="1070" name="Shape 1070"/>
          <p:cNvSpPr/>
          <p:nvPr/>
        </p:nvSpPr>
        <p:spPr>
          <a:xfrm>
            <a:off x="6019800" y="3429000"/>
            <a:ext cx="304800" cy="381000"/>
          </a:xfrm>
          <a:prstGeom prst="roundRect">
            <a:avLst>
              <a:gd name="adj" fmla="val 519"/>
            </a:avLst>
          </a:prstGeom>
          <a:solidFill>
            <a:srgbClr val="99CC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sp>
        <p:nvSpPr>
          <p:cNvPr id="1071" name="Shape 1071"/>
          <p:cNvSpPr/>
          <p:nvPr/>
        </p:nvSpPr>
        <p:spPr>
          <a:xfrm>
            <a:off x="4800600" y="3429000"/>
            <a:ext cx="838200" cy="533400"/>
          </a:xfrm>
          <a:prstGeom prst="roundRect">
            <a:avLst>
              <a:gd name="adj" fmla="val 29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1074" name="Group 1074"/>
          <p:cNvGrpSpPr/>
          <p:nvPr/>
        </p:nvGrpSpPr>
        <p:grpSpPr>
          <a:xfrm>
            <a:off x="5105865" y="2057865"/>
            <a:ext cx="609137" cy="685336"/>
            <a:chOff x="0" y="0"/>
            <a:chExt cx="609135" cy="685335"/>
          </a:xfrm>
        </p:grpSpPr>
        <p:sp>
          <p:nvSpPr>
            <p:cNvPr id="1072" name="Shape 1072"/>
            <p:cNvSpPr/>
            <p:nvPr/>
          </p:nvSpPr>
          <p:spPr>
            <a:xfrm>
              <a:off x="304334" y="304334"/>
              <a:ext cx="304801" cy="3810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1073" name="Shape 1073"/>
            <p:cNvSpPr/>
            <p:nvPr/>
          </p:nvSpPr>
          <p:spPr>
            <a:xfrm>
              <a:off x="0" y="0"/>
              <a:ext cx="504879" cy="2948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Head</a:t>
              </a:r>
              <a:endParaRPr sz="1400" dirty="0"/>
            </a:p>
          </p:txBody>
        </p:sp>
      </p:grpSp>
      <p:sp>
        <p:nvSpPr>
          <p:cNvPr id="1075" name="Shape 1075"/>
          <p:cNvSpPr/>
          <p:nvPr/>
        </p:nvSpPr>
        <p:spPr>
          <a:xfrm>
            <a:off x="6248400" y="2819400"/>
            <a:ext cx="381000" cy="431800"/>
          </a:xfrm>
          <a:prstGeom prst="roundRect">
            <a:avLst>
              <a:gd name="adj" fmla="val 417"/>
            </a:avLst>
          </a:prstGeom>
          <a:solidFill>
            <a:srgbClr val="99CC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sp>
        <p:nvSpPr>
          <p:cNvPr id="1076" name="Shape 1076"/>
          <p:cNvSpPr/>
          <p:nvPr/>
        </p:nvSpPr>
        <p:spPr>
          <a:xfrm>
            <a:off x="5029200" y="2133600"/>
            <a:ext cx="838200" cy="685800"/>
          </a:xfrm>
          <a:prstGeom prst="roundRect">
            <a:avLst>
              <a:gd name="adj" fmla="val 231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  <p:grpSp>
        <p:nvGrpSpPr>
          <p:cNvPr id="1079" name="Group 1079"/>
          <p:cNvGrpSpPr/>
          <p:nvPr/>
        </p:nvGrpSpPr>
        <p:grpSpPr>
          <a:xfrm>
            <a:off x="7161212" y="1981665"/>
            <a:ext cx="506934" cy="685337"/>
            <a:chOff x="0" y="0"/>
            <a:chExt cx="506933" cy="685335"/>
          </a:xfrm>
        </p:grpSpPr>
        <p:sp>
          <p:nvSpPr>
            <p:cNvPr id="1077" name="Shape 1077"/>
            <p:cNvSpPr/>
            <p:nvPr/>
          </p:nvSpPr>
          <p:spPr>
            <a:xfrm flipH="1">
              <a:off x="0" y="304334"/>
              <a:ext cx="231775" cy="3810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1078" name="Shape 1078"/>
            <p:cNvSpPr/>
            <p:nvPr/>
          </p:nvSpPr>
          <p:spPr>
            <a:xfrm>
              <a:off x="2053" y="0"/>
              <a:ext cx="504880" cy="294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lang="es-EC" sz="1400" dirty="0"/>
                <a:t>Head</a:t>
              </a:r>
              <a:endParaRPr sz="1400" dirty="0"/>
            </a:p>
          </p:txBody>
        </p:sp>
      </p:grpSp>
      <p:sp>
        <p:nvSpPr>
          <p:cNvPr id="1080" name="Shape 1080"/>
          <p:cNvSpPr/>
          <p:nvPr/>
        </p:nvSpPr>
        <p:spPr>
          <a:xfrm>
            <a:off x="6400800" y="2443626"/>
            <a:ext cx="609241" cy="8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325" extrusionOk="0">
                <a:moveTo>
                  <a:pt x="0" y="1773"/>
                </a:moveTo>
                <a:cubicBezTo>
                  <a:pt x="3598" y="206"/>
                  <a:pt x="7196" y="-1275"/>
                  <a:pt x="10794" y="1773"/>
                </a:cubicBezTo>
                <a:cubicBezTo>
                  <a:pt x="14404" y="4822"/>
                  <a:pt x="19801" y="17190"/>
                  <a:pt x="21600" y="20325"/>
                </a:cubicBezTo>
              </a:path>
            </a:pathLst>
          </a:custGeom>
          <a:ln w="19080">
            <a:solidFill>
              <a:srgbClr val="0000FF"/>
            </a:solidFill>
            <a:round/>
            <a:tailEnd type="triangle"/>
          </a:ln>
        </p:spPr>
        <p:txBody>
          <a:bodyPr lIns="0" tIns="0" rIns="0" bIns="0"/>
          <a:lstStyle/>
          <a:p>
            <a:pPr lvl="0">
              <a:defRPr sz="1800"/>
            </a:pPr>
            <a:endParaRPr/>
          </a:p>
        </p:txBody>
      </p:sp>
      <p:grpSp>
        <p:nvGrpSpPr>
          <p:cNvPr id="1083" name="Group 1083"/>
          <p:cNvGrpSpPr/>
          <p:nvPr/>
        </p:nvGrpSpPr>
        <p:grpSpPr>
          <a:xfrm>
            <a:off x="3733800" y="3886200"/>
            <a:ext cx="2209440" cy="1142641"/>
            <a:chOff x="0" y="0"/>
            <a:chExt cx="2209439" cy="1142640"/>
          </a:xfrm>
        </p:grpSpPr>
        <p:sp>
          <p:nvSpPr>
            <p:cNvPr id="1081" name="Shape 1081"/>
            <p:cNvSpPr/>
            <p:nvPr/>
          </p:nvSpPr>
          <p:spPr>
            <a:xfrm>
              <a:off x="0" y="0"/>
              <a:ext cx="2209440" cy="11426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3618" y="0"/>
                  </a:lnTo>
                  <a:lnTo>
                    <a:pt x="3618" y="3598"/>
                  </a:lnTo>
                  <a:lnTo>
                    <a:pt x="17982" y="3598"/>
                  </a:lnTo>
                  <a:lnTo>
                    <a:pt x="17982" y="0"/>
                  </a:lnTo>
                  <a:lnTo>
                    <a:pt x="21600" y="10800"/>
                  </a:lnTo>
                  <a:lnTo>
                    <a:pt x="17982" y="21600"/>
                  </a:lnTo>
                  <a:lnTo>
                    <a:pt x="17982" y="17995"/>
                  </a:lnTo>
                  <a:lnTo>
                    <a:pt x="3618" y="17995"/>
                  </a:lnTo>
                  <a:lnTo>
                    <a:pt x="3618" y="21600"/>
                  </a:lnTo>
                  <a:lnTo>
                    <a:pt x="0" y="10800"/>
                  </a:lnTo>
                </a:path>
              </a:pathLst>
            </a:custGeom>
            <a:solidFill>
              <a:srgbClr val="99CC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082" name="Shape 1082"/>
            <p:cNvSpPr/>
            <p:nvPr/>
          </p:nvSpPr>
          <p:spPr>
            <a:xfrm>
              <a:off x="246062" y="270445"/>
              <a:ext cx="1716088" cy="6021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ctr">
              <a:spAutoFit/>
            </a:bodyPr>
            <a:lstStyle>
              <a:lvl1pPr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200" dirty="0"/>
                <a:t>La </a:t>
              </a:r>
              <a:r>
                <a:rPr sz="1200" dirty="0" err="1"/>
                <a:t>condición</a:t>
              </a:r>
              <a:r>
                <a:rPr sz="1200" dirty="0"/>
                <a:t> para Cola </a:t>
              </a:r>
              <a:r>
                <a:rPr sz="1200" dirty="0" err="1"/>
                <a:t>Vacía</a:t>
              </a:r>
              <a:r>
                <a:rPr sz="1200" dirty="0"/>
                <a:t> es </a:t>
              </a:r>
              <a:r>
                <a:rPr sz="1200" dirty="0" err="1"/>
                <a:t>igual</a:t>
              </a:r>
              <a:r>
                <a:rPr sz="1200" dirty="0"/>
                <a:t> que para Cola </a:t>
              </a:r>
              <a:r>
                <a:rPr sz="1200" dirty="0" err="1"/>
                <a:t>Llena</a:t>
              </a:r>
              <a:r>
                <a:rPr sz="1200" dirty="0"/>
                <a:t>, que </a:t>
              </a:r>
              <a:r>
                <a:rPr sz="1200" dirty="0" err="1"/>
                <a:t>hacer</a:t>
              </a:r>
              <a:r>
                <a:rPr sz="1200" dirty="0"/>
                <a:t>?</a:t>
              </a: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F75DF9BE-3A1F-4E77-A040-DDA798F3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COLA LLENA Y COLA VACIA</a:t>
            </a:r>
            <a:endParaRPr lang="es-EC" dirty="0"/>
          </a:p>
        </p:txBody>
      </p:sp>
      <p:grpSp>
        <p:nvGrpSpPr>
          <p:cNvPr id="1086" name="Group 1086"/>
          <p:cNvGrpSpPr/>
          <p:nvPr/>
        </p:nvGrpSpPr>
        <p:grpSpPr>
          <a:xfrm>
            <a:off x="2209800" y="457200"/>
            <a:ext cx="2133241" cy="1830028"/>
            <a:chOff x="0" y="0"/>
            <a:chExt cx="2133240" cy="1830027"/>
          </a:xfrm>
        </p:grpSpPr>
        <p:sp>
          <p:nvSpPr>
            <p:cNvPr id="1084" name="Shape 1084"/>
            <p:cNvSpPr/>
            <p:nvPr/>
          </p:nvSpPr>
          <p:spPr>
            <a:xfrm>
              <a:off x="0" y="0"/>
              <a:ext cx="2133241" cy="18300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580"/>
                  </a:moveTo>
                  <a:cubicBezTo>
                    <a:pt x="0" y="1288"/>
                    <a:pt x="1549" y="0"/>
                    <a:pt x="3098" y="0"/>
                  </a:cubicBezTo>
                  <a:lnTo>
                    <a:pt x="18502" y="0"/>
                  </a:lnTo>
                  <a:cubicBezTo>
                    <a:pt x="20051" y="0"/>
                    <a:pt x="21600" y="1288"/>
                    <a:pt x="21600" y="2580"/>
                  </a:cubicBezTo>
                  <a:lnTo>
                    <a:pt x="21600" y="15412"/>
                  </a:lnTo>
                  <a:cubicBezTo>
                    <a:pt x="21600" y="16699"/>
                    <a:pt x="20051" y="17992"/>
                    <a:pt x="18502" y="17992"/>
                  </a:cubicBezTo>
                  <a:lnTo>
                    <a:pt x="9100" y="17992"/>
                  </a:lnTo>
                  <a:lnTo>
                    <a:pt x="1297" y="21600"/>
                  </a:lnTo>
                  <a:lnTo>
                    <a:pt x="3499" y="17992"/>
                  </a:lnTo>
                  <a:cubicBezTo>
                    <a:pt x="1749" y="17992"/>
                    <a:pt x="0" y="16742"/>
                    <a:pt x="0" y="15492"/>
                  </a:cubicBezTo>
                  <a:lnTo>
                    <a:pt x="0" y="2580"/>
                  </a:lnTo>
                </a:path>
              </a:pathLst>
            </a:custGeom>
            <a:solidFill>
              <a:srgbClr val="99CC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085" name="Shape 1085"/>
            <p:cNvSpPr/>
            <p:nvPr/>
          </p:nvSpPr>
          <p:spPr>
            <a:xfrm>
              <a:off x="79375" y="98329"/>
              <a:ext cx="1976438" cy="13257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ctr">
              <a:spAutoFit/>
            </a:bodyPr>
            <a:lstStyle/>
            <a:p>
              <a:pPr lvl="0" algn="ctr">
                <a:lnSpc>
                  <a:spcPct val="93000"/>
                </a:lnSpc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Sacrificar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un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elemento</a:t>
              </a:r>
              <a:endParaRPr sz="1200" dirty="0">
                <a:latin typeface="Tahoma"/>
                <a:ea typeface="Tahoma"/>
                <a:cs typeface="Tahoma"/>
                <a:sym typeface="Tahoma"/>
              </a:endParaRPr>
            </a:p>
            <a:p>
              <a:pPr lvl="0" algn="ctr"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La cola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estará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llena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no con MAX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elementos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,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sino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con MAX -1</a:t>
              </a:r>
            </a:p>
            <a:p>
              <a:pPr lvl="0" algn="ctr"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Es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cuando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el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elemento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siguiente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del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siguiente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del Final, es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igual</a:t>
              </a:r>
              <a:r>
                <a:rPr sz="1200" dirty="0">
                  <a:latin typeface="Tahoma"/>
                  <a:ea typeface="Tahoma"/>
                  <a:cs typeface="Tahoma"/>
                  <a:sym typeface="Tahoma"/>
                </a:rPr>
                <a:t> al </a:t>
              </a:r>
              <a:r>
                <a:rPr sz="1200" dirty="0" err="1">
                  <a:latin typeface="Tahoma"/>
                  <a:ea typeface="Tahoma"/>
                  <a:cs typeface="Tahoma"/>
                  <a:sym typeface="Tahoma"/>
                </a:rPr>
                <a:t>Frente</a:t>
              </a:r>
              <a:endParaRPr sz="1200" dirty="0"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96" name="Group 1096"/>
          <p:cNvGrpSpPr/>
          <p:nvPr/>
        </p:nvGrpSpPr>
        <p:grpSpPr>
          <a:xfrm>
            <a:off x="2379662" y="3962864"/>
            <a:ext cx="1127127" cy="1210737"/>
            <a:chOff x="0" y="-1"/>
            <a:chExt cx="1127126" cy="1210736"/>
          </a:xfrm>
        </p:grpSpPr>
        <p:grpSp>
          <p:nvGrpSpPr>
            <p:cNvPr id="1089" name="Group 1089"/>
            <p:cNvGrpSpPr/>
            <p:nvPr/>
          </p:nvGrpSpPr>
          <p:grpSpPr>
            <a:xfrm>
              <a:off x="0" y="837734"/>
              <a:ext cx="304800" cy="373001"/>
              <a:chOff x="0" y="0"/>
              <a:chExt cx="304800" cy="373000"/>
            </a:xfrm>
          </p:grpSpPr>
          <p:sp>
            <p:nvSpPr>
              <p:cNvPr id="1087" name="Shape 1087"/>
              <p:cNvSpPr/>
              <p:nvPr/>
            </p:nvSpPr>
            <p:spPr>
              <a:xfrm>
                <a:off x="0" y="0"/>
                <a:ext cx="304800" cy="366713"/>
              </a:xfrm>
              <a:prstGeom prst="roundRect">
                <a:avLst>
                  <a:gd name="adj" fmla="val 519"/>
                </a:avLst>
              </a:prstGeom>
              <a:solidFill>
                <a:srgbClr val="FFFF99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088" name="Shape 1088"/>
              <p:cNvSpPr/>
              <p:nvPr/>
            </p:nvSpPr>
            <p:spPr>
              <a:xfrm>
                <a:off x="0" y="0"/>
                <a:ext cx="304800" cy="3730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11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8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/>
                <a:r>
                  <a:t>A</a:t>
                </a:r>
              </a:p>
            </p:txBody>
          </p:sp>
        </p:grpSp>
        <p:grpSp>
          <p:nvGrpSpPr>
            <p:cNvPr id="1092" name="Group 1092"/>
            <p:cNvGrpSpPr/>
            <p:nvPr/>
          </p:nvGrpSpPr>
          <p:grpSpPr>
            <a:xfrm>
              <a:off x="381465" y="-1"/>
              <a:ext cx="504880" cy="609137"/>
              <a:chOff x="0" y="0"/>
              <a:chExt cx="504879" cy="609135"/>
            </a:xfrm>
          </p:grpSpPr>
          <p:sp>
            <p:nvSpPr>
              <p:cNvPr id="1090" name="Shape 1090"/>
              <p:cNvSpPr/>
              <p:nvPr/>
            </p:nvSpPr>
            <p:spPr>
              <a:xfrm flipH="1">
                <a:off x="72559" y="228134"/>
                <a:ext cx="384176" cy="381001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091" name="Shape 1091"/>
              <p:cNvSpPr/>
              <p:nvPr/>
            </p:nvSpPr>
            <p:spPr>
              <a:xfrm>
                <a:off x="0" y="0"/>
                <a:ext cx="504879" cy="294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EC" sz="1400" dirty="0"/>
                  <a:t>Head</a:t>
                </a:r>
                <a:endParaRPr sz="1400" dirty="0"/>
              </a:p>
            </p:txBody>
          </p:sp>
        </p:grpSp>
        <p:grpSp>
          <p:nvGrpSpPr>
            <p:cNvPr id="1095" name="Group 1095"/>
            <p:cNvGrpSpPr/>
            <p:nvPr/>
          </p:nvGrpSpPr>
          <p:grpSpPr>
            <a:xfrm>
              <a:off x="670393" y="304802"/>
              <a:ext cx="456733" cy="609134"/>
              <a:chOff x="0" y="0"/>
              <a:chExt cx="456732" cy="609132"/>
            </a:xfrm>
          </p:grpSpPr>
          <p:sp>
            <p:nvSpPr>
              <p:cNvPr id="1093" name="Shape 1093"/>
              <p:cNvSpPr/>
              <p:nvPr/>
            </p:nvSpPr>
            <p:spPr>
              <a:xfrm flipH="1">
                <a:off x="72556" y="228131"/>
                <a:ext cx="384176" cy="381001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094" name="Shape 1094"/>
              <p:cNvSpPr/>
              <p:nvPr/>
            </p:nvSpPr>
            <p:spPr>
              <a:xfrm>
                <a:off x="0" y="0"/>
                <a:ext cx="356955" cy="2948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lang="es-EC" sz="1400" dirty="0"/>
                  <a:t>Tail</a:t>
                </a:r>
                <a:endParaRPr sz="1400" dirty="0"/>
              </a:p>
            </p:txBody>
          </p:sp>
        </p:grpSp>
      </p:grpSp>
      <p:sp>
        <p:nvSpPr>
          <p:cNvPr id="1097" name="Shape 1097"/>
          <p:cNvSpPr/>
          <p:nvPr/>
        </p:nvSpPr>
        <p:spPr>
          <a:xfrm>
            <a:off x="3124200" y="4343400"/>
            <a:ext cx="609600" cy="609600"/>
          </a:xfrm>
          <a:prstGeom prst="roundRect">
            <a:avLst>
              <a:gd name="adj" fmla="val 25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>
              <a:defRPr sz="1800"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9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9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9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84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9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3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4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5" dur="500"/>
                                        <p:tgtEl>
                                          <p:spTgt spid="1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9" fill="hold"/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3" fill="hold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4" dur="5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fill="hold"/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8" fill="hold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3" fill="hold"/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7" fill="hold"/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3" fill="hold"/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4" dur="5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8" fill="hold"/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9" dur="5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3" fill="hold"/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7" grpId="0" build="p" animBg="1" advAuto="0"/>
      <p:bldP spid="1011" grpId="0" animBg="1" advAuto="0"/>
      <p:bldP spid="1014" grpId="0" animBg="1" advAuto="0"/>
      <p:bldP spid="1017" grpId="0" animBg="1" advAuto="0"/>
      <p:bldP spid="1020" grpId="0" animBg="1" advAuto="0"/>
      <p:bldP spid="1021" grpId="0" animBg="1" advAuto="0"/>
      <p:bldP spid="1024" grpId="0" animBg="1" advAuto="0"/>
      <p:bldP spid="1027" grpId="0" animBg="1" advAuto="0"/>
      <p:bldP spid="1028" grpId="0" animBg="1" advAuto="0"/>
      <p:bldP spid="1031" grpId="0" animBg="1" advAuto="0"/>
      <p:bldP spid="1034" grpId="0" animBg="1" advAuto="0"/>
      <p:bldP spid="1035" grpId="0" animBg="1" advAuto="0"/>
      <p:bldP spid="1036" grpId="0" animBg="1" advAuto="0"/>
      <p:bldP spid="1037" grpId="0" animBg="1" advAuto="0"/>
      <p:bldP spid="1040" grpId="0" animBg="1" advAuto="0"/>
      <p:bldP spid="1041" grpId="0" animBg="1" advAuto="0"/>
      <p:bldP spid="1055" grpId="0" animBg="1" advAuto="0"/>
      <p:bldP spid="1069" grpId="0" animBg="1" advAuto="0"/>
      <p:bldP spid="1070" grpId="0" animBg="1" advAuto="0"/>
      <p:bldP spid="1071" grpId="0" animBg="1" advAuto="0"/>
      <p:bldP spid="1074" grpId="0" animBg="1" advAuto="0"/>
      <p:bldP spid="1075" grpId="0" animBg="1" advAuto="0"/>
      <p:bldP spid="1076" grpId="0" animBg="1" advAuto="0"/>
      <p:bldP spid="1079" grpId="0" animBg="1" advAuto="0"/>
      <p:bldP spid="1080" grpId="0" animBg="1" advAuto="0"/>
      <p:bldP spid="1083" grpId="0" animBg="1" advAuto="0"/>
      <p:bldP spid="1086" grpId="0" animBg="1" advAuto="0"/>
      <p:bldP spid="1096" grpId="0" animBg="1" advAuto="0"/>
      <p:bldP spid="1097" grpId="0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5BF9D717-3108-4EBB-B803-92EE9D76A60C}"/>
              </a:ext>
            </a:extLst>
          </p:cNvPr>
          <p:cNvSpPr/>
          <p:nvPr/>
        </p:nvSpPr>
        <p:spPr>
          <a:xfrm>
            <a:off x="207818" y="6054435"/>
            <a:ext cx="7886700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CC18AFD-AB43-4D65-AFC7-C5041F886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LSCONT: IMPLEMENTACION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DF1DC2-9505-492A-B5D2-BFADF4C4B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2" y="1710691"/>
            <a:ext cx="3400425" cy="50577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77D5ED5-F5C0-4A89-ABC5-C3263E8A1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463041"/>
            <a:ext cx="4010025" cy="53054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Shape 1106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13320" lvl="0" indent="-213320">
              <a:lnSpc>
                <a:spcPct val="930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Con la </a:t>
            </a:r>
            <a:r>
              <a:rPr sz="2000" dirty="0" err="1">
                <a:solidFill>
                  <a:srgbClr val="002850"/>
                </a:solidFill>
              </a:rPr>
              <a:t>implementación</a:t>
            </a:r>
            <a:r>
              <a:rPr sz="2000" dirty="0">
                <a:solidFill>
                  <a:srgbClr val="002850"/>
                </a:solidFill>
              </a:rPr>
              <a:t> de </a:t>
            </a:r>
            <a:r>
              <a:rPr sz="2000" b="1" dirty="0" err="1">
                <a:solidFill>
                  <a:srgbClr val="002850"/>
                </a:solidFill>
              </a:rPr>
              <a:t>listas</a:t>
            </a:r>
            <a:r>
              <a:rPr sz="2000" b="1" dirty="0">
                <a:solidFill>
                  <a:srgbClr val="002850"/>
                </a:solidFill>
              </a:rPr>
              <a:t> </a:t>
            </a:r>
            <a:r>
              <a:rPr sz="2000" b="1" dirty="0" err="1">
                <a:solidFill>
                  <a:srgbClr val="002850"/>
                </a:solidFill>
              </a:rPr>
              <a:t>enlazadas</a:t>
            </a:r>
            <a:r>
              <a:rPr sz="2000" b="1" dirty="0">
                <a:solidFill>
                  <a:srgbClr val="002850"/>
                </a:solidFill>
              </a:rPr>
              <a:t> </a:t>
            </a:r>
          </a:p>
          <a:p>
            <a:pPr marL="639875" lvl="1" indent="-182675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Ya</a:t>
            </a:r>
            <a:r>
              <a:rPr dirty="0">
                <a:solidFill>
                  <a:srgbClr val="002850"/>
                </a:solidFill>
              </a:rPr>
              <a:t> no </a:t>
            </a:r>
            <a:r>
              <a:rPr dirty="0" err="1">
                <a:solidFill>
                  <a:srgbClr val="002850"/>
                </a:solidFill>
              </a:rPr>
              <a:t>existirá</a:t>
            </a:r>
            <a:r>
              <a:rPr dirty="0">
                <a:solidFill>
                  <a:srgbClr val="002850"/>
                </a:solidFill>
              </a:rPr>
              <a:t> para nada el </a:t>
            </a:r>
            <a:r>
              <a:rPr dirty="0" err="1">
                <a:solidFill>
                  <a:srgbClr val="002850"/>
                </a:solidFill>
              </a:rPr>
              <a:t>problema</a:t>
            </a:r>
            <a:r>
              <a:rPr dirty="0">
                <a:solidFill>
                  <a:srgbClr val="002850"/>
                </a:solidFill>
              </a:rPr>
              <a:t> de </a:t>
            </a:r>
            <a:r>
              <a:rPr dirty="0" err="1">
                <a:solidFill>
                  <a:srgbClr val="002850"/>
                </a:solidFill>
              </a:rPr>
              <a:t>desperdicio</a:t>
            </a:r>
            <a:r>
              <a:rPr dirty="0">
                <a:solidFill>
                  <a:srgbClr val="002850"/>
                </a:solidFill>
              </a:rPr>
              <a:t> de </a:t>
            </a:r>
            <a:r>
              <a:rPr dirty="0" err="1">
                <a:solidFill>
                  <a:srgbClr val="002850"/>
                </a:solidFill>
              </a:rPr>
              <a:t>memoria</a:t>
            </a:r>
            <a:endParaRPr dirty="0">
              <a:solidFill>
                <a:srgbClr val="002850"/>
              </a:solidFill>
            </a:endParaRPr>
          </a:p>
          <a:p>
            <a:pPr marL="639875" lvl="1" indent="-182675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Ni de </a:t>
            </a:r>
            <a:r>
              <a:rPr dirty="0" err="1">
                <a:solidFill>
                  <a:srgbClr val="002850"/>
                </a:solidFill>
              </a:rPr>
              <a:t>limites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máximo</a:t>
            </a:r>
            <a:endParaRPr dirty="0">
              <a:solidFill>
                <a:srgbClr val="002850"/>
              </a:solidFill>
            </a:endParaRPr>
          </a:p>
          <a:p>
            <a:pPr marL="213320" lvl="0" indent="-213320"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No </a:t>
            </a:r>
            <a:r>
              <a:rPr sz="2000" dirty="0" err="1">
                <a:solidFill>
                  <a:srgbClr val="002850"/>
                </a:solidFill>
              </a:rPr>
              <a:t>olvidemos</a:t>
            </a:r>
            <a:r>
              <a:rPr sz="2000" dirty="0">
                <a:solidFill>
                  <a:srgbClr val="002850"/>
                </a:solidFill>
              </a:rPr>
              <a:t> que </a:t>
            </a:r>
            <a:r>
              <a:rPr sz="2000" dirty="0" err="1">
                <a:solidFill>
                  <a:srgbClr val="002850"/>
                </a:solidFill>
              </a:rPr>
              <a:t>ya</a:t>
            </a:r>
            <a:r>
              <a:rPr sz="2000" dirty="0">
                <a:solidFill>
                  <a:srgbClr val="002850"/>
                </a:solidFill>
              </a:rPr>
              <a:t> las </a:t>
            </a:r>
            <a:r>
              <a:rPr sz="2000" dirty="0" err="1">
                <a:solidFill>
                  <a:srgbClr val="002850"/>
                </a:solidFill>
              </a:rPr>
              <a:t>operaciones</a:t>
            </a:r>
            <a:r>
              <a:rPr sz="2000" dirty="0">
                <a:solidFill>
                  <a:srgbClr val="002850"/>
                </a:solidFill>
              </a:rPr>
              <a:t> de la Cola</a:t>
            </a:r>
          </a:p>
          <a:p>
            <a:pPr marL="639875" lvl="1" indent="-182675"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Llamar</a:t>
            </a:r>
            <a:r>
              <a:rPr lang="es-419" dirty="0">
                <a:solidFill>
                  <a:srgbClr val="002850"/>
                </a:solidFill>
              </a:rPr>
              <a:t>á</a:t>
            </a:r>
            <a:r>
              <a:rPr dirty="0">
                <a:solidFill>
                  <a:srgbClr val="002850"/>
                </a:solidFill>
              </a:rPr>
              <a:t>n a las de la </a:t>
            </a:r>
            <a:r>
              <a:rPr dirty="0" err="1">
                <a:solidFill>
                  <a:srgbClr val="002850"/>
                </a:solidFill>
              </a:rPr>
              <a:t>lista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enlazada</a:t>
            </a:r>
            <a:endParaRPr dirty="0">
              <a:solidFill>
                <a:srgbClr val="00285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F87D04A-2C90-4371-BA5E-5FAA0F783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COLA: LISTA ENLAZADA</a:t>
            </a:r>
          </a:p>
        </p:txBody>
      </p:sp>
      <p:grpSp>
        <p:nvGrpSpPr>
          <p:cNvPr id="22" name="Group 173">
            <a:extLst>
              <a:ext uri="{FF2B5EF4-FFF2-40B4-BE49-F238E27FC236}">
                <a16:creationId xmlns:a16="http://schemas.microsoft.com/office/drawing/2014/main" id="{31E5174A-CAC2-4AB6-B4A6-BD797A312E14}"/>
              </a:ext>
            </a:extLst>
          </p:cNvPr>
          <p:cNvGrpSpPr/>
          <p:nvPr/>
        </p:nvGrpSpPr>
        <p:grpSpPr>
          <a:xfrm>
            <a:off x="390674" y="4840269"/>
            <a:ext cx="3889375" cy="762001"/>
            <a:chOff x="0" y="0"/>
            <a:chExt cx="3889375" cy="762000"/>
          </a:xfrm>
        </p:grpSpPr>
        <p:sp>
          <p:nvSpPr>
            <p:cNvPr id="23" name="Shape 171">
              <a:extLst>
                <a:ext uri="{FF2B5EF4-FFF2-40B4-BE49-F238E27FC236}">
                  <a16:creationId xmlns:a16="http://schemas.microsoft.com/office/drawing/2014/main" id="{86AAA1D3-8C5B-45D7-B2E3-94D33A7F1A2B}"/>
                </a:ext>
              </a:extLst>
            </p:cNvPr>
            <p:cNvSpPr/>
            <p:nvPr/>
          </p:nvSpPr>
          <p:spPr>
            <a:xfrm>
              <a:off x="0" y="0"/>
              <a:ext cx="3889375" cy="762000"/>
            </a:xfrm>
            <a:prstGeom prst="roundRect">
              <a:avLst>
                <a:gd name="adj" fmla="val 208"/>
              </a:avLst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24" name="Shape 172">
              <a:extLst>
                <a:ext uri="{FF2B5EF4-FFF2-40B4-BE49-F238E27FC236}">
                  <a16:creationId xmlns:a16="http://schemas.microsoft.com/office/drawing/2014/main" id="{2115618B-AD2D-4BFC-8CA4-77F3D455AB4F}"/>
                </a:ext>
              </a:extLst>
            </p:cNvPr>
            <p:cNvSpPr/>
            <p:nvPr/>
          </p:nvSpPr>
          <p:spPr>
            <a:xfrm>
              <a:off x="0" y="0"/>
              <a:ext cx="3889375" cy="752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public bool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ean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offer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</a:t>
              </a:r>
              <a:r>
                <a:rPr lang="es-419" sz="1400" dirty="0"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element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)(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      return </a:t>
              </a:r>
              <a:r>
                <a:rPr sz="1400" dirty="0" err="1">
                  <a:latin typeface="Tahoma"/>
                  <a:ea typeface="Tahoma"/>
                  <a:cs typeface="Tahoma"/>
                  <a:sym typeface="Tahoma"/>
                </a:rPr>
                <a:t>lista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.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addFirst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</a:t>
              </a:r>
              <a:r>
                <a:rPr lang="es-419" sz="1400" dirty="0"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);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}</a:t>
              </a:r>
            </a:p>
          </p:txBody>
        </p:sp>
      </p:grpSp>
      <p:grpSp>
        <p:nvGrpSpPr>
          <p:cNvPr id="25" name="Group 176">
            <a:extLst>
              <a:ext uri="{FF2B5EF4-FFF2-40B4-BE49-F238E27FC236}">
                <a16:creationId xmlns:a16="http://schemas.microsoft.com/office/drawing/2014/main" id="{C5FD5CC5-E811-45FA-9EE8-45820953A4B5}"/>
              </a:ext>
            </a:extLst>
          </p:cNvPr>
          <p:cNvGrpSpPr/>
          <p:nvPr/>
        </p:nvGrpSpPr>
        <p:grpSpPr>
          <a:xfrm>
            <a:off x="4424511" y="4843444"/>
            <a:ext cx="4225926" cy="762001"/>
            <a:chOff x="0" y="0"/>
            <a:chExt cx="4225925" cy="762000"/>
          </a:xfrm>
        </p:grpSpPr>
        <p:sp>
          <p:nvSpPr>
            <p:cNvPr id="26" name="Shape 174">
              <a:extLst>
                <a:ext uri="{FF2B5EF4-FFF2-40B4-BE49-F238E27FC236}">
                  <a16:creationId xmlns:a16="http://schemas.microsoft.com/office/drawing/2014/main" id="{D099B950-47C6-47A1-92EA-FAF2715CC8A7}"/>
                </a:ext>
              </a:extLst>
            </p:cNvPr>
            <p:cNvSpPr/>
            <p:nvPr/>
          </p:nvSpPr>
          <p:spPr>
            <a:xfrm>
              <a:off x="0" y="0"/>
              <a:ext cx="4225925" cy="762000"/>
            </a:xfrm>
            <a:prstGeom prst="roundRect">
              <a:avLst>
                <a:gd name="adj" fmla="val 208"/>
              </a:avLst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27" name="Shape 175">
              <a:extLst>
                <a:ext uri="{FF2B5EF4-FFF2-40B4-BE49-F238E27FC236}">
                  <a16:creationId xmlns:a16="http://schemas.microsoft.com/office/drawing/2014/main" id="{EED7AE32-CB35-4A86-A848-07AFCC9B7DFD}"/>
                </a:ext>
              </a:extLst>
            </p:cNvPr>
            <p:cNvSpPr/>
            <p:nvPr/>
          </p:nvSpPr>
          <p:spPr>
            <a:xfrm>
              <a:off x="0" y="0"/>
              <a:ext cx="4225925" cy="752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public </a:t>
              </a:r>
              <a:r>
                <a:rPr lang="es-419" sz="1400" dirty="0"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poll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(){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    return </a:t>
              </a:r>
              <a:r>
                <a:rPr sz="1400" dirty="0" err="1">
                  <a:latin typeface="Tahoma"/>
                  <a:ea typeface="Tahoma"/>
                  <a:cs typeface="Tahoma"/>
                  <a:sym typeface="Tahoma"/>
                </a:rPr>
                <a:t>lista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.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removeLast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();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}</a:t>
              </a:r>
            </a:p>
          </p:txBody>
        </p:sp>
      </p:grpSp>
      <p:grpSp>
        <p:nvGrpSpPr>
          <p:cNvPr id="28" name="Group 182">
            <a:extLst>
              <a:ext uri="{FF2B5EF4-FFF2-40B4-BE49-F238E27FC236}">
                <a16:creationId xmlns:a16="http://schemas.microsoft.com/office/drawing/2014/main" id="{14471166-A066-44C6-BA1F-482A2B293663}"/>
              </a:ext>
            </a:extLst>
          </p:cNvPr>
          <p:cNvGrpSpPr/>
          <p:nvPr/>
        </p:nvGrpSpPr>
        <p:grpSpPr>
          <a:xfrm>
            <a:off x="390674" y="3746481"/>
            <a:ext cx="3889374" cy="952501"/>
            <a:chOff x="0" y="0"/>
            <a:chExt cx="3889374" cy="952500"/>
          </a:xfrm>
        </p:grpSpPr>
        <p:sp>
          <p:nvSpPr>
            <p:cNvPr id="29" name="Shape 180">
              <a:extLst>
                <a:ext uri="{FF2B5EF4-FFF2-40B4-BE49-F238E27FC236}">
                  <a16:creationId xmlns:a16="http://schemas.microsoft.com/office/drawing/2014/main" id="{FC6CEC2E-5D76-40F1-86EC-F0B1FC38F78B}"/>
                </a:ext>
              </a:extLst>
            </p:cNvPr>
            <p:cNvSpPr/>
            <p:nvPr/>
          </p:nvSpPr>
          <p:spPr>
            <a:xfrm>
              <a:off x="0" y="0"/>
              <a:ext cx="3889374" cy="952500"/>
            </a:xfrm>
            <a:prstGeom prst="roundRect">
              <a:avLst>
                <a:gd name="adj" fmla="val 167"/>
              </a:avLst>
            </a:prstGeom>
            <a:noFill/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30" name="Shape 181">
              <a:extLst>
                <a:ext uri="{FF2B5EF4-FFF2-40B4-BE49-F238E27FC236}">
                  <a16:creationId xmlns:a16="http://schemas.microsoft.com/office/drawing/2014/main" id="{7B7EF5C7-6F4D-44F5-84B4-2597D1BAF09E}"/>
                </a:ext>
              </a:extLst>
            </p:cNvPr>
            <p:cNvSpPr/>
            <p:nvPr/>
          </p:nvSpPr>
          <p:spPr>
            <a:xfrm>
              <a:off x="0" y="0"/>
              <a:ext cx="3889374" cy="9293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lvl="0"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public bool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ean</a:t>
              </a:r>
              <a:r>
                <a:rPr lang="es-419" sz="1400" dirty="0"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isEmpty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(){</a:t>
              </a:r>
            </a:p>
            <a:p>
              <a:pPr lvl="0"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   return </a:t>
              </a:r>
              <a:r>
                <a:rPr sz="1400" dirty="0" err="1">
                  <a:latin typeface="Tahoma"/>
                  <a:ea typeface="Tahoma"/>
                  <a:cs typeface="Tahoma"/>
                  <a:sym typeface="Tahoma"/>
                </a:rPr>
                <a:t>lista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.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isEmpty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();</a:t>
              </a:r>
            </a:p>
            <a:p>
              <a:pPr lvl="0"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}</a:t>
              </a:r>
            </a:p>
          </p:txBody>
        </p:sp>
      </p:grpSp>
      <p:grpSp>
        <p:nvGrpSpPr>
          <p:cNvPr id="31" name="Group 185">
            <a:extLst>
              <a:ext uri="{FF2B5EF4-FFF2-40B4-BE49-F238E27FC236}">
                <a16:creationId xmlns:a16="http://schemas.microsoft.com/office/drawing/2014/main" id="{31A202A8-AE4D-49F9-8B1C-EE4BEC62A19E}"/>
              </a:ext>
            </a:extLst>
          </p:cNvPr>
          <p:cNvGrpSpPr/>
          <p:nvPr/>
        </p:nvGrpSpPr>
        <p:grpSpPr>
          <a:xfrm>
            <a:off x="4424510" y="3746481"/>
            <a:ext cx="4248151" cy="952502"/>
            <a:chOff x="-1" y="0"/>
            <a:chExt cx="4248150" cy="871538"/>
          </a:xfrm>
        </p:grpSpPr>
        <p:sp>
          <p:nvSpPr>
            <p:cNvPr id="32" name="Shape 183">
              <a:extLst>
                <a:ext uri="{FF2B5EF4-FFF2-40B4-BE49-F238E27FC236}">
                  <a16:creationId xmlns:a16="http://schemas.microsoft.com/office/drawing/2014/main" id="{01057C7E-929C-4286-8C79-60AA9E8F34CA}"/>
                </a:ext>
              </a:extLst>
            </p:cNvPr>
            <p:cNvSpPr/>
            <p:nvPr/>
          </p:nvSpPr>
          <p:spPr>
            <a:xfrm>
              <a:off x="-1" y="0"/>
              <a:ext cx="4248150" cy="871538"/>
            </a:xfrm>
            <a:prstGeom prst="roundRect">
              <a:avLst>
                <a:gd name="adj" fmla="val 181"/>
              </a:avLst>
            </a:prstGeom>
            <a:solidFill>
              <a:srgbClr val="FFFF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33" name="Shape 184">
              <a:extLst>
                <a:ext uri="{FF2B5EF4-FFF2-40B4-BE49-F238E27FC236}">
                  <a16:creationId xmlns:a16="http://schemas.microsoft.com/office/drawing/2014/main" id="{E7010F24-76E2-44C0-B49B-6B36C45641B7}"/>
                </a:ext>
              </a:extLst>
            </p:cNvPr>
            <p:cNvSpPr/>
            <p:nvPr/>
          </p:nvSpPr>
          <p:spPr>
            <a:xfrm>
              <a:off x="0" y="0"/>
              <a:ext cx="4225925" cy="8167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6799" tIns="46799" rIns="46799" bIns="46799" numCol="1" anchor="t">
              <a:spAutoFit/>
            </a:bodyPr>
            <a:lstStyle/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public </a:t>
              </a:r>
              <a:r>
                <a:rPr lang="es-419" sz="1400" dirty="0">
                  <a:latin typeface="Tahoma"/>
                  <a:ea typeface="Tahoma"/>
                  <a:cs typeface="Tahoma"/>
                  <a:sym typeface="Tahoma"/>
                </a:rPr>
                <a:t>E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peek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(){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    </a:t>
              </a:r>
              <a:r>
                <a:rPr sz="2000" dirty="0"/>
                <a:t> 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return </a:t>
              </a:r>
              <a:r>
                <a:rPr sz="1400" dirty="0" err="1">
                  <a:latin typeface="Tahoma"/>
                  <a:ea typeface="Tahoma"/>
                  <a:cs typeface="Tahoma"/>
                  <a:sym typeface="Tahoma"/>
                </a:rPr>
                <a:t>lista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.</a:t>
              </a:r>
              <a:r>
                <a:rPr lang="es-419" sz="1400" dirty="0" err="1">
                  <a:latin typeface="Tahoma"/>
                  <a:ea typeface="Tahoma"/>
                  <a:cs typeface="Tahoma"/>
                  <a:sym typeface="Tahoma"/>
                </a:rPr>
                <a:t>getLast</a:t>
              </a: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();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 dirty="0">
                  <a:latin typeface="Tahoma"/>
                  <a:ea typeface="Tahoma"/>
                  <a:cs typeface="Tahoma"/>
                  <a:sym typeface="Tahoma"/>
                </a:rPr>
                <a:t>}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 advAuto="0"/>
      <p:bldP spid="25" grpId="0" animBg="1" advAuto="0"/>
      <p:bldP spid="28" grpId="0" animBg="1" advAuto="0"/>
      <p:bldP spid="31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DC0E5-70CC-4CAD-9258-A7B3753E7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COLA: IMPLEMENTACION JAVA</a:t>
            </a:r>
            <a:endParaRPr lang="es-EC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8E933CE-9825-44D9-BEAB-56548D728C61}"/>
              </a:ext>
            </a:extLst>
          </p:cNvPr>
          <p:cNvSpPr/>
          <p:nvPr/>
        </p:nvSpPr>
        <p:spPr>
          <a:xfrm>
            <a:off x="6237817" y="2352098"/>
            <a:ext cx="1622710" cy="779030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2000" b="1" dirty="0" err="1">
                <a:solidFill>
                  <a:schemeClr val="bg2">
                    <a:lumMod val="25000"/>
                  </a:schemeClr>
                </a:solidFill>
              </a:rPr>
              <a:t>Queue</a:t>
            </a:r>
            <a:endParaRPr lang="es-EC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DA66F54-5FA0-4BF7-8342-CF56AA515E38}"/>
              </a:ext>
            </a:extLst>
          </p:cNvPr>
          <p:cNvSpPr/>
          <p:nvPr/>
        </p:nvSpPr>
        <p:spPr>
          <a:xfrm>
            <a:off x="5350261" y="4138252"/>
            <a:ext cx="1622710" cy="779030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2000" b="1" dirty="0">
                <a:solidFill>
                  <a:schemeClr val="bg2">
                    <a:lumMod val="25000"/>
                  </a:schemeClr>
                </a:solidFill>
              </a:rPr>
              <a:t>LinkedList</a:t>
            </a:r>
            <a:endParaRPr lang="es-EC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0C00B50-31E0-498A-91A2-2AEE707A2D9C}"/>
              </a:ext>
            </a:extLst>
          </p:cNvPr>
          <p:cNvSpPr/>
          <p:nvPr/>
        </p:nvSpPr>
        <p:spPr>
          <a:xfrm>
            <a:off x="7184250" y="4138252"/>
            <a:ext cx="1801093" cy="779030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2000" b="1" dirty="0" err="1">
                <a:solidFill>
                  <a:schemeClr val="bg2">
                    <a:lumMod val="25000"/>
                  </a:schemeClr>
                </a:solidFill>
              </a:rPr>
              <a:t>PriorityQueue</a:t>
            </a:r>
            <a:endParaRPr lang="es-EC" sz="2000" b="1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A2C9130C-BE5E-44D9-94A7-83DC5E9CC0EB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6161616" y="3131128"/>
            <a:ext cx="523010" cy="100712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099EEA5-6332-4116-9E27-3778C570EA66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7385145" y="3131128"/>
            <a:ext cx="699652" cy="1007124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E5301BC-808F-4181-8C9E-3432C24D5F63}"/>
              </a:ext>
            </a:extLst>
          </p:cNvPr>
          <p:cNvSpPr txBox="1"/>
          <p:nvPr/>
        </p:nvSpPr>
        <p:spPr>
          <a:xfrm>
            <a:off x="6437165" y="3568781"/>
            <a:ext cx="12240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dirty="0" err="1">
                <a:solidFill>
                  <a:schemeClr val="bg2">
                    <a:lumMod val="50000"/>
                  </a:schemeClr>
                </a:solidFill>
              </a:rPr>
              <a:t>Implements</a:t>
            </a:r>
            <a:endParaRPr lang="es-EC" sz="1600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18D2037-660C-40D0-AF65-04822E3AF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1" y="1478970"/>
            <a:ext cx="5257800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94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Imagen 72">
            <a:extLst>
              <a:ext uri="{FF2B5EF4-FFF2-40B4-BE49-F238E27FC236}">
                <a16:creationId xmlns:a16="http://schemas.microsoft.com/office/drawing/2014/main" id="{83F71524-7DBC-48EF-A445-DF52716AD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435" y="3243727"/>
            <a:ext cx="560657" cy="428737"/>
          </a:xfrm>
          <a:prstGeom prst="rect">
            <a:avLst/>
          </a:prstGeom>
        </p:spPr>
      </p:pic>
      <p:pic>
        <p:nvPicPr>
          <p:cNvPr id="72" name="Imagen 71">
            <a:extLst>
              <a:ext uri="{FF2B5EF4-FFF2-40B4-BE49-F238E27FC236}">
                <a16:creationId xmlns:a16="http://schemas.microsoft.com/office/drawing/2014/main" id="{0407FA6C-1F7D-4CBE-97E8-035772878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626" y="3223384"/>
            <a:ext cx="560657" cy="381000"/>
          </a:xfrm>
          <a:prstGeom prst="rect">
            <a:avLst/>
          </a:prstGeom>
        </p:spPr>
      </p:pic>
      <p:pic>
        <p:nvPicPr>
          <p:cNvPr id="71" name="Imagen 70">
            <a:extLst>
              <a:ext uri="{FF2B5EF4-FFF2-40B4-BE49-F238E27FC236}">
                <a16:creationId xmlns:a16="http://schemas.microsoft.com/office/drawing/2014/main" id="{2B6DB944-C4D4-4739-A6F2-70EB2A8CA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119" y="3264659"/>
            <a:ext cx="560657" cy="381000"/>
          </a:xfrm>
          <a:prstGeom prst="rect">
            <a:avLst/>
          </a:prstGeom>
        </p:spPr>
      </p:pic>
      <p:pic>
        <p:nvPicPr>
          <p:cNvPr id="70" name="Imagen 69">
            <a:extLst>
              <a:ext uri="{FF2B5EF4-FFF2-40B4-BE49-F238E27FC236}">
                <a16:creationId xmlns:a16="http://schemas.microsoft.com/office/drawing/2014/main" id="{27AF7FED-3792-4717-8BBB-91B841F9D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469" y="3258309"/>
            <a:ext cx="560657" cy="381000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7290109D-C432-422F-900A-958B26E27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549" y="3261210"/>
            <a:ext cx="560657" cy="381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7FFAECE-7991-4C01-8D9B-FCC6C30A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COLA:EJEMPLO</a:t>
            </a: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B06697-23A6-495E-8027-3764864B06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9510"/>
          <a:stretch/>
        </p:blipFill>
        <p:spPr>
          <a:xfrm>
            <a:off x="628650" y="1724891"/>
            <a:ext cx="4819650" cy="41563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B1140E4-8070-4637-AC6E-935343126BF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160" r="61588" b="75350"/>
          <a:stretch/>
        </p:blipFill>
        <p:spPr>
          <a:xfrm>
            <a:off x="628650" y="2285999"/>
            <a:ext cx="1851314" cy="4156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5A54BE5-0AC1-4CAB-92F4-1494551AF0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7448" r="61588" b="59615"/>
          <a:stretch/>
        </p:blipFill>
        <p:spPr>
          <a:xfrm>
            <a:off x="628650" y="2812473"/>
            <a:ext cx="1851314" cy="51261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7D2DC6C-D9C7-49FC-B0A3-558DFB4BA0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0385" r="61588" b="48426"/>
          <a:stretch/>
        </p:blipFill>
        <p:spPr>
          <a:xfrm>
            <a:off x="628650" y="3325091"/>
            <a:ext cx="1851314" cy="44334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EB32C32-329C-45CD-A2C8-339B3A62DB6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4370" r="61588" b="34441"/>
          <a:stretch/>
        </p:blipFill>
        <p:spPr>
          <a:xfrm>
            <a:off x="628650" y="3879273"/>
            <a:ext cx="1851314" cy="44334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A52EAD7-82B8-4F58-AD5E-665BB5D301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5000" r="23931"/>
          <a:stretch/>
        </p:blipFill>
        <p:spPr>
          <a:xfrm>
            <a:off x="628650" y="4696691"/>
            <a:ext cx="3666259" cy="990600"/>
          </a:xfrm>
          <a:prstGeom prst="rect">
            <a:avLst/>
          </a:prstGeom>
        </p:spPr>
      </p:pic>
      <p:sp>
        <p:nvSpPr>
          <p:cNvPr id="12" name="Line 77">
            <a:extLst>
              <a:ext uri="{FF2B5EF4-FFF2-40B4-BE49-F238E27FC236}">
                <a16:creationId xmlns:a16="http://schemas.microsoft.com/office/drawing/2014/main" id="{060354F4-852E-4328-9397-DAF2EA99F4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9363" y="3299584"/>
            <a:ext cx="266213" cy="0"/>
          </a:xfrm>
          <a:prstGeom prst="line">
            <a:avLst/>
          </a:prstGeom>
          <a:noFill/>
          <a:ln w="9525">
            <a:solidFill>
              <a:srgbClr val="008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C"/>
          </a:p>
        </p:txBody>
      </p:sp>
      <p:sp>
        <p:nvSpPr>
          <p:cNvPr id="13" name="Line 78">
            <a:extLst>
              <a:ext uri="{FF2B5EF4-FFF2-40B4-BE49-F238E27FC236}">
                <a16:creationId xmlns:a16="http://schemas.microsoft.com/office/drawing/2014/main" id="{838476D2-4DEC-42D6-B723-A5F07EA58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8003" y="3299584"/>
            <a:ext cx="266213" cy="0"/>
          </a:xfrm>
          <a:prstGeom prst="line">
            <a:avLst/>
          </a:prstGeom>
          <a:noFill/>
          <a:ln w="9525">
            <a:solidFill>
              <a:srgbClr val="008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C"/>
          </a:p>
        </p:txBody>
      </p:sp>
      <p:sp>
        <p:nvSpPr>
          <p:cNvPr id="14" name="Line 79">
            <a:extLst>
              <a:ext uri="{FF2B5EF4-FFF2-40B4-BE49-F238E27FC236}">
                <a16:creationId xmlns:a16="http://schemas.microsoft.com/office/drawing/2014/main" id="{69291F96-4D83-47E0-91B0-F49C6A8512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6642" y="3299584"/>
            <a:ext cx="266213" cy="0"/>
          </a:xfrm>
          <a:prstGeom prst="line">
            <a:avLst/>
          </a:prstGeom>
          <a:noFill/>
          <a:ln w="9525">
            <a:solidFill>
              <a:srgbClr val="008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C"/>
          </a:p>
        </p:txBody>
      </p:sp>
      <p:sp>
        <p:nvSpPr>
          <p:cNvPr id="19" name="Line 96">
            <a:extLst>
              <a:ext uri="{FF2B5EF4-FFF2-40B4-BE49-F238E27FC236}">
                <a16:creationId xmlns:a16="http://schemas.microsoft.com/office/drawing/2014/main" id="{E252E306-BD06-43A7-AF61-16E3EDDD4E8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59363" y="3210684"/>
            <a:ext cx="266213" cy="0"/>
          </a:xfrm>
          <a:prstGeom prst="line">
            <a:avLst/>
          </a:prstGeom>
          <a:noFill/>
          <a:ln w="9525">
            <a:solidFill>
              <a:srgbClr val="993366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C"/>
          </a:p>
        </p:txBody>
      </p:sp>
      <p:sp>
        <p:nvSpPr>
          <p:cNvPr id="20" name="Line 97">
            <a:extLst>
              <a:ext uri="{FF2B5EF4-FFF2-40B4-BE49-F238E27FC236}">
                <a16:creationId xmlns:a16="http://schemas.microsoft.com/office/drawing/2014/main" id="{C7F187C6-B03A-456A-A8C9-AE0A443906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58003" y="3223384"/>
            <a:ext cx="266213" cy="0"/>
          </a:xfrm>
          <a:prstGeom prst="line">
            <a:avLst/>
          </a:prstGeom>
          <a:noFill/>
          <a:ln w="9525">
            <a:solidFill>
              <a:srgbClr val="993366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C"/>
          </a:p>
        </p:txBody>
      </p:sp>
      <p:sp>
        <p:nvSpPr>
          <p:cNvPr id="21" name="Line 98">
            <a:extLst>
              <a:ext uri="{FF2B5EF4-FFF2-40B4-BE49-F238E27FC236}">
                <a16:creationId xmlns:a16="http://schemas.microsoft.com/office/drawing/2014/main" id="{44FDCD8F-523C-40BA-BA24-3A9D638DAF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56642" y="3223384"/>
            <a:ext cx="266213" cy="0"/>
          </a:xfrm>
          <a:prstGeom prst="line">
            <a:avLst/>
          </a:prstGeom>
          <a:noFill/>
          <a:ln w="9525">
            <a:solidFill>
              <a:srgbClr val="993366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EC"/>
          </a:p>
        </p:txBody>
      </p:sp>
      <p:grpSp>
        <p:nvGrpSpPr>
          <p:cNvPr id="24" name="Group 101">
            <a:extLst>
              <a:ext uri="{FF2B5EF4-FFF2-40B4-BE49-F238E27FC236}">
                <a16:creationId xmlns:a16="http://schemas.microsoft.com/office/drawing/2014/main" id="{A9CB9B4B-6322-431B-821E-4C8A54FC1AA6}"/>
              </a:ext>
            </a:extLst>
          </p:cNvPr>
          <p:cNvGrpSpPr>
            <a:grpSpLocks/>
          </p:cNvGrpSpPr>
          <p:nvPr/>
        </p:nvGrpSpPr>
        <p:grpSpPr bwMode="auto">
          <a:xfrm>
            <a:off x="4726936" y="3067809"/>
            <a:ext cx="532426" cy="384175"/>
            <a:chOff x="1392" y="2952"/>
            <a:chExt cx="384" cy="242"/>
          </a:xfrm>
        </p:grpSpPr>
        <p:sp>
          <p:nvSpPr>
            <p:cNvPr id="50" name="Rectangle 102">
              <a:extLst>
                <a:ext uri="{FF2B5EF4-FFF2-40B4-BE49-F238E27FC236}">
                  <a16:creationId xmlns:a16="http://schemas.microsoft.com/office/drawing/2014/main" id="{FDAA4ECE-2AF1-4253-A85F-150D0CA4A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954"/>
              <a:ext cx="192" cy="240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s-EC" altLang="es-EC" sz="1800">
                <a:latin typeface="Arial" panose="020B0604020202020204" pitchFamily="34" charset="0"/>
              </a:endParaRPr>
            </a:p>
          </p:txBody>
        </p:sp>
        <p:sp>
          <p:nvSpPr>
            <p:cNvPr id="51" name="Rectangle 103">
              <a:extLst>
                <a:ext uri="{FF2B5EF4-FFF2-40B4-BE49-F238E27FC236}">
                  <a16:creationId xmlns:a16="http://schemas.microsoft.com/office/drawing/2014/main" id="{C9D57192-7C20-44D3-8598-C15E5F639B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54"/>
              <a:ext cx="96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s-EC" altLang="es-EC" sz="1800">
                <a:latin typeface="Arial" panose="020B0604020202020204" pitchFamily="34" charset="0"/>
              </a:endParaRPr>
            </a:p>
          </p:txBody>
        </p:sp>
        <p:sp>
          <p:nvSpPr>
            <p:cNvPr id="52" name="Text Box 104">
              <a:extLst>
                <a:ext uri="{FF2B5EF4-FFF2-40B4-BE49-F238E27FC236}">
                  <a16:creationId xmlns:a16="http://schemas.microsoft.com/office/drawing/2014/main" id="{DCA1828B-A636-4187-A836-228E2CBAD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2" y="295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s-ES_tradnl" altLang="es-EC" sz="1400" dirty="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53" name="Rectangle 105">
              <a:extLst>
                <a:ext uri="{FF2B5EF4-FFF2-40B4-BE49-F238E27FC236}">
                  <a16:creationId xmlns:a16="http://schemas.microsoft.com/office/drawing/2014/main" id="{35E9B000-05F5-490E-B00B-D830F1295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952"/>
              <a:ext cx="96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s-EC" altLang="es-EC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Group 106">
            <a:extLst>
              <a:ext uri="{FF2B5EF4-FFF2-40B4-BE49-F238E27FC236}">
                <a16:creationId xmlns:a16="http://schemas.microsoft.com/office/drawing/2014/main" id="{9726C2DC-832B-4203-A3C3-9BE0C381A863}"/>
              </a:ext>
            </a:extLst>
          </p:cNvPr>
          <p:cNvGrpSpPr>
            <a:grpSpLocks/>
          </p:cNvGrpSpPr>
          <p:nvPr/>
        </p:nvGrpSpPr>
        <p:grpSpPr bwMode="auto">
          <a:xfrm>
            <a:off x="5525576" y="3067809"/>
            <a:ext cx="532426" cy="384175"/>
            <a:chOff x="1392" y="2952"/>
            <a:chExt cx="384" cy="242"/>
          </a:xfrm>
        </p:grpSpPr>
        <p:sp>
          <p:nvSpPr>
            <p:cNvPr id="46" name="Rectangle 107">
              <a:extLst>
                <a:ext uri="{FF2B5EF4-FFF2-40B4-BE49-F238E27FC236}">
                  <a16:creationId xmlns:a16="http://schemas.microsoft.com/office/drawing/2014/main" id="{A2033E66-7251-4FC3-9737-356F2A1C1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954"/>
              <a:ext cx="192" cy="240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s-EC" altLang="es-EC" sz="1800">
                <a:latin typeface="Arial" panose="020B0604020202020204" pitchFamily="34" charset="0"/>
              </a:endParaRPr>
            </a:p>
          </p:txBody>
        </p:sp>
        <p:sp>
          <p:nvSpPr>
            <p:cNvPr id="47" name="Rectangle 108">
              <a:extLst>
                <a:ext uri="{FF2B5EF4-FFF2-40B4-BE49-F238E27FC236}">
                  <a16:creationId xmlns:a16="http://schemas.microsoft.com/office/drawing/2014/main" id="{143AF454-F3A2-4D6E-8510-15322CAFE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54"/>
              <a:ext cx="96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s-EC" altLang="es-EC" sz="1800">
                <a:latin typeface="Arial" panose="020B0604020202020204" pitchFamily="34" charset="0"/>
              </a:endParaRPr>
            </a:p>
          </p:txBody>
        </p:sp>
        <p:sp>
          <p:nvSpPr>
            <p:cNvPr id="48" name="Text Box 109">
              <a:extLst>
                <a:ext uri="{FF2B5EF4-FFF2-40B4-BE49-F238E27FC236}">
                  <a16:creationId xmlns:a16="http://schemas.microsoft.com/office/drawing/2014/main" id="{817C85FB-9C0D-40AC-B199-372BE0BB9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2" y="295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s-ES_tradnl" altLang="es-EC" sz="1400" dirty="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49" name="Rectangle 110">
              <a:extLst>
                <a:ext uri="{FF2B5EF4-FFF2-40B4-BE49-F238E27FC236}">
                  <a16:creationId xmlns:a16="http://schemas.microsoft.com/office/drawing/2014/main" id="{251CE297-67AA-403D-BE2E-5AF3B08BA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952"/>
              <a:ext cx="96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s-EC" altLang="es-EC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26" name="Group 111">
            <a:extLst>
              <a:ext uri="{FF2B5EF4-FFF2-40B4-BE49-F238E27FC236}">
                <a16:creationId xmlns:a16="http://schemas.microsoft.com/office/drawing/2014/main" id="{A11A7FCA-BB12-4F7A-88F3-D397AF3F992C}"/>
              </a:ext>
            </a:extLst>
          </p:cNvPr>
          <p:cNvGrpSpPr>
            <a:grpSpLocks/>
          </p:cNvGrpSpPr>
          <p:nvPr/>
        </p:nvGrpSpPr>
        <p:grpSpPr bwMode="auto">
          <a:xfrm>
            <a:off x="6324216" y="3067809"/>
            <a:ext cx="532426" cy="384175"/>
            <a:chOff x="1392" y="2952"/>
            <a:chExt cx="384" cy="242"/>
          </a:xfrm>
        </p:grpSpPr>
        <p:sp>
          <p:nvSpPr>
            <p:cNvPr id="42" name="Rectangle 112">
              <a:extLst>
                <a:ext uri="{FF2B5EF4-FFF2-40B4-BE49-F238E27FC236}">
                  <a16:creationId xmlns:a16="http://schemas.microsoft.com/office/drawing/2014/main" id="{B2383565-6C4E-41AF-BA84-2984E3C7B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954"/>
              <a:ext cx="192" cy="240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s-EC" altLang="es-EC" sz="1800">
                <a:latin typeface="Arial" panose="020B0604020202020204" pitchFamily="34" charset="0"/>
              </a:endParaRPr>
            </a:p>
          </p:txBody>
        </p:sp>
        <p:sp>
          <p:nvSpPr>
            <p:cNvPr id="43" name="Rectangle 113">
              <a:extLst>
                <a:ext uri="{FF2B5EF4-FFF2-40B4-BE49-F238E27FC236}">
                  <a16:creationId xmlns:a16="http://schemas.microsoft.com/office/drawing/2014/main" id="{330EDB6F-5289-40FD-B238-82DC18A53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54"/>
              <a:ext cx="96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s-EC" altLang="es-EC" sz="1800">
                <a:latin typeface="Arial" panose="020B0604020202020204" pitchFamily="34" charset="0"/>
              </a:endParaRPr>
            </a:p>
          </p:txBody>
        </p:sp>
        <p:sp>
          <p:nvSpPr>
            <p:cNvPr id="44" name="Text Box 114">
              <a:extLst>
                <a:ext uri="{FF2B5EF4-FFF2-40B4-BE49-F238E27FC236}">
                  <a16:creationId xmlns:a16="http://schemas.microsoft.com/office/drawing/2014/main" id="{0070360E-891F-442B-B9EB-0610F5221A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2" y="2954"/>
              <a:ext cx="288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s-ES_tradnl" altLang="es-EC" sz="1400" dirty="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45" name="Rectangle 115">
              <a:extLst>
                <a:ext uri="{FF2B5EF4-FFF2-40B4-BE49-F238E27FC236}">
                  <a16:creationId xmlns:a16="http://schemas.microsoft.com/office/drawing/2014/main" id="{8040981B-9EBA-4359-98C1-A0DAF11DAA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952"/>
              <a:ext cx="96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s-EC" altLang="es-EC" sz="1800">
                <a:latin typeface="Arial" panose="020B0604020202020204" pitchFamily="34" charset="0"/>
              </a:endParaRPr>
            </a:p>
          </p:txBody>
        </p:sp>
      </p:grpSp>
      <p:grpSp>
        <p:nvGrpSpPr>
          <p:cNvPr id="27" name="Group 116">
            <a:extLst>
              <a:ext uri="{FF2B5EF4-FFF2-40B4-BE49-F238E27FC236}">
                <a16:creationId xmlns:a16="http://schemas.microsoft.com/office/drawing/2014/main" id="{F3E50FCF-53FE-492C-95F9-3925C372877A}"/>
              </a:ext>
            </a:extLst>
          </p:cNvPr>
          <p:cNvGrpSpPr>
            <a:grpSpLocks/>
          </p:cNvGrpSpPr>
          <p:nvPr/>
        </p:nvGrpSpPr>
        <p:grpSpPr bwMode="auto">
          <a:xfrm>
            <a:off x="7122856" y="3067809"/>
            <a:ext cx="532426" cy="384175"/>
            <a:chOff x="1392" y="2952"/>
            <a:chExt cx="384" cy="242"/>
          </a:xfrm>
        </p:grpSpPr>
        <p:sp>
          <p:nvSpPr>
            <p:cNvPr id="38" name="Rectangle 117">
              <a:extLst>
                <a:ext uri="{FF2B5EF4-FFF2-40B4-BE49-F238E27FC236}">
                  <a16:creationId xmlns:a16="http://schemas.microsoft.com/office/drawing/2014/main" id="{A65D5C68-4537-49D0-94DC-B638FCB9DC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954"/>
              <a:ext cx="192" cy="240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s-EC" altLang="es-EC" sz="1800">
                <a:latin typeface="Arial" panose="020B0604020202020204" pitchFamily="34" charset="0"/>
              </a:endParaRPr>
            </a:p>
          </p:txBody>
        </p:sp>
        <p:sp>
          <p:nvSpPr>
            <p:cNvPr id="39" name="Rectangle 118">
              <a:extLst>
                <a:ext uri="{FF2B5EF4-FFF2-40B4-BE49-F238E27FC236}">
                  <a16:creationId xmlns:a16="http://schemas.microsoft.com/office/drawing/2014/main" id="{1366CF44-9B56-4126-8032-02F2C41E0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54"/>
              <a:ext cx="96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s-EC" altLang="es-EC" sz="1800">
                <a:latin typeface="Arial" panose="020B0604020202020204" pitchFamily="34" charset="0"/>
              </a:endParaRPr>
            </a:p>
          </p:txBody>
        </p:sp>
        <p:sp>
          <p:nvSpPr>
            <p:cNvPr id="40" name="Text Box 119">
              <a:extLst>
                <a:ext uri="{FF2B5EF4-FFF2-40B4-BE49-F238E27FC236}">
                  <a16:creationId xmlns:a16="http://schemas.microsoft.com/office/drawing/2014/main" id="{8494D671-41D4-4E6C-BE4A-DF37A0EF72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2" y="2954"/>
              <a:ext cx="288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s-ES_tradnl" altLang="es-EC" sz="1400" dirty="0">
                  <a:latin typeface="Tahoma" panose="020B0604030504040204" pitchFamily="34" charset="0"/>
                </a:rPr>
                <a:t>30</a:t>
              </a:r>
            </a:p>
          </p:txBody>
        </p:sp>
        <p:sp>
          <p:nvSpPr>
            <p:cNvPr id="41" name="Rectangle 120">
              <a:extLst>
                <a:ext uri="{FF2B5EF4-FFF2-40B4-BE49-F238E27FC236}">
                  <a16:creationId xmlns:a16="http://schemas.microsoft.com/office/drawing/2014/main" id="{506E303A-42B5-42B2-B415-ADDA581A2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952"/>
              <a:ext cx="96" cy="240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375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sz="13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es-EC" altLang="es-EC" sz="1800">
                <a:latin typeface="Arial" panose="020B0604020202020204" pitchFamily="34" charset="0"/>
              </a:endParaRPr>
            </a:p>
          </p:txBody>
        </p:sp>
      </p:grpSp>
      <p:sp>
        <p:nvSpPr>
          <p:cNvPr id="68" name="CuadroTexto 67">
            <a:extLst>
              <a:ext uri="{FF2B5EF4-FFF2-40B4-BE49-F238E27FC236}">
                <a16:creationId xmlns:a16="http://schemas.microsoft.com/office/drawing/2014/main" id="{AF2DDEC1-F4E3-473C-9E79-BCCB910BC70E}"/>
              </a:ext>
            </a:extLst>
          </p:cNvPr>
          <p:cNvSpPr txBox="1"/>
          <p:nvPr/>
        </p:nvSpPr>
        <p:spPr>
          <a:xfrm>
            <a:off x="5625975" y="1748043"/>
            <a:ext cx="3258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Emplea LinkedList dada por Java.</a:t>
            </a:r>
            <a:endParaRPr lang="es-EC" dirty="0"/>
          </a:p>
        </p:txBody>
      </p:sp>
      <p:sp>
        <p:nvSpPr>
          <p:cNvPr id="69" name="Rectángulo 68">
            <a:extLst>
              <a:ext uri="{FF2B5EF4-FFF2-40B4-BE49-F238E27FC236}">
                <a16:creationId xmlns:a16="http://schemas.microsoft.com/office/drawing/2014/main" id="{4FD6691C-B33B-4390-A1A5-BFCC918E8BCA}"/>
              </a:ext>
            </a:extLst>
          </p:cNvPr>
          <p:cNvSpPr/>
          <p:nvPr/>
        </p:nvSpPr>
        <p:spPr>
          <a:xfrm>
            <a:off x="3863788" y="1724891"/>
            <a:ext cx="1584512" cy="392113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CDF61128-7D99-4DF7-A262-000158D39E73}"/>
              </a:ext>
            </a:extLst>
          </p:cNvPr>
          <p:cNvSpPr/>
          <p:nvPr/>
        </p:nvSpPr>
        <p:spPr>
          <a:xfrm>
            <a:off x="4687245" y="4740625"/>
            <a:ext cx="3914144" cy="795369"/>
          </a:xfrm>
          <a:prstGeom prst="rect">
            <a:avLst/>
          </a:prstGeom>
          <a:noFill/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7   8   10   30</a:t>
            </a:r>
            <a:endParaRPr lang="es-EC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AFA247CE-E590-4C26-9E12-36C8B2FEB889}"/>
              </a:ext>
            </a:extLst>
          </p:cNvPr>
          <p:cNvSpPr txBox="1"/>
          <p:nvPr/>
        </p:nvSpPr>
        <p:spPr>
          <a:xfrm>
            <a:off x="4733092" y="4209885"/>
            <a:ext cx="25497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 dirty="0"/>
              <a:t>Salida:</a:t>
            </a:r>
            <a:endParaRPr lang="es-EC" sz="2400" b="1" dirty="0"/>
          </a:p>
        </p:txBody>
      </p:sp>
    </p:spTree>
    <p:extLst>
      <p:ext uri="{BB962C8B-B14F-4D97-AF65-F5344CB8AC3E}">
        <p14:creationId xmlns:p14="http://schemas.microsoft.com/office/powerpoint/2010/main" val="103602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9" grpId="0" animBg="1"/>
      <p:bldP spid="20" grpId="0" animBg="1"/>
      <p:bldP spid="21" grpId="0" animBg="1"/>
      <p:bldP spid="68" grpId="0"/>
      <p:bldP spid="69" grpId="0" animBg="1"/>
      <p:bldP spid="75" grpId="0" animBg="1"/>
      <p:bldP spid="7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49133-6FA4-493E-800D-7689A6920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COLAS DE PRIORIDAD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22780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D5B0E-BBF3-4D80-9A3D-82EC26D4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ORDENAMIENTO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DA6A29-29BA-4931-8F79-E1B284785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848302"/>
          </a:xfrm>
        </p:spPr>
        <p:txBody>
          <a:bodyPr/>
          <a:lstStyle/>
          <a:p>
            <a:r>
              <a:rPr lang="es-419" dirty="0"/>
              <a:t>Si se requiere ordenar un conjunto de elementos podemos crear nuestra propia función.</a:t>
            </a:r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E3BCB94-D60E-4868-B653-BB0C1F7C8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564" y="2673927"/>
            <a:ext cx="3616036" cy="326080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81182C7-B194-473A-85ED-2CE173E2E2DC}"/>
              </a:ext>
            </a:extLst>
          </p:cNvPr>
          <p:cNvSpPr/>
          <p:nvPr/>
        </p:nvSpPr>
        <p:spPr>
          <a:xfrm>
            <a:off x="5081157" y="2376054"/>
            <a:ext cx="692727" cy="595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000" dirty="0"/>
              <a:t>4</a:t>
            </a:r>
            <a:endParaRPr lang="es-EC" sz="20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552CD3D-83DD-4AF6-B1C5-1484812F6D0A}"/>
              </a:ext>
            </a:extLst>
          </p:cNvPr>
          <p:cNvSpPr/>
          <p:nvPr/>
        </p:nvSpPr>
        <p:spPr>
          <a:xfrm>
            <a:off x="5773884" y="2376054"/>
            <a:ext cx="692727" cy="595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000" dirty="0"/>
              <a:t>1</a:t>
            </a:r>
            <a:endParaRPr lang="es-EC" sz="20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69F5311-0025-4D7C-A661-503EA9C92426}"/>
              </a:ext>
            </a:extLst>
          </p:cNvPr>
          <p:cNvSpPr/>
          <p:nvPr/>
        </p:nvSpPr>
        <p:spPr>
          <a:xfrm>
            <a:off x="6466611" y="2376054"/>
            <a:ext cx="692727" cy="595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000" dirty="0"/>
              <a:t>8</a:t>
            </a:r>
            <a:endParaRPr lang="es-EC" sz="20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9C678BD-A02F-4BC0-BE23-ED122014F83C}"/>
              </a:ext>
            </a:extLst>
          </p:cNvPr>
          <p:cNvSpPr/>
          <p:nvPr/>
        </p:nvSpPr>
        <p:spPr>
          <a:xfrm>
            <a:off x="7159338" y="2376054"/>
            <a:ext cx="692727" cy="595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000" dirty="0"/>
              <a:t>10</a:t>
            </a:r>
            <a:endParaRPr lang="es-EC" sz="20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195200F-0A4A-4C0E-A247-CD0DAB902710}"/>
              </a:ext>
            </a:extLst>
          </p:cNvPr>
          <p:cNvSpPr/>
          <p:nvPr/>
        </p:nvSpPr>
        <p:spPr>
          <a:xfrm>
            <a:off x="7852065" y="2376054"/>
            <a:ext cx="692727" cy="595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000" dirty="0"/>
              <a:t>5</a:t>
            </a:r>
            <a:endParaRPr lang="es-EC" sz="2000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B295BC15-7DC3-46D3-9538-9B29C39AF23F}"/>
              </a:ext>
            </a:extLst>
          </p:cNvPr>
          <p:cNvCxnSpPr/>
          <p:nvPr/>
        </p:nvCxnSpPr>
        <p:spPr>
          <a:xfrm>
            <a:off x="6674429" y="3178635"/>
            <a:ext cx="0" cy="6096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A5E148C-F427-42ED-B0E8-3F70F997A867}"/>
              </a:ext>
            </a:extLst>
          </p:cNvPr>
          <p:cNvSpPr txBox="1"/>
          <p:nvPr/>
        </p:nvSpPr>
        <p:spPr>
          <a:xfrm>
            <a:off x="6736775" y="3290455"/>
            <a:ext cx="1953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err="1"/>
              <a:t>sortInteger</a:t>
            </a:r>
            <a:r>
              <a:rPr lang="es-419" dirty="0"/>
              <a:t>(array)</a:t>
            </a:r>
            <a:endParaRPr lang="es-EC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50C21E58-1D50-44C8-BC9B-25FA66297800}"/>
              </a:ext>
            </a:extLst>
          </p:cNvPr>
          <p:cNvSpPr/>
          <p:nvPr/>
        </p:nvSpPr>
        <p:spPr>
          <a:xfrm>
            <a:off x="5081157" y="2376054"/>
            <a:ext cx="692727" cy="595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000" dirty="0"/>
              <a:t>4</a:t>
            </a:r>
            <a:endParaRPr lang="es-EC" sz="20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BE0E187-FA88-467D-B1F3-00747F16B75B}"/>
              </a:ext>
            </a:extLst>
          </p:cNvPr>
          <p:cNvSpPr/>
          <p:nvPr/>
        </p:nvSpPr>
        <p:spPr>
          <a:xfrm>
            <a:off x="5773884" y="2376054"/>
            <a:ext cx="692727" cy="595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000" dirty="0"/>
              <a:t>1</a:t>
            </a:r>
            <a:endParaRPr lang="es-EC" sz="20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056FE9E-3EF4-442A-B441-0667B8E0FC50}"/>
              </a:ext>
            </a:extLst>
          </p:cNvPr>
          <p:cNvSpPr/>
          <p:nvPr/>
        </p:nvSpPr>
        <p:spPr>
          <a:xfrm>
            <a:off x="6466611" y="2376054"/>
            <a:ext cx="692727" cy="595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000" dirty="0"/>
              <a:t>8</a:t>
            </a:r>
            <a:endParaRPr lang="es-EC" sz="20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8B362D3-9862-4F84-9185-80B3838AC2C2}"/>
              </a:ext>
            </a:extLst>
          </p:cNvPr>
          <p:cNvSpPr/>
          <p:nvPr/>
        </p:nvSpPr>
        <p:spPr>
          <a:xfrm>
            <a:off x="7159338" y="2376054"/>
            <a:ext cx="692727" cy="595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000" dirty="0"/>
              <a:t>10</a:t>
            </a:r>
            <a:endParaRPr lang="es-EC" sz="20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5FDB6CF-A70F-4655-BB99-40AF93672F4C}"/>
              </a:ext>
            </a:extLst>
          </p:cNvPr>
          <p:cNvSpPr/>
          <p:nvPr/>
        </p:nvSpPr>
        <p:spPr>
          <a:xfrm>
            <a:off x="7852065" y="2376054"/>
            <a:ext cx="692727" cy="5957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000" dirty="0"/>
              <a:t>5</a:t>
            </a:r>
            <a:endParaRPr lang="es-EC" sz="2000" dirty="0"/>
          </a:p>
        </p:txBody>
      </p:sp>
      <p:sp>
        <p:nvSpPr>
          <p:cNvPr id="29" name="Bocadillo: rectángulo con esquinas redondeadas 28">
            <a:extLst>
              <a:ext uri="{FF2B5EF4-FFF2-40B4-BE49-F238E27FC236}">
                <a16:creationId xmlns:a16="http://schemas.microsoft.com/office/drawing/2014/main" id="{C3C08B9D-8990-4DCD-A02D-325C71F26886}"/>
              </a:ext>
            </a:extLst>
          </p:cNvPr>
          <p:cNvSpPr/>
          <p:nvPr/>
        </p:nvSpPr>
        <p:spPr>
          <a:xfrm>
            <a:off x="3871940" y="5033617"/>
            <a:ext cx="3432458" cy="1107953"/>
          </a:xfrm>
          <a:prstGeom prst="wedgeRoundRectCallout">
            <a:avLst>
              <a:gd name="adj1" fmla="val -42651"/>
              <a:gd name="adj2" fmla="val -87832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Esto implica mucho código por cada lista que queramos ordenar.</a:t>
            </a:r>
            <a:endParaRPr lang="es-EC" dirty="0"/>
          </a:p>
        </p:txBody>
      </p:sp>
      <p:pic>
        <p:nvPicPr>
          <p:cNvPr id="1026" name="Picture 2" descr="Block - Free signs icons">
            <a:extLst>
              <a:ext uri="{FF2B5EF4-FFF2-40B4-BE49-F238E27FC236}">
                <a16:creationId xmlns:a16="http://schemas.microsoft.com/office/drawing/2014/main" id="{97DA4DED-3A65-4FAC-A569-CA23AD68D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974" y="3491623"/>
            <a:ext cx="2065364" cy="2065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51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4.81481E-6 L 0.07569 0.26389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5" y="13194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81481E-6 L -0.07569 0.26389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85" y="1319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4.81481E-6 L 0.07569 0.26482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85" y="13241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4.81481E-6 L 0.07431 0.26389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15" y="13194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4.81481E-6 L -0.1507 0.26389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535" y="13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2" grpId="0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A83F8D-9B12-40C9-B437-32312B25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ORDENAMIENTO: SORT()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60099F-3386-4D2F-BEAA-DFAF3C38A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765175"/>
          </a:xfrm>
        </p:spPr>
        <p:txBody>
          <a:bodyPr/>
          <a:lstStyle/>
          <a:p>
            <a:r>
              <a:rPr lang="es-419" dirty="0" err="1"/>
              <a:t>Sort</a:t>
            </a:r>
            <a:r>
              <a:rPr lang="es-419" dirty="0"/>
              <a:t>() es un método en el paquete </a:t>
            </a:r>
            <a:r>
              <a:rPr lang="es-419" dirty="0" err="1"/>
              <a:t>java.util.Arrays</a:t>
            </a:r>
            <a:r>
              <a:rPr lang="es-419" dirty="0"/>
              <a:t> que nos facilita el ordenamiento.</a:t>
            </a:r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595CE12-8386-4457-9774-B46621636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0730" y="2417401"/>
            <a:ext cx="2895600" cy="762000"/>
          </a:xfrm>
          <a:prstGeom prst="rect">
            <a:avLst/>
          </a:prstGeom>
        </p:spPr>
      </p:pic>
      <p:grpSp>
        <p:nvGrpSpPr>
          <p:cNvPr id="19" name="Grupo 18">
            <a:extLst>
              <a:ext uri="{FF2B5EF4-FFF2-40B4-BE49-F238E27FC236}">
                <a16:creationId xmlns:a16="http://schemas.microsoft.com/office/drawing/2014/main" id="{D95462C2-4F1F-4DE0-A765-4D24003B26E0}"/>
              </a:ext>
            </a:extLst>
          </p:cNvPr>
          <p:cNvGrpSpPr/>
          <p:nvPr/>
        </p:nvGrpSpPr>
        <p:grpSpPr>
          <a:xfrm>
            <a:off x="2521590" y="3330414"/>
            <a:ext cx="4721346" cy="595746"/>
            <a:chOff x="2521590" y="3330414"/>
            <a:chExt cx="4721346" cy="595746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655837E9-4102-4FD0-ADD8-59FC102B8282}"/>
                </a:ext>
              </a:extLst>
            </p:cNvPr>
            <p:cNvGrpSpPr/>
            <p:nvPr/>
          </p:nvGrpSpPr>
          <p:grpSpPr>
            <a:xfrm>
              <a:off x="3779301" y="3330414"/>
              <a:ext cx="3463635" cy="595746"/>
              <a:chOff x="3779301" y="3330414"/>
              <a:chExt cx="3463635" cy="595746"/>
            </a:xfrm>
          </p:grpSpPr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6DE3F9D9-DC03-4603-8479-03E51795397D}"/>
                  </a:ext>
                </a:extLst>
              </p:cNvPr>
              <p:cNvSpPr/>
              <p:nvPr/>
            </p:nvSpPr>
            <p:spPr>
              <a:xfrm>
                <a:off x="3779301" y="3330414"/>
                <a:ext cx="692727" cy="5957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419" sz="2000" dirty="0"/>
                  <a:t>4</a:t>
                </a:r>
                <a:endParaRPr lang="es-EC" sz="2000" dirty="0"/>
              </a:p>
            </p:txBody>
          </p:sp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9AF1FD02-0763-4D5F-817C-6FE73AA0B8BA}"/>
                  </a:ext>
                </a:extLst>
              </p:cNvPr>
              <p:cNvSpPr/>
              <p:nvPr/>
            </p:nvSpPr>
            <p:spPr>
              <a:xfrm>
                <a:off x="4472028" y="3330414"/>
                <a:ext cx="692727" cy="5957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419" sz="2000" dirty="0"/>
                  <a:t>1</a:t>
                </a:r>
                <a:endParaRPr lang="es-EC" sz="2000" dirty="0"/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22FC0231-8E91-44F6-A126-D9BC154CD8B8}"/>
                  </a:ext>
                </a:extLst>
              </p:cNvPr>
              <p:cNvSpPr/>
              <p:nvPr/>
            </p:nvSpPr>
            <p:spPr>
              <a:xfrm>
                <a:off x="5164755" y="3330414"/>
                <a:ext cx="692727" cy="5957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419" sz="2000" dirty="0"/>
                  <a:t>8</a:t>
                </a:r>
                <a:endParaRPr lang="es-EC" sz="2000" dirty="0"/>
              </a:p>
            </p:txBody>
          </p:sp>
          <p:sp>
            <p:nvSpPr>
              <p:cNvPr id="8" name="Rectángulo 7">
                <a:extLst>
                  <a:ext uri="{FF2B5EF4-FFF2-40B4-BE49-F238E27FC236}">
                    <a16:creationId xmlns:a16="http://schemas.microsoft.com/office/drawing/2014/main" id="{3D6C023C-8870-4A4A-81DE-96E36379A9B5}"/>
                  </a:ext>
                </a:extLst>
              </p:cNvPr>
              <p:cNvSpPr/>
              <p:nvPr/>
            </p:nvSpPr>
            <p:spPr>
              <a:xfrm>
                <a:off x="5857482" y="3330414"/>
                <a:ext cx="692727" cy="5957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419" sz="2000" dirty="0"/>
                  <a:t>10</a:t>
                </a:r>
                <a:endParaRPr lang="es-EC" sz="2000" dirty="0"/>
              </a:p>
            </p:txBody>
          </p:sp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9FEB727C-51E6-43BD-9F6A-617AD385E5BB}"/>
                  </a:ext>
                </a:extLst>
              </p:cNvPr>
              <p:cNvSpPr/>
              <p:nvPr/>
            </p:nvSpPr>
            <p:spPr>
              <a:xfrm>
                <a:off x="6550209" y="3330414"/>
                <a:ext cx="692727" cy="5957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419" sz="2000" dirty="0"/>
                  <a:t>5</a:t>
                </a:r>
                <a:endParaRPr lang="es-EC" sz="2000" dirty="0"/>
              </a:p>
            </p:txBody>
          </p:sp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B43B5489-EEBA-42D9-ACF6-EE8A98A5753D}"/>
                  </a:ext>
                </a:extLst>
              </p:cNvPr>
              <p:cNvSpPr/>
              <p:nvPr/>
            </p:nvSpPr>
            <p:spPr>
              <a:xfrm>
                <a:off x="3779301" y="3330414"/>
                <a:ext cx="692727" cy="5957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419" sz="2000" dirty="0"/>
                  <a:t>1</a:t>
                </a:r>
                <a:endParaRPr lang="es-EC" sz="2000" dirty="0"/>
              </a:p>
            </p:txBody>
          </p:sp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0AD96390-C95B-411E-B514-52DF5024AAC8}"/>
                  </a:ext>
                </a:extLst>
              </p:cNvPr>
              <p:cNvSpPr/>
              <p:nvPr/>
            </p:nvSpPr>
            <p:spPr>
              <a:xfrm>
                <a:off x="4472028" y="3330414"/>
                <a:ext cx="692727" cy="5957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419" sz="2000" dirty="0"/>
                  <a:t>4</a:t>
                </a:r>
                <a:endParaRPr lang="es-EC" sz="2000" dirty="0"/>
              </a:p>
            </p:txBody>
          </p:sp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953F0484-EA6A-4A88-B1D4-74DDCF55D1BC}"/>
                  </a:ext>
                </a:extLst>
              </p:cNvPr>
              <p:cNvSpPr/>
              <p:nvPr/>
            </p:nvSpPr>
            <p:spPr>
              <a:xfrm>
                <a:off x="5164755" y="3330414"/>
                <a:ext cx="692727" cy="5957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419" sz="2000" dirty="0"/>
                  <a:t>5</a:t>
                </a:r>
                <a:endParaRPr lang="es-EC" sz="2000" dirty="0"/>
              </a:p>
            </p:txBody>
          </p:sp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74ED0797-770C-40D3-B84E-036E34DF3EF2}"/>
                  </a:ext>
                </a:extLst>
              </p:cNvPr>
              <p:cNvSpPr/>
              <p:nvPr/>
            </p:nvSpPr>
            <p:spPr>
              <a:xfrm>
                <a:off x="5857482" y="3330414"/>
                <a:ext cx="692727" cy="5957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419" sz="2000" dirty="0"/>
                  <a:t>8</a:t>
                </a:r>
                <a:endParaRPr lang="es-EC" sz="2000" dirty="0"/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93E0CEE9-83F0-4275-8676-28B4DF922277}"/>
                  </a:ext>
                </a:extLst>
              </p:cNvPr>
              <p:cNvSpPr/>
              <p:nvPr/>
            </p:nvSpPr>
            <p:spPr>
              <a:xfrm>
                <a:off x="6550209" y="3330414"/>
                <a:ext cx="692727" cy="59574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419" sz="2000" dirty="0"/>
                  <a:t>10</a:t>
                </a:r>
                <a:endParaRPr lang="es-EC" sz="2000" dirty="0"/>
              </a:p>
            </p:txBody>
          </p:sp>
        </p:grp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2F9EC805-E43A-4110-B9D5-10579D391E42}"/>
                </a:ext>
              </a:extLst>
            </p:cNvPr>
            <p:cNvSpPr txBox="1"/>
            <p:nvPr/>
          </p:nvSpPr>
          <p:spPr>
            <a:xfrm>
              <a:off x="2521590" y="3464495"/>
              <a:ext cx="10693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24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Salida: </a:t>
              </a:r>
              <a:endParaRPr lang="es-EC" sz="2400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D05BFEE0-4F61-4D1A-B0AD-D7C6D86EFF96}"/>
              </a:ext>
            </a:extLst>
          </p:cNvPr>
          <p:cNvSpPr txBox="1">
            <a:spLocks/>
          </p:cNvSpPr>
          <p:nvPr/>
        </p:nvSpPr>
        <p:spPr>
          <a:xfrm>
            <a:off x="528678" y="4091285"/>
            <a:ext cx="7886700" cy="4616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/>
              <a:t>Pero, ¿Qué ocurre si queremos ordenar una Clase?</a:t>
            </a:r>
            <a:endParaRPr lang="es-EC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E809F98-E7FA-46ED-93B1-806B08F9F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281" y="4552951"/>
            <a:ext cx="28956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52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8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E8D31-273B-4BA5-A806-2B686CDB5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ORDENAMIENTO: </a:t>
            </a:r>
            <a:r>
              <a:rPr lang="es-419" dirty="0" err="1"/>
              <a:t>compareTo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D3B5BA-64D4-4123-9D3F-6FA6F1E52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12232"/>
            <a:ext cx="7886700" cy="1097914"/>
          </a:xfrm>
        </p:spPr>
        <p:txBody>
          <a:bodyPr>
            <a:normAutofit fontScale="92500" lnSpcReduction="20000"/>
          </a:bodyPr>
          <a:lstStyle/>
          <a:p>
            <a:r>
              <a:rPr lang="es-419" dirty="0"/>
              <a:t>Se requiere un método que nos indique cuando un objeto es mayor, menor o igual a otro.</a:t>
            </a:r>
          </a:p>
          <a:p>
            <a:r>
              <a:rPr lang="es-419" dirty="0"/>
              <a:t>El método </a:t>
            </a:r>
            <a:r>
              <a:rPr lang="es-419" dirty="0" err="1"/>
              <a:t>compareTo</a:t>
            </a:r>
            <a:r>
              <a:rPr lang="es-419" dirty="0"/>
              <a:t>(</a:t>
            </a:r>
            <a:r>
              <a:rPr lang="es-419" dirty="0" err="1"/>
              <a:t>Object</a:t>
            </a:r>
            <a:r>
              <a:rPr lang="es-419" dirty="0"/>
              <a:t> o1, </a:t>
            </a:r>
            <a:r>
              <a:rPr lang="es-419" dirty="0" err="1"/>
              <a:t>Object</a:t>
            </a:r>
            <a:r>
              <a:rPr lang="es-419" dirty="0"/>
              <a:t> o2) recibe dos elementos y devuelve un valor tal que:</a:t>
            </a:r>
            <a:endParaRPr lang="es-EC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F0923DF-04FA-401A-A383-DC59E5286A25}"/>
              </a:ext>
            </a:extLst>
          </p:cNvPr>
          <p:cNvSpPr/>
          <p:nvPr/>
        </p:nvSpPr>
        <p:spPr>
          <a:xfrm>
            <a:off x="3732337" y="3159900"/>
            <a:ext cx="3823494" cy="626431"/>
          </a:xfrm>
          <a:prstGeom prst="rect">
            <a:avLst/>
          </a:prstGeom>
          <a:ln w="381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o1 &gt; o2, entonces devuelve un número &gt;0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E74EF11-FECA-4CEE-BB46-78FDA1E3A3E3}"/>
              </a:ext>
            </a:extLst>
          </p:cNvPr>
          <p:cNvSpPr/>
          <p:nvPr/>
        </p:nvSpPr>
        <p:spPr>
          <a:xfrm>
            <a:off x="3732337" y="4046226"/>
            <a:ext cx="3823494" cy="626431"/>
          </a:xfrm>
          <a:prstGeom prst="rect">
            <a:avLst/>
          </a:prstGeom>
          <a:ln w="381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o1 == o2, entonces devuelve 0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398F01-C2AE-49B4-9CCE-733636B024CB}"/>
              </a:ext>
            </a:extLst>
          </p:cNvPr>
          <p:cNvSpPr/>
          <p:nvPr/>
        </p:nvSpPr>
        <p:spPr>
          <a:xfrm>
            <a:off x="3720305" y="4932552"/>
            <a:ext cx="3823494" cy="626431"/>
          </a:xfrm>
          <a:prstGeom prst="rect">
            <a:avLst/>
          </a:prstGeom>
          <a:ln w="381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o1 &lt; o2, entonces devuelve un número &lt;0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Abrir llave 8">
            <a:extLst>
              <a:ext uri="{FF2B5EF4-FFF2-40B4-BE49-F238E27FC236}">
                <a16:creationId xmlns:a16="http://schemas.microsoft.com/office/drawing/2014/main" id="{C6298275-45AD-40B9-838B-0356AA64B3C1}"/>
              </a:ext>
            </a:extLst>
          </p:cNvPr>
          <p:cNvSpPr/>
          <p:nvPr/>
        </p:nvSpPr>
        <p:spPr>
          <a:xfrm>
            <a:off x="3597442" y="3043989"/>
            <a:ext cx="336884" cy="2731169"/>
          </a:xfrm>
          <a:prstGeom prst="lef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DD73963-01EF-4407-B764-C3FD41FA5EDF}"/>
              </a:ext>
            </a:extLst>
          </p:cNvPr>
          <p:cNvSpPr txBox="1"/>
          <p:nvPr/>
        </p:nvSpPr>
        <p:spPr>
          <a:xfrm>
            <a:off x="919141" y="4188354"/>
            <a:ext cx="2610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dirty="0" err="1">
                <a:solidFill>
                  <a:schemeClr val="accent1">
                    <a:lumMod val="50000"/>
                  </a:schemeClr>
                </a:solidFill>
              </a:rPr>
              <a:t>compareTo</a:t>
            </a:r>
            <a:r>
              <a:rPr lang="es-419" sz="2400" dirty="0">
                <a:solidFill>
                  <a:schemeClr val="accent1">
                    <a:lumMod val="50000"/>
                  </a:schemeClr>
                </a:solidFill>
              </a:rPr>
              <a:t>(o1, o2)</a:t>
            </a:r>
            <a:endParaRPr lang="es-EC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651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1112A-D18F-44F3-8634-836E6EB4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ORDENAMIENTO: SORT() &amp; LAMBDA FUNCTION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44FDB8-5893-4B1A-BFB9-1A4263708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08864"/>
            <a:ext cx="7886700" cy="1620136"/>
          </a:xfrm>
        </p:spPr>
        <p:txBody>
          <a:bodyPr>
            <a:normAutofit fontScale="92500" lnSpcReduction="10000"/>
          </a:bodyPr>
          <a:lstStyle/>
          <a:p>
            <a:r>
              <a:rPr lang="es-419" dirty="0"/>
              <a:t>Las listas de LinkedList tienen su propio método </a:t>
            </a:r>
            <a:r>
              <a:rPr lang="es-419" dirty="0" err="1"/>
              <a:t>sort</a:t>
            </a:r>
            <a:r>
              <a:rPr lang="es-419" dirty="0"/>
              <a:t> donde puedes añadir un Comparador.</a:t>
            </a:r>
          </a:p>
          <a:p>
            <a:endParaRPr lang="es-419" dirty="0"/>
          </a:p>
          <a:p>
            <a:r>
              <a:rPr lang="es-419" dirty="0"/>
              <a:t>Por ejemplo, si se quiere ordenar los alumnos</a:t>
            </a:r>
          </a:p>
          <a:p>
            <a:pPr marL="0" indent="0">
              <a:buNone/>
            </a:pPr>
            <a:r>
              <a:rPr lang="es-419" dirty="0"/>
              <a:t> por edad: </a:t>
            </a:r>
          </a:p>
          <a:p>
            <a:pPr marL="0" indent="0">
              <a:buNone/>
            </a:pPr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E2D713-73F6-4A8C-98DE-571926F95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00" y="4302503"/>
            <a:ext cx="8134350" cy="1076325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C2B36194-8F21-4131-88EA-5FB924ABFCB9}"/>
              </a:ext>
            </a:extLst>
          </p:cNvPr>
          <p:cNvGrpSpPr/>
          <p:nvPr/>
        </p:nvGrpSpPr>
        <p:grpSpPr>
          <a:xfrm>
            <a:off x="2127984" y="2194930"/>
            <a:ext cx="7016016" cy="3183898"/>
            <a:chOff x="1500329" y="3983261"/>
            <a:chExt cx="7016016" cy="3183898"/>
          </a:xfrm>
        </p:grpSpPr>
        <p:sp>
          <p:nvSpPr>
            <p:cNvPr id="5" name="Bocadillo: rectángulo con esquinas redondeadas 4">
              <a:extLst>
                <a:ext uri="{FF2B5EF4-FFF2-40B4-BE49-F238E27FC236}">
                  <a16:creationId xmlns:a16="http://schemas.microsoft.com/office/drawing/2014/main" id="{EEF3432C-A00C-490C-992F-6F5DCBA4AA61}"/>
                </a:ext>
              </a:extLst>
            </p:cNvPr>
            <p:cNvSpPr/>
            <p:nvPr/>
          </p:nvSpPr>
          <p:spPr>
            <a:xfrm>
              <a:off x="5844018" y="3983261"/>
              <a:ext cx="2672327" cy="2212058"/>
            </a:xfrm>
            <a:prstGeom prst="wedgeRoundRectCallout">
              <a:avLst>
                <a:gd name="adj1" fmla="val -30045"/>
                <a:gd name="adj2" fmla="val 67953"/>
                <a:gd name="adj3" fmla="val 16667"/>
              </a:avLst>
            </a:prstGeom>
            <a:solidFill>
              <a:schemeClr val="accent1">
                <a:lumMod val="75000"/>
              </a:schemeClr>
            </a:solidFill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419" sz="2000" dirty="0"/>
                <a:t>La forma más sencilla es emplear </a:t>
              </a:r>
              <a:r>
                <a:rPr lang="es-419" sz="2000" b="1" u="sng" dirty="0"/>
                <a:t>funciones lambda</a:t>
              </a:r>
              <a:r>
                <a:rPr lang="es-419" sz="2000" dirty="0"/>
                <a:t> como comparador</a:t>
              </a:r>
              <a:endParaRPr lang="es-EC" sz="2000" dirty="0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4B4F59D5-37E4-47C5-A178-25D080B9040B}"/>
                </a:ext>
              </a:extLst>
            </p:cNvPr>
            <p:cNvSpPr/>
            <p:nvPr/>
          </p:nvSpPr>
          <p:spPr>
            <a:xfrm>
              <a:off x="1500329" y="6628997"/>
              <a:ext cx="6237099" cy="538162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</p:spTree>
    <p:extLst>
      <p:ext uri="{BB962C8B-B14F-4D97-AF65-F5344CB8AC3E}">
        <p14:creationId xmlns:p14="http://schemas.microsoft.com/office/powerpoint/2010/main" val="68434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86D9C-0DA2-437F-9F77-C974496AD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ORDENAMIENTO: LAMBDA FUNCTION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54769C-4724-4341-9383-933A2A9F5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685100"/>
          </a:xfrm>
        </p:spPr>
        <p:txBody>
          <a:bodyPr/>
          <a:lstStyle/>
          <a:p>
            <a:r>
              <a:rPr lang="es-419" dirty="0"/>
              <a:t>Para mandar un Comparador usando una función lambda se requiere:</a:t>
            </a:r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66B515D-666A-4B0E-AEAC-CD5B823DF7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02" t="58071" r="2939" b="171"/>
          <a:stretch/>
        </p:blipFill>
        <p:spPr>
          <a:xfrm>
            <a:off x="1185621" y="2648583"/>
            <a:ext cx="6121830" cy="449451"/>
          </a:xfrm>
          <a:prstGeom prst="rect">
            <a:avLst/>
          </a:prstGeom>
        </p:spPr>
      </p:pic>
      <p:sp>
        <p:nvSpPr>
          <p:cNvPr id="5" name="Abrir llave 4">
            <a:extLst>
              <a:ext uri="{FF2B5EF4-FFF2-40B4-BE49-F238E27FC236}">
                <a16:creationId xmlns:a16="http://schemas.microsoft.com/office/drawing/2014/main" id="{24DFA49C-ED7E-4D60-921B-2CE563307E7F}"/>
              </a:ext>
            </a:extLst>
          </p:cNvPr>
          <p:cNvSpPr/>
          <p:nvPr/>
        </p:nvSpPr>
        <p:spPr>
          <a:xfrm rot="16200000">
            <a:off x="2552326" y="1638334"/>
            <a:ext cx="327499" cy="306091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6" name="Abrir llave 5">
            <a:extLst>
              <a:ext uri="{FF2B5EF4-FFF2-40B4-BE49-F238E27FC236}">
                <a16:creationId xmlns:a16="http://schemas.microsoft.com/office/drawing/2014/main" id="{5240F5A3-AC52-4238-8335-DCB5F8F9FEA8}"/>
              </a:ext>
            </a:extLst>
          </p:cNvPr>
          <p:cNvSpPr/>
          <p:nvPr/>
        </p:nvSpPr>
        <p:spPr>
          <a:xfrm rot="16200000">
            <a:off x="5850886" y="1638335"/>
            <a:ext cx="327499" cy="3060917"/>
          </a:xfrm>
          <a:prstGeom prst="leftBrac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EB4371F-1656-4DB7-8E40-E2E360D84280}"/>
              </a:ext>
            </a:extLst>
          </p:cNvPr>
          <p:cNvSpPr txBox="1"/>
          <p:nvPr/>
        </p:nvSpPr>
        <p:spPr>
          <a:xfrm>
            <a:off x="1379344" y="3281165"/>
            <a:ext cx="2673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b="1" dirty="0">
                <a:solidFill>
                  <a:schemeClr val="accent1"/>
                </a:solidFill>
              </a:rPr>
              <a:t>2 Objetos que comparará</a:t>
            </a:r>
            <a:endParaRPr lang="es-EC" b="1" dirty="0">
              <a:solidFill>
                <a:schemeClr val="accent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7A97A98-7DE8-4D1B-B4CC-C9684AD72C30}"/>
              </a:ext>
            </a:extLst>
          </p:cNvPr>
          <p:cNvSpPr txBox="1"/>
          <p:nvPr/>
        </p:nvSpPr>
        <p:spPr>
          <a:xfrm>
            <a:off x="4677906" y="3281165"/>
            <a:ext cx="26734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b="1" dirty="0">
                <a:solidFill>
                  <a:schemeClr val="accent2"/>
                </a:solidFill>
              </a:rPr>
              <a:t>Forma de Comparación</a:t>
            </a:r>
            <a:endParaRPr lang="es-EC" b="1" dirty="0">
              <a:solidFill>
                <a:schemeClr val="accent2"/>
              </a:solidFill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82A0F7A1-065F-4C31-8031-831BEBC1032C}"/>
              </a:ext>
            </a:extLst>
          </p:cNvPr>
          <p:cNvGrpSpPr/>
          <p:nvPr/>
        </p:nvGrpSpPr>
        <p:grpSpPr>
          <a:xfrm>
            <a:off x="641539" y="3993945"/>
            <a:ext cx="3446266" cy="1739135"/>
            <a:chOff x="641539" y="3993945"/>
            <a:chExt cx="3446266" cy="1739135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37C949BA-1B33-4C93-BAF6-1380B397133A}"/>
                </a:ext>
              </a:extLst>
            </p:cNvPr>
            <p:cNvSpPr txBox="1"/>
            <p:nvPr/>
          </p:nvSpPr>
          <p:spPr>
            <a:xfrm>
              <a:off x="641539" y="4689914"/>
              <a:ext cx="23900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dirty="0"/>
                <a:t>(E </a:t>
              </a:r>
              <a:r>
                <a:rPr lang="es-419" dirty="0">
                  <a:solidFill>
                    <a:schemeClr val="accent1"/>
                  </a:solidFill>
                </a:rPr>
                <a:t>e1</a:t>
              </a:r>
              <a:r>
                <a:rPr lang="es-419" dirty="0"/>
                <a:t>, E </a:t>
              </a:r>
              <a:r>
                <a:rPr lang="es-419" dirty="0">
                  <a:solidFill>
                    <a:schemeClr val="accent2"/>
                  </a:solidFill>
                </a:rPr>
                <a:t>e2</a:t>
              </a:r>
              <a:r>
                <a:rPr lang="es-419" dirty="0"/>
                <a:t>) -&gt; </a:t>
              </a:r>
            </a:p>
            <a:p>
              <a:r>
                <a:rPr lang="es-419" dirty="0">
                  <a:solidFill>
                    <a:schemeClr val="accent1"/>
                  </a:solidFill>
                </a:rPr>
                <a:t>     e1.item</a:t>
              </a:r>
              <a:r>
                <a:rPr lang="es-419" dirty="0"/>
                <a:t> – </a:t>
              </a:r>
              <a:r>
                <a:rPr lang="es-419" dirty="0">
                  <a:solidFill>
                    <a:schemeClr val="accent2"/>
                  </a:solidFill>
                </a:rPr>
                <a:t>e2.item</a:t>
              </a:r>
              <a:endParaRPr lang="es-EC" dirty="0">
                <a:solidFill>
                  <a:schemeClr val="accent2"/>
                </a:solidFill>
              </a:endParaRPr>
            </a:p>
          </p:txBody>
        </p:sp>
        <p:pic>
          <p:nvPicPr>
            <p:cNvPr id="12" name="Gráfico 11" descr="Gráfico de barras con tendencia alcista">
              <a:extLst>
                <a:ext uri="{FF2B5EF4-FFF2-40B4-BE49-F238E27FC236}">
                  <a16:creationId xmlns:a16="http://schemas.microsoft.com/office/drawing/2014/main" id="{E8CB59DF-E2FC-436B-A9C9-E47197BE9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47805" y="4293080"/>
              <a:ext cx="1440000" cy="1440000"/>
            </a:xfrm>
            <a:prstGeom prst="rect">
              <a:avLst/>
            </a:prstGeom>
          </p:spPr>
        </p:pic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3A0194A1-F3D6-4AAD-B7CF-C3B89917631B}"/>
                </a:ext>
              </a:extLst>
            </p:cNvPr>
            <p:cNvSpPr txBox="1"/>
            <p:nvPr/>
          </p:nvSpPr>
          <p:spPr>
            <a:xfrm>
              <a:off x="1185617" y="3993945"/>
              <a:ext cx="26583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2400" b="1" dirty="0">
                  <a:solidFill>
                    <a:schemeClr val="bg2">
                      <a:lumMod val="50000"/>
                    </a:schemeClr>
                  </a:solidFill>
                </a:rPr>
                <a:t>Orden Ascendente</a:t>
              </a:r>
              <a:endParaRPr lang="es-EC" sz="24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ED7E5E41-1D71-4170-86D4-01D1C04CE921}"/>
              </a:ext>
            </a:extLst>
          </p:cNvPr>
          <p:cNvGrpSpPr/>
          <p:nvPr/>
        </p:nvGrpSpPr>
        <p:grpSpPr>
          <a:xfrm>
            <a:off x="4825346" y="3921429"/>
            <a:ext cx="3446266" cy="1895889"/>
            <a:chOff x="4825346" y="3921429"/>
            <a:chExt cx="3446266" cy="1895889"/>
          </a:xfrm>
        </p:grpSpPr>
        <p:pic>
          <p:nvPicPr>
            <p:cNvPr id="14" name="Gráfico 13" descr="Gráfico de barras con tendencia bajista">
              <a:extLst>
                <a:ext uri="{FF2B5EF4-FFF2-40B4-BE49-F238E27FC236}">
                  <a16:creationId xmlns:a16="http://schemas.microsoft.com/office/drawing/2014/main" id="{795622CE-304A-4BC3-ADCF-DCD00AE6D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831612" y="4377318"/>
              <a:ext cx="1440000" cy="1440000"/>
            </a:xfrm>
            <a:prstGeom prst="rect">
              <a:avLst/>
            </a:prstGeom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D3A6A0CB-9BDA-4A69-AEA8-98151B71AD5E}"/>
                </a:ext>
              </a:extLst>
            </p:cNvPr>
            <p:cNvSpPr txBox="1"/>
            <p:nvPr/>
          </p:nvSpPr>
          <p:spPr>
            <a:xfrm>
              <a:off x="4825346" y="3921429"/>
              <a:ext cx="28267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sz="2400" b="1" dirty="0">
                  <a:solidFill>
                    <a:schemeClr val="bg2">
                      <a:lumMod val="50000"/>
                    </a:schemeClr>
                  </a:solidFill>
                </a:rPr>
                <a:t>Orden Descendente</a:t>
              </a:r>
              <a:endParaRPr lang="es-EC" sz="2400" b="1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5D307059-E573-411C-B804-09E1A97DF3F8}"/>
                </a:ext>
              </a:extLst>
            </p:cNvPr>
            <p:cNvSpPr txBox="1"/>
            <p:nvPr/>
          </p:nvSpPr>
          <p:spPr>
            <a:xfrm>
              <a:off x="4825346" y="4774152"/>
              <a:ext cx="23900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dirty="0"/>
                <a:t>(E </a:t>
              </a:r>
              <a:r>
                <a:rPr lang="es-419" dirty="0">
                  <a:solidFill>
                    <a:schemeClr val="accent1"/>
                  </a:solidFill>
                </a:rPr>
                <a:t>e1</a:t>
              </a:r>
              <a:r>
                <a:rPr lang="es-419" dirty="0"/>
                <a:t>, E </a:t>
              </a:r>
              <a:r>
                <a:rPr lang="es-419" dirty="0">
                  <a:solidFill>
                    <a:schemeClr val="accent2"/>
                  </a:solidFill>
                </a:rPr>
                <a:t>e2</a:t>
              </a:r>
              <a:r>
                <a:rPr lang="es-419" dirty="0"/>
                <a:t>) -&gt; </a:t>
              </a:r>
            </a:p>
            <a:p>
              <a:r>
                <a:rPr lang="es-419" dirty="0">
                  <a:solidFill>
                    <a:schemeClr val="accent1"/>
                  </a:solidFill>
                </a:rPr>
                <a:t> </a:t>
              </a:r>
              <a:r>
                <a:rPr lang="es-419" dirty="0">
                  <a:solidFill>
                    <a:schemeClr val="accent2"/>
                  </a:solidFill>
                </a:rPr>
                <a:t>e2.item </a:t>
              </a:r>
              <a:r>
                <a:rPr lang="es-419" dirty="0"/>
                <a:t>-</a:t>
              </a:r>
              <a:r>
                <a:rPr lang="es-419" dirty="0">
                  <a:solidFill>
                    <a:schemeClr val="accent2"/>
                  </a:solidFill>
                </a:rPr>
                <a:t> </a:t>
              </a:r>
              <a:r>
                <a:rPr lang="es-419" dirty="0">
                  <a:solidFill>
                    <a:schemeClr val="accent1"/>
                  </a:solidFill>
                </a:rPr>
                <a:t>e1.item</a:t>
              </a:r>
              <a:endParaRPr lang="es-EC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93168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85E1BD87-78C7-4344-9AF0-9562BC9DC58B}"/>
              </a:ext>
            </a:extLst>
          </p:cNvPr>
          <p:cNvSpPr/>
          <p:nvPr/>
        </p:nvSpPr>
        <p:spPr>
          <a:xfrm>
            <a:off x="1486161" y="6022600"/>
            <a:ext cx="6578474" cy="7859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BDAA0B-7D86-43BE-8280-87245EF31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WRAPPER CLASSES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E69EDC-26E1-4E58-BEC6-002EB23F6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817" y="1565218"/>
            <a:ext cx="8796697" cy="1328983"/>
          </a:xfrm>
        </p:spPr>
        <p:txBody>
          <a:bodyPr>
            <a:normAutofit lnSpcReduction="10000"/>
          </a:bodyPr>
          <a:lstStyle/>
          <a:p>
            <a:r>
              <a:rPr lang="es-419" sz="2000" dirty="0"/>
              <a:t>Convierten tipo de datos primitivos en Objetos. </a:t>
            </a:r>
          </a:p>
          <a:p>
            <a:r>
              <a:rPr lang="es-419" sz="2000" dirty="0"/>
              <a:t>El paquete </a:t>
            </a:r>
            <a:r>
              <a:rPr lang="es-419" sz="2000" dirty="0" err="1"/>
              <a:t>java.util</a:t>
            </a:r>
            <a:r>
              <a:rPr lang="es-419" sz="2000" dirty="0"/>
              <a:t> solo maneja objetos (LinkedList, </a:t>
            </a:r>
            <a:r>
              <a:rPr lang="es-419" sz="2000" dirty="0" err="1"/>
              <a:t>Queue</a:t>
            </a:r>
            <a:r>
              <a:rPr lang="es-419" sz="2000" dirty="0"/>
              <a:t>, </a:t>
            </a:r>
            <a:r>
              <a:rPr lang="es-419" sz="2000" dirty="0" err="1"/>
              <a:t>etc</a:t>
            </a:r>
            <a:r>
              <a:rPr lang="es-419" sz="2000" dirty="0"/>
              <a:t>), por ello emplea las </a:t>
            </a:r>
            <a:r>
              <a:rPr lang="es-419" sz="2000" dirty="0" err="1"/>
              <a:t>wrapper</a:t>
            </a:r>
            <a:r>
              <a:rPr lang="es-419" sz="2000" dirty="0"/>
              <a:t> </a:t>
            </a:r>
            <a:r>
              <a:rPr lang="es-419" sz="2000" dirty="0" err="1"/>
              <a:t>class</a:t>
            </a:r>
            <a:r>
              <a:rPr lang="es-419" sz="2000" dirty="0"/>
              <a:t> si se quiere usar un dato primitivo.</a:t>
            </a:r>
          </a:p>
          <a:p>
            <a:r>
              <a:rPr lang="es-419" sz="2000" dirty="0"/>
              <a:t>Algunas </a:t>
            </a:r>
            <a:r>
              <a:rPr lang="es-419" sz="2000" dirty="0" err="1"/>
              <a:t>Wrapper</a:t>
            </a:r>
            <a:r>
              <a:rPr lang="es-419" sz="2000" dirty="0"/>
              <a:t> </a:t>
            </a:r>
            <a:r>
              <a:rPr lang="es-419" sz="2000" dirty="0" err="1"/>
              <a:t>class</a:t>
            </a:r>
            <a:r>
              <a:rPr lang="es-419" sz="2000" dirty="0"/>
              <a:t> que ya han usado son:</a:t>
            </a:r>
            <a:endParaRPr lang="es-EC" sz="2000" dirty="0"/>
          </a:p>
        </p:txBody>
      </p:sp>
      <p:sp>
        <p:nvSpPr>
          <p:cNvPr id="4" name="Abrir llave 3">
            <a:extLst>
              <a:ext uri="{FF2B5EF4-FFF2-40B4-BE49-F238E27FC236}">
                <a16:creationId xmlns:a16="http://schemas.microsoft.com/office/drawing/2014/main" id="{63CDC4CB-063C-4F9E-A714-17219E05D048}"/>
              </a:ext>
            </a:extLst>
          </p:cNvPr>
          <p:cNvSpPr/>
          <p:nvPr/>
        </p:nvSpPr>
        <p:spPr>
          <a:xfrm>
            <a:off x="2503250" y="3467862"/>
            <a:ext cx="180109" cy="2193325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A71D519-D5BB-41E2-B2BB-61CA7CA20AFF}"/>
              </a:ext>
            </a:extLst>
          </p:cNvPr>
          <p:cNvSpPr/>
          <p:nvPr/>
        </p:nvSpPr>
        <p:spPr>
          <a:xfrm>
            <a:off x="2878096" y="3467862"/>
            <a:ext cx="1897302" cy="626431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Integer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B3E7184-DFAB-48A2-B357-EBBF0AD567CE}"/>
              </a:ext>
            </a:extLst>
          </p:cNvPr>
          <p:cNvSpPr/>
          <p:nvPr/>
        </p:nvSpPr>
        <p:spPr>
          <a:xfrm>
            <a:off x="2878096" y="4198367"/>
            <a:ext cx="1897302" cy="626431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Character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0ADC2E7-9444-4094-8D76-370BB5A8D644}"/>
              </a:ext>
            </a:extLst>
          </p:cNvPr>
          <p:cNvSpPr/>
          <p:nvPr/>
        </p:nvSpPr>
        <p:spPr>
          <a:xfrm>
            <a:off x="2878096" y="4929777"/>
            <a:ext cx="1897302" cy="626431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Float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D58F8EB-9AD9-4FFD-8D5C-FA6E5EB5C642}"/>
              </a:ext>
            </a:extLst>
          </p:cNvPr>
          <p:cNvSpPr/>
          <p:nvPr/>
        </p:nvSpPr>
        <p:spPr>
          <a:xfrm>
            <a:off x="2829219" y="2894201"/>
            <a:ext cx="1995056" cy="303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 err="1">
                <a:solidFill>
                  <a:schemeClr val="bg1">
                    <a:lumMod val="50000"/>
                  </a:schemeClr>
                </a:solidFill>
              </a:rPr>
              <a:t>Wrapper</a:t>
            </a:r>
            <a:r>
              <a:rPr lang="es-419" sz="24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419" sz="2400" b="1" dirty="0" err="1">
                <a:solidFill>
                  <a:schemeClr val="bg1">
                    <a:lumMod val="50000"/>
                  </a:schemeClr>
                </a:solidFill>
              </a:rPr>
              <a:t>Class</a:t>
            </a:r>
            <a:endParaRPr lang="es-EC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B2A6641-41BA-4435-BBDD-7E0F0669F0B9}"/>
              </a:ext>
            </a:extLst>
          </p:cNvPr>
          <p:cNvSpPr/>
          <p:nvPr/>
        </p:nvSpPr>
        <p:spPr>
          <a:xfrm>
            <a:off x="6188560" y="3467862"/>
            <a:ext cx="1897302" cy="626431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86A2302-DEDE-44CB-BABB-37A940690B99}"/>
              </a:ext>
            </a:extLst>
          </p:cNvPr>
          <p:cNvSpPr/>
          <p:nvPr/>
        </p:nvSpPr>
        <p:spPr>
          <a:xfrm>
            <a:off x="6188560" y="4198367"/>
            <a:ext cx="1897302" cy="626431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char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7A62FB1-9E22-44BC-BE81-380E0010C0F1}"/>
              </a:ext>
            </a:extLst>
          </p:cNvPr>
          <p:cNvSpPr/>
          <p:nvPr/>
        </p:nvSpPr>
        <p:spPr>
          <a:xfrm>
            <a:off x="6188560" y="4929777"/>
            <a:ext cx="1897302" cy="626431"/>
          </a:xfrm>
          <a:prstGeom prst="rect">
            <a:avLst/>
          </a:prstGeom>
          <a:ln w="38100"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419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float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92172A9-774F-4912-8768-B7EB7EB06B08}"/>
              </a:ext>
            </a:extLst>
          </p:cNvPr>
          <p:cNvSpPr/>
          <p:nvPr/>
        </p:nvSpPr>
        <p:spPr>
          <a:xfrm>
            <a:off x="5571646" y="2894201"/>
            <a:ext cx="2943704" cy="3037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sz="2400" b="1" dirty="0" err="1">
                <a:solidFill>
                  <a:schemeClr val="bg1">
                    <a:lumMod val="50000"/>
                  </a:schemeClr>
                </a:solidFill>
              </a:rPr>
              <a:t>Primitive</a:t>
            </a:r>
            <a:r>
              <a:rPr lang="es-419" sz="2400" b="1" dirty="0">
                <a:solidFill>
                  <a:schemeClr val="bg1">
                    <a:lumMod val="50000"/>
                  </a:schemeClr>
                </a:solidFill>
              </a:rPr>
              <a:t> Data </a:t>
            </a:r>
            <a:r>
              <a:rPr lang="es-419" sz="2400" b="1" dirty="0" err="1">
                <a:solidFill>
                  <a:schemeClr val="bg1">
                    <a:lumMod val="50000"/>
                  </a:schemeClr>
                </a:solidFill>
              </a:rPr>
              <a:t>Type</a:t>
            </a:r>
            <a:endParaRPr lang="es-EC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F4F637E-A10C-4C15-A26C-D88CE8F0753A}"/>
              </a:ext>
            </a:extLst>
          </p:cNvPr>
          <p:cNvSpPr/>
          <p:nvPr/>
        </p:nvSpPr>
        <p:spPr>
          <a:xfrm>
            <a:off x="460093" y="3606779"/>
            <a:ext cx="1848419" cy="18010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Tienen implementado el </a:t>
            </a:r>
            <a:r>
              <a:rPr lang="es-419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compareTo</a:t>
            </a:r>
            <a:r>
              <a:rPr lang="es-419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no requiere que creamos un Comparador.</a:t>
            </a:r>
            <a:endParaRPr lang="es-EC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ABB5F81-B50B-4A5A-84EA-9FC36EA22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639" y="5813391"/>
            <a:ext cx="5249888" cy="842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21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8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/>
      <p:bldP spid="12" grpId="0" animBg="1"/>
      <p:bldP spid="13" grpId="0" animBg="1"/>
      <p:bldP spid="14" grpId="0" animBg="1"/>
      <p:bldP spid="15" grpId="0"/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Shape 1127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5984" lvl="0" indent="-255984">
              <a:lnSpc>
                <a:spcPct val="93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En</a:t>
            </a:r>
            <a:r>
              <a:rPr sz="2400" dirty="0">
                <a:solidFill>
                  <a:srgbClr val="002850"/>
                </a:solidFill>
              </a:rPr>
              <a:t> las colas </a:t>
            </a:r>
            <a:r>
              <a:rPr sz="2400" dirty="0" err="1">
                <a:solidFill>
                  <a:srgbClr val="002850"/>
                </a:solidFill>
              </a:rPr>
              <a:t>normales</a:t>
            </a:r>
            <a:endParaRPr sz="2400" dirty="0">
              <a:solidFill>
                <a:srgbClr val="002850"/>
              </a:solidFill>
            </a:endParaRPr>
          </a:p>
          <a:p>
            <a:pPr marL="660173" lvl="1" indent="-202973"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Las </a:t>
            </a:r>
            <a:r>
              <a:rPr sz="2000" dirty="0" err="1">
                <a:solidFill>
                  <a:srgbClr val="002850"/>
                </a:solidFill>
              </a:rPr>
              <a:t>operaciones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están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definidas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función</a:t>
            </a:r>
            <a:r>
              <a:rPr sz="2000" dirty="0">
                <a:solidFill>
                  <a:srgbClr val="002850"/>
                </a:solidFill>
              </a:rPr>
              <a:t> del </a:t>
            </a:r>
            <a:r>
              <a:rPr sz="2000" dirty="0" err="1">
                <a:solidFill>
                  <a:srgbClr val="002850"/>
                </a:solidFill>
              </a:rPr>
              <a:t>orden</a:t>
            </a:r>
            <a:r>
              <a:rPr sz="2000" dirty="0">
                <a:solidFill>
                  <a:srgbClr val="002850"/>
                </a:solidFill>
              </a:rPr>
              <a:t> de </a:t>
            </a:r>
            <a:r>
              <a:rPr sz="2000" dirty="0" err="1">
                <a:solidFill>
                  <a:srgbClr val="002850"/>
                </a:solidFill>
              </a:rPr>
              <a:t>llegada</a:t>
            </a:r>
            <a:r>
              <a:rPr sz="2000" dirty="0">
                <a:solidFill>
                  <a:srgbClr val="002850"/>
                </a:solidFill>
              </a:rPr>
              <a:t> de los </a:t>
            </a:r>
            <a:r>
              <a:rPr sz="2000" dirty="0" err="1">
                <a:solidFill>
                  <a:srgbClr val="002850"/>
                </a:solidFill>
              </a:rPr>
              <a:t>elementos</a:t>
            </a:r>
            <a:endParaRPr sz="2000" dirty="0">
              <a:solidFill>
                <a:srgbClr val="002850"/>
              </a:solidFill>
            </a:endParaRP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Al </a:t>
            </a:r>
            <a:r>
              <a:rPr i="1" dirty="0" err="1">
                <a:solidFill>
                  <a:srgbClr val="002850"/>
                </a:solidFill>
              </a:rPr>
              <a:t>encolar</a:t>
            </a:r>
            <a:r>
              <a:rPr i="1" dirty="0">
                <a:solidFill>
                  <a:srgbClr val="002850"/>
                </a:solidFill>
              </a:rPr>
              <a:t> un </a:t>
            </a:r>
            <a:r>
              <a:rPr i="1" dirty="0" err="1">
                <a:solidFill>
                  <a:srgbClr val="002850"/>
                </a:solidFill>
              </a:rPr>
              <a:t>elemento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ingresa</a:t>
            </a:r>
            <a:r>
              <a:rPr i="1" dirty="0">
                <a:solidFill>
                  <a:srgbClr val="002850"/>
                </a:solidFill>
              </a:rPr>
              <a:t> al final de la cola</a:t>
            </a: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Al </a:t>
            </a:r>
            <a:r>
              <a:rPr i="1" dirty="0" err="1">
                <a:solidFill>
                  <a:srgbClr val="002850"/>
                </a:solidFill>
              </a:rPr>
              <a:t>desencolar</a:t>
            </a:r>
            <a:r>
              <a:rPr i="1" dirty="0">
                <a:solidFill>
                  <a:srgbClr val="002850"/>
                </a:solidFill>
              </a:rPr>
              <a:t>, sale del </a:t>
            </a:r>
            <a:r>
              <a:rPr i="1" dirty="0" err="1">
                <a:solidFill>
                  <a:srgbClr val="002850"/>
                </a:solidFill>
              </a:rPr>
              <a:t>frente</a:t>
            </a:r>
            <a:r>
              <a:rPr i="1" dirty="0">
                <a:solidFill>
                  <a:srgbClr val="002850"/>
                </a:solidFill>
              </a:rPr>
              <a:t> de la cola</a:t>
            </a:r>
          </a:p>
          <a:p>
            <a:pPr marL="660173" lvl="1" indent="-202973"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En</a:t>
            </a:r>
            <a:r>
              <a:rPr sz="2000" dirty="0">
                <a:solidFill>
                  <a:srgbClr val="002850"/>
                </a:solidFill>
              </a:rPr>
              <a:t> una cola, los </a:t>
            </a:r>
            <a:r>
              <a:rPr sz="2000" dirty="0" err="1">
                <a:solidFill>
                  <a:srgbClr val="002850"/>
                </a:solidFill>
              </a:rPr>
              <a:t>elementos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esperan</a:t>
            </a:r>
            <a:r>
              <a:rPr sz="2000" dirty="0">
                <a:solidFill>
                  <a:srgbClr val="002850"/>
                </a:solidFill>
              </a:rPr>
              <a:t> por ser </a:t>
            </a:r>
            <a:r>
              <a:rPr sz="2000" dirty="0" err="1">
                <a:solidFill>
                  <a:srgbClr val="002850"/>
                </a:solidFill>
              </a:rPr>
              <a:t>atendidos</a:t>
            </a:r>
            <a:endParaRPr sz="2000" dirty="0">
              <a:solidFill>
                <a:srgbClr val="002850"/>
              </a:solidFill>
            </a:endParaRP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Es </a:t>
            </a:r>
            <a:r>
              <a:rPr i="1" dirty="0" err="1">
                <a:solidFill>
                  <a:srgbClr val="002850"/>
                </a:solidFill>
              </a:rPr>
              <a:t>justo</a:t>
            </a:r>
            <a:r>
              <a:rPr i="1" dirty="0">
                <a:solidFill>
                  <a:srgbClr val="002850"/>
                </a:solidFill>
              </a:rPr>
              <a:t>, </a:t>
            </a:r>
            <a:r>
              <a:rPr i="1" dirty="0" err="1">
                <a:solidFill>
                  <a:srgbClr val="002850"/>
                </a:solidFill>
              </a:rPr>
              <a:t>porque</a:t>
            </a:r>
            <a:r>
              <a:rPr i="1" dirty="0">
                <a:solidFill>
                  <a:srgbClr val="002850"/>
                </a:solidFill>
              </a:rPr>
              <a:t> el que </a:t>
            </a:r>
            <a:r>
              <a:rPr i="1" dirty="0" err="1">
                <a:solidFill>
                  <a:srgbClr val="002850"/>
                </a:solidFill>
              </a:rPr>
              <a:t>llega</a:t>
            </a:r>
            <a:r>
              <a:rPr i="1" dirty="0">
                <a:solidFill>
                  <a:srgbClr val="002850"/>
                </a:solidFill>
              </a:rPr>
              <a:t> primero, se </a:t>
            </a:r>
            <a:r>
              <a:rPr i="1" dirty="0" err="1">
                <a:solidFill>
                  <a:srgbClr val="002850"/>
                </a:solidFill>
              </a:rPr>
              <a:t>atiende</a:t>
            </a:r>
            <a:r>
              <a:rPr i="1" dirty="0">
                <a:solidFill>
                  <a:srgbClr val="002850"/>
                </a:solidFill>
              </a:rPr>
              <a:t> primero</a:t>
            </a:r>
          </a:p>
          <a:p>
            <a:pPr marL="255984" lvl="0" indent="-255984"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En</a:t>
            </a:r>
            <a:r>
              <a:rPr sz="2400" dirty="0">
                <a:solidFill>
                  <a:srgbClr val="002850"/>
                </a:solidFill>
              </a:rPr>
              <a:t> una cola de </a:t>
            </a:r>
            <a:r>
              <a:rPr sz="2400" dirty="0" err="1">
                <a:solidFill>
                  <a:srgbClr val="002850"/>
                </a:solidFill>
              </a:rPr>
              <a:t>prioridad</a:t>
            </a:r>
            <a:endParaRPr sz="2400" dirty="0">
              <a:solidFill>
                <a:srgbClr val="002850"/>
              </a:solidFill>
            </a:endParaRPr>
          </a:p>
          <a:p>
            <a:pPr marL="660173" lvl="1" indent="-202973"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Prioridad</a:t>
            </a:r>
            <a:endParaRPr sz="2000" dirty="0">
              <a:solidFill>
                <a:srgbClr val="002850"/>
              </a:solidFill>
            </a:endParaRP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El </a:t>
            </a:r>
            <a:r>
              <a:rPr i="1" dirty="0" err="1">
                <a:solidFill>
                  <a:srgbClr val="002850"/>
                </a:solidFill>
              </a:rPr>
              <a:t>orden</a:t>
            </a:r>
            <a:r>
              <a:rPr i="1" dirty="0">
                <a:solidFill>
                  <a:srgbClr val="002850"/>
                </a:solidFill>
              </a:rPr>
              <a:t> de </a:t>
            </a:r>
            <a:r>
              <a:rPr i="1" dirty="0" err="1">
                <a:solidFill>
                  <a:srgbClr val="002850"/>
                </a:solidFill>
              </a:rPr>
              <a:t>atención</a:t>
            </a:r>
            <a:r>
              <a:rPr i="1" dirty="0">
                <a:solidFill>
                  <a:srgbClr val="002850"/>
                </a:solidFill>
              </a:rPr>
              <a:t>, no </a:t>
            </a:r>
            <a:r>
              <a:rPr i="1" dirty="0" err="1">
                <a:solidFill>
                  <a:srgbClr val="002850"/>
                </a:solidFill>
              </a:rPr>
              <a:t>esta</a:t>
            </a:r>
            <a:r>
              <a:rPr i="1" dirty="0">
                <a:solidFill>
                  <a:srgbClr val="002850"/>
                </a:solidFill>
              </a:rPr>
              <a:t> dado solo por el </a:t>
            </a:r>
            <a:r>
              <a:rPr i="1" dirty="0" err="1">
                <a:solidFill>
                  <a:srgbClr val="002850"/>
                </a:solidFill>
              </a:rPr>
              <a:t>orden</a:t>
            </a:r>
            <a:r>
              <a:rPr i="1" dirty="0">
                <a:solidFill>
                  <a:srgbClr val="002850"/>
                </a:solidFill>
              </a:rPr>
              <a:t> de </a:t>
            </a:r>
            <a:r>
              <a:rPr i="1" dirty="0" err="1">
                <a:solidFill>
                  <a:srgbClr val="002850"/>
                </a:solidFill>
              </a:rPr>
              <a:t>llegada</a:t>
            </a:r>
            <a:endParaRPr i="1" dirty="0">
              <a:solidFill>
                <a:srgbClr val="002850"/>
              </a:solidFill>
            </a:endParaRP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 err="1">
                <a:solidFill>
                  <a:srgbClr val="002850"/>
                </a:solidFill>
              </a:rPr>
              <a:t>Cada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elemento</a:t>
            </a:r>
            <a:r>
              <a:rPr i="1" dirty="0">
                <a:solidFill>
                  <a:srgbClr val="002850"/>
                </a:solidFill>
              </a:rPr>
              <a:t>, </a:t>
            </a:r>
            <a:r>
              <a:rPr i="1" dirty="0" err="1">
                <a:solidFill>
                  <a:srgbClr val="002850"/>
                </a:solidFill>
              </a:rPr>
              <a:t>tendrá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asociado</a:t>
            </a:r>
            <a:r>
              <a:rPr i="1" dirty="0">
                <a:solidFill>
                  <a:srgbClr val="002850"/>
                </a:solidFill>
              </a:rPr>
              <a:t> una </a:t>
            </a:r>
            <a:r>
              <a:rPr i="1" dirty="0" err="1">
                <a:solidFill>
                  <a:srgbClr val="002850"/>
                </a:solidFill>
              </a:rPr>
              <a:t>cierta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prioridad</a:t>
            </a:r>
            <a:endParaRPr i="1" dirty="0">
              <a:solidFill>
                <a:srgbClr val="002850"/>
              </a:solidFill>
            </a:endParaRPr>
          </a:p>
          <a:p>
            <a:pPr marL="1085850" lvl="2" indent="-171450"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 err="1">
                <a:solidFill>
                  <a:srgbClr val="002850"/>
                </a:solidFill>
              </a:rPr>
              <a:t>Cada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elemento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será</a:t>
            </a:r>
            <a:r>
              <a:rPr i="1" dirty="0">
                <a:solidFill>
                  <a:srgbClr val="002850"/>
                </a:solidFill>
              </a:rPr>
              <a:t> “</a:t>
            </a:r>
            <a:r>
              <a:rPr i="1" dirty="0" err="1">
                <a:solidFill>
                  <a:srgbClr val="002850"/>
                </a:solidFill>
              </a:rPr>
              <a:t>procesado</a:t>
            </a:r>
            <a:r>
              <a:rPr i="1" dirty="0">
                <a:solidFill>
                  <a:srgbClr val="002850"/>
                </a:solidFill>
              </a:rPr>
              <a:t>”, </a:t>
            </a:r>
            <a:r>
              <a:rPr i="1" dirty="0" err="1">
                <a:solidFill>
                  <a:srgbClr val="002850"/>
                </a:solidFill>
              </a:rPr>
              <a:t>según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su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prioridad</a:t>
            </a:r>
            <a:endParaRPr i="1" dirty="0">
              <a:solidFill>
                <a:srgbClr val="00285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9224CE5-F80E-4DFF-8311-70F98AA1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TDA COLAS DE PRIORIDAD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1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1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1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1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1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" grpId="0" build="p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Shape 1130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 fontScale="92500" lnSpcReduction="10000"/>
          </a:bodyPr>
          <a:lstStyle/>
          <a:p>
            <a:pPr marL="255984" lvl="0" indent="-255984">
              <a:lnSpc>
                <a:spcPts val="26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Hay dos </a:t>
            </a:r>
            <a:r>
              <a:rPr sz="2400" dirty="0" err="1">
                <a:solidFill>
                  <a:srgbClr val="002850"/>
                </a:solidFill>
              </a:rPr>
              <a:t>tipos</a:t>
            </a:r>
            <a:r>
              <a:rPr sz="2400" dirty="0">
                <a:solidFill>
                  <a:srgbClr val="002850"/>
                </a:solidFill>
              </a:rPr>
              <a:t> de colas de </a:t>
            </a:r>
            <a:r>
              <a:rPr sz="2400" dirty="0" err="1">
                <a:solidFill>
                  <a:srgbClr val="002850"/>
                </a:solidFill>
              </a:rPr>
              <a:t>prioridad</a:t>
            </a:r>
            <a:endParaRPr sz="2400" dirty="0">
              <a:solidFill>
                <a:srgbClr val="002850"/>
              </a:solidFill>
            </a:endParaRPr>
          </a:p>
          <a:p>
            <a:pPr marL="660173" lvl="1" indent="-202973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De </a:t>
            </a:r>
            <a:r>
              <a:rPr sz="2000" dirty="0" err="1">
                <a:solidFill>
                  <a:srgbClr val="002850"/>
                </a:solidFill>
              </a:rPr>
              <a:t>Prioridad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Ascendente</a:t>
            </a:r>
            <a:endParaRPr sz="2000" dirty="0">
              <a:solidFill>
                <a:srgbClr val="002850"/>
              </a:solidFill>
            </a:endParaRPr>
          </a:p>
          <a:p>
            <a:pPr marL="1085850" lvl="2" indent="-171450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 err="1">
                <a:solidFill>
                  <a:srgbClr val="002850"/>
                </a:solidFill>
              </a:rPr>
              <a:t>En</a:t>
            </a:r>
            <a:r>
              <a:rPr lang="es-419" i="1" dirty="0">
                <a:solidFill>
                  <a:srgbClr val="002850"/>
                </a:solidFill>
              </a:rPr>
              <a:t>c</a:t>
            </a:r>
            <a:r>
              <a:rPr i="1" dirty="0" err="1">
                <a:solidFill>
                  <a:srgbClr val="002850"/>
                </a:solidFill>
              </a:rPr>
              <a:t>olar</a:t>
            </a:r>
            <a:r>
              <a:rPr i="1" dirty="0">
                <a:solidFill>
                  <a:srgbClr val="002850"/>
                </a:solidFill>
              </a:rPr>
              <a:t>: son </a:t>
            </a:r>
            <a:r>
              <a:rPr i="1" dirty="0" err="1">
                <a:solidFill>
                  <a:srgbClr val="002850"/>
                </a:solidFill>
              </a:rPr>
              <a:t>encolados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arbitrariamente</a:t>
            </a:r>
            <a:r>
              <a:rPr i="1" dirty="0">
                <a:solidFill>
                  <a:srgbClr val="002850"/>
                </a:solidFill>
              </a:rPr>
              <a:t>(</a:t>
            </a:r>
            <a:r>
              <a:rPr i="1" dirty="0" err="1">
                <a:solidFill>
                  <a:srgbClr val="002850"/>
                </a:solidFill>
              </a:rPr>
              <a:t>PQEnColar</a:t>
            </a:r>
            <a:r>
              <a:rPr i="1" dirty="0">
                <a:solidFill>
                  <a:srgbClr val="002850"/>
                </a:solidFill>
              </a:rPr>
              <a:t>)</a:t>
            </a:r>
          </a:p>
          <a:p>
            <a:pPr marL="1085850" lvl="2" indent="-171450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Des</a:t>
            </a:r>
            <a:r>
              <a:rPr lang="es-419" i="1" dirty="0">
                <a:solidFill>
                  <a:srgbClr val="002850"/>
                </a:solidFill>
              </a:rPr>
              <a:t>e</a:t>
            </a:r>
            <a:r>
              <a:rPr i="1" dirty="0">
                <a:solidFill>
                  <a:srgbClr val="002850"/>
                </a:solidFill>
              </a:rPr>
              <a:t>n</a:t>
            </a:r>
            <a:r>
              <a:rPr lang="es-419" i="1" dirty="0">
                <a:solidFill>
                  <a:srgbClr val="002850"/>
                </a:solidFill>
              </a:rPr>
              <a:t>c</a:t>
            </a:r>
            <a:r>
              <a:rPr i="1" dirty="0" err="1">
                <a:solidFill>
                  <a:srgbClr val="002850"/>
                </a:solidFill>
              </a:rPr>
              <a:t>olar</a:t>
            </a:r>
            <a:r>
              <a:rPr i="1" dirty="0">
                <a:solidFill>
                  <a:srgbClr val="002850"/>
                </a:solidFill>
              </a:rPr>
              <a:t>: se </a:t>
            </a:r>
            <a:r>
              <a:rPr i="1" dirty="0" err="1">
                <a:solidFill>
                  <a:srgbClr val="002850"/>
                </a:solidFill>
              </a:rPr>
              <a:t>remueve</a:t>
            </a:r>
            <a:r>
              <a:rPr i="1" dirty="0">
                <a:solidFill>
                  <a:srgbClr val="002850"/>
                </a:solidFill>
              </a:rPr>
              <a:t> el </a:t>
            </a:r>
            <a:r>
              <a:rPr i="1" dirty="0" err="1">
                <a:solidFill>
                  <a:srgbClr val="002850"/>
                </a:solidFill>
              </a:rPr>
              <a:t>elemento</a:t>
            </a:r>
            <a:r>
              <a:rPr i="1" dirty="0">
                <a:solidFill>
                  <a:srgbClr val="002850"/>
                </a:solidFill>
              </a:rPr>
              <a:t> mas </a:t>
            </a:r>
            <a:r>
              <a:rPr i="1" dirty="0" err="1">
                <a:solidFill>
                  <a:srgbClr val="002850"/>
                </a:solidFill>
              </a:rPr>
              <a:t>pequeño</a:t>
            </a:r>
            <a:r>
              <a:rPr i="1" dirty="0">
                <a:solidFill>
                  <a:srgbClr val="002850"/>
                </a:solidFill>
              </a:rPr>
              <a:t> de la cola(</a:t>
            </a:r>
            <a:r>
              <a:rPr i="1" dirty="0" err="1">
                <a:solidFill>
                  <a:srgbClr val="002850"/>
                </a:solidFill>
              </a:rPr>
              <a:t>PQMinDes</a:t>
            </a:r>
            <a:r>
              <a:rPr lang="es-EC" i="1" dirty="0">
                <a:solidFill>
                  <a:srgbClr val="002850"/>
                </a:solidFill>
              </a:rPr>
              <a:t>encolar</a:t>
            </a:r>
            <a:r>
              <a:rPr i="1" dirty="0">
                <a:solidFill>
                  <a:srgbClr val="002850"/>
                </a:solidFill>
              </a:rPr>
              <a:t>)</a:t>
            </a:r>
          </a:p>
          <a:p>
            <a:pPr marL="660173" lvl="1" indent="-202973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De </a:t>
            </a:r>
            <a:r>
              <a:rPr sz="2000" dirty="0" err="1">
                <a:solidFill>
                  <a:srgbClr val="002850"/>
                </a:solidFill>
              </a:rPr>
              <a:t>Prioridad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Descendente</a:t>
            </a:r>
            <a:endParaRPr sz="2000" dirty="0">
              <a:solidFill>
                <a:srgbClr val="002850"/>
              </a:solidFill>
            </a:endParaRPr>
          </a:p>
          <a:p>
            <a:pPr marL="1085850" lvl="2" indent="-171450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lang="es-EC" i="1" dirty="0">
                <a:solidFill>
                  <a:srgbClr val="002850"/>
                </a:solidFill>
              </a:rPr>
              <a:t>Encolar</a:t>
            </a:r>
            <a:r>
              <a:rPr i="1" dirty="0">
                <a:solidFill>
                  <a:srgbClr val="002850"/>
                </a:solidFill>
              </a:rPr>
              <a:t>: son </a:t>
            </a:r>
            <a:r>
              <a:rPr i="1" dirty="0" err="1">
                <a:solidFill>
                  <a:srgbClr val="002850"/>
                </a:solidFill>
              </a:rPr>
              <a:t>encolados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arbitrariamente</a:t>
            </a:r>
            <a:endParaRPr i="1" dirty="0">
              <a:solidFill>
                <a:srgbClr val="002850"/>
              </a:solidFill>
            </a:endParaRPr>
          </a:p>
          <a:p>
            <a:pPr marL="1085850" lvl="2" indent="-171450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>
                <a:solidFill>
                  <a:srgbClr val="002850"/>
                </a:solidFill>
              </a:rPr>
              <a:t>Des</a:t>
            </a:r>
            <a:r>
              <a:rPr lang="es-EC" i="1" dirty="0">
                <a:solidFill>
                  <a:srgbClr val="002850"/>
                </a:solidFill>
              </a:rPr>
              <a:t>encolar</a:t>
            </a:r>
            <a:r>
              <a:rPr i="1" dirty="0">
                <a:solidFill>
                  <a:srgbClr val="002850"/>
                </a:solidFill>
              </a:rPr>
              <a:t>: se </a:t>
            </a:r>
            <a:r>
              <a:rPr i="1" dirty="0" err="1">
                <a:solidFill>
                  <a:srgbClr val="002850"/>
                </a:solidFill>
              </a:rPr>
              <a:t>remueve</a:t>
            </a:r>
            <a:r>
              <a:rPr i="1" dirty="0">
                <a:solidFill>
                  <a:srgbClr val="002850"/>
                </a:solidFill>
              </a:rPr>
              <a:t> el </a:t>
            </a:r>
            <a:r>
              <a:rPr i="1" dirty="0" err="1">
                <a:solidFill>
                  <a:srgbClr val="002850"/>
                </a:solidFill>
              </a:rPr>
              <a:t>elemento</a:t>
            </a:r>
            <a:r>
              <a:rPr i="1" dirty="0">
                <a:solidFill>
                  <a:srgbClr val="002850"/>
                </a:solidFill>
              </a:rPr>
              <a:t> mas </a:t>
            </a:r>
            <a:r>
              <a:rPr i="1" dirty="0" err="1">
                <a:solidFill>
                  <a:srgbClr val="002850"/>
                </a:solidFill>
              </a:rPr>
              <a:t>grande</a:t>
            </a:r>
            <a:r>
              <a:rPr i="1" dirty="0">
                <a:solidFill>
                  <a:srgbClr val="002850"/>
                </a:solidFill>
              </a:rPr>
              <a:t> de la cola(</a:t>
            </a:r>
            <a:r>
              <a:rPr i="1" dirty="0" err="1">
                <a:solidFill>
                  <a:srgbClr val="002850"/>
                </a:solidFill>
              </a:rPr>
              <a:t>PQMaxDes</a:t>
            </a:r>
            <a:r>
              <a:rPr lang="es-EC" i="1" dirty="0">
                <a:solidFill>
                  <a:srgbClr val="002850"/>
                </a:solidFill>
              </a:rPr>
              <a:t>encolar</a:t>
            </a:r>
            <a:r>
              <a:rPr i="1" dirty="0">
                <a:solidFill>
                  <a:srgbClr val="002850"/>
                </a:solidFill>
              </a:rPr>
              <a:t>)</a:t>
            </a:r>
          </a:p>
          <a:p>
            <a:pPr marL="255984" lvl="0" indent="-255984">
              <a:lnSpc>
                <a:spcPct val="11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Las colas de </a:t>
            </a:r>
            <a:r>
              <a:rPr sz="2400" dirty="0" err="1">
                <a:solidFill>
                  <a:srgbClr val="002850"/>
                </a:solidFill>
              </a:rPr>
              <a:t>prioridad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pueden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contener</a:t>
            </a:r>
            <a:endParaRPr sz="2400" dirty="0">
              <a:solidFill>
                <a:srgbClr val="002850"/>
              </a:solidFill>
            </a:endParaRPr>
          </a:p>
          <a:p>
            <a:pPr marL="660173" lvl="1" indent="-202973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Enteros</a:t>
            </a:r>
            <a:r>
              <a:rPr sz="2000" dirty="0">
                <a:solidFill>
                  <a:srgbClr val="002850"/>
                </a:solidFill>
              </a:rPr>
              <a:t>, </a:t>
            </a:r>
            <a:r>
              <a:rPr sz="2000" dirty="0" err="1">
                <a:solidFill>
                  <a:srgbClr val="002850"/>
                </a:solidFill>
              </a:rPr>
              <a:t>Reales</a:t>
            </a:r>
            <a:endParaRPr sz="2000" dirty="0">
              <a:solidFill>
                <a:srgbClr val="002850"/>
              </a:solidFill>
            </a:endParaRPr>
          </a:p>
          <a:p>
            <a:pPr marL="660173" lvl="1" indent="-202973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Estructuras</a:t>
            </a:r>
            <a:r>
              <a:rPr sz="2000" dirty="0">
                <a:solidFill>
                  <a:srgbClr val="002850"/>
                </a:solidFill>
              </a:rPr>
              <a:t>, </a:t>
            </a:r>
          </a:p>
          <a:p>
            <a:pPr marL="1085850" lvl="2" indent="-171450">
              <a:lnSpc>
                <a:spcPct val="11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i="1" dirty="0" err="1">
                <a:solidFill>
                  <a:srgbClr val="002850"/>
                </a:solidFill>
              </a:rPr>
              <a:t>Estarían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ordenadas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en</a:t>
            </a:r>
            <a:r>
              <a:rPr i="1" dirty="0">
                <a:solidFill>
                  <a:srgbClr val="002850"/>
                </a:solidFill>
              </a:rPr>
              <a:t> base a uno o mas </a:t>
            </a:r>
            <a:r>
              <a:rPr i="1" dirty="0" err="1">
                <a:solidFill>
                  <a:srgbClr val="002850"/>
                </a:solidFill>
              </a:rPr>
              <a:t>campos</a:t>
            </a:r>
            <a:endParaRPr i="1" dirty="0">
              <a:solidFill>
                <a:srgbClr val="00285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70322A1-064E-4A67-BC6C-E283A1130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COLAS DE PRIORIDAD</a:t>
            </a:r>
            <a:endParaRPr lang="es-EC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1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1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" grpId="0" build="p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Shape 1133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13320" lvl="0" indent="-213320">
              <a:lnSpc>
                <a:spcPts val="23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Al </a:t>
            </a:r>
            <a:r>
              <a:rPr sz="2000" b="1" dirty="0" err="1">
                <a:solidFill>
                  <a:srgbClr val="002850"/>
                </a:solidFill>
              </a:rPr>
              <a:t>encolar</a:t>
            </a:r>
            <a:r>
              <a:rPr sz="2000" dirty="0">
                <a:solidFill>
                  <a:srgbClr val="002850"/>
                </a:solidFill>
              </a:rPr>
              <a:t> un </a:t>
            </a:r>
            <a:r>
              <a:rPr sz="2000" dirty="0" err="1">
                <a:solidFill>
                  <a:srgbClr val="002850"/>
                </a:solidFill>
              </a:rPr>
              <a:t>elemento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en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este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tipo</a:t>
            </a:r>
            <a:r>
              <a:rPr sz="2000" dirty="0">
                <a:solidFill>
                  <a:srgbClr val="002850"/>
                </a:solidFill>
              </a:rPr>
              <a:t> de cola</a:t>
            </a:r>
          </a:p>
          <a:p>
            <a:pPr marL="639875" lvl="1" indent="-182675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Se </a:t>
            </a:r>
            <a:r>
              <a:rPr dirty="0" err="1">
                <a:solidFill>
                  <a:srgbClr val="002850"/>
                </a:solidFill>
              </a:rPr>
              <a:t>encola</a:t>
            </a:r>
            <a:r>
              <a:rPr dirty="0">
                <a:solidFill>
                  <a:srgbClr val="002850"/>
                </a:solidFill>
              </a:rPr>
              <a:t> al final de los </a:t>
            </a:r>
            <a:r>
              <a:rPr dirty="0" err="1">
                <a:solidFill>
                  <a:srgbClr val="002850"/>
                </a:solidFill>
              </a:rPr>
              <a:t>elementos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i="1" dirty="0">
                <a:solidFill>
                  <a:srgbClr val="002850"/>
                </a:solidFill>
              </a:rPr>
              <a:t>con la </a:t>
            </a:r>
            <a:r>
              <a:rPr i="1" dirty="0" err="1">
                <a:solidFill>
                  <a:srgbClr val="002850"/>
                </a:solidFill>
              </a:rPr>
              <a:t>misma</a:t>
            </a:r>
            <a:r>
              <a:rPr i="1" dirty="0">
                <a:solidFill>
                  <a:srgbClr val="002850"/>
                </a:solidFill>
              </a:rPr>
              <a:t> </a:t>
            </a:r>
            <a:r>
              <a:rPr i="1" dirty="0" err="1">
                <a:solidFill>
                  <a:srgbClr val="002850"/>
                </a:solidFill>
              </a:rPr>
              <a:t>prioridad</a:t>
            </a:r>
            <a:endParaRPr i="1" dirty="0">
              <a:solidFill>
                <a:srgbClr val="002850"/>
              </a:solidFill>
            </a:endParaRPr>
          </a:p>
          <a:p>
            <a:pPr marL="213320" lvl="0" indent="-213320">
              <a:lnSpc>
                <a:spcPct val="1200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El </a:t>
            </a:r>
            <a:r>
              <a:rPr sz="2000" b="1" dirty="0" err="1">
                <a:solidFill>
                  <a:srgbClr val="002850"/>
                </a:solidFill>
              </a:rPr>
              <a:t>desencolar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elementos</a:t>
            </a:r>
            <a:r>
              <a:rPr sz="2000" dirty="0">
                <a:solidFill>
                  <a:srgbClr val="002850"/>
                </a:solidFill>
              </a:rPr>
              <a:t> de una cola</a:t>
            </a:r>
          </a:p>
          <a:p>
            <a:pPr marL="639875" lvl="1" indent="-182675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Quiere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decir</a:t>
            </a:r>
            <a:r>
              <a:rPr dirty="0">
                <a:solidFill>
                  <a:srgbClr val="002850"/>
                </a:solidFill>
              </a:rPr>
              <a:t>, que ese </a:t>
            </a:r>
            <a:r>
              <a:rPr dirty="0" err="1">
                <a:solidFill>
                  <a:srgbClr val="002850"/>
                </a:solidFill>
              </a:rPr>
              <a:t>elemento</a:t>
            </a:r>
            <a:r>
              <a:rPr dirty="0">
                <a:solidFill>
                  <a:srgbClr val="002850"/>
                </a:solidFill>
              </a:rPr>
              <a:t> es </a:t>
            </a:r>
            <a:r>
              <a:rPr dirty="0" err="1">
                <a:solidFill>
                  <a:srgbClr val="002850"/>
                </a:solidFill>
              </a:rPr>
              <a:t>escogido</a:t>
            </a:r>
            <a:r>
              <a:rPr dirty="0">
                <a:solidFill>
                  <a:srgbClr val="002850"/>
                </a:solidFill>
              </a:rPr>
              <a:t> para ser “</a:t>
            </a:r>
            <a:r>
              <a:rPr dirty="0" err="1">
                <a:solidFill>
                  <a:srgbClr val="002850"/>
                </a:solidFill>
              </a:rPr>
              <a:t>atendido</a:t>
            </a:r>
            <a:r>
              <a:rPr dirty="0">
                <a:solidFill>
                  <a:srgbClr val="002850"/>
                </a:solidFill>
              </a:rPr>
              <a:t>”</a:t>
            </a:r>
          </a:p>
          <a:p>
            <a:pPr marL="639875" lvl="1" indent="-182675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Se </a:t>
            </a:r>
            <a:r>
              <a:rPr dirty="0" err="1">
                <a:solidFill>
                  <a:srgbClr val="002850"/>
                </a:solidFill>
              </a:rPr>
              <a:t>elige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b="1" dirty="0">
                <a:solidFill>
                  <a:srgbClr val="002850"/>
                </a:solidFill>
              </a:rPr>
              <a:t>el primer </a:t>
            </a:r>
            <a:r>
              <a:rPr b="1" dirty="0" err="1">
                <a:solidFill>
                  <a:srgbClr val="002850"/>
                </a:solidFill>
              </a:rPr>
              <a:t>elemento</a:t>
            </a:r>
            <a:r>
              <a:rPr dirty="0">
                <a:solidFill>
                  <a:srgbClr val="002850"/>
                </a:solidFill>
              </a:rPr>
              <a:t> con la </a:t>
            </a:r>
            <a:r>
              <a:rPr b="1" dirty="0">
                <a:solidFill>
                  <a:srgbClr val="002850"/>
                </a:solidFill>
              </a:rPr>
              <a:t>mayor/</a:t>
            </a:r>
            <a:r>
              <a:rPr b="1" dirty="0" err="1">
                <a:solidFill>
                  <a:srgbClr val="002850"/>
                </a:solidFill>
              </a:rPr>
              <a:t>menor</a:t>
            </a:r>
            <a:r>
              <a:rPr b="1" dirty="0">
                <a:solidFill>
                  <a:srgbClr val="002850"/>
                </a:solidFill>
              </a:rPr>
              <a:t> </a:t>
            </a:r>
            <a:r>
              <a:rPr b="1" dirty="0" err="1">
                <a:solidFill>
                  <a:srgbClr val="002850"/>
                </a:solidFill>
              </a:rPr>
              <a:t>prioridad</a:t>
            </a:r>
            <a:endParaRPr b="1" dirty="0">
              <a:solidFill>
                <a:srgbClr val="002850"/>
              </a:solidFill>
            </a:endParaRPr>
          </a:p>
          <a:p>
            <a:pPr marL="639875" lvl="1" indent="-182675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En</a:t>
            </a:r>
            <a:r>
              <a:rPr dirty="0">
                <a:solidFill>
                  <a:srgbClr val="002850"/>
                </a:solidFill>
              </a:rPr>
              <a:t> las de </a:t>
            </a:r>
            <a:r>
              <a:rPr dirty="0" err="1">
                <a:solidFill>
                  <a:srgbClr val="002850"/>
                </a:solidFill>
              </a:rPr>
              <a:t>prioridad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ascendente</a:t>
            </a:r>
            <a:r>
              <a:rPr dirty="0">
                <a:solidFill>
                  <a:srgbClr val="002850"/>
                </a:solidFill>
              </a:rPr>
              <a:t>, por </a:t>
            </a:r>
            <a:r>
              <a:rPr dirty="0" err="1">
                <a:solidFill>
                  <a:srgbClr val="002850"/>
                </a:solidFill>
              </a:rPr>
              <a:t>ejemplo</a:t>
            </a:r>
            <a:endParaRPr dirty="0">
              <a:solidFill>
                <a:srgbClr val="002850"/>
              </a:solidFill>
            </a:endParaRPr>
          </a:p>
          <a:p>
            <a:pPr marL="1066800" lvl="2" indent="-152400">
              <a:lnSpc>
                <a:spcPct val="12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i="1" dirty="0">
                <a:solidFill>
                  <a:srgbClr val="002850"/>
                </a:solidFill>
              </a:rPr>
              <a:t>Se </a:t>
            </a:r>
            <a:r>
              <a:rPr sz="1600" i="1" dirty="0" err="1">
                <a:solidFill>
                  <a:srgbClr val="002850"/>
                </a:solidFill>
              </a:rPr>
              <a:t>busca</a:t>
            </a:r>
            <a:r>
              <a:rPr sz="1600" i="1" dirty="0">
                <a:solidFill>
                  <a:srgbClr val="002850"/>
                </a:solidFill>
              </a:rPr>
              <a:t> </a:t>
            </a:r>
            <a:r>
              <a:rPr sz="1600" i="1" dirty="0" err="1">
                <a:solidFill>
                  <a:srgbClr val="002850"/>
                </a:solidFill>
              </a:rPr>
              <a:t>atender</a:t>
            </a:r>
            <a:r>
              <a:rPr sz="1600" i="1" dirty="0">
                <a:solidFill>
                  <a:srgbClr val="002850"/>
                </a:solidFill>
              </a:rPr>
              <a:t> primero al de </a:t>
            </a:r>
            <a:r>
              <a:rPr sz="1600" i="1" dirty="0" err="1">
                <a:solidFill>
                  <a:srgbClr val="002850"/>
                </a:solidFill>
              </a:rPr>
              <a:t>menor</a:t>
            </a:r>
            <a:r>
              <a:rPr sz="1600" i="1" dirty="0">
                <a:solidFill>
                  <a:srgbClr val="002850"/>
                </a:solidFill>
              </a:rPr>
              <a:t> valor </a:t>
            </a:r>
            <a:r>
              <a:rPr sz="1600" i="1" dirty="0" err="1">
                <a:solidFill>
                  <a:srgbClr val="002850"/>
                </a:solidFill>
              </a:rPr>
              <a:t>en</a:t>
            </a:r>
            <a:r>
              <a:rPr sz="1600" i="1" dirty="0">
                <a:solidFill>
                  <a:srgbClr val="002850"/>
                </a:solidFill>
              </a:rPr>
              <a:t> </a:t>
            </a:r>
            <a:r>
              <a:rPr sz="1600" i="1" dirty="0" err="1">
                <a:solidFill>
                  <a:srgbClr val="002850"/>
                </a:solidFill>
              </a:rPr>
              <a:t>toda</a:t>
            </a:r>
            <a:r>
              <a:rPr sz="1600" i="1" dirty="0">
                <a:solidFill>
                  <a:srgbClr val="002850"/>
                </a:solidFill>
              </a:rPr>
              <a:t> la cola: BUSCAR</a:t>
            </a:r>
          </a:p>
          <a:p>
            <a:pPr marL="1066800" lvl="2" indent="-152400">
              <a:lnSpc>
                <a:spcPct val="120000"/>
              </a:lnSpc>
              <a:spcBef>
                <a:spcPts val="4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1600" i="1" dirty="0">
                <a:solidFill>
                  <a:srgbClr val="002850"/>
                </a:solidFill>
              </a:rPr>
              <a:t>Y </a:t>
            </a:r>
            <a:r>
              <a:rPr sz="1600" i="1" dirty="0" err="1">
                <a:solidFill>
                  <a:srgbClr val="002850"/>
                </a:solidFill>
              </a:rPr>
              <a:t>luego</a:t>
            </a:r>
            <a:r>
              <a:rPr sz="1600" i="1" dirty="0">
                <a:solidFill>
                  <a:srgbClr val="002850"/>
                </a:solidFill>
              </a:rPr>
              <a:t> </a:t>
            </a:r>
            <a:r>
              <a:rPr sz="1600" i="1" dirty="0" err="1">
                <a:solidFill>
                  <a:srgbClr val="002850"/>
                </a:solidFill>
              </a:rPr>
              <a:t>sacarlo</a:t>
            </a:r>
            <a:endParaRPr sz="1600" i="1" dirty="0">
              <a:solidFill>
                <a:srgbClr val="002850"/>
              </a:solidFill>
            </a:endParaRPr>
          </a:p>
          <a:p>
            <a:pPr marL="213320" lvl="0" indent="-213320">
              <a:lnSpc>
                <a:spcPct val="1200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Es </a:t>
            </a:r>
            <a:r>
              <a:rPr sz="2000" dirty="0" err="1">
                <a:solidFill>
                  <a:srgbClr val="002850"/>
                </a:solidFill>
              </a:rPr>
              <a:t>decir</a:t>
            </a:r>
            <a:r>
              <a:rPr sz="2000" dirty="0">
                <a:solidFill>
                  <a:srgbClr val="002850"/>
                </a:solidFill>
              </a:rPr>
              <a:t>, </a:t>
            </a:r>
            <a:r>
              <a:rPr sz="2000" dirty="0" err="1">
                <a:solidFill>
                  <a:srgbClr val="002850"/>
                </a:solidFill>
              </a:rPr>
              <a:t>existe</a:t>
            </a:r>
            <a:r>
              <a:rPr sz="2000" dirty="0">
                <a:solidFill>
                  <a:srgbClr val="002850"/>
                </a:solidFill>
              </a:rPr>
              <a:t> un conjunto de </a:t>
            </a:r>
            <a:r>
              <a:rPr sz="2000" dirty="0" err="1">
                <a:solidFill>
                  <a:srgbClr val="002850"/>
                </a:solidFill>
              </a:rPr>
              <a:t>prioridades</a:t>
            </a:r>
            <a:endParaRPr sz="2000" dirty="0">
              <a:solidFill>
                <a:srgbClr val="002850"/>
              </a:solidFill>
            </a:endParaRPr>
          </a:p>
          <a:p>
            <a:pPr marL="639875" lvl="1" indent="-182675">
              <a:lnSpc>
                <a:spcPct val="12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Cada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prioridad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tendrá</a:t>
            </a:r>
            <a:r>
              <a:rPr dirty="0">
                <a:solidFill>
                  <a:srgbClr val="002850"/>
                </a:solidFill>
              </a:rPr>
              <a:t> un conjunto de </a:t>
            </a:r>
            <a:r>
              <a:rPr dirty="0" err="1">
                <a:solidFill>
                  <a:srgbClr val="002850"/>
                </a:solidFill>
              </a:rPr>
              <a:t>elementos</a:t>
            </a:r>
            <a:r>
              <a:rPr dirty="0">
                <a:solidFill>
                  <a:srgbClr val="002850"/>
                </a:solidFill>
              </a:rPr>
              <a:t> que se </a:t>
            </a:r>
            <a:r>
              <a:rPr dirty="0" err="1">
                <a:solidFill>
                  <a:srgbClr val="002850"/>
                </a:solidFill>
              </a:rPr>
              <a:t>comportara</a:t>
            </a:r>
            <a:r>
              <a:rPr dirty="0">
                <a:solidFill>
                  <a:srgbClr val="002850"/>
                </a:solidFill>
              </a:rPr>
              <a:t> </a:t>
            </a:r>
            <a:r>
              <a:rPr dirty="0" err="1">
                <a:solidFill>
                  <a:srgbClr val="002850"/>
                </a:solidFill>
              </a:rPr>
              <a:t>como</a:t>
            </a:r>
            <a:r>
              <a:rPr dirty="0">
                <a:solidFill>
                  <a:srgbClr val="002850"/>
                </a:solidFill>
              </a:rPr>
              <a:t> una cola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51E53F0-ED8F-4A97-B6F9-0FAC3041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DESENCOLAR EN COLAS DE PRIORIDAD</a:t>
            </a:r>
            <a:endParaRPr lang="es-EC" dirty="0"/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1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1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1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3" grpId="0" build="p" animBg="1" advAuto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Shape 1136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55984" lvl="0" indent="-255984">
              <a:lnSpc>
                <a:spcPts val="26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Usando un arreglo Circular</a:t>
            </a:r>
          </a:p>
          <a:p>
            <a:pPr marL="255984" lvl="0" indent="-255984">
              <a:lnSpc>
                <a:spcPct val="11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Insertar los elementos ordenadamente a la cola</a:t>
            </a:r>
          </a:p>
          <a:p>
            <a:pPr marL="255984" lvl="0" indent="-255984">
              <a:lnSpc>
                <a:spcPct val="11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Se usa un arreglo circular</a:t>
            </a:r>
          </a:p>
          <a:p>
            <a:pPr marL="255984" lvl="0" indent="-255984">
              <a:lnSpc>
                <a:spcPct val="11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La inserción contempla</a:t>
            </a:r>
          </a:p>
          <a:p>
            <a:pPr marL="660173" lvl="1" indent="-202973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Buscar la posición correcta para el elemento</a:t>
            </a:r>
          </a:p>
          <a:p>
            <a:pPr marL="660173" lvl="1" indent="-202973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Cambiar la posición de los anteriores o posteriores</a:t>
            </a:r>
          </a:p>
          <a:p>
            <a:pPr marL="255984" lvl="0" indent="-255984">
              <a:lnSpc>
                <a:spcPct val="110000"/>
              </a:lnSpc>
              <a:spcBef>
                <a:spcPts val="6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>
                <a:solidFill>
                  <a:srgbClr val="002850"/>
                </a:solidFill>
              </a:rPr>
              <a:t>Al remover, no hay que buscar</a:t>
            </a:r>
          </a:p>
          <a:p>
            <a:pPr marL="660173" lvl="1" indent="-202973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Se elimina el primero o el ultimo de la cola</a:t>
            </a:r>
          </a:p>
          <a:p>
            <a:pPr marL="660173" lvl="1" indent="-202973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Dependiendo el orden del arreglo y </a:t>
            </a:r>
          </a:p>
          <a:p>
            <a:pPr marL="660173" lvl="1" indent="-202973">
              <a:lnSpc>
                <a:spcPct val="110000"/>
              </a:lnSpc>
              <a:spcBef>
                <a:spcPts val="5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2850"/>
                </a:solidFill>
              </a:rPr>
              <a:t>El tipo de cola de prioridad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766B099-9C88-494B-A4CC-29433E87D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IMPLEMENTACION ESTATICA</a:t>
            </a:r>
          </a:p>
        </p:txBody>
      </p:sp>
    </p:spTree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1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1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1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" grpId="0" build="p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Shape 1139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lnSpc>
                <a:spcPct val="93000"/>
              </a:lnSpc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3200" dirty="0">
                <a:solidFill>
                  <a:srgbClr val="002850"/>
                </a:solidFill>
              </a:rPr>
              <a:t>Las colas de </a:t>
            </a:r>
            <a:r>
              <a:rPr sz="3200" dirty="0" err="1">
                <a:solidFill>
                  <a:srgbClr val="002850"/>
                </a:solidFill>
              </a:rPr>
              <a:t>prioridad</a:t>
            </a:r>
            <a:endParaRPr sz="3200" dirty="0">
              <a:solidFill>
                <a:srgbClr val="002850"/>
              </a:solidFill>
            </a:endParaRPr>
          </a:p>
          <a:p>
            <a:pPr marL="741362" lvl="1" indent="-284162"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Son un conjunto de colas</a:t>
            </a:r>
          </a:p>
          <a:p>
            <a:pPr lvl="0"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3200" dirty="0" err="1">
                <a:solidFill>
                  <a:srgbClr val="002850"/>
                </a:solidFill>
              </a:rPr>
              <a:t>Podríamos</a:t>
            </a:r>
            <a:r>
              <a:rPr sz="3200" dirty="0">
                <a:solidFill>
                  <a:srgbClr val="002850"/>
                </a:solidFill>
              </a:rPr>
              <a:t> </a:t>
            </a:r>
            <a:r>
              <a:rPr sz="3200" dirty="0" err="1">
                <a:solidFill>
                  <a:srgbClr val="002850"/>
                </a:solidFill>
              </a:rPr>
              <a:t>crear</a:t>
            </a:r>
            <a:r>
              <a:rPr sz="3200" dirty="0">
                <a:solidFill>
                  <a:srgbClr val="002850"/>
                </a:solidFill>
              </a:rPr>
              <a:t> un </a:t>
            </a:r>
            <a:r>
              <a:rPr sz="3200" dirty="0" err="1">
                <a:solidFill>
                  <a:srgbClr val="002850"/>
                </a:solidFill>
              </a:rPr>
              <a:t>tipo</a:t>
            </a:r>
            <a:r>
              <a:rPr sz="3200" dirty="0">
                <a:solidFill>
                  <a:srgbClr val="002850"/>
                </a:solidFill>
              </a:rPr>
              <a:t> </a:t>
            </a:r>
            <a:r>
              <a:rPr sz="3200" dirty="0" err="1">
                <a:solidFill>
                  <a:srgbClr val="002850"/>
                </a:solidFill>
              </a:rPr>
              <a:t>ColaPrioridad</a:t>
            </a:r>
            <a:endParaRPr sz="3200" dirty="0">
              <a:solidFill>
                <a:srgbClr val="002850"/>
              </a:solidFill>
            </a:endParaRPr>
          </a:p>
          <a:p>
            <a:pPr marL="741362" lvl="1" indent="-284162"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Que </a:t>
            </a:r>
            <a:r>
              <a:rPr sz="2800" dirty="0" err="1">
                <a:solidFill>
                  <a:srgbClr val="002850"/>
                </a:solidFill>
              </a:rPr>
              <a:t>comprenda</a:t>
            </a:r>
            <a:r>
              <a:rPr sz="2800" dirty="0">
                <a:solidFill>
                  <a:srgbClr val="002850"/>
                </a:solidFill>
              </a:rPr>
              <a:t> tanto el </a:t>
            </a:r>
            <a:r>
              <a:rPr sz="2800" dirty="0" err="1">
                <a:solidFill>
                  <a:srgbClr val="002850"/>
                </a:solidFill>
              </a:rPr>
              <a:t>numero</a:t>
            </a:r>
            <a:r>
              <a:rPr sz="2800" dirty="0">
                <a:solidFill>
                  <a:srgbClr val="002850"/>
                </a:solidFill>
              </a:rPr>
              <a:t> de la </a:t>
            </a:r>
            <a:r>
              <a:rPr sz="2800" dirty="0" err="1">
                <a:solidFill>
                  <a:srgbClr val="002850"/>
                </a:solidFill>
              </a:rPr>
              <a:t>prioridad</a:t>
            </a:r>
            <a:endParaRPr sz="2800" dirty="0">
              <a:solidFill>
                <a:srgbClr val="002850"/>
              </a:solidFill>
            </a:endParaRPr>
          </a:p>
          <a:p>
            <a:pPr marL="741362" lvl="1" indent="-284162"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Como el resto de </a:t>
            </a:r>
            <a:r>
              <a:rPr sz="2800" dirty="0" err="1">
                <a:solidFill>
                  <a:srgbClr val="002850"/>
                </a:solidFill>
              </a:rPr>
              <a:t>características</a:t>
            </a:r>
            <a:r>
              <a:rPr sz="2800" dirty="0">
                <a:solidFill>
                  <a:srgbClr val="002850"/>
                </a:solidFill>
              </a:rPr>
              <a:t> de una </a:t>
            </a:r>
            <a:r>
              <a:rPr sz="2800" dirty="0" err="1">
                <a:solidFill>
                  <a:srgbClr val="002850"/>
                </a:solidFill>
              </a:rPr>
              <a:t>prioridad</a:t>
            </a:r>
            <a:endParaRPr sz="2800" dirty="0">
              <a:solidFill>
                <a:srgbClr val="002850"/>
              </a:solidFill>
            </a:endParaRPr>
          </a:p>
          <a:p>
            <a:pPr marL="741362" lvl="1" indent="-284162"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Y la Cola</a:t>
            </a:r>
          </a:p>
          <a:p>
            <a:pPr lvl="0"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3200" dirty="0" err="1">
                <a:solidFill>
                  <a:srgbClr val="002850"/>
                </a:solidFill>
              </a:rPr>
              <a:t>Luego</a:t>
            </a:r>
            <a:r>
              <a:rPr sz="3200" dirty="0">
                <a:solidFill>
                  <a:srgbClr val="002850"/>
                </a:solidFill>
              </a:rPr>
              <a:t> </a:t>
            </a:r>
            <a:r>
              <a:rPr sz="3200" dirty="0" err="1">
                <a:solidFill>
                  <a:srgbClr val="002850"/>
                </a:solidFill>
              </a:rPr>
              <a:t>tendremos</a:t>
            </a:r>
            <a:r>
              <a:rPr sz="3200" dirty="0">
                <a:solidFill>
                  <a:srgbClr val="002850"/>
                </a:solidFill>
              </a:rPr>
              <a:t> un</a:t>
            </a:r>
          </a:p>
          <a:p>
            <a:pPr marL="741362" lvl="1" indent="-284162">
              <a:spcBef>
                <a:spcPts val="7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 dirty="0" err="1">
                <a:solidFill>
                  <a:srgbClr val="002850"/>
                </a:solidFill>
              </a:rPr>
              <a:t>Arreglo</a:t>
            </a:r>
            <a:r>
              <a:rPr sz="2800" dirty="0">
                <a:solidFill>
                  <a:srgbClr val="002850"/>
                </a:solidFill>
              </a:rPr>
              <a:t> de </a:t>
            </a:r>
            <a:r>
              <a:rPr sz="2800" dirty="0" err="1">
                <a:solidFill>
                  <a:srgbClr val="002850"/>
                </a:solidFill>
              </a:rPr>
              <a:t>Prioridades</a:t>
            </a:r>
            <a:endParaRPr sz="2800" dirty="0">
              <a:solidFill>
                <a:srgbClr val="002850"/>
              </a:solidFill>
            </a:endParaRPr>
          </a:p>
        </p:txBody>
      </p:sp>
      <p:grpSp>
        <p:nvGrpSpPr>
          <p:cNvPr id="1142" name="Group 1142"/>
          <p:cNvGrpSpPr/>
          <p:nvPr/>
        </p:nvGrpSpPr>
        <p:grpSpPr>
          <a:xfrm>
            <a:off x="5003800" y="1557337"/>
            <a:ext cx="3227388" cy="1320893"/>
            <a:chOff x="0" y="0"/>
            <a:chExt cx="3227387" cy="1320891"/>
          </a:xfrm>
        </p:grpSpPr>
        <p:sp>
          <p:nvSpPr>
            <p:cNvPr id="1140" name="Shape 1140"/>
            <p:cNvSpPr/>
            <p:nvPr/>
          </p:nvSpPr>
          <p:spPr>
            <a:xfrm>
              <a:off x="0" y="0"/>
              <a:ext cx="3227388" cy="1273175"/>
            </a:xfrm>
            <a:prstGeom prst="roundRect">
              <a:avLst>
                <a:gd name="adj" fmla="val 120"/>
              </a:avLst>
            </a:prstGeom>
            <a:solidFill>
              <a:srgbClr val="FFFFFF"/>
            </a:solidFill>
            <a:ln w="9360" cap="flat">
              <a:solidFill>
                <a:srgbClr val="FF66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141" name="Shape 1141"/>
            <p:cNvSpPr/>
            <p:nvPr/>
          </p:nvSpPr>
          <p:spPr>
            <a:xfrm>
              <a:off x="471" y="471"/>
              <a:ext cx="3193058" cy="13204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/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public class ColaPrioridad{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    int numero;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    //todo lo que defina a una prioridad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    Cola cola;</a:t>
              </a:r>
            </a:p>
            <a:p>
              <a:pPr lvl="0">
                <a:lnSpc>
                  <a:spcPct val="70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 sz="1400">
                  <a:latin typeface="Tahoma"/>
                  <a:ea typeface="Tahoma"/>
                  <a:cs typeface="Tahoma"/>
                  <a:sym typeface="Tahoma"/>
                </a:rPr>
                <a:t>}</a:t>
              </a:r>
            </a:p>
          </p:txBody>
        </p:sp>
      </p:grpSp>
      <p:grpSp>
        <p:nvGrpSpPr>
          <p:cNvPr id="1145" name="Group 1145"/>
          <p:cNvGrpSpPr/>
          <p:nvPr/>
        </p:nvGrpSpPr>
        <p:grpSpPr>
          <a:xfrm>
            <a:off x="4822825" y="4652962"/>
            <a:ext cx="2486025" cy="373463"/>
            <a:chOff x="0" y="0"/>
            <a:chExt cx="2486025" cy="373462"/>
          </a:xfrm>
        </p:grpSpPr>
        <p:sp>
          <p:nvSpPr>
            <p:cNvPr id="1143" name="Shape 1143"/>
            <p:cNvSpPr/>
            <p:nvPr/>
          </p:nvSpPr>
          <p:spPr>
            <a:xfrm>
              <a:off x="0" y="0"/>
              <a:ext cx="2486025" cy="293688"/>
            </a:xfrm>
            <a:prstGeom prst="roundRect">
              <a:avLst>
                <a:gd name="adj" fmla="val 542"/>
              </a:avLst>
            </a:prstGeom>
            <a:solidFill>
              <a:srgbClr val="FFFFFF"/>
            </a:solidFill>
            <a:ln w="9360" cap="flat">
              <a:solidFill>
                <a:srgbClr val="FF66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144" name="Shape 1144"/>
            <p:cNvSpPr/>
            <p:nvPr/>
          </p:nvSpPr>
          <p:spPr>
            <a:xfrm>
              <a:off x="462" y="462"/>
              <a:ext cx="2240719" cy="373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70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/>
              <a:r>
                <a:t>ColaPrioridad cp[10];</a:t>
              </a:r>
            </a:p>
          </p:txBody>
        </p:sp>
      </p:grpSp>
      <p:grpSp>
        <p:nvGrpSpPr>
          <p:cNvPr id="1148" name="Group 1148"/>
          <p:cNvGrpSpPr/>
          <p:nvPr/>
        </p:nvGrpSpPr>
        <p:grpSpPr>
          <a:xfrm>
            <a:off x="4500562" y="5151437"/>
            <a:ext cx="4429126" cy="1044047"/>
            <a:chOff x="0" y="0"/>
            <a:chExt cx="4429125" cy="1044045"/>
          </a:xfrm>
        </p:grpSpPr>
        <p:sp>
          <p:nvSpPr>
            <p:cNvPr id="1146" name="Shape 1146"/>
            <p:cNvSpPr/>
            <p:nvPr/>
          </p:nvSpPr>
          <p:spPr>
            <a:xfrm>
              <a:off x="0" y="0"/>
              <a:ext cx="4429125" cy="954088"/>
            </a:xfrm>
            <a:prstGeom prst="roundRect">
              <a:avLst>
                <a:gd name="adj" fmla="val 167"/>
              </a:avLst>
            </a:prstGeom>
            <a:solidFill>
              <a:srgbClr val="FFFFFF"/>
            </a:solidFill>
            <a:ln w="9360" cap="flat">
              <a:solidFill>
                <a:srgbClr val="FF66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147" name="Shape 1147"/>
            <p:cNvSpPr/>
            <p:nvPr/>
          </p:nvSpPr>
          <p:spPr>
            <a:xfrm>
              <a:off x="485" y="485"/>
              <a:ext cx="4406950" cy="10435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/>
            <a:p>
              <a:pPr lvl="0">
                <a:lnSpc>
                  <a:spcPct val="70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>
                  <a:latin typeface="Tahoma"/>
                  <a:ea typeface="Tahoma"/>
                  <a:cs typeface="Tahoma"/>
                  <a:sym typeface="Tahoma"/>
                </a:rPr>
                <a:t>Así, una cola de prioridad i puede acceder</a:t>
              </a:r>
            </a:p>
            <a:p>
              <a:pPr lvl="0">
                <a:lnSpc>
                  <a:spcPct val="70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>
                  <a:latin typeface="Tahoma"/>
                  <a:ea typeface="Tahoma"/>
                  <a:cs typeface="Tahoma"/>
                  <a:sym typeface="Tahoma"/>
                </a:rPr>
                <a:t>A su numero de prioridad: cp[i].numero</a:t>
              </a:r>
            </a:p>
            <a:p>
              <a:pPr lvl="0">
                <a:lnSpc>
                  <a:spcPct val="70000"/>
                </a:lnSpc>
                <a:spcBef>
                  <a:spcPts val="11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/>
              </a:pPr>
              <a:r>
                <a:rPr>
                  <a:latin typeface="Tahoma"/>
                  <a:ea typeface="Tahoma"/>
                  <a:cs typeface="Tahoma"/>
                  <a:sym typeface="Tahoma"/>
                </a:rPr>
                <a:t>A la cola en si: cp[i].cola</a:t>
              </a:r>
            </a:p>
          </p:txBody>
        </p:sp>
      </p:grpSp>
      <p:sp>
        <p:nvSpPr>
          <p:cNvPr id="3" name="Título 2">
            <a:extLst>
              <a:ext uri="{FF2B5EF4-FFF2-40B4-BE49-F238E27FC236}">
                <a16:creationId xmlns:a16="http://schemas.microsoft.com/office/drawing/2014/main" id="{A6664F99-3C6D-4A30-AF50-6110C6D5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IMPLEMENTACION ESTATICA: ARREGLOS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Shape 1151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98648" lvl="0" indent="-298648">
              <a:lnSpc>
                <a:spcPts val="3000"/>
              </a:lnSpc>
              <a:spcBef>
                <a:spcPts val="7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800" dirty="0">
                <a:solidFill>
                  <a:srgbClr val="002850"/>
                </a:solidFill>
              </a:rPr>
              <a:t>Mediante una </a:t>
            </a:r>
            <a:r>
              <a:rPr sz="2800" dirty="0" err="1">
                <a:solidFill>
                  <a:srgbClr val="002850"/>
                </a:solidFill>
              </a:rPr>
              <a:t>lista</a:t>
            </a:r>
            <a:r>
              <a:rPr sz="2800" dirty="0">
                <a:solidFill>
                  <a:srgbClr val="002850"/>
                </a:solidFill>
              </a:rPr>
              <a:t> simple</a:t>
            </a:r>
          </a:p>
          <a:p>
            <a:pPr marL="700767" lvl="1" indent="-243567">
              <a:lnSpc>
                <a:spcPct val="110000"/>
              </a:lnSpc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 err="1">
                <a:solidFill>
                  <a:srgbClr val="002850"/>
                </a:solidFill>
              </a:rPr>
              <a:t>Cada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nodo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tendrá</a:t>
            </a:r>
            <a:endParaRPr sz="2400" dirty="0">
              <a:solidFill>
                <a:srgbClr val="002850"/>
              </a:solidFill>
            </a:endParaRPr>
          </a:p>
          <a:p>
            <a:pPr marL="1104900" lvl="2" indent="-190500">
              <a:lnSpc>
                <a:spcPct val="110000"/>
              </a:lnSpc>
              <a:spcBef>
                <a:spcPts val="5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i="1" dirty="0" err="1">
                <a:solidFill>
                  <a:srgbClr val="002850"/>
                </a:solidFill>
              </a:rPr>
              <a:t>Contenido</a:t>
            </a:r>
            <a:r>
              <a:rPr sz="2000" i="1" dirty="0">
                <a:solidFill>
                  <a:srgbClr val="002850"/>
                </a:solidFill>
              </a:rPr>
              <a:t>, </a:t>
            </a:r>
            <a:r>
              <a:rPr sz="2000" i="1" dirty="0" err="1">
                <a:solidFill>
                  <a:srgbClr val="002850"/>
                </a:solidFill>
              </a:rPr>
              <a:t>prioridad</a:t>
            </a:r>
            <a:r>
              <a:rPr sz="2000" i="1" dirty="0">
                <a:solidFill>
                  <a:srgbClr val="002850"/>
                </a:solidFill>
              </a:rPr>
              <a:t> y enlace con el </a:t>
            </a:r>
            <a:r>
              <a:rPr sz="2000" i="1" dirty="0" err="1">
                <a:solidFill>
                  <a:srgbClr val="002850"/>
                </a:solidFill>
              </a:rPr>
              <a:t>siguiente</a:t>
            </a:r>
            <a:endParaRPr sz="2000" i="1" dirty="0">
              <a:solidFill>
                <a:srgbClr val="002850"/>
              </a:solidFill>
            </a:endParaRPr>
          </a:p>
          <a:p>
            <a:pPr marL="700767" lvl="1" indent="-243567">
              <a:lnSpc>
                <a:spcPct val="110000"/>
              </a:lnSpc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La </a:t>
            </a:r>
            <a:r>
              <a:rPr sz="2400" dirty="0" err="1">
                <a:solidFill>
                  <a:srgbClr val="002850"/>
                </a:solidFill>
              </a:rPr>
              <a:t>lista</a:t>
            </a:r>
            <a:r>
              <a:rPr sz="2400" dirty="0">
                <a:solidFill>
                  <a:srgbClr val="002850"/>
                </a:solidFill>
              </a:rPr>
              <a:t> se </a:t>
            </a:r>
            <a:r>
              <a:rPr sz="2400" dirty="0" err="1">
                <a:solidFill>
                  <a:srgbClr val="002850"/>
                </a:solidFill>
              </a:rPr>
              <a:t>mantiene</a:t>
            </a:r>
            <a:r>
              <a:rPr sz="2400" dirty="0">
                <a:solidFill>
                  <a:srgbClr val="002850"/>
                </a:solidFill>
              </a:rPr>
              <a:t> </a:t>
            </a:r>
            <a:r>
              <a:rPr sz="2400" dirty="0" err="1">
                <a:solidFill>
                  <a:srgbClr val="002850"/>
                </a:solidFill>
              </a:rPr>
              <a:t>ordenada</a:t>
            </a:r>
            <a:r>
              <a:rPr sz="2400" dirty="0">
                <a:solidFill>
                  <a:srgbClr val="002850"/>
                </a:solidFill>
              </a:rPr>
              <a:t> por la </a:t>
            </a:r>
            <a:r>
              <a:rPr sz="2400" dirty="0" err="1">
                <a:solidFill>
                  <a:srgbClr val="002850"/>
                </a:solidFill>
              </a:rPr>
              <a:t>prioridad</a:t>
            </a:r>
            <a:endParaRPr sz="2400" dirty="0">
              <a:solidFill>
                <a:srgbClr val="002850"/>
              </a:solidFill>
            </a:endParaRPr>
          </a:p>
          <a:p>
            <a:pPr marL="700767" lvl="1" indent="-243567">
              <a:lnSpc>
                <a:spcPct val="110000"/>
              </a:lnSpc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Para </a:t>
            </a:r>
            <a:r>
              <a:rPr sz="2400" dirty="0" err="1">
                <a:solidFill>
                  <a:srgbClr val="002850"/>
                </a:solidFill>
              </a:rPr>
              <a:t>encolar</a:t>
            </a:r>
            <a:r>
              <a:rPr sz="2400" dirty="0">
                <a:solidFill>
                  <a:srgbClr val="002850"/>
                </a:solidFill>
              </a:rPr>
              <a:t>:</a:t>
            </a:r>
          </a:p>
          <a:p>
            <a:pPr marL="1104900" lvl="2" indent="-190500">
              <a:lnSpc>
                <a:spcPct val="110000"/>
              </a:lnSpc>
              <a:spcBef>
                <a:spcPts val="5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i="1" dirty="0" err="1">
                <a:solidFill>
                  <a:srgbClr val="002850"/>
                </a:solidFill>
              </a:rPr>
              <a:t>Buscar</a:t>
            </a:r>
            <a:r>
              <a:rPr sz="2000" i="1" dirty="0">
                <a:solidFill>
                  <a:srgbClr val="002850"/>
                </a:solidFill>
              </a:rPr>
              <a:t> la </a:t>
            </a:r>
            <a:r>
              <a:rPr sz="2000" i="1" dirty="0" err="1">
                <a:solidFill>
                  <a:srgbClr val="002850"/>
                </a:solidFill>
              </a:rPr>
              <a:t>posición</a:t>
            </a:r>
            <a:r>
              <a:rPr sz="2000" i="1" dirty="0">
                <a:solidFill>
                  <a:srgbClr val="002850"/>
                </a:solidFill>
              </a:rPr>
              <a:t> </a:t>
            </a:r>
            <a:r>
              <a:rPr sz="2000" i="1" dirty="0" err="1">
                <a:solidFill>
                  <a:srgbClr val="002850"/>
                </a:solidFill>
              </a:rPr>
              <a:t>correcta</a:t>
            </a:r>
            <a:r>
              <a:rPr sz="2000" i="1" dirty="0">
                <a:solidFill>
                  <a:srgbClr val="002850"/>
                </a:solidFill>
              </a:rPr>
              <a:t> </a:t>
            </a:r>
          </a:p>
          <a:p>
            <a:pPr marL="1104900" lvl="2" indent="-190500">
              <a:lnSpc>
                <a:spcPct val="110000"/>
              </a:lnSpc>
              <a:spcBef>
                <a:spcPts val="5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i="1" dirty="0">
                <a:solidFill>
                  <a:srgbClr val="002850"/>
                </a:solidFill>
              </a:rPr>
              <a:t>La </a:t>
            </a:r>
            <a:r>
              <a:rPr sz="2000" i="1" dirty="0" err="1">
                <a:solidFill>
                  <a:srgbClr val="002850"/>
                </a:solidFill>
              </a:rPr>
              <a:t>lista</a:t>
            </a:r>
            <a:r>
              <a:rPr sz="2000" i="1" dirty="0">
                <a:solidFill>
                  <a:srgbClr val="002850"/>
                </a:solidFill>
              </a:rPr>
              <a:t> debe </a:t>
            </a:r>
            <a:r>
              <a:rPr sz="2000" i="1" dirty="0" err="1">
                <a:solidFill>
                  <a:srgbClr val="002850"/>
                </a:solidFill>
              </a:rPr>
              <a:t>permanecer</a:t>
            </a:r>
            <a:r>
              <a:rPr sz="2000" i="1" dirty="0">
                <a:solidFill>
                  <a:srgbClr val="002850"/>
                </a:solidFill>
              </a:rPr>
              <a:t> </a:t>
            </a:r>
            <a:r>
              <a:rPr sz="2000" i="1" dirty="0" err="1">
                <a:solidFill>
                  <a:srgbClr val="002850"/>
                </a:solidFill>
              </a:rPr>
              <a:t>ordenada</a:t>
            </a:r>
            <a:endParaRPr sz="2000" i="1" dirty="0">
              <a:solidFill>
                <a:srgbClr val="002850"/>
              </a:solidFill>
            </a:endParaRPr>
          </a:p>
          <a:p>
            <a:pPr marL="700767" lvl="1" indent="-243567">
              <a:lnSpc>
                <a:spcPct val="110000"/>
              </a:lnSpc>
              <a:spcBef>
                <a:spcPts val="6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400" dirty="0">
                <a:solidFill>
                  <a:srgbClr val="002850"/>
                </a:solidFill>
              </a:rPr>
              <a:t>Para </a:t>
            </a:r>
            <a:r>
              <a:rPr sz="2400" dirty="0" err="1">
                <a:solidFill>
                  <a:srgbClr val="002850"/>
                </a:solidFill>
              </a:rPr>
              <a:t>desencolar</a:t>
            </a:r>
            <a:r>
              <a:rPr sz="2400" dirty="0">
                <a:solidFill>
                  <a:srgbClr val="002850"/>
                </a:solidFill>
              </a:rPr>
              <a:t>:</a:t>
            </a:r>
          </a:p>
          <a:p>
            <a:pPr marL="1104900" lvl="2" indent="-190500">
              <a:lnSpc>
                <a:spcPct val="110000"/>
              </a:lnSpc>
              <a:spcBef>
                <a:spcPts val="500"/>
              </a:spcBef>
              <a:buClr>
                <a:srgbClr val="3333CC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i="1" dirty="0" err="1">
                <a:solidFill>
                  <a:srgbClr val="002850"/>
                </a:solidFill>
              </a:rPr>
              <a:t>Eliminar</a:t>
            </a:r>
            <a:r>
              <a:rPr sz="2000" i="1" dirty="0">
                <a:solidFill>
                  <a:srgbClr val="002850"/>
                </a:solidFill>
              </a:rPr>
              <a:t> el primer </a:t>
            </a:r>
            <a:r>
              <a:rPr sz="2000" i="1" dirty="0" err="1">
                <a:solidFill>
                  <a:srgbClr val="002850"/>
                </a:solidFill>
              </a:rPr>
              <a:t>elemento</a:t>
            </a:r>
            <a:endParaRPr sz="2000" i="1" dirty="0">
              <a:solidFill>
                <a:srgbClr val="002850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2B14E30-CF7D-43CE-B291-BB7D48B99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IMPLEMENTACION DINAMICA: LISTA SIMPLE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Shape 1154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213320" lvl="0" indent="-213320">
              <a:lnSpc>
                <a:spcPts val="25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Mediante </a:t>
            </a:r>
            <a:r>
              <a:rPr sz="2000" b="1" dirty="0" err="1">
                <a:solidFill>
                  <a:srgbClr val="002850"/>
                </a:solidFill>
              </a:rPr>
              <a:t>lista</a:t>
            </a:r>
            <a:r>
              <a:rPr sz="2000" b="1" dirty="0">
                <a:solidFill>
                  <a:srgbClr val="002850"/>
                </a:solidFill>
              </a:rPr>
              <a:t> de n colas</a:t>
            </a:r>
          </a:p>
          <a:p>
            <a:pPr marL="213320" lvl="0" indent="-213320">
              <a:lnSpc>
                <a:spcPct val="1300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Las </a:t>
            </a:r>
            <a:r>
              <a:rPr sz="2000" dirty="0" err="1">
                <a:solidFill>
                  <a:srgbClr val="002850"/>
                </a:solidFill>
              </a:rPr>
              <a:t>prioridades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forman</a:t>
            </a:r>
            <a:r>
              <a:rPr sz="2000" dirty="0">
                <a:solidFill>
                  <a:srgbClr val="002850"/>
                </a:solidFill>
              </a:rPr>
              <a:t> una </a:t>
            </a:r>
            <a:r>
              <a:rPr sz="2000" dirty="0" err="1">
                <a:solidFill>
                  <a:srgbClr val="002850"/>
                </a:solidFill>
              </a:rPr>
              <a:t>lista</a:t>
            </a:r>
            <a:endParaRPr sz="2000" dirty="0">
              <a:solidFill>
                <a:srgbClr val="002850"/>
              </a:solidFill>
            </a:endParaRPr>
          </a:p>
          <a:p>
            <a:pPr marL="213320" lvl="0" indent="-213320">
              <a:lnSpc>
                <a:spcPct val="1300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 err="1">
                <a:solidFill>
                  <a:srgbClr val="002850"/>
                </a:solidFill>
              </a:rPr>
              <a:t>Cada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nodo</a:t>
            </a:r>
            <a:r>
              <a:rPr sz="2000" dirty="0">
                <a:solidFill>
                  <a:srgbClr val="002850"/>
                </a:solidFill>
              </a:rPr>
              <a:t> de la </a:t>
            </a:r>
            <a:r>
              <a:rPr sz="2000" dirty="0" err="1">
                <a:solidFill>
                  <a:srgbClr val="002850"/>
                </a:solidFill>
              </a:rPr>
              <a:t>lista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tiene</a:t>
            </a:r>
            <a:r>
              <a:rPr sz="2000" dirty="0">
                <a:solidFill>
                  <a:srgbClr val="002850"/>
                </a:solidFill>
              </a:rPr>
              <a:t> </a:t>
            </a:r>
            <a:r>
              <a:rPr sz="2000" dirty="0" err="1">
                <a:solidFill>
                  <a:srgbClr val="002850"/>
                </a:solidFill>
              </a:rPr>
              <a:t>asociada</a:t>
            </a:r>
            <a:r>
              <a:rPr sz="2000" dirty="0">
                <a:solidFill>
                  <a:srgbClr val="002850"/>
                </a:solidFill>
              </a:rPr>
              <a:t> una cola</a:t>
            </a:r>
          </a:p>
          <a:p>
            <a:pPr marL="213320" lvl="0" indent="-213320">
              <a:lnSpc>
                <a:spcPct val="1300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Al </a:t>
            </a:r>
            <a:r>
              <a:rPr sz="2000" b="1" dirty="0" err="1">
                <a:solidFill>
                  <a:srgbClr val="002850"/>
                </a:solidFill>
              </a:rPr>
              <a:t>encolar</a:t>
            </a:r>
            <a:r>
              <a:rPr sz="2000" dirty="0">
                <a:solidFill>
                  <a:srgbClr val="002850"/>
                </a:solidFill>
              </a:rPr>
              <a:t>:</a:t>
            </a:r>
          </a:p>
          <a:p>
            <a:pPr marL="639875" lvl="1" indent="-182675">
              <a:lnSpc>
                <a:spcPct val="13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Se </a:t>
            </a:r>
            <a:r>
              <a:rPr dirty="0" err="1">
                <a:solidFill>
                  <a:srgbClr val="002850"/>
                </a:solidFill>
              </a:rPr>
              <a:t>busca</a:t>
            </a:r>
            <a:r>
              <a:rPr dirty="0">
                <a:solidFill>
                  <a:srgbClr val="002850"/>
                </a:solidFill>
              </a:rPr>
              <a:t> la </a:t>
            </a:r>
            <a:r>
              <a:rPr dirty="0" err="1">
                <a:solidFill>
                  <a:srgbClr val="002850"/>
                </a:solidFill>
              </a:rPr>
              <a:t>prioridad</a:t>
            </a:r>
            <a:r>
              <a:rPr dirty="0">
                <a:solidFill>
                  <a:srgbClr val="002850"/>
                </a:solidFill>
              </a:rPr>
              <a:t> del </a:t>
            </a:r>
            <a:r>
              <a:rPr dirty="0" err="1">
                <a:solidFill>
                  <a:srgbClr val="002850"/>
                </a:solidFill>
              </a:rPr>
              <a:t>elemento</a:t>
            </a:r>
            <a:endParaRPr dirty="0">
              <a:solidFill>
                <a:srgbClr val="002850"/>
              </a:solidFill>
            </a:endParaRPr>
          </a:p>
          <a:p>
            <a:pPr marL="639875" lvl="1" indent="-182675">
              <a:lnSpc>
                <a:spcPct val="13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En</a:t>
            </a:r>
            <a:r>
              <a:rPr dirty="0">
                <a:solidFill>
                  <a:srgbClr val="002850"/>
                </a:solidFill>
              </a:rPr>
              <a:t> la cola </a:t>
            </a:r>
            <a:r>
              <a:rPr dirty="0" err="1">
                <a:solidFill>
                  <a:srgbClr val="002850"/>
                </a:solidFill>
              </a:rPr>
              <a:t>asociada</a:t>
            </a:r>
            <a:r>
              <a:rPr dirty="0">
                <a:solidFill>
                  <a:srgbClr val="002850"/>
                </a:solidFill>
              </a:rPr>
              <a:t> se </a:t>
            </a:r>
            <a:r>
              <a:rPr dirty="0" err="1">
                <a:solidFill>
                  <a:srgbClr val="002850"/>
                </a:solidFill>
              </a:rPr>
              <a:t>inserta</a:t>
            </a:r>
            <a:r>
              <a:rPr dirty="0">
                <a:solidFill>
                  <a:srgbClr val="002850"/>
                </a:solidFill>
              </a:rPr>
              <a:t> al final</a:t>
            </a:r>
          </a:p>
          <a:p>
            <a:pPr marL="213320" lvl="0" indent="-213320">
              <a:lnSpc>
                <a:spcPct val="130000"/>
              </a:lnSpc>
              <a:spcBef>
                <a:spcPts val="500"/>
              </a:spcBef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sz="2000" dirty="0">
                <a:solidFill>
                  <a:srgbClr val="002850"/>
                </a:solidFill>
              </a:rPr>
              <a:t>Al </a:t>
            </a:r>
            <a:r>
              <a:rPr sz="2000" b="1" dirty="0" err="1">
                <a:solidFill>
                  <a:srgbClr val="002850"/>
                </a:solidFill>
              </a:rPr>
              <a:t>desencolar</a:t>
            </a:r>
            <a:r>
              <a:rPr sz="2000" dirty="0">
                <a:solidFill>
                  <a:srgbClr val="002850"/>
                </a:solidFill>
              </a:rPr>
              <a:t>:</a:t>
            </a:r>
          </a:p>
          <a:p>
            <a:pPr marL="639875" lvl="1" indent="-182675">
              <a:lnSpc>
                <a:spcPct val="13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>
                <a:solidFill>
                  <a:srgbClr val="002850"/>
                </a:solidFill>
              </a:rPr>
              <a:t>Se </a:t>
            </a:r>
            <a:r>
              <a:rPr dirty="0" err="1">
                <a:solidFill>
                  <a:srgbClr val="002850"/>
                </a:solidFill>
              </a:rPr>
              <a:t>busca</a:t>
            </a:r>
            <a:r>
              <a:rPr dirty="0">
                <a:solidFill>
                  <a:srgbClr val="002850"/>
                </a:solidFill>
              </a:rPr>
              <a:t> la </a:t>
            </a:r>
            <a:r>
              <a:rPr dirty="0" err="1">
                <a:solidFill>
                  <a:srgbClr val="002850"/>
                </a:solidFill>
              </a:rPr>
              <a:t>prioridad</a:t>
            </a:r>
            <a:r>
              <a:rPr dirty="0">
                <a:solidFill>
                  <a:srgbClr val="002850"/>
                </a:solidFill>
              </a:rPr>
              <a:t> del </a:t>
            </a:r>
            <a:r>
              <a:rPr dirty="0" err="1">
                <a:solidFill>
                  <a:srgbClr val="002850"/>
                </a:solidFill>
              </a:rPr>
              <a:t>elemento</a:t>
            </a:r>
            <a:endParaRPr dirty="0">
              <a:solidFill>
                <a:srgbClr val="002850"/>
              </a:solidFill>
            </a:endParaRPr>
          </a:p>
          <a:p>
            <a:pPr marL="639875" lvl="1" indent="-182675">
              <a:lnSpc>
                <a:spcPct val="130000"/>
              </a:lnSpc>
              <a:spcBef>
                <a:spcPts val="400"/>
              </a:spcBef>
              <a:buClr>
                <a:srgbClr val="0066FF"/>
              </a:buClr>
              <a:tabLst>
                <a:tab pos="901700" algn="l"/>
                <a:tab pos="1816100" algn="l"/>
                <a:tab pos="2730500" algn="l"/>
                <a:tab pos="3644900" algn="l"/>
                <a:tab pos="4559300" algn="l"/>
                <a:tab pos="5473700" algn="l"/>
                <a:tab pos="6388100" algn="l"/>
                <a:tab pos="7302500" algn="l"/>
                <a:tab pos="8216900" algn="l"/>
                <a:tab pos="9131300" algn="l"/>
                <a:tab pos="10045700" algn="l"/>
              </a:tabLst>
              <a:defRPr sz="1800">
                <a:solidFill>
                  <a:srgbClr val="000000"/>
                </a:solidFill>
              </a:defRPr>
            </a:pPr>
            <a:r>
              <a:rPr dirty="0" err="1">
                <a:solidFill>
                  <a:srgbClr val="002850"/>
                </a:solidFill>
              </a:rPr>
              <a:t>En</a:t>
            </a:r>
            <a:r>
              <a:rPr dirty="0">
                <a:solidFill>
                  <a:srgbClr val="002850"/>
                </a:solidFill>
              </a:rPr>
              <a:t> la cola </a:t>
            </a:r>
            <a:r>
              <a:rPr dirty="0" err="1">
                <a:solidFill>
                  <a:srgbClr val="002850"/>
                </a:solidFill>
              </a:rPr>
              <a:t>asociada</a:t>
            </a:r>
            <a:r>
              <a:rPr dirty="0">
                <a:solidFill>
                  <a:srgbClr val="002850"/>
                </a:solidFill>
              </a:rPr>
              <a:t>, se </a:t>
            </a:r>
            <a:r>
              <a:rPr dirty="0" err="1">
                <a:solidFill>
                  <a:srgbClr val="002850"/>
                </a:solidFill>
              </a:rPr>
              <a:t>remueve</a:t>
            </a:r>
            <a:r>
              <a:rPr dirty="0">
                <a:solidFill>
                  <a:srgbClr val="002850"/>
                </a:solidFill>
              </a:rPr>
              <a:t> el primero</a:t>
            </a:r>
          </a:p>
        </p:txBody>
      </p:sp>
      <p:grpSp>
        <p:nvGrpSpPr>
          <p:cNvPr id="1174" name="Group 1174"/>
          <p:cNvGrpSpPr/>
          <p:nvPr/>
        </p:nvGrpSpPr>
        <p:grpSpPr>
          <a:xfrm>
            <a:off x="6400799" y="2286000"/>
            <a:ext cx="2438402" cy="434975"/>
            <a:chOff x="0" y="0"/>
            <a:chExt cx="2438400" cy="434974"/>
          </a:xfrm>
        </p:grpSpPr>
        <p:grpSp>
          <p:nvGrpSpPr>
            <p:cNvPr id="1159" name="Group 1159"/>
            <p:cNvGrpSpPr/>
            <p:nvPr/>
          </p:nvGrpSpPr>
          <p:grpSpPr>
            <a:xfrm>
              <a:off x="0" y="0"/>
              <a:ext cx="762000" cy="381000"/>
              <a:chOff x="0" y="0"/>
              <a:chExt cx="761999" cy="381000"/>
            </a:xfrm>
          </p:grpSpPr>
          <p:sp>
            <p:nvSpPr>
              <p:cNvPr id="1155" name="Shape 1155"/>
              <p:cNvSpPr/>
              <p:nvPr/>
            </p:nvSpPr>
            <p:spPr>
              <a:xfrm>
                <a:off x="0" y="0"/>
                <a:ext cx="533400" cy="381000"/>
              </a:xfrm>
              <a:prstGeom prst="roundRect">
                <a:avLst>
                  <a:gd name="adj" fmla="val 417"/>
                </a:avLst>
              </a:prstGeom>
              <a:solidFill>
                <a:srgbClr val="FF00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156" name="Shape 1156"/>
              <p:cNvSpPr/>
              <p:nvPr/>
            </p:nvSpPr>
            <p:spPr>
              <a:xfrm>
                <a:off x="381000" y="0"/>
                <a:ext cx="152400" cy="381000"/>
              </a:xfrm>
              <a:prstGeom prst="roundRect">
                <a:avLst>
                  <a:gd name="adj" fmla="val 1042"/>
                </a:avLst>
              </a:prstGeom>
              <a:solidFill>
                <a:srgbClr val="FF99CC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157" name="Shape 1157"/>
              <p:cNvSpPr/>
              <p:nvPr/>
            </p:nvSpPr>
            <p:spPr>
              <a:xfrm>
                <a:off x="465" y="465"/>
                <a:ext cx="366750" cy="3095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400"/>
                  <a:t>I11</a:t>
                </a:r>
              </a:p>
            </p:txBody>
          </p:sp>
          <p:sp>
            <p:nvSpPr>
              <p:cNvPr id="1158" name="Shape 1158"/>
              <p:cNvSpPr/>
              <p:nvPr/>
            </p:nvSpPr>
            <p:spPr>
              <a:xfrm>
                <a:off x="457199" y="152400"/>
                <a:ext cx="304801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1164" name="Group 1164"/>
            <p:cNvGrpSpPr/>
            <p:nvPr/>
          </p:nvGrpSpPr>
          <p:grpSpPr>
            <a:xfrm>
              <a:off x="762000" y="0"/>
              <a:ext cx="762000" cy="381000"/>
              <a:chOff x="0" y="0"/>
              <a:chExt cx="761999" cy="381000"/>
            </a:xfrm>
          </p:grpSpPr>
          <p:sp>
            <p:nvSpPr>
              <p:cNvPr id="1160" name="Shape 1160"/>
              <p:cNvSpPr/>
              <p:nvPr/>
            </p:nvSpPr>
            <p:spPr>
              <a:xfrm>
                <a:off x="0" y="0"/>
                <a:ext cx="533400" cy="381000"/>
              </a:xfrm>
              <a:prstGeom prst="roundRect">
                <a:avLst>
                  <a:gd name="adj" fmla="val 417"/>
                </a:avLst>
              </a:prstGeom>
              <a:solidFill>
                <a:srgbClr val="FF00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161" name="Shape 1161"/>
              <p:cNvSpPr/>
              <p:nvPr/>
            </p:nvSpPr>
            <p:spPr>
              <a:xfrm>
                <a:off x="381000" y="0"/>
                <a:ext cx="152400" cy="381000"/>
              </a:xfrm>
              <a:prstGeom prst="roundRect">
                <a:avLst>
                  <a:gd name="adj" fmla="val 1042"/>
                </a:avLst>
              </a:prstGeom>
              <a:solidFill>
                <a:srgbClr val="FF99CC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162" name="Shape 1162"/>
              <p:cNvSpPr/>
              <p:nvPr/>
            </p:nvSpPr>
            <p:spPr>
              <a:xfrm>
                <a:off x="465" y="465"/>
                <a:ext cx="366750" cy="3095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400"/>
                  <a:t>I12</a:t>
                </a:r>
              </a:p>
            </p:txBody>
          </p:sp>
          <p:sp>
            <p:nvSpPr>
              <p:cNvPr id="1163" name="Shape 1163"/>
              <p:cNvSpPr/>
              <p:nvPr/>
            </p:nvSpPr>
            <p:spPr>
              <a:xfrm>
                <a:off x="457199" y="152400"/>
                <a:ext cx="304801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</p:grpSp>
        <p:sp>
          <p:nvSpPr>
            <p:cNvPr id="1165" name="Shape 1165"/>
            <p:cNvSpPr/>
            <p:nvPr/>
          </p:nvSpPr>
          <p:spPr>
            <a:xfrm>
              <a:off x="1524000" y="0"/>
              <a:ext cx="533400" cy="381000"/>
            </a:xfrm>
            <a:prstGeom prst="roundRect">
              <a:avLst>
                <a:gd name="adj" fmla="val 417"/>
              </a:avLst>
            </a:prstGeom>
            <a:solidFill>
              <a:srgbClr val="FF00FF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166" name="Shape 1166"/>
            <p:cNvSpPr/>
            <p:nvPr/>
          </p:nvSpPr>
          <p:spPr>
            <a:xfrm>
              <a:off x="1905000" y="0"/>
              <a:ext cx="152400" cy="381000"/>
            </a:xfrm>
            <a:prstGeom prst="roundRect">
              <a:avLst>
                <a:gd name="adj" fmla="val 1042"/>
              </a:avLst>
            </a:prstGeom>
            <a:solidFill>
              <a:srgbClr val="FF99CC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167" name="Shape 1167"/>
            <p:cNvSpPr/>
            <p:nvPr/>
          </p:nvSpPr>
          <p:spPr>
            <a:xfrm>
              <a:off x="1524465" y="465"/>
              <a:ext cx="366750" cy="309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8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400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/>
              </a:pPr>
              <a:r>
                <a:rPr sz="1400"/>
                <a:t>I13</a:t>
              </a:r>
            </a:p>
          </p:txBody>
        </p:sp>
        <p:sp>
          <p:nvSpPr>
            <p:cNvPr id="1168" name="Shape 1168"/>
            <p:cNvSpPr/>
            <p:nvPr/>
          </p:nvSpPr>
          <p:spPr>
            <a:xfrm>
              <a:off x="1981199" y="152400"/>
              <a:ext cx="304801" cy="1588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grpSp>
          <p:nvGrpSpPr>
            <p:cNvPr id="1173" name="Group 1173"/>
            <p:cNvGrpSpPr/>
            <p:nvPr/>
          </p:nvGrpSpPr>
          <p:grpSpPr>
            <a:xfrm>
              <a:off x="2133600" y="152400"/>
              <a:ext cx="304801" cy="282575"/>
              <a:chOff x="0" y="0"/>
              <a:chExt cx="304800" cy="282574"/>
            </a:xfrm>
          </p:grpSpPr>
          <p:sp>
            <p:nvSpPr>
              <p:cNvPr id="1169" name="Shape 1169"/>
              <p:cNvSpPr/>
              <p:nvPr/>
            </p:nvSpPr>
            <p:spPr>
              <a:xfrm>
                <a:off x="152399" y="-1"/>
                <a:ext cx="1589" cy="22860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170" name="Shape 1170"/>
              <p:cNvSpPr/>
              <p:nvPr/>
            </p:nvSpPr>
            <p:spPr>
              <a:xfrm>
                <a:off x="-1" y="228600"/>
                <a:ext cx="304802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171" name="Shape 1171"/>
              <p:cNvSpPr/>
              <p:nvPr/>
            </p:nvSpPr>
            <p:spPr>
              <a:xfrm>
                <a:off x="76199" y="260350"/>
                <a:ext cx="152402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172" name="Shape 1172"/>
              <p:cNvSpPr/>
              <p:nvPr/>
            </p:nvSpPr>
            <p:spPr>
              <a:xfrm>
                <a:off x="123824" y="280987"/>
                <a:ext cx="76201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</p:grpSp>
      </p:grpSp>
      <p:grpSp>
        <p:nvGrpSpPr>
          <p:cNvPr id="1206" name="Group 1206"/>
          <p:cNvGrpSpPr/>
          <p:nvPr/>
        </p:nvGrpSpPr>
        <p:grpSpPr>
          <a:xfrm>
            <a:off x="5486400" y="2285999"/>
            <a:ext cx="609600" cy="2492376"/>
            <a:chOff x="0" y="0"/>
            <a:chExt cx="609600" cy="2492374"/>
          </a:xfrm>
        </p:grpSpPr>
        <p:grpSp>
          <p:nvGrpSpPr>
            <p:cNvPr id="1179" name="Group 1179"/>
            <p:cNvGrpSpPr/>
            <p:nvPr/>
          </p:nvGrpSpPr>
          <p:grpSpPr>
            <a:xfrm>
              <a:off x="0" y="2209800"/>
              <a:ext cx="304801" cy="282575"/>
              <a:chOff x="0" y="0"/>
              <a:chExt cx="304800" cy="282574"/>
            </a:xfrm>
          </p:grpSpPr>
          <p:sp>
            <p:nvSpPr>
              <p:cNvPr id="1175" name="Shape 1175"/>
              <p:cNvSpPr/>
              <p:nvPr/>
            </p:nvSpPr>
            <p:spPr>
              <a:xfrm>
                <a:off x="152399" y="-1"/>
                <a:ext cx="1589" cy="22860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176" name="Shape 1176"/>
              <p:cNvSpPr/>
              <p:nvPr/>
            </p:nvSpPr>
            <p:spPr>
              <a:xfrm>
                <a:off x="-1" y="228600"/>
                <a:ext cx="304802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177" name="Shape 1177"/>
              <p:cNvSpPr/>
              <p:nvPr/>
            </p:nvSpPr>
            <p:spPr>
              <a:xfrm>
                <a:off x="76199" y="260350"/>
                <a:ext cx="152402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178" name="Shape 1178"/>
              <p:cNvSpPr/>
              <p:nvPr/>
            </p:nvSpPr>
            <p:spPr>
              <a:xfrm>
                <a:off x="123824" y="280987"/>
                <a:ext cx="76201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1186" name="Group 1186"/>
            <p:cNvGrpSpPr/>
            <p:nvPr/>
          </p:nvGrpSpPr>
          <p:grpSpPr>
            <a:xfrm>
              <a:off x="0" y="-1"/>
              <a:ext cx="609600" cy="609601"/>
              <a:chOff x="0" y="0"/>
              <a:chExt cx="609600" cy="609600"/>
            </a:xfrm>
          </p:grpSpPr>
          <p:grpSp>
            <p:nvGrpSpPr>
              <p:cNvPr id="1182" name="Group 1182"/>
              <p:cNvGrpSpPr/>
              <p:nvPr/>
            </p:nvGrpSpPr>
            <p:grpSpPr>
              <a:xfrm>
                <a:off x="0" y="-1"/>
                <a:ext cx="609600" cy="381001"/>
                <a:chOff x="0" y="0"/>
                <a:chExt cx="609600" cy="381000"/>
              </a:xfrm>
            </p:grpSpPr>
            <p:sp>
              <p:nvSpPr>
                <p:cNvPr id="1180" name="Shape 1180"/>
                <p:cNvSpPr/>
                <p:nvPr/>
              </p:nvSpPr>
              <p:spPr>
                <a:xfrm>
                  <a:off x="0" y="0"/>
                  <a:ext cx="609600" cy="381000"/>
                </a:xfrm>
                <a:prstGeom prst="roundRect">
                  <a:avLst>
                    <a:gd name="adj" fmla="val 41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1181" name="Shape 1181"/>
                <p:cNvSpPr/>
                <p:nvPr/>
              </p:nvSpPr>
              <p:spPr>
                <a:xfrm>
                  <a:off x="76200" y="0"/>
                  <a:ext cx="533400" cy="2714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t">
                  <a:spAutoFit/>
                </a:bodyPr>
                <a:lstStyle>
                  <a:lvl1pPr algn="ctr">
                    <a:lnSpc>
                      <a:spcPct val="93000"/>
                    </a:lnSpc>
                    <a:spcBef>
                      <a:spcPts val="7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2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200"/>
                    <a:t>P1</a:t>
                  </a:r>
                </a:p>
              </p:txBody>
            </p:sp>
          </p:grpSp>
          <p:sp>
            <p:nvSpPr>
              <p:cNvPr id="1183" name="Shape 1183"/>
              <p:cNvSpPr/>
              <p:nvPr/>
            </p:nvSpPr>
            <p:spPr>
              <a:xfrm>
                <a:off x="0" y="228600"/>
                <a:ext cx="3048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184" name="Shape 1184"/>
              <p:cNvSpPr/>
              <p:nvPr/>
            </p:nvSpPr>
            <p:spPr>
              <a:xfrm>
                <a:off x="152400" y="304799"/>
                <a:ext cx="1588" cy="30480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185" name="Shape 1185"/>
              <p:cNvSpPr/>
              <p:nvPr/>
            </p:nvSpPr>
            <p:spPr>
              <a:xfrm>
                <a:off x="304800" y="228600"/>
                <a:ext cx="3048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BFE076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</p:grpSp>
        <p:grpSp>
          <p:nvGrpSpPr>
            <p:cNvPr id="1193" name="Group 1193"/>
            <p:cNvGrpSpPr/>
            <p:nvPr/>
          </p:nvGrpSpPr>
          <p:grpSpPr>
            <a:xfrm>
              <a:off x="0" y="609599"/>
              <a:ext cx="609600" cy="609601"/>
              <a:chOff x="0" y="0"/>
              <a:chExt cx="609600" cy="609600"/>
            </a:xfrm>
          </p:grpSpPr>
          <p:grpSp>
            <p:nvGrpSpPr>
              <p:cNvPr id="1189" name="Group 1189"/>
              <p:cNvGrpSpPr/>
              <p:nvPr/>
            </p:nvGrpSpPr>
            <p:grpSpPr>
              <a:xfrm>
                <a:off x="0" y="-1"/>
                <a:ext cx="609600" cy="381001"/>
                <a:chOff x="0" y="0"/>
                <a:chExt cx="609600" cy="381000"/>
              </a:xfrm>
            </p:grpSpPr>
            <p:sp>
              <p:nvSpPr>
                <p:cNvPr id="1187" name="Shape 1187"/>
                <p:cNvSpPr/>
                <p:nvPr/>
              </p:nvSpPr>
              <p:spPr>
                <a:xfrm>
                  <a:off x="0" y="0"/>
                  <a:ext cx="609600" cy="381000"/>
                </a:xfrm>
                <a:prstGeom prst="roundRect">
                  <a:avLst>
                    <a:gd name="adj" fmla="val 41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1188" name="Shape 1188"/>
                <p:cNvSpPr/>
                <p:nvPr/>
              </p:nvSpPr>
              <p:spPr>
                <a:xfrm>
                  <a:off x="76200" y="0"/>
                  <a:ext cx="533400" cy="2714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t">
                  <a:spAutoFit/>
                </a:bodyPr>
                <a:lstStyle>
                  <a:lvl1pPr algn="ctr">
                    <a:lnSpc>
                      <a:spcPct val="93000"/>
                    </a:lnSpc>
                    <a:spcBef>
                      <a:spcPts val="7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2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200"/>
                    <a:t>P2</a:t>
                  </a:r>
                </a:p>
              </p:txBody>
            </p:sp>
          </p:grpSp>
          <p:sp>
            <p:nvSpPr>
              <p:cNvPr id="1190" name="Shape 1190"/>
              <p:cNvSpPr/>
              <p:nvPr/>
            </p:nvSpPr>
            <p:spPr>
              <a:xfrm>
                <a:off x="0" y="228600"/>
                <a:ext cx="3048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191" name="Shape 1191"/>
              <p:cNvSpPr/>
              <p:nvPr/>
            </p:nvSpPr>
            <p:spPr>
              <a:xfrm>
                <a:off x="152400" y="304799"/>
                <a:ext cx="1588" cy="30480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192" name="Shape 1192"/>
              <p:cNvSpPr/>
              <p:nvPr/>
            </p:nvSpPr>
            <p:spPr>
              <a:xfrm>
                <a:off x="304800" y="228600"/>
                <a:ext cx="3048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BFE076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</p:grpSp>
        <p:grpSp>
          <p:nvGrpSpPr>
            <p:cNvPr id="1200" name="Group 1200"/>
            <p:cNvGrpSpPr/>
            <p:nvPr/>
          </p:nvGrpSpPr>
          <p:grpSpPr>
            <a:xfrm>
              <a:off x="0" y="1219199"/>
              <a:ext cx="609600" cy="609601"/>
              <a:chOff x="0" y="0"/>
              <a:chExt cx="609600" cy="609600"/>
            </a:xfrm>
          </p:grpSpPr>
          <p:grpSp>
            <p:nvGrpSpPr>
              <p:cNvPr id="1196" name="Group 1196"/>
              <p:cNvGrpSpPr/>
              <p:nvPr/>
            </p:nvGrpSpPr>
            <p:grpSpPr>
              <a:xfrm>
                <a:off x="0" y="-1"/>
                <a:ext cx="609600" cy="381001"/>
                <a:chOff x="0" y="0"/>
                <a:chExt cx="609600" cy="381000"/>
              </a:xfrm>
            </p:grpSpPr>
            <p:sp>
              <p:nvSpPr>
                <p:cNvPr id="1194" name="Shape 1194"/>
                <p:cNvSpPr/>
                <p:nvPr/>
              </p:nvSpPr>
              <p:spPr>
                <a:xfrm>
                  <a:off x="0" y="0"/>
                  <a:ext cx="609600" cy="381000"/>
                </a:xfrm>
                <a:prstGeom prst="roundRect">
                  <a:avLst>
                    <a:gd name="adj" fmla="val 417"/>
                  </a:avLst>
                </a:prstGeom>
                <a:solidFill>
                  <a:srgbClr val="99CCFF"/>
                </a:solidFill>
                <a:ln w="936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lvl="0">
                    <a:defRPr sz="1800"/>
                  </a:pPr>
                  <a:endParaRPr/>
                </a:p>
              </p:txBody>
            </p:sp>
            <p:sp>
              <p:nvSpPr>
                <p:cNvPr id="1195" name="Shape 1195"/>
                <p:cNvSpPr/>
                <p:nvPr/>
              </p:nvSpPr>
              <p:spPr>
                <a:xfrm>
                  <a:off x="76200" y="0"/>
                  <a:ext cx="533400" cy="27140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="" val="1"/>
                  </a:ext>
                </a:extLst>
              </p:spPr>
              <p:txBody>
                <a:bodyPr wrap="square" lIns="46799" tIns="46799" rIns="46799" bIns="46799" numCol="1" anchor="t">
                  <a:spAutoFit/>
                </a:bodyPr>
                <a:lstStyle>
                  <a:lvl1pPr algn="ctr">
                    <a:lnSpc>
                      <a:spcPct val="93000"/>
                    </a:lnSpc>
                    <a:spcBef>
                      <a:spcPts val="700"/>
                    </a:spcBef>
                    <a:tabLst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1200">
                      <a:latin typeface="Tahoma"/>
                      <a:ea typeface="Tahoma"/>
                      <a:cs typeface="Tahoma"/>
                      <a:sym typeface="Tahoma"/>
                    </a:defRPr>
                  </a:lvl1pPr>
                </a:lstStyle>
                <a:p>
                  <a:pPr lvl="0">
                    <a:defRPr sz="1800"/>
                  </a:pPr>
                  <a:r>
                    <a:rPr sz="1200"/>
                    <a:t>P3</a:t>
                  </a:r>
                </a:p>
              </p:txBody>
            </p:sp>
          </p:grpSp>
          <p:sp>
            <p:nvSpPr>
              <p:cNvPr id="1197" name="Shape 1197"/>
              <p:cNvSpPr/>
              <p:nvPr/>
            </p:nvSpPr>
            <p:spPr>
              <a:xfrm>
                <a:off x="0" y="228600"/>
                <a:ext cx="3048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CCFFCC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198" name="Shape 1198"/>
              <p:cNvSpPr/>
              <p:nvPr/>
            </p:nvSpPr>
            <p:spPr>
              <a:xfrm>
                <a:off x="152400" y="304799"/>
                <a:ext cx="1588" cy="30480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199" name="Shape 1199"/>
              <p:cNvSpPr/>
              <p:nvPr/>
            </p:nvSpPr>
            <p:spPr>
              <a:xfrm>
                <a:off x="304800" y="228600"/>
                <a:ext cx="304800" cy="152400"/>
              </a:xfrm>
              <a:prstGeom prst="roundRect">
                <a:avLst>
                  <a:gd name="adj" fmla="val 1042"/>
                </a:avLst>
              </a:prstGeom>
              <a:solidFill>
                <a:srgbClr val="BFE076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</p:grpSp>
        <p:grpSp>
          <p:nvGrpSpPr>
            <p:cNvPr id="1203" name="Group 1203"/>
            <p:cNvGrpSpPr/>
            <p:nvPr/>
          </p:nvGrpSpPr>
          <p:grpSpPr>
            <a:xfrm>
              <a:off x="0" y="1828799"/>
              <a:ext cx="609600" cy="381001"/>
              <a:chOff x="0" y="0"/>
              <a:chExt cx="609600" cy="381000"/>
            </a:xfrm>
          </p:grpSpPr>
          <p:sp>
            <p:nvSpPr>
              <p:cNvPr id="1201" name="Shape 1201"/>
              <p:cNvSpPr/>
              <p:nvPr/>
            </p:nvSpPr>
            <p:spPr>
              <a:xfrm>
                <a:off x="0" y="0"/>
                <a:ext cx="609600" cy="381000"/>
              </a:xfrm>
              <a:prstGeom prst="roundRect">
                <a:avLst>
                  <a:gd name="adj" fmla="val 417"/>
                </a:avLst>
              </a:prstGeom>
              <a:solidFill>
                <a:srgbClr val="99CC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202" name="Shape 1202"/>
              <p:cNvSpPr/>
              <p:nvPr/>
            </p:nvSpPr>
            <p:spPr>
              <a:xfrm>
                <a:off x="76200" y="0"/>
                <a:ext cx="533400" cy="2714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square" lIns="46799" tIns="46799" rIns="46799" bIns="46799" numCol="1" anchor="t">
                <a:spAutoFit/>
              </a:bodyPr>
              <a:lstStyle>
                <a:lvl1pPr algn="ctr">
                  <a:lnSpc>
                    <a:spcPct val="93000"/>
                  </a:lnSpc>
                  <a:spcBef>
                    <a:spcPts val="7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2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200"/>
                  <a:t>P4</a:t>
                </a:r>
              </a:p>
            </p:txBody>
          </p:sp>
        </p:grpSp>
        <p:sp>
          <p:nvSpPr>
            <p:cNvPr id="1204" name="Shape 1204"/>
            <p:cNvSpPr/>
            <p:nvPr/>
          </p:nvSpPr>
          <p:spPr>
            <a:xfrm>
              <a:off x="0" y="2057400"/>
              <a:ext cx="304800" cy="152400"/>
            </a:xfrm>
            <a:prstGeom prst="roundRect">
              <a:avLst>
                <a:gd name="adj" fmla="val 1042"/>
              </a:avLst>
            </a:prstGeom>
            <a:solidFill>
              <a:srgbClr val="CCFFCC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  <p:sp>
          <p:nvSpPr>
            <p:cNvPr id="1205" name="Shape 1205"/>
            <p:cNvSpPr/>
            <p:nvPr/>
          </p:nvSpPr>
          <p:spPr>
            <a:xfrm>
              <a:off x="304800" y="2057400"/>
              <a:ext cx="304800" cy="152400"/>
            </a:xfrm>
            <a:prstGeom prst="roundRect">
              <a:avLst>
                <a:gd name="adj" fmla="val 1042"/>
              </a:avLst>
            </a:prstGeom>
            <a:solidFill>
              <a:srgbClr val="BFE076"/>
            </a:solidFill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  <a:endParaRPr/>
            </a:p>
          </p:txBody>
        </p:sp>
      </p:grpSp>
      <p:sp>
        <p:nvSpPr>
          <p:cNvPr id="1207" name="Shape 1207"/>
          <p:cNvSpPr/>
          <p:nvPr/>
        </p:nvSpPr>
        <p:spPr>
          <a:xfrm>
            <a:off x="5943600" y="1961309"/>
            <a:ext cx="685441" cy="6803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960" extrusionOk="0">
                <a:moveTo>
                  <a:pt x="0" y="18449"/>
                </a:moveTo>
                <a:cubicBezTo>
                  <a:pt x="3989" y="19758"/>
                  <a:pt x="7990" y="21066"/>
                  <a:pt x="9599" y="18449"/>
                </a:cubicBezTo>
                <a:cubicBezTo>
                  <a:pt x="11197" y="15843"/>
                  <a:pt x="7990" y="5787"/>
                  <a:pt x="9599" y="2811"/>
                </a:cubicBezTo>
                <a:cubicBezTo>
                  <a:pt x="11197" y="-165"/>
                  <a:pt x="17192" y="-534"/>
                  <a:pt x="19197" y="574"/>
                </a:cubicBezTo>
                <a:cubicBezTo>
                  <a:pt x="21192" y="1692"/>
                  <a:pt x="21396" y="5607"/>
                  <a:pt x="21600" y="9512"/>
                </a:cubicBezTo>
              </a:path>
            </a:pathLst>
          </a:custGeom>
          <a:ln w="9360">
            <a:solidFill/>
            <a:round/>
            <a:headEnd type="triangle"/>
            <a:tailEnd type="triangle"/>
          </a:ln>
        </p:spPr>
        <p:txBody>
          <a:bodyPr lIns="0" tIns="0" rIns="0" bIns="0"/>
          <a:lstStyle/>
          <a:p>
            <a:pPr lvl="0">
              <a:defRPr sz="1800"/>
            </a:pPr>
            <a:endParaRPr/>
          </a:p>
        </p:txBody>
      </p:sp>
      <p:grpSp>
        <p:nvGrpSpPr>
          <p:cNvPr id="1223" name="Group 1223"/>
          <p:cNvGrpSpPr/>
          <p:nvPr/>
        </p:nvGrpSpPr>
        <p:grpSpPr>
          <a:xfrm>
            <a:off x="6400799" y="4114800"/>
            <a:ext cx="1676402" cy="434975"/>
            <a:chOff x="0" y="0"/>
            <a:chExt cx="1676400" cy="434974"/>
          </a:xfrm>
        </p:grpSpPr>
        <p:grpSp>
          <p:nvGrpSpPr>
            <p:cNvPr id="1212" name="Group 1212"/>
            <p:cNvGrpSpPr/>
            <p:nvPr/>
          </p:nvGrpSpPr>
          <p:grpSpPr>
            <a:xfrm>
              <a:off x="0" y="0"/>
              <a:ext cx="762000" cy="381000"/>
              <a:chOff x="0" y="0"/>
              <a:chExt cx="761999" cy="381000"/>
            </a:xfrm>
          </p:grpSpPr>
          <p:sp>
            <p:nvSpPr>
              <p:cNvPr id="1208" name="Shape 1208"/>
              <p:cNvSpPr/>
              <p:nvPr/>
            </p:nvSpPr>
            <p:spPr>
              <a:xfrm>
                <a:off x="0" y="0"/>
                <a:ext cx="533400" cy="381000"/>
              </a:xfrm>
              <a:prstGeom prst="roundRect">
                <a:avLst>
                  <a:gd name="adj" fmla="val 417"/>
                </a:avLst>
              </a:prstGeom>
              <a:solidFill>
                <a:srgbClr val="FF00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209" name="Shape 1209"/>
              <p:cNvSpPr/>
              <p:nvPr/>
            </p:nvSpPr>
            <p:spPr>
              <a:xfrm>
                <a:off x="381000" y="0"/>
                <a:ext cx="152400" cy="381000"/>
              </a:xfrm>
              <a:prstGeom prst="roundRect">
                <a:avLst>
                  <a:gd name="adj" fmla="val 1042"/>
                </a:avLst>
              </a:prstGeom>
              <a:solidFill>
                <a:srgbClr val="FF99CC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210" name="Shape 1210"/>
              <p:cNvSpPr/>
              <p:nvPr/>
            </p:nvSpPr>
            <p:spPr>
              <a:xfrm>
                <a:off x="465" y="465"/>
                <a:ext cx="366750" cy="3095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400"/>
                  <a:t>I41</a:t>
                </a:r>
              </a:p>
            </p:txBody>
          </p:sp>
          <p:sp>
            <p:nvSpPr>
              <p:cNvPr id="1211" name="Shape 1211"/>
              <p:cNvSpPr/>
              <p:nvPr/>
            </p:nvSpPr>
            <p:spPr>
              <a:xfrm>
                <a:off x="457199" y="152400"/>
                <a:ext cx="304801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1217" name="Group 1217"/>
            <p:cNvGrpSpPr/>
            <p:nvPr/>
          </p:nvGrpSpPr>
          <p:grpSpPr>
            <a:xfrm>
              <a:off x="762000" y="0"/>
              <a:ext cx="762000" cy="381000"/>
              <a:chOff x="0" y="0"/>
              <a:chExt cx="761999" cy="381000"/>
            </a:xfrm>
          </p:grpSpPr>
          <p:sp>
            <p:nvSpPr>
              <p:cNvPr id="1213" name="Shape 1213"/>
              <p:cNvSpPr/>
              <p:nvPr/>
            </p:nvSpPr>
            <p:spPr>
              <a:xfrm>
                <a:off x="0" y="0"/>
                <a:ext cx="533400" cy="381000"/>
              </a:xfrm>
              <a:prstGeom prst="roundRect">
                <a:avLst>
                  <a:gd name="adj" fmla="val 417"/>
                </a:avLst>
              </a:prstGeom>
              <a:solidFill>
                <a:srgbClr val="FF00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214" name="Shape 1214"/>
              <p:cNvSpPr/>
              <p:nvPr/>
            </p:nvSpPr>
            <p:spPr>
              <a:xfrm>
                <a:off x="381000" y="0"/>
                <a:ext cx="152400" cy="381000"/>
              </a:xfrm>
              <a:prstGeom prst="roundRect">
                <a:avLst>
                  <a:gd name="adj" fmla="val 1042"/>
                </a:avLst>
              </a:prstGeom>
              <a:solidFill>
                <a:srgbClr val="FF99CC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215" name="Shape 1215"/>
              <p:cNvSpPr/>
              <p:nvPr/>
            </p:nvSpPr>
            <p:spPr>
              <a:xfrm>
                <a:off x="465" y="465"/>
                <a:ext cx="366750" cy="3095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400"/>
                  <a:t>I42</a:t>
                </a:r>
              </a:p>
            </p:txBody>
          </p:sp>
          <p:sp>
            <p:nvSpPr>
              <p:cNvPr id="1216" name="Shape 1216"/>
              <p:cNvSpPr/>
              <p:nvPr/>
            </p:nvSpPr>
            <p:spPr>
              <a:xfrm>
                <a:off x="457199" y="152400"/>
                <a:ext cx="304801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1222" name="Group 1222"/>
            <p:cNvGrpSpPr/>
            <p:nvPr/>
          </p:nvGrpSpPr>
          <p:grpSpPr>
            <a:xfrm>
              <a:off x="1371600" y="152400"/>
              <a:ext cx="304801" cy="282575"/>
              <a:chOff x="0" y="0"/>
              <a:chExt cx="304800" cy="282574"/>
            </a:xfrm>
          </p:grpSpPr>
          <p:sp>
            <p:nvSpPr>
              <p:cNvPr id="1218" name="Shape 1218"/>
              <p:cNvSpPr/>
              <p:nvPr/>
            </p:nvSpPr>
            <p:spPr>
              <a:xfrm>
                <a:off x="152399" y="-1"/>
                <a:ext cx="1589" cy="22860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219" name="Shape 1219"/>
              <p:cNvSpPr/>
              <p:nvPr/>
            </p:nvSpPr>
            <p:spPr>
              <a:xfrm>
                <a:off x="-1" y="228600"/>
                <a:ext cx="304802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220" name="Shape 1220"/>
              <p:cNvSpPr/>
              <p:nvPr/>
            </p:nvSpPr>
            <p:spPr>
              <a:xfrm>
                <a:off x="76199" y="260350"/>
                <a:ext cx="152402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221" name="Shape 1221"/>
              <p:cNvSpPr/>
              <p:nvPr/>
            </p:nvSpPr>
            <p:spPr>
              <a:xfrm>
                <a:off x="123824" y="280987"/>
                <a:ext cx="76201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</p:grpSp>
      </p:grpSp>
      <p:grpSp>
        <p:nvGrpSpPr>
          <p:cNvPr id="1234" name="Group 1234"/>
          <p:cNvGrpSpPr/>
          <p:nvPr/>
        </p:nvGrpSpPr>
        <p:grpSpPr>
          <a:xfrm>
            <a:off x="6400799" y="2895600"/>
            <a:ext cx="914402" cy="434975"/>
            <a:chOff x="0" y="0"/>
            <a:chExt cx="914400" cy="434974"/>
          </a:xfrm>
        </p:grpSpPr>
        <p:grpSp>
          <p:nvGrpSpPr>
            <p:cNvPr id="1228" name="Group 1228"/>
            <p:cNvGrpSpPr/>
            <p:nvPr/>
          </p:nvGrpSpPr>
          <p:grpSpPr>
            <a:xfrm>
              <a:off x="0" y="0"/>
              <a:ext cx="762000" cy="381000"/>
              <a:chOff x="0" y="0"/>
              <a:chExt cx="761999" cy="381000"/>
            </a:xfrm>
          </p:grpSpPr>
          <p:sp>
            <p:nvSpPr>
              <p:cNvPr id="1224" name="Shape 1224"/>
              <p:cNvSpPr/>
              <p:nvPr/>
            </p:nvSpPr>
            <p:spPr>
              <a:xfrm>
                <a:off x="0" y="0"/>
                <a:ext cx="533400" cy="381000"/>
              </a:xfrm>
              <a:prstGeom prst="roundRect">
                <a:avLst>
                  <a:gd name="adj" fmla="val 417"/>
                </a:avLst>
              </a:prstGeom>
              <a:solidFill>
                <a:srgbClr val="FF00FF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225" name="Shape 1225"/>
              <p:cNvSpPr/>
              <p:nvPr/>
            </p:nvSpPr>
            <p:spPr>
              <a:xfrm>
                <a:off x="381000" y="0"/>
                <a:ext cx="152400" cy="381000"/>
              </a:xfrm>
              <a:prstGeom prst="roundRect">
                <a:avLst>
                  <a:gd name="adj" fmla="val 1042"/>
                </a:avLst>
              </a:prstGeom>
              <a:solidFill>
                <a:srgbClr val="FF99CC"/>
              </a:solidFill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  <a:endParaRPr/>
              </a:p>
            </p:txBody>
          </p:sp>
          <p:sp>
            <p:nvSpPr>
              <p:cNvPr id="1226" name="Shape 1226"/>
              <p:cNvSpPr/>
              <p:nvPr/>
            </p:nvSpPr>
            <p:spPr>
              <a:xfrm>
                <a:off x="465" y="465"/>
                <a:ext cx="366750" cy="3095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wrap="none" lIns="46799" tIns="46799" rIns="46799" bIns="46799" numCol="1" anchor="t">
                <a:spAutoFit/>
              </a:bodyPr>
              <a:lstStyle>
                <a:lvl1pPr>
                  <a:lnSpc>
                    <a:spcPct val="93000"/>
                  </a:lnSpc>
                  <a:spcBef>
                    <a:spcPts val="800"/>
                  </a:spcBef>
                  <a:tabLst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1400">
                    <a:latin typeface="Tahoma"/>
                    <a:ea typeface="Tahoma"/>
                    <a:cs typeface="Tahoma"/>
                    <a:sym typeface="Tahoma"/>
                  </a:defRPr>
                </a:lvl1pPr>
              </a:lstStyle>
              <a:p>
                <a:pPr lvl="0">
                  <a:defRPr sz="1800"/>
                </a:pPr>
                <a:r>
                  <a:rPr sz="1400"/>
                  <a:t>I21</a:t>
                </a:r>
              </a:p>
            </p:txBody>
          </p:sp>
          <p:sp>
            <p:nvSpPr>
              <p:cNvPr id="1227" name="Shape 1227"/>
              <p:cNvSpPr/>
              <p:nvPr/>
            </p:nvSpPr>
            <p:spPr>
              <a:xfrm>
                <a:off x="457199" y="152400"/>
                <a:ext cx="304801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</p:grpSp>
        <p:grpSp>
          <p:nvGrpSpPr>
            <p:cNvPr id="1233" name="Group 1233"/>
            <p:cNvGrpSpPr/>
            <p:nvPr/>
          </p:nvGrpSpPr>
          <p:grpSpPr>
            <a:xfrm>
              <a:off x="609600" y="152400"/>
              <a:ext cx="304801" cy="282575"/>
              <a:chOff x="0" y="0"/>
              <a:chExt cx="304800" cy="282574"/>
            </a:xfrm>
          </p:grpSpPr>
          <p:sp>
            <p:nvSpPr>
              <p:cNvPr id="1229" name="Shape 1229"/>
              <p:cNvSpPr/>
              <p:nvPr/>
            </p:nvSpPr>
            <p:spPr>
              <a:xfrm>
                <a:off x="152399" y="-1"/>
                <a:ext cx="1589" cy="228602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230" name="Shape 1230"/>
              <p:cNvSpPr/>
              <p:nvPr/>
            </p:nvSpPr>
            <p:spPr>
              <a:xfrm>
                <a:off x="-1" y="228600"/>
                <a:ext cx="304802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231" name="Shape 1231"/>
              <p:cNvSpPr/>
              <p:nvPr/>
            </p:nvSpPr>
            <p:spPr>
              <a:xfrm>
                <a:off x="76199" y="260350"/>
                <a:ext cx="152402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  <p:sp>
            <p:nvSpPr>
              <p:cNvPr id="1232" name="Shape 1232"/>
              <p:cNvSpPr/>
              <p:nvPr/>
            </p:nvSpPr>
            <p:spPr>
              <a:xfrm>
                <a:off x="123824" y="280987"/>
                <a:ext cx="76201" cy="1588"/>
              </a:xfrm>
              <a:prstGeom prst="line">
                <a:avLst/>
              </a:prstGeom>
              <a:noFill/>
              <a:ln w="9360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lvl="0" defTabSz="457200">
                  <a:defRPr sz="1200">
                    <a:latin typeface="+mj-lt"/>
                    <a:ea typeface="+mj-ea"/>
                    <a:cs typeface="+mj-cs"/>
                    <a:sym typeface="Helvetica"/>
                  </a:defRPr>
                </a:pPr>
                <a:endParaRPr/>
              </a:p>
            </p:txBody>
          </p:sp>
        </p:grpSp>
      </p:grpSp>
      <p:grpSp>
        <p:nvGrpSpPr>
          <p:cNvPr id="1239" name="Group 1239"/>
          <p:cNvGrpSpPr/>
          <p:nvPr/>
        </p:nvGrpSpPr>
        <p:grpSpPr>
          <a:xfrm>
            <a:off x="6477000" y="3657600"/>
            <a:ext cx="304801" cy="282575"/>
            <a:chOff x="0" y="0"/>
            <a:chExt cx="304800" cy="282574"/>
          </a:xfrm>
        </p:grpSpPr>
        <p:sp>
          <p:nvSpPr>
            <p:cNvPr id="1235" name="Shape 1235"/>
            <p:cNvSpPr/>
            <p:nvPr/>
          </p:nvSpPr>
          <p:spPr>
            <a:xfrm>
              <a:off x="152399" y="-1"/>
              <a:ext cx="1589" cy="228602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1236" name="Shape 1236"/>
            <p:cNvSpPr/>
            <p:nvPr/>
          </p:nvSpPr>
          <p:spPr>
            <a:xfrm>
              <a:off x="-1" y="228600"/>
              <a:ext cx="304802" cy="1588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1237" name="Shape 1237"/>
            <p:cNvSpPr/>
            <p:nvPr/>
          </p:nvSpPr>
          <p:spPr>
            <a:xfrm>
              <a:off x="76199" y="260350"/>
              <a:ext cx="152402" cy="1588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1238" name="Shape 1238"/>
            <p:cNvSpPr/>
            <p:nvPr/>
          </p:nvSpPr>
          <p:spPr>
            <a:xfrm>
              <a:off x="123824" y="280987"/>
              <a:ext cx="76201" cy="1588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</p:grpSp>
      <p:sp>
        <p:nvSpPr>
          <p:cNvPr id="1240" name="Shape 1240"/>
          <p:cNvSpPr/>
          <p:nvPr/>
        </p:nvSpPr>
        <p:spPr>
          <a:xfrm>
            <a:off x="5943600" y="2713827"/>
            <a:ext cx="638453" cy="5023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4" h="20295" extrusionOk="0">
                <a:moveTo>
                  <a:pt x="0" y="19700"/>
                </a:moveTo>
                <a:cubicBezTo>
                  <a:pt x="2907" y="20210"/>
                  <a:pt x="5815" y="20734"/>
                  <a:pt x="7475" y="19700"/>
                </a:cubicBezTo>
                <a:cubicBezTo>
                  <a:pt x="9134" y="18666"/>
                  <a:pt x="9546" y="16612"/>
                  <a:pt x="9958" y="13524"/>
                </a:cubicBezTo>
                <a:cubicBezTo>
                  <a:pt x="10382" y="10436"/>
                  <a:pt x="8299" y="3241"/>
                  <a:pt x="9958" y="1188"/>
                </a:cubicBezTo>
                <a:cubicBezTo>
                  <a:pt x="11630" y="-866"/>
                  <a:pt x="18269" y="154"/>
                  <a:pt x="19929" y="1188"/>
                </a:cubicBezTo>
                <a:cubicBezTo>
                  <a:pt x="21600" y="2207"/>
                  <a:pt x="20764" y="4785"/>
                  <a:pt x="19929" y="7349"/>
                </a:cubicBezTo>
              </a:path>
            </a:pathLst>
          </a:custGeom>
          <a:ln w="9360">
            <a:solidFill/>
            <a:round/>
            <a:headEnd type="triangle"/>
            <a:tailEnd type="triangle"/>
          </a:ln>
        </p:spPr>
        <p:txBody>
          <a:bodyPr lIns="0" tIns="0" rIns="0" bIns="0"/>
          <a:lstStyle/>
          <a:p>
            <a:pPr lvl="0">
              <a:defRPr sz="1800"/>
            </a:pPr>
            <a:endParaRPr/>
          </a:p>
        </p:txBody>
      </p:sp>
      <p:sp>
        <p:nvSpPr>
          <p:cNvPr id="1241" name="Shape 1241"/>
          <p:cNvSpPr/>
          <p:nvPr/>
        </p:nvSpPr>
        <p:spPr>
          <a:xfrm>
            <a:off x="5943600" y="3390205"/>
            <a:ext cx="685441" cy="456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410" extrusionOk="0">
                <a:moveTo>
                  <a:pt x="0" y="17855"/>
                </a:moveTo>
                <a:cubicBezTo>
                  <a:pt x="2595" y="19202"/>
                  <a:pt x="5190" y="20549"/>
                  <a:pt x="7196" y="17855"/>
                </a:cubicBezTo>
                <a:cubicBezTo>
                  <a:pt x="9191" y="15145"/>
                  <a:pt x="9995" y="4338"/>
                  <a:pt x="11990" y="1643"/>
                </a:cubicBezTo>
                <a:cubicBezTo>
                  <a:pt x="13996" y="-1051"/>
                  <a:pt x="17600" y="21"/>
                  <a:pt x="19197" y="1643"/>
                </a:cubicBezTo>
                <a:cubicBezTo>
                  <a:pt x="20795" y="3266"/>
                  <a:pt x="21192" y="7323"/>
                  <a:pt x="21600" y="11364"/>
                </a:cubicBezTo>
              </a:path>
            </a:pathLst>
          </a:custGeom>
          <a:ln w="9360">
            <a:solidFill/>
            <a:round/>
            <a:headEnd type="triangle"/>
            <a:tailEnd type="triangle"/>
          </a:ln>
        </p:spPr>
        <p:txBody>
          <a:bodyPr lIns="0" tIns="0" rIns="0" bIns="0"/>
          <a:lstStyle/>
          <a:p>
            <a:pPr lvl="0">
              <a:defRPr sz="1800"/>
            </a:pPr>
            <a:endParaRPr/>
          </a:p>
        </p:txBody>
      </p:sp>
      <p:sp>
        <p:nvSpPr>
          <p:cNvPr id="1242" name="Shape 1242"/>
          <p:cNvSpPr/>
          <p:nvPr/>
        </p:nvSpPr>
        <p:spPr>
          <a:xfrm>
            <a:off x="5943600" y="3938237"/>
            <a:ext cx="609241" cy="5697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199" extrusionOk="0">
                <a:moveTo>
                  <a:pt x="0" y="17062"/>
                </a:moveTo>
                <a:cubicBezTo>
                  <a:pt x="3151" y="19090"/>
                  <a:pt x="6303" y="21106"/>
                  <a:pt x="8102" y="19766"/>
                </a:cubicBezTo>
                <a:cubicBezTo>
                  <a:pt x="9901" y="18414"/>
                  <a:pt x="9901" y="12111"/>
                  <a:pt x="10794" y="8960"/>
                </a:cubicBezTo>
                <a:cubicBezTo>
                  <a:pt x="11699" y="5809"/>
                  <a:pt x="12146" y="2198"/>
                  <a:pt x="13498" y="846"/>
                </a:cubicBezTo>
                <a:cubicBezTo>
                  <a:pt x="14851" y="-494"/>
                  <a:pt x="17556" y="-47"/>
                  <a:pt x="18908" y="846"/>
                </a:cubicBezTo>
                <a:cubicBezTo>
                  <a:pt x="20260" y="1751"/>
                  <a:pt x="20937" y="3997"/>
                  <a:pt x="21600" y="6255"/>
                </a:cubicBezTo>
              </a:path>
            </a:pathLst>
          </a:custGeom>
          <a:ln w="9360">
            <a:solidFill/>
            <a:round/>
            <a:headEnd type="triangle"/>
            <a:tailEnd type="triangle"/>
          </a:ln>
        </p:spPr>
        <p:txBody>
          <a:bodyPr lIns="0" tIns="0" rIns="0" bIns="0"/>
          <a:lstStyle/>
          <a:p>
            <a:pPr lvl="0">
              <a:defRPr sz="1800"/>
            </a:pPr>
            <a:endParaRPr/>
          </a:p>
        </p:txBody>
      </p:sp>
      <p:grpSp>
        <p:nvGrpSpPr>
          <p:cNvPr id="1245" name="Group 1245"/>
          <p:cNvGrpSpPr/>
          <p:nvPr/>
        </p:nvGrpSpPr>
        <p:grpSpPr>
          <a:xfrm>
            <a:off x="4851870" y="2105495"/>
            <a:ext cx="638064" cy="271401"/>
            <a:chOff x="0" y="0"/>
            <a:chExt cx="638062" cy="271400"/>
          </a:xfrm>
        </p:grpSpPr>
        <p:sp>
          <p:nvSpPr>
            <p:cNvPr id="1243" name="Shape 1243"/>
            <p:cNvSpPr/>
            <p:nvPr/>
          </p:nvSpPr>
          <p:spPr>
            <a:xfrm>
              <a:off x="228129" y="256704"/>
              <a:ext cx="381001" cy="1589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1244" name="Shape 1244"/>
            <p:cNvSpPr/>
            <p:nvPr/>
          </p:nvSpPr>
          <p:spPr>
            <a:xfrm>
              <a:off x="0" y="0"/>
              <a:ext cx="638063" cy="271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200" b="1"/>
                <a:t>header</a:t>
              </a:r>
            </a:p>
          </p:txBody>
        </p:sp>
      </p:grpSp>
      <p:grpSp>
        <p:nvGrpSpPr>
          <p:cNvPr id="1248" name="Group 1248"/>
          <p:cNvGrpSpPr/>
          <p:nvPr/>
        </p:nvGrpSpPr>
        <p:grpSpPr>
          <a:xfrm>
            <a:off x="4848695" y="3993033"/>
            <a:ext cx="609131" cy="271401"/>
            <a:chOff x="0" y="0"/>
            <a:chExt cx="609129" cy="271400"/>
          </a:xfrm>
        </p:grpSpPr>
        <p:sp>
          <p:nvSpPr>
            <p:cNvPr id="1246" name="Shape 1246"/>
            <p:cNvSpPr/>
            <p:nvPr/>
          </p:nvSpPr>
          <p:spPr>
            <a:xfrm>
              <a:off x="228129" y="256704"/>
              <a:ext cx="381001" cy="1589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1247" name="Shape 1247"/>
            <p:cNvSpPr/>
            <p:nvPr/>
          </p:nvSpPr>
          <p:spPr>
            <a:xfrm>
              <a:off x="0" y="0"/>
              <a:ext cx="385279" cy="271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200" b="1"/>
                <a:t>last</a:t>
              </a:r>
            </a:p>
          </p:txBody>
        </p:sp>
      </p:grpSp>
      <p:grpSp>
        <p:nvGrpSpPr>
          <p:cNvPr id="1251" name="Group 1251"/>
          <p:cNvGrpSpPr/>
          <p:nvPr/>
        </p:nvGrpSpPr>
        <p:grpSpPr>
          <a:xfrm>
            <a:off x="6401270" y="1753070"/>
            <a:ext cx="602792" cy="504356"/>
            <a:chOff x="0" y="0"/>
            <a:chExt cx="602790" cy="504354"/>
          </a:xfrm>
        </p:grpSpPr>
        <p:sp>
          <p:nvSpPr>
            <p:cNvPr id="1249" name="Shape 1249"/>
            <p:cNvSpPr/>
            <p:nvPr/>
          </p:nvSpPr>
          <p:spPr>
            <a:xfrm>
              <a:off x="304329" y="199554"/>
              <a:ext cx="1589" cy="3048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1250" name="Shape 1250"/>
            <p:cNvSpPr/>
            <p:nvPr/>
          </p:nvSpPr>
          <p:spPr>
            <a:xfrm>
              <a:off x="0" y="0"/>
              <a:ext cx="602791" cy="271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200" b="1"/>
                <a:t>Frente</a:t>
              </a:r>
            </a:p>
          </p:txBody>
        </p:sp>
      </p:grpSp>
      <p:grpSp>
        <p:nvGrpSpPr>
          <p:cNvPr id="1254" name="Group 1254"/>
          <p:cNvGrpSpPr/>
          <p:nvPr/>
        </p:nvGrpSpPr>
        <p:grpSpPr>
          <a:xfrm>
            <a:off x="7849070" y="1753070"/>
            <a:ext cx="475618" cy="504356"/>
            <a:chOff x="0" y="0"/>
            <a:chExt cx="475616" cy="504354"/>
          </a:xfrm>
        </p:grpSpPr>
        <p:sp>
          <p:nvSpPr>
            <p:cNvPr id="1252" name="Shape 1252"/>
            <p:cNvSpPr/>
            <p:nvPr/>
          </p:nvSpPr>
          <p:spPr>
            <a:xfrm>
              <a:off x="304329" y="199554"/>
              <a:ext cx="1589" cy="304801"/>
            </a:xfrm>
            <a:prstGeom prst="line">
              <a:avLst/>
            </a:prstGeom>
            <a:noFill/>
            <a:ln w="9360" cap="flat">
              <a:solidFill>
                <a:srgbClr val="000000"/>
              </a:solidFill>
              <a:prstDash val="solid"/>
              <a:round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1253" name="Shape 1253"/>
            <p:cNvSpPr/>
            <p:nvPr/>
          </p:nvSpPr>
          <p:spPr>
            <a:xfrm>
              <a:off x="0" y="0"/>
              <a:ext cx="475617" cy="271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46799" tIns="46799" rIns="46799" bIns="46799" numCol="1" anchor="t">
              <a:spAutoFit/>
            </a:bodyPr>
            <a:lstStyle>
              <a:lvl1pPr>
                <a:lnSpc>
                  <a:spcPct val="93000"/>
                </a:lnSpc>
                <a:spcBef>
                  <a:spcPts val="700"/>
                </a:spcBef>
                <a:tabLst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200" b="1">
                  <a:latin typeface="Tahoma"/>
                  <a:ea typeface="Tahoma"/>
                  <a:cs typeface="Tahoma"/>
                  <a:sym typeface="Tahoma"/>
                </a:defRPr>
              </a:lvl1pPr>
            </a:lstStyle>
            <a:p>
              <a:pPr lvl="0">
                <a:defRPr sz="1800" b="0"/>
              </a:pPr>
              <a:r>
                <a:rPr sz="1200" b="1"/>
                <a:t>Final</a:t>
              </a:r>
            </a:p>
          </p:txBody>
        </p:sp>
      </p:grpSp>
      <p:sp>
        <p:nvSpPr>
          <p:cNvPr id="1255" name="Shape 1255"/>
          <p:cNvSpPr/>
          <p:nvPr/>
        </p:nvSpPr>
        <p:spPr>
          <a:xfrm>
            <a:off x="6443662" y="5805487"/>
            <a:ext cx="360363" cy="385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6799" tIns="46799" rIns="46799" bIns="46799">
            <a:spAutoFit/>
          </a:bodyPr>
          <a:lstStyle>
            <a:lvl1pPr>
              <a:lnSpc>
                <a:spcPct val="93000"/>
              </a:lnSpc>
              <a:spcBef>
                <a:spcPts val="1200"/>
              </a:spcBef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/>
            </a:lvl1pPr>
          </a:lstStyle>
          <a:p>
            <a:pPr lvl="0">
              <a:defRPr sz="1800"/>
            </a:pPr>
            <a:r>
              <a:rPr sz="2000"/>
              <a:t>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02D21E3-2BD2-4A2B-8E23-F6C37357E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 dirty="0"/>
              <a:t>IMPLEMENTACION DINAMICA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BCD3D-4AE6-4345-A838-DDBFD2E4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IMPLEMENTACION JAVA</a:t>
            </a:r>
            <a:endParaRPr lang="es-EC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10FC03-5BE2-42FD-9089-85EEE37EB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57" y="2845417"/>
            <a:ext cx="7886700" cy="750721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D10E10EC-66FB-437D-BA30-9D2C392422FB}"/>
              </a:ext>
            </a:extLst>
          </p:cNvPr>
          <p:cNvGrpSpPr/>
          <p:nvPr/>
        </p:nvGrpSpPr>
        <p:grpSpPr>
          <a:xfrm>
            <a:off x="4818039" y="3596138"/>
            <a:ext cx="1081053" cy="2311007"/>
            <a:chOff x="4677320" y="3878776"/>
            <a:chExt cx="1081053" cy="2311007"/>
          </a:xfrm>
        </p:grpSpPr>
        <p:pic>
          <p:nvPicPr>
            <p:cNvPr id="6" name="Picture 4" descr="Fotos de Caricatura graduando de stock, imágenes de Caricatura ...">
              <a:extLst>
                <a:ext uri="{FF2B5EF4-FFF2-40B4-BE49-F238E27FC236}">
                  <a16:creationId xmlns:a16="http://schemas.microsoft.com/office/drawing/2014/main" id="{7C93947B-276F-420B-B76D-7670D55C3FA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024" t="12257" r="16713"/>
            <a:stretch/>
          </p:blipFill>
          <p:spPr bwMode="auto">
            <a:xfrm>
              <a:off x="4725776" y="3878776"/>
              <a:ext cx="984143" cy="1768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155FCA51-46ED-4E92-8B56-064F9D7866CF}"/>
                </a:ext>
              </a:extLst>
            </p:cNvPr>
            <p:cNvSpPr txBox="1"/>
            <p:nvPr/>
          </p:nvSpPr>
          <p:spPr>
            <a:xfrm>
              <a:off x="4677320" y="5543452"/>
              <a:ext cx="10810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Camila</a:t>
              </a:r>
            </a:p>
            <a:p>
              <a:pPr algn="ctr"/>
              <a:r>
                <a:rPr lang="es-419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Edad: 12</a:t>
              </a:r>
              <a:endParaRPr lang="es-EC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13387D01-B74E-465A-9E28-F13CB806C547}"/>
              </a:ext>
            </a:extLst>
          </p:cNvPr>
          <p:cNvGrpSpPr/>
          <p:nvPr/>
        </p:nvGrpSpPr>
        <p:grpSpPr>
          <a:xfrm>
            <a:off x="711857" y="3596138"/>
            <a:ext cx="991968" cy="2311009"/>
            <a:chOff x="571138" y="3878776"/>
            <a:chExt cx="991968" cy="2311009"/>
          </a:xfrm>
        </p:grpSpPr>
        <p:pic>
          <p:nvPicPr>
            <p:cNvPr id="9" name="Picture 4" descr="Fotos de Caricatura graduando de stock, imágenes de Caricatura ...">
              <a:extLst>
                <a:ext uri="{FF2B5EF4-FFF2-40B4-BE49-F238E27FC236}">
                  <a16:creationId xmlns:a16="http://schemas.microsoft.com/office/drawing/2014/main" id="{DF0F00EC-9456-40CF-BD59-1B5651C1254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257" r="81811"/>
            <a:stretch/>
          </p:blipFill>
          <p:spPr bwMode="auto">
            <a:xfrm>
              <a:off x="628650" y="3878776"/>
              <a:ext cx="883404" cy="1768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6DA01179-0536-4FAA-9A26-0FD218435714}"/>
                </a:ext>
              </a:extLst>
            </p:cNvPr>
            <p:cNvSpPr txBox="1"/>
            <p:nvPr/>
          </p:nvSpPr>
          <p:spPr>
            <a:xfrm>
              <a:off x="571138" y="5543454"/>
              <a:ext cx="9919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María</a:t>
              </a:r>
            </a:p>
            <a:p>
              <a:pPr algn="ctr"/>
              <a:r>
                <a:rPr lang="es-419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Edad: 8</a:t>
              </a:r>
              <a:endParaRPr lang="es-EC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B6FCF0AE-914B-47A2-80E0-88FBC1F98068}"/>
              </a:ext>
            </a:extLst>
          </p:cNvPr>
          <p:cNvGrpSpPr/>
          <p:nvPr/>
        </p:nvGrpSpPr>
        <p:grpSpPr>
          <a:xfrm>
            <a:off x="2019242" y="3596138"/>
            <a:ext cx="1159146" cy="2311008"/>
            <a:chOff x="1878523" y="3878776"/>
            <a:chExt cx="1159146" cy="2311008"/>
          </a:xfrm>
        </p:grpSpPr>
        <p:pic>
          <p:nvPicPr>
            <p:cNvPr id="12" name="Picture 4" descr="Fotos de Caricatura graduando de stock, imágenes de Caricatura ...">
              <a:extLst>
                <a:ext uri="{FF2B5EF4-FFF2-40B4-BE49-F238E27FC236}">
                  <a16:creationId xmlns:a16="http://schemas.microsoft.com/office/drawing/2014/main" id="{FDD575DC-BB49-4789-A18F-9FCB3A3DAA0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89" t="12257" r="58144"/>
            <a:stretch/>
          </p:blipFill>
          <p:spPr bwMode="auto">
            <a:xfrm>
              <a:off x="1878523" y="3878776"/>
              <a:ext cx="1159146" cy="1768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0F90991E-C04D-451B-9EA4-4B2523DDCC02}"/>
                </a:ext>
              </a:extLst>
            </p:cNvPr>
            <p:cNvSpPr txBox="1"/>
            <p:nvPr/>
          </p:nvSpPr>
          <p:spPr>
            <a:xfrm>
              <a:off x="2012883" y="5543453"/>
              <a:ext cx="99196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Lucía</a:t>
              </a:r>
            </a:p>
            <a:p>
              <a:pPr algn="ctr"/>
              <a:r>
                <a:rPr lang="es-419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Edad: 9</a:t>
              </a:r>
              <a:endParaRPr lang="es-EC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8F10744C-71AF-4CD6-8A0D-01FC60152D8C}"/>
              </a:ext>
            </a:extLst>
          </p:cNvPr>
          <p:cNvGrpSpPr/>
          <p:nvPr/>
        </p:nvGrpSpPr>
        <p:grpSpPr>
          <a:xfrm>
            <a:off x="3376559" y="3748538"/>
            <a:ext cx="1139811" cy="2158607"/>
            <a:chOff x="3235840" y="4031176"/>
            <a:chExt cx="1139811" cy="2158607"/>
          </a:xfrm>
        </p:grpSpPr>
        <p:pic>
          <p:nvPicPr>
            <p:cNvPr id="15" name="Picture 4" descr="Fotos de Caricatura graduando de stock, imágenes de Caricatura ...">
              <a:extLst>
                <a:ext uri="{FF2B5EF4-FFF2-40B4-BE49-F238E27FC236}">
                  <a16:creationId xmlns:a16="http://schemas.microsoft.com/office/drawing/2014/main" id="{E408A90D-A073-46F3-BC45-56189257CA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591" t="19818" r="36391"/>
            <a:stretch/>
          </p:blipFill>
          <p:spPr bwMode="auto">
            <a:xfrm>
              <a:off x="3274663" y="4031176"/>
              <a:ext cx="1069383" cy="16161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F244ABC0-80E9-4A67-A0A6-87100E0CE052}"/>
                </a:ext>
              </a:extLst>
            </p:cNvPr>
            <p:cNvSpPr txBox="1"/>
            <p:nvPr/>
          </p:nvSpPr>
          <p:spPr>
            <a:xfrm>
              <a:off x="3235840" y="5543452"/>
              <a:ext cx="11398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419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Kevin</a:t>
              </a:r>
            </a:p>
            <a:p>
              <a:pPr algn="ctr"/>
              <a:r>
                <a:rPr lang="es-419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Edad: 11</a:t>
              </a:r>
              <a:endParaRPr lang="es-EC" b="1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6C2D231-86CF-417E-883C-9C7FC2FB78C2}"/>
              </a:ext>
            </a:extLst>
          </p:cNvPr>
          <p:cNvSpPr txBox="1"/>
          <p:nvPr/>
        </p:nvSpPr>
        <p:spPr>
          <a:xfrm>
            <a:off x="711857" y="1677175"/>
            <a:ext cx="7190197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900" dirty="0">
                <a:solidFill>
                  <a:srgbClr val="002850"/>
                </a:solidFill>
              </a:rPr>
              <a:t>Si</a:t>
            </a:r>
            <a:r>
              <a:rPr lang="es-419" sz="1900" b="1" dirty="0">
                <a:solidFill>
                  <a:srgbClr val="002850"/>
                </a:solidFill>
              </a:rPr>
              <a:t> </a:t>
            </a:r>
            <a:r>
              <a:rPr lang="es-419" sz="1900" dirty="0">
                <a:solidFill>
                  <a:srgbClr val="002850"/>
                </a:solidFill>
              </a:rPr>
              <a:t>se</a:t>
            </a:r>
            <a:r>
              <a:rPr lang="es-419" sz="1900" b="1" dirty="0">
                <a:solidFill>
                  <a:srgbClr val="002850"/>
                </a:solidFill>
              </a:rPr>
              <a:t> </a:t>
            </a:r>
            <a:r>
              <a:rPr lang="es-419" sz="1900" dirty="0">
                <a:solidFill>
                  <a:srgbClr val="002850"/>
                </a:solidFill>
              </a:rPr>
              <a:t>desea atender primero a los alumnos más jóvenes se necesitaría una cola de prioridad.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900" dirty="0">
                <a:solidFill>
                  <a:srgbClr val="002850"/>
                </a:solidFill>
              </a:rPr>
              <a:t>Se usan las edades de los alumnos de manera ascendente.</a:t>
            </a:r>
            <a:endParaRPr lang="es-EC" sz="1900" dirty="0">
              <a:solidFill>
                <a:srgbClr val="002850"/>
              </a:solidFill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833F9F4-485D-4259-AE44-1A92DE78BF2A}"/>
              </a:ext>
            </a:extLst>
          </p:cNvPr>
          <p:cNvSpPr/>
          <p:nvPr/>
        </p:nvSpPr>
        <p:spPr>
          <a:xfrm>
            <a:off x="6477329" y="3540748"/>
            <a:ext cx="1897302" cy="488300"/>
          </a:xfrm>
          <a:prstGeom prst="rect">
            <a:avLst/>
          </a:prstGeom>
          <a:ln w="381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offer</a:t>
            </a:r>
            <a:r>
              <a:rPr lang="es-419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s-419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Maria</a:t>
            </a:r>
            <a:r>
              <a:rPr lang="es-419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E8BB3FB-C369-4BAA-B996-D4B0B51E0ACB}"/>
              </a:ext>
            </a:extLst>
          </p:cNvPr>
          <p:cNvSpPr/>
          <p:nvPr/>
        </p:nvSpPr>
        <p:spPr>
          <a:xfrm>
            <a:off x="6477329" y="3992094"/>
            <a:ext cx="1897302" cy="488300"/>
          </a:xfrm>
          <a:prstGeom prst="rect">
            <a:avLst/>
          </a:prstGeom>
          <a:ln w="381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offer</a:t>
            </a:r>
            <a:r>
              <a:rPr lang="es-419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(Lucia)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E887FE3-C197-49A1-BC2B-C9D8E837386A}"/>
              </a:ext>
            </a:extLst>
          </p:cNvPr>
          <p:cNvSpPr/>
          <p:nvPr/>
        </p:nvSpPr>
        <p:spPr>
          <a:xfrm>
            <a:off x="6477329" y="4480229"/>
            <a:ext cx="1897302" cy="488300"/>
          </a:xfrm>
          <a:prstGeom prst="rect">
            <a:avLst/>
          </a:prstGeom>
          <a:ln w="381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offer</a:t>
            </a:r>
            <a:r>
              <a:rPr lang="es-419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(Kevin)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647B0C2-2E2A-4886-AC02-B781B3354678}"/>
              </a:ext>
            </a:extLst>
          </p:cNvPr>
          <p:cNvSpPr/>
          <p:nvPr/>
        </p:nvSpPr>
        <p:spPr>
          <a:xfrm>
            <a:off x="6477329" y="4968529"/>
            <a:ext cx="1897302" cy="488300"/>
          </a:xfrm>
          <a:prstGeom prst="rect">
            <a:avLst/>
          </a:prstGeom>
          <a:ln w="381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poll</a:t>
            </a:r>
            <a:r>
              <a:rPr lang="es-419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BA642C2-E58F-47D2-9976-255139483895}"/>
              </a:ext>
            </a:extLst>
          </p:cNvPr>
          <p:cNvSpPr/>
          <p:nvPr/>
        </p:nvSpPr>
        <p:spPr>
          <a:xfrm>
            <a:off x="6471819" y="5456664"/>
            <a:ext cx="1897302" cy="488300"/>
          </a:xfrm>
          <a:prstGeom prst="rect">
            <a:avLst/>
          </a:prstGeom>
          <a:ln w="38100"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419" sz="2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offer</a:t>
            </a:r>
            <a:r>
              <a:rPr lang="es-419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(Camila)</a:t>
            </a:r>
            <a:endParaRPr lang="es-EC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43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7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theme/theme1.xml><?xml version="1.0" encoding="utf-8"?>
<a:theme xmlns:a="http://schemas.openxmlformats.org/drawingml/2006/main" name="TemaEstructur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Estructuras" id="{B9E76A34-6BBA-4E1B-A41D-93456DA2E67E}" vid="{CF3D1E05-6514-47BC-8704-219731990ECC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CC99"/>
      </a:accent1>
      <a:accent2>
        <a:srgbClr val="3333CC"/>
      </a:accent2>
      <a:accent3>
        <a:srgbClr val="8F8F8F"/>
      </a:accent3>
      <a:accent4>
        <a:srgbClr val="707070"/>
      </a:accent4>
      <a:accent5>
        <a:srgbClr val="AAE0C9"/>
      </a:accent5>
      <a:accent6>
        <a:srgbClr val="2E2EB9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00CC99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Narrow"/>
            <a:ea typeface="Arial Narrow"/>
            <a:cs typeface="Arial Narrow"/>
            <a:sym typeface="Arial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CC99"/>
          </a:solidFill>
          <a:prstDash val="solid"/>
          <a:bevel/>
        </a:ln>
        <a:effectLst>
          <a:outerShdw blurRad="38100" dist="20000" dir="5400000" rotWithShape="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 Narrow"/>
            <a:ea typeface="Arial Narrow"/>
            <a:cs typeface="Arial Narrow"/>
            <a:sym typeface="Arial Narrow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TemaEstructuras</Template>
  <TotalTime>1192</TotalTime>
  <Words>2623</Words>
  <Application>Microsoft Office PowerPoint</Application>
  <PresentationFormat>Presentación en pantalla (4:3)</PresentationFormat>
  <Paragraphs>672</Paragraphs>
  <Slides>31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8" baseType="lpstr">
      <vt:lpstr>Arial</vt:lpstr>
      <vt:lpstr>Calibri</vt:lpstr>
      <vt:lpstr>Calibri Light</vt:lpstr>
      <vt:lpstr>Helvetica Neue</vt:lpstr>
      <vt:lpstr>Tahoma</vt:lpstr>
      <vt:lpstr>Wingdings</vt:lpstr>
      <vt:lpstr>TemaEstructuras</vt:lpstr>
      <vt:lpstr>EL TDA COLA</vt:lpstr>
      <vt:lpstr>DEFINICION</vt:lpstr>
      <vt:lpstr>OPERACIONES BASICAS</vt:lpstr>
      <vt:lpstr>IMPLEMENTACIONES</vt:lpstr>
      <vt:lpstr>RECORDEMOS ENTONCES..</vt:lpstr>
      <vt:lpstr>COLA: LISTA CONTIGUA</vt:lpstr>
      <vt:lpstr>LSCONT: AJUSTANDOSE MEJOR A LA COLA</vt:lpstr>
      <vt:lpstr>Cola Operaciones</vt:lpstr>
      <vt:lpstr>COMO RESOLVER EL PROBLEMA</vt:lpstr>
      <vt:lpstr>ARREGLOS CIRCULARES</vt:lpstr>
      <vt:lpstr>¿Y COMO FUNCIONARIA?</vt:lpstr>
      <vt:lpstr>COLA LLENA Y COLA VACIA</vt:lpstr>
      <vt:lpstr>LSCONT: IMPLEMENTACION</vt:lpstr>
      <vt:lpstr>COLA: LISTA ENLAZADA</vt:lpstr>
      <vt:lpstr>COLA: IMPLEMENTACION JAVA</vt:lpstr>
      <vt:lpstr>COLA:EJEMPLO</vt:lpstr>
      <vt:lpstr>COLAS DE PRIORIDAD</vt:lpstr>
      <vt:lpstr>ORDENAMIENTO</vt:lpstr>
      <vt:lpstr>ORDENAMIENTO: SORT()</vt:lpstr>
      <vt:lpstr>ORDENAMIENTO: compareTo</vt:lpstr>
      <vt:lpstr>ORDENAMIENTO: SORT() &amp; LAMBDA FUNCTION</vt:lpstr>
      <vt:lpstr>ORDENAMIENTO: LAMBDA FUNCTION</vt:lpstr>
      <vt:lpstr>WRAPPER CLASSES</vt:lpstr>
      <vt:lpstr>TDA COLAS DE PRIORIDAD</vt:lpstr>
      <vt:lpstr>TIPOS DE COLAS DE PRIORIDAD</vt:lpstr>
      <vt:lpstr>DESENCOLAR EN COLAS DE PRIORIDAD</vt:lpstr>
      <vt:lpstr>IMPLEMENTACION ESTATICA</vt:lpstr>
      <vt:lpstr>IMPLEMENTACION ESTATICA: ARREGLOS</vt:lpstr>
      <vt:lpstr>IMPLEMENTACION DINAMICA: LISTA SIMPLE</vt:lpstr>
      <vt:lpstr>IMPLEMENTACION DINAMICA</vt:lpstr>
      <vt:lpstr>IMPLEMENTACION JAVA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TDA COLA</dc:title>
  <cp:lastModifiedBy>Jocellyn Luna</cp:lastModifiedBy>
  <cp:revision>1</cp:revision>
  <dcterms:modified xsi:type="dcterms:W3CDTF">2020-04-11T20:42:19Z</dcterms:modified>
</cp:coreProperties>
</file>
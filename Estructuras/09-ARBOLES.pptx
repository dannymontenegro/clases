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8" r:id="rId32"/>
    <p:sldId id="289" r:id="rId33"/>
    <p:sldId id="296" r:id="rId34"/>
    <p:sldId id="290" r:id="rId35"/>
    <p:sldId id="291" r:id="rId36"/>
    <p:sldId id="292" r:id="rId37"/>
    <p:sldId id="293" r:id="rId38"/>
    <p:sldId id="294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cellyn Luna" initials="JL" lastIdx="1" clrIdx="0">
    <p:extLst>
      <p:ext uri="{19B8F6BF-5375-455C-9EA6-DF929625EA0E}">
        <p15:presenceInfo xmlns:p15="http://schemas.microsoft.com/office/powerpoint/2012/main" userId="74d04e64cf87037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2F7113-5692-441E-BC88-946EF82D29B8}" v="406" dt="2020-04-25T01:24:50.071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DECFF"/>
          </a:solidFill>
        </a:fill>
      </a:tcStyle>
    </a:wholeTbl>
    <a:band2H>
      <a:tcTxStyle/>
      <a:tcStyle>
        <a:tcBdr/>
        <a:fill>
          <a:solidFill>
            <a:srgbClr val="EFF6FF"/>
          </a:solidFill>
        </a:fill>
      </a:tcStyle>
    </a:band2H>
    <a:firstCol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9CCFF"/>
          </a:solidFill>
        </a:fill>
      </a:tcStyle>
    </a:firstCol>
    <a:la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9CCFF"/>
          </a:solidFill>
        </a:fill>
      </a:tcStyle>
    </a:lastRow>
    <a:fir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9CCFF"/>
          </a:solidFill>
        </a:fill>
      </a:tcStyle>
    </a:firstRow>
  </a:tblStyle>
  <a:tblStyle styleId="{C7B018BB-80A7-4F77-B60F-C8B233D01FF8}" styleName="">
    <a:tblBg/>
    <a:wholeTb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firstCol>
    <a:la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E6E6F6"/>
          </a:solidFill>
        </a:fill>
      </a:tcStyle>
    </a:wholeTbl>
    <a:band2H>
      <a:tcTxStyle/>
      <a:tcStyle>
        <a:tcBdr/>
        <a:fill>
          <a:solidFill>
            <a:srgbClr val="F3F3FA"/>
          </a:solidFill>
        </a:fill>
      </a:tcStyle>
    </a:band2H>
    <a:firstCol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B9B9E7"/>
          </a:solidFill>
        </a:fill>
      </a:tcStyle>
    </a:firstCol>
    <a:la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B9B9E7"/>
          </a:solidFill>
        </a:fill>
      </a:tcStyle>
    </a:lastRow>
    <a:fir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B9B9E7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9CCFF"/>
          </a:solidFill>
        </a:fill>
      </a:tcStyle>
    </a:firstCol>
    <a:lastRow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9CCFF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2708684C-4D16-4618-839F-0558EEFCDFE6}" styleName="">
    <a:tblBg/>
    <a:wholeTb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43"/>
  </p:normalViewPr>
  <p:slideViewPr>
    <p:cSldViewPr snapToGrid="0" snapToObjects="1">
      <p:cViewPr varScale="1">
        <p:scale>
          <a:sx n="64" d="100"/>
          <a:sy n="64" d="100"/>
        </p:scale>
        <p:origin x="148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cellyn Luna" userId="74d04e64cf87037c" providerId="LiveId" clId="{962F7113-5692-441E-BC88-946EF82D29B8}"/>
    <pc:docChg chg="undo custSel addSld delSld modSld sldOrd">
      <pc:chgData name="Jocellyn Luna" userId="74d04e64cf87037c" providerId="LiveId" clId="{962F7113-5692-441E-BC88-946EF82D29B8}" dt="2020-04-25T01:24:50.071" v="1113"/>
      <pc:docMkLst>
        <pc:docMk/>
      </pc:docMkLst>
      <pc:sldChg chg="addSp delSp modSp mod modTransition">
        <pc:chgData name="Jocellyn Luna" userId="74d04e64cf87037c" providerId="LiveId" clId="{962F7113-5692-441E-BC88-946EF82D29B8}" dt="2020-04-03T19:57:28.610" v="14"/>
        <pc:sldMkLst>
          <pc:docMk/>
          <pc:sldMk cId="0" sldId="256"/>
        </pc:sldMkLst>
        <pc:spChg chg="add del mod">
          <ac:chgData name="Jocellyn Luna" userId="74d04e64cf87037c" providerId="LiveId" clId="{962F7113-5692-441E-BC88-946EF82D29B8}" dt="2020-04-03T19:57:10.909" v="9" actId="478"/>
          <ac:spMkLst>
            <pc:docMk/>
            <pc:sldMk cId="0" sldId="256"/>
            <ac:spMk id="3" creationId="{74A66481-F8C0-4865-8804-A2D668FBCC56}"/>
          </ac:spMkLst>
        </pc:spChg>
        <pc:spChg chg="add del">
          <ac:chgData name="Jocellyn Luna" userId="74d04e64cf87037c" providerId="LiveId" clId="{962F7113-5692-441E-BC88-946EF82D29B8}" dt="2020-04-03T19:57:26.001" v="13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Jocellyn Luna" userId="74d04e64cf87037c" providerId="LiveId" clId="{962F7113-5692-441E-BC88-946EF82D29B8}" dt="2020-04-03T19:57:15.470" v="11" actId="207"/>
          <ac:spMkLst>
            <pc:docMk/>
            <pc:sldMk cId="0" sldId="256"/>
            <ac:spMk id="7" creationId="{00000000-0000-0000-0000-000000000000}"/>
          </ac:spMkLst>
        </pc:spChg>
        <pc:spChg chg="add mod">
          <ac:chgData name="Jocellyn Luna" userId="74d04e64cf87037c" providerId="LiveId" clId="{962F7113-5692-441E-BC88-946EF82D29B8}" dt="2020-04-03T19:57:28.610" v="14"/>
          <ac:spMkLst>
            <pc:docMk/>
            <pc:sldMk cId="0" sldId="256"/>
            <ac:spMk id="31" creationId="{931A6809-B6B5-4EBE-B43C-AB8D0C5AAEFA}"/>
          </ac:spMkLst>
        </pc:spChg>
      </pc:sldChg>
      <pc:sldChg chg="addSp delSp modSp mod modTransition">
        <pc:chgData name="Jocellyn Luna" userId="74d04e64cf87037c" providerId="LiveId" clId="{962F7113-5692-441E-BC88-946EF82D29B8}" dt="2020-04-03T19:57:48.011" v="17"/>
        <pc:sldMkLst>
          <pc:docMk/>
          <pc:sldMk cId="0" sldId="257"/>
        </pc:sldMkLst>
        <pc:spChg chg="add mod">
          <ac:chgData name="Jocellyn Luna" userId="74d04e64cf87037c" providerId="LiveId" clId="{962F7113-5692-441E-BC88-946EF82D29B8}" dt="2020-04-03T19:57:48.011" v="17"/>
          <ac:spMkLst>
            <pc:docMk/>
            <pc:sldMk cId="0" sldId="257"/>
            <ac:spMk id="3" creationId="{FE60E41B-20DD-4577-8612-D608F0793FA9}"/>
          </ac:spMkLst>
        </pc:spChg>
        <pc:spChg chg="del">
          <ac:chgData name="Jocellyn Luna" userId="74d04e64cf87037c" providerId="LiveId" clId="{962F7113-5692-441E-BC88-946EF82D29B8}" dt="2020-04-03T19:57:44.903" v="16" actId="478"/>
          <ac:spMkLst>
            <pc:docMk/>
            <pc:sldMk cId="0" sldId="257"/>
            <ac:spMk id="9" creationId="{00000000-0000-0000-0000-000000000000}"/>
          </ac:spMkLst>
        </pc:spChg>
        <pc:spChg chg="mod">
          <ac:chgData name="Jocellyn Luna" userId="74d04e64cf87037c" providerId="LiveId" clId="{962F7113-5692-441E-BC88-946EF82D29B8}" dt="2020-04-03T19:55:54.431" v="0" actId="27636"/>
          <ac:spMkLst>
            <pc:docMk/>
            <pc:sldMk cId="0" sldId="257"/>
            <ac:spMk id="10" creationId="{00000000-0000-0000-0000-000000000000}"/>
          </ac:spMkLst>
        </pc:spChg>
      </pc:sldChg>
      <pc:sldChg chg="addSp delSp modSp mod modTransition">
        <pc:chgData name="Jocellyn Luna" userId="74d04e64cf87037c" providerId="LiveId" clId="{962F7113-5692-441E-BC88-946EF82D29B8}" dt="2020-04-03T19:58:04.992" v="20"/>
        <pc:sldMkLst>
          <pc:docMk/>
          <pc:sldMk cId="0" sldId="258"/>
        </pc:sldMkLst>
        <pc:spChg chg="add mod">
          <ac:chgData name="Jocellyn Luna" userId="74d04e64cf87037c" providerId="LiveId" clId="{962F7113-5692-441E-BC88-946EF82D29B8}" dt="2020-04-03T19:58:04.992" v="20"/>
          <ac:spMkLst>
            <pc:docMk/>
            <pc:sldMk cId="0" sldId="258"/>
            <ac:spMk id="3" creationId="{D7F9DFE2-5F59-41A2-B7A6-91CDC22D47F7}"/>
          </ac:spMkLst>
        </pc:spChg>
        <pc:spChg chg="del">
          <ac:chgData name="Jocellyn Luna" userId="74d04e64cf87037c" providerId="LiveId" clId="{962F7113-5692-441E-BC88-946EF82D29B8}" dt="2020-04-03T19:58:02.055" v="19" actId="478"/>
          <ac:spMkLst>
            <pc:docMk/>
            <pc:sldMk cId="0" sldId="258"/>
            <ac:spMk id="12" creationId="{00000000-0000-0000-0000-000000000000}"/>
          </ac:spMkLst>
        </pc:spChg>
      </pc:sldChg>
      <pc:sldChg chg="addSp delSp modSp mod modTransition">
        <pc:chgData name="Jocellyn Luna" userId="74d04e64cf87037c" providerId="LiveId" clId="{962F7113-5692-441E-BC88-946EF82D29B8}" dt="2020-04-03T19:58:24.694" v="24" actId="1076"/>
        <pc:sldMkLst>
          <pc:docMk/>
          <pc:sldMk cId="0" sldId="259"/>
        </pc:sldMkLst>
        <pc:spChg chg="add mod">
          <ac:chgData name="Jocellyn Luna" userId="74d04e64cf87037c" providerId="LiveId" clId="{962F7113-5692-441E-BC88-946EF82D29B8}" dt="2020-04-03T19:58:21.713" v="23"/>
          <ac:spMkLst>
            <pc:docMk/>
            <pc:sldMk cId="0" sldId="259"/>
            <ac:spMk id="3" creationId="{F15C104B-9868-460C-96AA-4F69F34F908B}"/>
          </ac:spMkLst>
        </pc:spChg>
        <pc:spChg chg="del">
          <ac:chgData name="Jocellyn Luna" userId="74d04e64cf87037c" providerId="LiveId" clId="{962F7113-5692-441E-BC88-946EF82D29B8}" dt="2020-04-03T19:58:18.817" v="22" actId="478"/>
          <ac:spMkLst>
            <pc:docMk/>
            <pc:sldMk cId="0" sldId="259"/>
            <ac:spMk id="63" creationId="{00000000-0000-0000-0000-000000000000}"/>
          </ac:spMkLst>
        </pc:spChg>
        <pc:spChg chg="mod">
          <ac:chgData name="Jocellyn Luna" userId="74d04e64cf87037c" providerId="LiveId" clId="{962F7113-5692-441E-BC88-946EF82D29B8}" dt="2020-04-03T19:58:24.694" v="24" actId="1076"/>
          <ac:spMkLst>
            <pc:docMk/>
            <pc:sldMk cId="0" sldId="259"/>
            <ac:spMk id="64" creationId="{00000000-0000-0000-0000-000000000000}"/>
          </ac:spMkLst>
        </pc:spChg>
      </pc:sldChg>
      <pc:sldChg chg="addSp delSp modSp mod modTransition">
        <pc:chgData name="Jocellyn Luna" userId="74d04e64cf87037c" providerId="LiveId" clId="{962F7113-5692-441E-BC88-946EF82D29B8}" dt="2020-04-18T07:16:20.231" v="1093" actId="313"/>
        <pc:sldMkLst>
          <pc:docMk/>
          <pc:sldMk cId="0" sldId="260"/>
        </pc:sldMkLst>
        <pc:spChg chg="add mod">
          <ac:chgData name="Jocellyn Luna" userId="74d04e64cf87037c" providerId="LiveId" clId="{962F7113-5692-441E-BC88-946EF82D29B8}" dt="2020-04-03T19:58:55.203" v="27"/>
          <ac:spMkLst>
            <pc:docMk/>
            <pc:sldMk cId="0" sldId="260"/>
            <ac:spMk id="3" creationId="{B1025B8F-C59C-4A0C-80FA-D18CF450DC59}"/>
          </ac:spMkLst>
        </pc:spChg>
        <pc:spChg chg="del">
          <ac:chgData name="Jocellyn Luna" userId="74d04e64cf87037c" providerId="LiveId" clId="{962F7113-5692-441E-BC88-946EF82D29B8}" dt="2020-04-03T19:58:50.954" v="26" actId="478"/>
          <ac:spMkLst>
            <pc:docMk/>
            <pc:sldMk cId="0" sldId="260"/>
            <ac:spMk id="66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7:16:20.231" v="1093" actId="313"/>
          <ac:spMkLst>
            <pc:docMk/>
            <pc:sldMk cId="0" sldId="260"/>
            <ac:spMk id="67" creationId="{00000000-0000-0000-0000-000000000000}"/>
          </ac:spMkLst>
        </pc:spChg>
      </pc:sldChg>
      <pc:sldChg chg="addSp delSp modSp mod modTransition">
        <pc:chgData name="Jocellyn Luna" userId="74d04e64cf87037c" providerId="LiveId" clId="{962F7113-5692-441E-BC88-946EF82D29B8}" dt="2020-04-03T19:59:14.620" v="31"/>
        <pc:sldMkLst>
          <pc:docMk/>
          <pc:sldMk cId="0" sldId="261"/>
        </pc:sldMkLst>
        <pc:spChg chg="add mod">
          <ac:chgData name="Jocellyn Luna" userId="74d04e64cf87037c" providerId="LiveId" clId="{962F7113-5692-441E-BC88-946EF82D29B8}" dt="2020-04-03T19:59:14.620" v="31"/>
          <ac:spMkLst>
            <pc:docMk/>
            <pc:sldMk cId="0" sldId="261"/>
            <ac:spMk id="3" creationId="{3C62F3C4-4121-4694-9480-51354B220A7B}"/>
          </ac:spMkLst>
        </pc:spChg>
        <pc:spChg chg="del">
          <ac:chgData name="Jocellyn Luna" userId="74d04e64cf87037c" providerId="LiveId" clId="{962F7113-5692-441E-BC88-946EF82D29B8}" dt="2020-04-03T19:59:11.761" v="30" actId="478"/>
          <ac:spMkLst>
            <pc:docMk/>
            <pc:sldMk cId="0" sldId="261"/>
            <ac:spMk id="69" creationId="{00000000-0000-0000-0000-000000000000}"/>
          </ac:spMkLst>
        </pc:spChg>
        <pc:spChg chg="mod">
          <ac:chgData name="Jocellyn Luna" userId="74d04e64cf87037c" providerId="LiveId" clId="{962F7113-5692-441E-BC88-946EF82D29B8}" dt="2020-04-03T19:59:07.200" v="29" actId="14100"/>
          <ac:spMkLst>
            <pc:docMk/>
            <pc:sldMk cId="0" sldId="261"/>
            <ac:spMk id="70" creationId="{00000000-0000-0000-0000-000000000000}"/>
          </ac:spMkLst>
        </pc:spChg>
      </pc:sldChg>
      <pc:sldChg chg="addSp delSp modSp mod modTransition">
        <pc:chgData name="Jocellyn Luna" userId="74d04e64cf87037c" providerId="LiveId" clId="{962F7113-5692-441E-BC88-946EF82D29B8}" dt="2020-04-03T20:03:03.356" v="77" actId="108"/>
        <pc:sldMkLst>
          <pc:docMk/>
          <pc:sldMk cId="0" sldId="262"/>
        </pc:sldMkLst>
        <pc:spChg chg="add mod">
          <ac:chgData name="Jocellyn Luna" userId="74d04e64cf87037c" providerId="LiveId" clId="{962F7113-5692-441E-BC88-946EF82D29B8}" dt="2020-04-03T20:03:03.356" v="77" actId="108"/>
          <ac:spMkLst>
            <pc:docMk/>
            <pc:sldMk cId="0" sldId="262"/>
            <ac:spMk id="3" creationId="{BB5D19F8-A427-4401-836E-60D17C20E07B}"/>
          </ac:spMkLst>
        </pc:spChg>
        <pc:spChg chg="del mod">
          <ac:chgData name="Jocellyn Luna" userId="74d04e64cf87037c" providerId="LiveId" clId="{962F7113-5692-441E-BC88-946EF82D29B8}" dt="2020-04-03T20:02:50.861" v="75" actId="478"/>
          <ac:spMkLst>
            <pc:docMk/>
            <pc:sldMk cId="0" sldId="262"/>
            <ac:spMk id="72" creationId="{00000000-0000-0000-0000-000000000000}"/>
          </ac:spMkLst>
        </pc:spChg>
      </pc:sldChg>
      <pc:sldChg chg="addSp delSp modSp mod modTransition">
        <pc:chgData name="Jocellyn Luna" userId="74d04e64cf87037c" providerId="LiveId" clId="{962F7113-5692-441E-BC88-946EF82D29B8}" dt="2020-04-03T20:03:20.289" v="85"/>
        <pc:sldMkLst>
          <pc:docMk/>
          <pc:sldMk cId="0" sldId="263"/>
        </pc:sldMkLst>
        <pc:spChg chg="add mod">
          <ac:chgData name="Jocellyn Luna" userId="74d04e64cf87037c" providerId="LiveId" clId="{962F7113-5692-441E-BC88-946EF82D29B8}" dt="2020-04-03T20:03:20.289" v="85"/>
          <ac:spMkLst>
            <pc:docMk/>
            <pc:sldMk cId="0" sldId="263"/>
            <ac:spMk id="3" creationId="{3DD00F48-0DAF-49B0-B907-67E8115D39A9}"/>
          </ac:spMkLst>
        </pc:spChg>
        <pc:spChg chg="del mod">
          <ac:chgData name="Jocellyn Luna" userId="74d04e64cf87037c" providerId="LiveId" clId="{962F7113-5692-441E-BC88-946EF82D29B8}" dt="2020-04-03T20:03:16.962" v="84" actId="478"/>
          <ac:spMkLst>
            <pc:docMk/>
            <pc:sldMk cId="0" sldId="263"/>
            <ac:spMk id="140" creationId="{00000000-0000-0000-0000-000000000000}"/>
          </ac:spMkLst>
        </pc:spChg>
      </pc:sldChg>
      <pc:sldChg chg="addSp delSp modSp mod modTransition">
        <pc:chgData name="Jocellyn Luna" userId="74d04e64cf87037c" providerId="LiveId" clId="{962F7113-5692-441E-BC88-946EF82D29B8}" dt="2020-04-03T20:03:46.232" v="92"/>
        <pc:sldMkLst>
          <pc:docMk/>
          <pc:sldMk cId="0" sldId="264"/>
        </pc:sldMkLst>
        <pc:spChg chg="add mod">
          <ac:chgData name="Jocellyn Luna" userId="74d04e64cf87037c" providerId="LiveId" clId="{962F7113-5692-441E-BC88-946EF82D29B8}" dt="2020-04-03T20:03:46.232" v="92"/>
          <ac:spMkLst>
            <pc:docMk/>
            <pc:sldMk cId="0" sldId="264"/>
            <ac:spMk id="3" creationId="{6C7CE3D3-8D3F-430A-A36E-86D5789719DD}"/>
          </ac:spMkLst>
        </pc:spChg>
        <pc:spChg chg="add del mod">
          <ac:chgData name="Jocellyn Luna" userId="74d04e64cf87037c" providerId="LiveId" clId="{962F7113-5692-441E-BC88-946EF82D29B8}" dt="2020-04-03T20:03:41.465" v="90" actId="478"/>
          <ac:spMkLst>
            <pc:docMk/>
            <pc:sldMk cId="0" sldId="264"/>
            <ac:spMk id="216" creationId="{00000000-0000-0000-0000-000000000000}"/>
          </ac:spMkLst>
        </pc:spChg>
      </pc:sldChg>
      <pc:sldChg chg="addSp delSp modSp mod modTransition modAnim addCm delCm">
        <pc:chgData name="Jocellyn Luna" userId="74d04e64cf87037c" providerId="LiveId" clId="{962F7113-5692-441E-BC88-946EF82D29B8}" dt="2020-04-03T20:32:12.217" v="204" actId="313"/>
        <pc:sldMkLst>
          <pc:docMk/>
          <pc:sldMk cId="0" sldId="265"/>
        </pc:sldMkLst>
        <pc:spChg chg="add mod">
          <ac:chgData name="Jocellyn Luna" userId="74d04e64cf87037c" providerId="LiveId" clId="{962F7113-5692-441E-BC88-946EF82D29B8}" dt="2020-04-03T20:03:58.917" v="94"/>
          <ac:spMkLst>
            <pc:docMk/>
            <pc:sldMk cId="0" sldId="265"/>
            <ac:spMk id="3" creationId="{5931966C-A4D4-4FCF-B31E-40EBFBAC4578}"/>
          </ac:spMkLst>
        </pc:spChg>
        <pc:spChg chg="del">
          <ac:chgData name="Jocellyn Luna" userId="74d04e64cf87037c" providerId="LiveId" clId="{962F7113-5692-441E-BC88-946EF82D29B8}" dt="2020-04-03T20:03:55.652" v="93" actId="478"/>
          <ac:spMkLst>
            <pc:docMk/>
            <pc:sldMk cId="0" sldId="265"/>
            <ac:spMk id="233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32:12.217" v="204" actId="313"/>
          <ac:spMkLst>
            <pc:docMk/>
            <pc:sldMk cId="0" sldId="265"/>
            <ac:spMk id="234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31:00.146" v="199" actId="1076"/>
          <ac:spMkLst>
            <pc:docMk/>
            <pc:sldMk cId="0" sldId="265"/>
            <ac:spMk id="235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31:00.146" v="199" actId="1076"/>
          <ac:spMkLst>
            <pc:docMk/>
            <pc:sldMk cId="0" sldId="265"/>
            <ac:spMk id="236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31:00.146" v="199" actId="1076"/>
          <ac:spMkLst>
            <pc:docMk/>
            <pc:sldMk cId="0" sldId="265"/>
            <ac:spMk id="237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31:00.146" v="199" actId="1076"/>
          <ac:spMkLst>
            <pc:docMk/>
            <pc:sldMk cId="0" sldId="265"/>
            <ac:spMk id="240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31:00.146" v="199" actId="1076"/>
          <ac:spMkLst>
            <pc:docMk/>
            <pc:sldMk cId="0" sldId="265"/>
            <ac:spMk id="241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31:00.146" v="199" actId="1076"/>
          <ac:spMkLst>
            <pc:docMk/>
            <pc:sldMk cId="0" sldId="265"/>
            <ac:spMk id="244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31:00.146" v="199" actId="1076"/>
          <ac:spMkLst>
            <pc:docMk/>
            <pc:sldMk cId="0" sldId="265"/>
            <ac:spMk id="245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31:00.146" v="199" actId="1076"/>
          <ac:spMkLst>
            <pc:docMk/>
            <pc:sldMk cId="0" sldId="265"/>
            <ac:spMk id="248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31:00.146" v="199" actId="1076"/>
          <ac:spMkLst>
            <pc:docMk/>
            <pc:sldMk cId="0" sldId="265"/>
            <ac:spMk id="249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31:00.146" v="199" actId="1076"/>
          <ac:spMkLst>
            <pc:docMk/>
            <pc:sldMk cId="0" sldId="265"/>
            <ac:spMk id="250" creationId="{00000000-0000-0000-0000-000000000000}"/>
          </ac:spMkLst>
        </pc:spChg>
        <pc:cxnChg chg="mod">
          <ac:chgData name="Jocellyn Luna" userId="74d04e64cf87037c" providerId="LiveId" clId="{962F7113-5692-441E-BC88-946EF82D29B8}" dt="2020-04-03T20:31:00.146" v="199" actId="1076"/>
          <ac:cxnSpMkLst>
            <pc:docMk/>
            <pc:sldMk cId="0" sldId="265"/>
            <ac:cxnSpMk id="238" creationId="{00000000-0000-0000-0000-000000000000}"/>
          </ac:cxnSpMkLst>
        </pc:cxnChg>
        <pc:cxnChg chg="mod">
          <ac:chgData name="Jocellyn Luna" userId="74d04e64cf87037c" providerId="LiveId" clId="{962F7113-5692-441E-BC88-946EF82D29B8}" dt="2020-04-03T20:31:00.146" v="199" actId="1076"/>
          <ac:cxnSpMkLst>
            <pc:docMk/>
            <pc:sldMk cId="0" sldId="265"/>
            <ac:cxnSpMk id="239" creationId="{00000000-0000-0000-0000-000000000000}"/>
          </ac:cxnSpMkLst>
        </pc:cxnChg>
        <pc:cxnChg chg="mod">
          <ac:chgData name="Jocellyn Luna" userId="74d04e64cf87037c" providerId="LiveId" clId="{962F7113-5692-441E-BC88-946EF82D29B8}" dt="2020-04-03T20:31:00.146" v="199" actId="1076"/>
          <ac:cxnSpMkLst>
            <pc:docMk/>
            <pc:sldMk cId="0" sldId="265"/>
            <ac:cxnSpMk id="242" creationId="{00000000-0000-0000-0000-000000000000}"/>
          </ac:cxnSpMkLst>
        </pc:cxnChg>
        <pc:cxnChg chg="mod">
          <ac:chgData name="Jocellyn Luna" userId="74d04e64cf87037c" providerId="LiveId" clId="{962F7113-5692-441E-BC88-946EF82D29B8}" dt="2020-04-03T20:31:00.146" v="199" actId="1076"/>
          <ac:cxnSpMkLst>
            <pc:docMk/>
            <pc:sldMk cId="0" sldId="265"/>
            <ac:cxnSpMk id="243" creationId="{00000000-0000-0000-0000-000000000000}"/>
          </ac:cxnSpMkLst>
        </pc:cxnChg>
        <pc:cxnChg chg="mod">
          <ac:chgData name="Jocellyn Luna" userId="74d04e64cf87037c" providerId="LiveId" clId="{962F7113-5692-441E-BC88-946EF82D29B8}" dt="2020-04-03T20:31:00.146" v="199" actId="1076"/>
          <ac:cxnSpMkLst>
            <pc:docMk/>
            <pc:sldMk cId="0" sldId="265"/>
            <ac:cxnSpMk id="246" creationId="{00000000-0000-0000-0000-000000000000}"/>
          </ac:cxnSpMkLst>
        </pc:cxnChg>
        <pc:cxnChg chg="mod">
          <ac:chgData name="Jocellyn Luna" userId="74d04e64cf87037c" providerId="LiveId" clId="{962F7113-5692-441E-BC88-946EF82D29B8}" dt="2020-04-03T20:31:00.146" v="199" actId="1076"/>
          <ac:cxnSpMkLst>
            <pc:docMk/>
            <pc:sldMk cId="0" sldId="265"/>
            <ac:cxnSpMk id="247" creationId="{00000000-0000-0000-0000-000000000000}"/>
          </ac:cxnSpMkLst>
        </pc:cxnChg>
        <pc:cxnChg chg="mod">
          <ac:chgData name="Jocellyn Luna" userId="74d04e64cf87037c" providerId="LiveId" clId="{962F7113-5692-441E-BC88-946EF82D29B8}" dt="2020-04-03T20:31:00.146" v="199" actId="1076"/>
          <ac:cxnSpMkLst>
            <pc:docMk/>
            <pc:sldMk cId="0" sldId="265"/>
            <ac:cxnSpMk id="251" creationId="{00000000-0000-0000-0000-000000000000}"/>
          </ac:cxnSpMkLst>
        </pc:cxnChg>
        <pc:cxnChg chg="mod">
          <ac:chgData name="Jocellyn Luna" userId="74d04e64cf87037c" providerId="LiveId" clId="{962F7113-5692-441E-BC88-946EF82D29B8}" dt="2020-04-03T20:31:00.146" v="199" actId="1076"/>
          <ac:cxnSpMkLst>
            <pc:docMk/>
            <pc:sldMk cId="0" sldId="265"/>
            <ac:cxnSpMk id="252" creationId="{00000000-0000-0000-0000-000000000000}"/>
          </ac:cxnSpMkLst>
        </pc:cxnChg>
        <pc:cxnChg chg="mod">
          <ac:chgData name="Jocellyn Luna" userId="74d04e64cf87037c" providerId="LiveId" clId="{962F7113-5692-441E-BC88-946EF82D29B8}" dt="2020-04-03T20:31:00.146" v="199" actId="1076"/>
          <ac:cxnSpMkLst>
            <pc:docMk/>
            <pc:sldMk cId="0" sldId="265"/>
            <ac:cxnSpMk id="253" creationId="{00000000-0000-0000-0000-000000000000}"/>
          </ac:cxnSpMkLst>
        </pc:cxnChg>
      </pc:sldChg>
      <pc:sldChg chg="addSp delSp modSp mod modTransition">
        <pc:chgData name="Jocellyn Luna" userId="74d04e64cf87037c" providerId="LiveId" clId="{962F7113-5692-441E-BC88-946EF82D29B8}" dt="2020-04-03T20:04:06.587" v="96"/>
        <pc:sldMkLst>
          <pc:docMk/>
          <pc:sldMk cId="0" sldId="266"/>
        </pc:sldMkLst>
        <pc:spChg chg="add mod">
          <ac:chgData name="Jocellyn Luna" userId="74d04e64cf87037c" providerId="LiveId" clId="{962F7113-5692-441E-BC88-946EF82D29B8}" dt="2020-04-03T20:04:06.587" v="96"/>
          <ac:spMkLst>
            <pc:docMk/>
            <pc:sldMk cId="0" sldId="266"/>
            <ac:spMk id="3" creationId="{D6F9A839-0E02-439B-8BC5-074498C42D7B}"/>
          </ac:spMkLst>
        </pc:spChg>
        <pc:spChg chg="del">
          <ac:chgData name="Jocellyn Luna" userId="74d04e64cf87037c" providerId="LiveId" clId="{962F7113-5692-441E-BC88-946EF82D29B8}" dt="2020-04-03T20:04:03.432" v="95" actId="478"/>
          <ac:spMkLst>
            <pc:docMk/>
            <pc:sldMk cId="0" sldId="266"/>
            <ac:spMk id="255" creationId="{00000000-0000-0000-0000-000000000000}"/>
          </ac:spMkLst>
        </pc:spChg>
      </pc:sldChg>
      <pc:sldChg chg="addSp delSp modSp mod modTransition">
        <pc:chgData name="Jocellyn Luna" userId="74d04e64cf87037c" providerId="LiveId" clId="{962F7113-5692-441E-BC88-946EF82D29B8}" dt="2020-04-03T20:04:16.417" v="98"/>
        <pc:sldMkLst>
          <pc:docMk/>
          <pc:sldMk cId="0" sldId="267"/>
        </pc:sldMkLst>
        <pc:spChg chg="add mod">
          <ac:chgData name="Jocellyn Luna" userId="74d04e64cf87037c" providerId="LiveId" clId="{962F7113-5692-441E-BC88-946EF82D29B8}" dt="2020-04-03T20:04:16.417" v="98"/>
          <ac:spMkLst>
            <pc:docMk/>
            <pc:sldMk cId="0" sldId="267"/>
            <ac:spMk id="3" creationId="{82564E36-CC93-4864-B017-01DB0862CBC4}"/>
          </ac:spMkLst>
        </pc:spChg>
        <pc:spChg chg="del">
          <ac:chgData name="Jocellyn Luna" userId="74d04e64cf87037c" providerId="LiveId" clId="{962F7113-5692-441E-BC88-946EF82D29B8}" dt="2020-04-03T20:04:13.574" v="97" actId="478"/>
          <ac:spMkLst>
            <pc:docMk/>
            <pc:sldMk cId="0" sldId="267"/>
            <ac:spMk id="258" creationId="{00000000-0000-0000-0000-000000000000}"/>
          </ac:spMkLst>
        </pc:spChg>
      </pc:sldChg>
      <pc:sldChg chg="addSp delSp modSp mod modTransition">
        <pc:chgData name="Jocellyn Luna" userId="74d04e64cf87037c" providerId="LiveId" clId="{962F7113-5692-441E-BC88-946EF82D29B8}" dt="2020-04-03T20:32:26.486" v="207" actId="1076"/>
        <pc:sldMkLst>
          <pc:docMk/>
          <pc:sldMk cId="0" sldId="268"/>
        </pc:sldMkLst>
        <pc:spChg chg="add mod">
          <ac:chgData name="Jocellyn Luna" userId="74d04e64cf87037c" providerId="LiveId" clId="{962F7113-5692-441E-BC88-946EF82D29B8}" dt="2020-04-03T20:02:02.810" v="60"/>
          <ac:spMkLst>
            <pc:docMk/>
            <pc:sldMk cId="0" sldId="268"/>
            <ac:spMk id="2" creationId="{63B7B303-D01A-4A56-85C4-287CE2995D9D}"/>
          </ac:spMkLst>
        </pc:spChg>
        <pc:spChg chg="add mod ord">
          <ac:chgData name="Jocellyn Luna" userId="74d04e64cf87037c" providerId="LiveId" clId="{962F7113-5692-441E-BC88-946EF82D29B8}" dt="2020-04-03T20:04:40.116" v="102" actId="167"/>
          <ac:spMkLst>
            <pc:docMk/>
            <pc:sldMk cId="0" sldId="268"/>
            <ac:spMk id="4" creationId="{AD4B8C2A-5D7A-422E-8467-D4FBC94C1797}"/>
          </ac:spMkLst>
        </pc:spChg>
        <pc:spChg chg="del mod">
          <ac:chgData name="Jocellyn Luna" userId="74d04e64cf87037c" providerId="LiveId" clId="{962F7113-5692-441E-BC88-946EF82D29B8}" dt="2020-04-03T20:04:27.024" v="100" actId="478"/>
          <ac:spMkLst>
            <pc:docMk/>
            <pc:sldMk cId="0" sldId="268"/>
            <ac:spMk id="261" creationId="{00000000-0000-0000-0000-000000000000}"/>
          </ac:spMkLst>
        </pc:spChg>
        <pc:grpChg chg="mod">
          <ac:chgData name="Jocellyn Luna" userId="74d04e64cf87037c" providerId="LiveId" clId="{962F7113-5692-441E-BC88-946EF82D29B8}" dt="2020-04-03T20:32:26.486" v="207" actId="1076"/>
          <ac:grpSpMkLst>
            <pc:docMk/>
            <pc:sldMk cId="0" sldId="268"/>
            <ac:grpSpMk id="270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32:26.486" v="207" actId="1076"/>
          <ac:grpSpMkLst>
            <pc:docMk/>
            <pc:sldMk cId="0" sldId="268"/>
            <ac:grpSpMk id="273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32:26.486" v="207" actId="1076"/>
          <ac:grpSpMkLst>
            <pc:docMk/>
            <pc:sldMk cId="0" sldId="268"/>
            <ac:grpSpMk id="276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32:26.486" v="207" actId="1076"/>
          <ac:grpSpMkLst>
            <pc:docMk/>
            <pc:sldMk cId="0" sldId="268"/>
            <ac:grpSpMk id="279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32:26.486" v="207" actId="1076"/>
          <ac:grpSpMkLst>
            <pc:docMk/>
            <pc:sldMk cId="0" sldId="268"/>
            <ac:grpSpMk id="282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32:26.486" v="207" actId="1076"/>
          <ac:grpSpMkLst>
            <pc:docMk/>
            <pc:sldMk cId="0" sldId="268"/>
            <ac:grpSpMk id="285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32:26.486" v="207" actId="1076"/>
          <ac:grpSpMkLst>
            <pc:docMk/>
            <pc:sldMk cId="0" sldId="268"/>
            <ac:grpSpMk id="381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32:26.486" v="207" actId="1076"/>
          <ac:grpSpMkLst>
            <pc:docMk/>
            <pc:sldMk cId="0" sldId="268"/>
            <ac:grpSpMk id="389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32:26.486" v="207" actId="1076"/>
          <ac:grpSpMkLst>
            <pc:docMk/>
            <pc:sldMk cId="0" sldId="268"/>
            <ac:grpSpMk id="397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32:26.486" v="207" actId="1076"/>
          <ac:grpSpMkLst>
            <pc:docMk/>
            <pc:sldMk cId="0" sldId="268"/>
            <ac:grpSpMk id="405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32:26.486" v="207" actId="1076"/>
          <ac:grpSpMkLst>
            <pc:docMk/>
            <pc:sldMk cId="0" sldId="268"/>
            <ac:grpSpMk id="413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32:26.486" v="207" actId="1076"/>
          <ac:grpSpMkLst>
            <pc:docMk/>
            <pc:sldMk cId="0" sldId="268"/>
            <ac:grpSpMk id="421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32:26.486" v="207" actId="1076"/>
          <ac:grpSpMkLst>
            <pc:docMk/>
            <pc:sldMk cId="0" sldId="268"/>
            <ac:grpSpMk id="429" creationId="{00000000-0000-0000-0000-000000000000}"/>
          </ac:grpSpMkLst>
        </pc:grpChg>
      </pc:sldChg>
      <pc:sldChg chg="addSp delSp modSp mod modTransition">
        <pc:chgData name="Jocellyn Luna" userId="74d04e64cf87037c" providerId="LiveId" clId="{962F7113-5692-441E-BC88-946EF82D29B8}" dt="2020-04-03T20:32:44.144" v="209" actId="14100"/>
        <pc:sldMkLst>
          <pc:docMk/>
          <pc:sldMk cId="0" sldId="269"/>
        </pc:sldMkLst>
        <pc:spChg chg="add mod">
          <ac:chgData name="Jocellyn Luna" userId="74d04e64cf87037c" providerId="LiveId" clId="{962F7113-5692-441E-BC88-946EF82D29B8}" dt="2020-04-03T20:04:59.408" v="105"/>
          <ac:spMkLst>
            <pc:docMk/>
            <pc:sldMk cId="0" sldId="269"/>
            <ac:spMk id="3" creationId="{948A48C6-D1B5-4A17-AD97-B1925DD8D2AD}"/>
          </ac:spMkLst>
        </pc:spChg>
        <pc:spChg chg="del">
          <ac:chgData name="Jocellyn Luna" userId="74d04e64cf87037c" providerId="LiveId" clId="{962F7113-5692-441E-BC88-946EF82D29B8}" dt="2020-04-03T20:04:53.769" v="103" actId="478"/>
          <ac:spMkLst>
            <pc:docMk/>
            <pc:sldMk cId="0" sldId="269"/>
            <ac:spMk id="438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32:44.144" v="209" actId="14100"/>
          <ac:spMkLst>
            <pc:docMk/>
            <pc:sldMk cId="0" sldId="269"/>
            <ac:spMk id="439" creationId="{00000000-0000-0000-0000-000000000000}"/>
          </ac:spMkLst>
        </pc:spChg>
      </pc:sldChg>
      <pc:sldChg chg="addSp delSp modSp mod modTransition delAnim">
        <pc:chgData name="Jocellyn Luna" userId="74d04e64cf87037c" providerId="LiveId" clId="{962F7113-5692-441E-BC88-946EF82D29B8}" dt="2020-04-25T01:19:14.919" v="1102" actId="14826"/>
        <pc:sldMkLst>
          <pc:docMk/>
          <pc:sldMk cId="0" sldId="270"/>
        </pc:sldMkLst>
        <pc:spChg chg="add mod">
          <ac:chgData name="Jocellyn Luna" userId="74d04e64cf87037c" providerId="LiveId" clId="{962F7113-5692-441E-BC88-946EF82D29B8}" dt="2020-04-03T20:05:11.625" v="108"/>
          <ac:spMkLst>
            <pc:docMk/>
            <pc:sldMk cId="0" sldId="270"/>
            <ac:spMk id="3" creationId="{68E07AC3-3A87-4F75-90F9-88D1A60D1AF8}"/>
          </ac:spMkLst>
        </pc:spChg>
        <pc:spChg chg="del">
          <ac:chgData name="Jocellyn Luna" userId="74d04e64cf87037c" providerId="LiveId" clId="{962F7113-5692-441E-BC88-946EF82D29B8}" dt="2020-04-03T20:05:06.204" v="106" actId="478"/>
          <ac:spMkLst>
            <pc:docMk/>
            <pc:sldMk cId="0" sldId="270"/>
            <ac:spMk id="441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6:26:50.821" v="217" actId="1076"/>
          <ac:spMkLst>
            <pc:docMk/>
            <pc:sldMk cId="0" sldId="270"/>
            <ac:spMk id="442" creationId="{00000000-0000-0000-0000-000000000000}"/>
          </ac:spMkLst>
        </pc:spChg>
        <pc:spChg chg="del mod">
          <ac:chgData name="Jocellyn Luna" userId="74d04e64cf87037c" providerId="LiveId" clId="{962F7113-5692-441E-BC88-946EF82D29B8}" dt="2020-04-18T06:26:17.487" v="213" actId="478"/>
          <ac:spMkLst>
            <pc:docMk/>
            <pc:sldMk cId="0" sldId="270"/>
            <ac:spMk id="443" creationId="{00000000-0000-0000-0000-000000000000}"/>
          </ac:spMkLst>
        </pc:spChg>
        <pc:spChg chg="del mod">
          <ac:chgData name="Jocellyn Luna" userId="74d04e64cf87037c" providerId="LiveId" clId="{962F7113-5692-441E-BC88-946EF82D29B8}" dt="2020-04-18T06:26:19.894" v="214" actId="478"/>
          <ac:spMkLst>
            <pc:docMk/>
            <pc:sldMk cId="0" sldId="270"/>
            <ac:spMk id="444" creationId="{00000000-0000-0000-0000-000000000000}"/>
          </ac:spMkLst>
        </pc:spChg>
        <pc:picChg chg="add del mod">
          <ac:chgData name="Jocellyn Luna" userId="74d04e64cf87037c" providerId="LiveId" clId="{962F7113-5692-441E-BC88-946EF82D29B8}" dt="2020-04-18T06:27:39.885" v="218" actId="478"/>
          <ac:picMkLst>
            <pc:docMk/>
            <pc:sldMk cId="0" sldId="270"/>
            <ac:picMk id="2" creationId="{76D09928-3483-4B7C-B4A1-6E6196EC7446}"/>
          </ac:picMkLst>
        </pc:picChg>
        <pc:picChg chg="add mod ord">
          <ac:chgData name="Jocellyn Luna" userId="74d04e64cf87037c" providerId="LiveId" clId="{962F7113-5692-441E-BC88-946EF82D29B8}" dt="2020-04-18T06:29:13.473" v="227" actId="1076"/>
          <ac:picMkLst>
            <pc:docMk/>
            <pc:sldMk cId="0" sldId="270"/>
            <ac:picMk id="4" creationId="{81163BFC-3DEA-47F0-BBEE-BE2ABB1F14D1}"/>
          </ac:picMkLst>
        </pc:picChg>
        <pc:picChg chg="add mod">
          <ac:chgData name="Jocellyn Luna" userId="74d04e64cf87037c" providerId="LiveId" clId="{962F7113-5692-441E-BC88-946EF82D29B8}" dt="2020-04-25T01:19:14.919" v="1102" actId="14826"/>
          <ac:picMkLst>
            <pc:docMk/>
            <pc:sldMk cId="0" sldId="270"/>
            <ac:picMk id="5" creationId="{94283E0F-375B-4823-9439-FDE9D857D1E8}"/>
          </ac:picMkLst>
        </pc:picChg>
      </pc:sldChg>
      <pc:sldChg chg="addSp delSp modSp mod modTransition">
        <pc:chgData name="Jocellyn Luna" userId="74d04e64cf87037c" providerId="LiveId" clId="{962F7113-5692-441E-BC88-946EF82D29B8}" dt="2020-04-18T07:17:03.381" v="1094" actId="313"/>
        <pc:sldMkLst>
          <pc:docMk/>
          <pc:sldMk cId="0" sldId="271"/>
        </pc:sldMkLst>
        <pc:spChg chg="add mod">
          <ac:chgData name="Jocellyn Luna" userId="74d04e64cf87037c" providerId="LiveId" clId="{962F7113-5692-441E-BC88-946EF82D29B8}" dt="2020-04-03T20:05:25.895" v="110"/>
          <ac:spMkLst>
            <pc:docMk/>
            <pc:sldMk cId="0" sldId="271"/>
            <ac:spMk id="3" creationId="{AA2B2943-9D94-42CE-8B12-C6769CE791B0}"/>
          </ac:spMkLst>
        </pc:spChg>
        <pc:spChg chg="del">
          <ac:chgData name="Jocellyn Luna" userId="74d04e64cf87037c" providerId="LiveId" clId="{962F7113-5692-441E-BC88-946EF82D29B8}" dt="2020-04-03T20:05:22.334" v="109" actId="478"/>
          <ac:spMkLst>
            <pc:docMk/>
            <pc:sldMk cId="0" sldId="271"/>
            <ac:spMk id="446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7:17:03.381" v="1094" actId="313"/>
          <ac:spMkLst>
            <pc:docMk/>
            <pc:sldMk cId="0" sldId="271"/>
            <ac:spMk id="447" creationId="{00000000-0000-0000-0000-000000000000}"/>
          </ac:spMkLst>
        </pc:spChg>
      </pc:sldChg>
      <pc:sldChg chg="addSp delSp modSp mod modTransition">
        <pc:chgData name="Jocellyn Luna" userId="74d04e64cf87037c" providerId="LiveId" clId="{962F7113-5692-441E-BC88-946EF82D29B8}" dt="2020-04-18T06:30:49.538" v="286" actId="20577"/>
        <pc:sldMkLst>
          <pc:docMk/>
          <pc:sldMk cId="0" sldId="272"/>
        </pc:sldMkLst>
        <pc:spChg chg="add mod">
          <ac:chgData name="Jocellyn Luna" userId="74d04e64cf87037c" providerId="LiveId" clId="{962F7113-5692-441E-BC88-946EF82D29B8}" dt="2020-04-03T20:05:34.940" v="112"/>
          <ac:spMkLst>
            <pc:docMk/>
            <pc:sldMk cId="0" sldId="272"/>
            <ac:spMk id="3" creationId="{F50D5066-6F0B-435D-B5C0-67D40A1C2038}"/>
          </ac:spMkLst>
        </pc:spChg>
        <pc:spChg chg="del">
          <ac:chgData name="Jocellyn Luna" userId="74d04e64cf87037c" providerId="LiveId" clId="{962F7113-5692-441E-BC88-946EF82D29B8}" dt="2020-04-03T20:05:31.738" v="111" actId="478"/>
          <ac:spMkLst>
            <pc:docMk/>
            <pc:sldMk cId="0" sldId="272"/>
            <ac:spMk id="449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6:30:49.538" v="286" actId="20577"/>
          <ac:spMkLst>
            <pc:docMk/>
            <pc:sldMk cId="0" sldId="272"/>
            <ac:spMk id="450" creationId="{00000000-0000-0000-0000-000000000000}"/>
          </ac:spMkLst>
        </pc:spChg>
      </pc:sldChg>
      <pc:sldChg chg="addSp delSp modSp del mod modTransition">
        <pc:chgData name="Jocellyn Luna" userId="74d04e64cf87037c" providerId="LiveId" clId="{962F7113-5692-441E-BC88-946EF82D29B8}" dt="2020-04-18T06:32:02.104" v="287" actId="47"/>
        <pc:sldMkLst>
          <pc:docMk/>
          <pc:sldMk cId="0" sldId="273"/>
        </pc:sldMkLst>
        <pc:spChg chg="add mod">
          <ac:chgData name="Jocellyn Luna" userId="74d04e64cf87037c" providerId="LiveId" clId="{962F7113-5692-441E-BC88-946EF82D29B8}" dt="2020-04-03T20:05:44.110" v="114"/>
          <ac:spMkLst>
            <pc:docMk/>
            <pc:sldMk cId="0" sldId="273"/>
            <ac:spMk id="3" creationId="{B12E9AE1-3306-40F4-9632-E5299FF1B397}"/>
          </ac:spMkLst>
        </pc:spChg>
        <pc:spChg chg="del">
          <ac:chgData name="Jocellyn Luna" userId="74d04e64cf87037c" providerId="LiveId" clId="{962F7113-5692-441E-BC88-946EF82D29B8}" dt="2020-04-03T20:05:40.829" v="113" actId="478"/>
          <ac:spMkLst>
            <pc:docMk/>
            <pc:sldMk cId="0" sldId="273"/>
            <ac:spMk id="452" creationId="{00000000-0000-0000-0000-000000000000}"/>
          </ac:spMkLst>
        </pc:spChg>
      </pc:sldChg>
      <pc:sldChg chg="addSp delSp modSp mod modTransition">
        <pc:chgData name="Jocellyn Luna" userId="74d04e64cf87037c" providerId="LiveId" clId="{962F7113-5692-441E-BC88-946EF82D29B8}" dt="2020-04-18T07:17:12.472" v="1096" actId="20577"/>
        <pc:sldMkLst>
          <pc:docMk/>
          <pc:sldMk cId="0" sldId="274"/>
        </pc:sldMkLst>
        <pc:spChg chg="add mod">
          <ac:chgData name="Jocellyn Luna" userId="74d04e64cf87037c" providerId="LiveId" clId="{962F7113-5692-441E-BC88-946EF82D29B8}" dt="2020-04-03T20:05:51.796" v="116"/>
          <ac:spMkLst>
            <pc:docMk/>
            <pc:sldMk cId="0" sldId="274"/>
            <ac:spMk id="3" creationId="{AF055BE8-39E8-4961-AA23-0BFAEC0C61E9}"/>
          </ac:spMkLst>
        </pc:spChg>
        <pc:spChg chg="del">
          <ac:chgData name="Jocellyn Luna" userId="74d04e64cf87037c" providerId="LiveId" clId="{962F7113-5692-441E-BC88-946EF82D29B8}" dt="2020-04-03T20:05:49.156" v="115" actId="478"/>
          <ac:spMkLst>
            <pc:docMk/>
            <pc:sldMk cId="0" sldId="274"/>
            <ac:spMk id="456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7:17:12.472" v="1096" actId="20577"/>
          <ac:spMkLst>
            <pc:docMk/>
            <pc:sldMk cId="0" sldId="274"/>
            <ac:spMk id="457" creationId="{00000000-0000-0000-0000-000000000000}"/>
          </ac:spMkLst>
        </pc:spChg>
      </pc:sldChg>
      <pc:sldChg chg="addSp delSp modSp mod modTransition modAnim">
        <pc:chgData name="Jocellyn Luna" userId="74d04e64cf87037c" providerId="LiveId" clId="{962F7113-5692-441E-BC88-946EF82D29B8}" dt="2020-04-18T06:41:31.409" v="470" actId="14826"/>
        <pc:sldMkLst>
          <pc:docMk/>
          <pc:sldMk cId="0" sldId="275"/>
        </pc:sldMkLst>
        <pc:spChg chg="add mod">
          <ac:chgData name="Jocellyn Luna" userId="74d04e64cf87037c" providerId="LiveId" clId="{962F7113-5692-441E-BC88-946EF82D29B8}" dt="2020-04-03T20:06:02.168" v="119"/>
          <ac:spMkLst>
            <pc:docMk/>
            <pc:sldMk cId="0" sldId="275"/>
            <ac:spMk id="3" creationId="{91D021C6-DE09-4BBD-B1BB-6EE2D4B14935}"/>
          </ac:spMkLst>
        </pc:spChg>
        <pc:spChg chg="del">
          <ac:chgData name="Jocellyn Luna" userId="74d04e64cf87037c" providerId="LiveId" clId="{962F7113-5692-441E-BC88-946EF82D29B8}" dt="2020-04-03T20:05:57.341" v="117" actId="478"/>
          <ac:spMkLst>
            <pc:docMk/>
            <pc:sldMk cId="0" sldId="275"/>
            <ac:spMk id="459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6:38:04.863" v="438" actId="1076"/>
          <ac:spMkLst>
            <pc:docMk/>
            <pc:sldMk cId="0" sldId="275"/>
            <ac:spMk id="460" creationId="{00000000-0000-0000-0000-000000000000}"/>
          </ac:spMkLst>
        </pc:spChg>
        <pc:spChg chg="del">
          <ac:chgData name="Jocellyn Luna" userId="74d04e64cf87037c" providerId="LiveId" clId="{962F7113-5692-441E-BC88-946EF82D29B8}" dt="2020-04-18T06:37:10.114" v="427" actId="478"/>
          <ac:spMkLst>
            <pc:docMk/>
            <pc:sldMk cId="0" sldId="275"/>
            <ac:spMk id="461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6:37:45.999" v="434" actId="20577"/>
          <ac:spMkLst>
            <pc:docMk/>
            <pc:sldMk cId="0" sldId="275"/>
            <ac:spMk id="462" creationId="{00000000-0000-0000-0000-000000000000}"/>
          </ac:spMkLst>
        </pc:spChg>
        <pc:spChg chg="del mod">
          <ac:chgData name="Jocellyn Luna" userId="74d04e64cf87037c" providerId="LiveId" clId="{962F7113-5692-441E-BC88-946EF82D29B8}" dt="2020-04-18T06:37:49.374" v="435" actId="478"/>
          <ac:spMkLst>
            <pc:docMk/>
            <pc:sldMk cId="0" sldId="275"/>
            <ac:spMk id="463" creationId="{00000000-0000-0000-0000-000000000000}"/>
          </ac:spMkLst>
        </pc:spChg>
        <pc:spChg chg="del">
          <ac:chgData name="Jocellyn Luna" userId="74d04e64cf87037c" providerId="LiveId" clId="{962F7113-5692-441E-BC88-946EF82D29B8}" dt="2020-04-18T06:38:02.098" v="436" actId="478"/>
          <ac:spMkLst>
            <pc:docMk/>
            <pc:sldMk cId="0" sldId="275"/>
            <ac:spMk id="464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6:38:10.719" v="439" actId="1076"/>
          <ac:spMkLst>
            <pc:docMk/>
            <pc:sldMk cId="0" sldId="275"/>
            <ac:spMk id="482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6:38:10.719" v="439" actId="1076"/>
          <ac:spMkLst>
            <pc:docMk/>
            <pc:sldMk cId="0" sldId="275"/>
            <ac:spMk id="483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6:38:10.719" v="439" actId="1076"/>
          <ac:spMkLst>
            <pc:docMk/>
            <pc:sldMk cId="0" sldId="275"/>
            <ac:spMk id="484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6:38:10.719" v="439" actId="1076"/>
          <ac:spMkLst>
            <pc:docMk/>
            <pc:sldMk cId="0" sldId="275"/>
            <ac:spMk id="485" creationId="{00000000-0000-0000-0000-000000000000}"/>
          </ac:spMkLst>
        </pc:spChg>
        <pc:grpChg chg="mod">
          <ac:chgData name="Jocellyn Luna" userId="74d04e64cf87037c" providerId="LiveId" clId="{962F7113-5692-441E-BC88-946EF82D29B8}" dt="2020-04-18T06:38:10.719" v="439" actId="1076"/>
          <ac:grpSpMkLst>
            <pc:docMk/>
            <pc:sldMk cId="0" sldId="275"/>
            <ac:grpSpMk id="467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18T06:38:10.719" v="439" actId="1076"/>
          <ac:grpSpMkLst>
            <pc:docMk/>
            <pc:sldMk cId="0" sldId="275"/>
            <ac:grpSpMk id="473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18T06:38:10.719" v="439" actId="1076"/>
          <ac:grpSpMkLst>
            <pc:docMk/>
            <pc:sldMk cId="0" sldId="275"/>
            <ac:grpSpMk id="479" creationId="{00000000-0000-0000-0000-000000000000}"/>
          </ac:grpSpMkLst>
        </pc:grpChg>
        <pc:picChg chg="add mod">
          <ac:chgData name="Jocellyn Luna" userId="74d04e64cf87037c" providerId="LiveId" clId="{962F7113-5692-441E-BC88-946EF82D29B8}" dt="2020-04-18T06:41:31.409" v="470" actId="14826"/>
          <ac:picMkLst>
            <pc:docMk/>
            <pc:sldMk cId="0" sldId="275"/>
            <ac:picMk id="2" creationId="{90FB0AC3-028D-4430-B00F-3CAC1C8E0476}"/>
          </ac:picMkLst>
        </pc:picChg>
        <pc:picChg chg="add mod modCrop">
          <ac:chgData name="Jocellyn Luna" userId="74d04e64cf87037c" providerId="LiveId" clId="{962F7113-5692-441E-BC88-946EF82D29B8}" dt="2020-04-18T06:40:56.299" v="469" actId="1076"/>
          <ac:picMkLst>
            <pc:docMk/>
            <pc:sldMk cId="0" sldId="275"/>
            <ac:picMk id="4" creationId="{071124FF-8B7D-4B0A-9193-7BD2A78CBF03}"/>
          </ac:picMkLst>
        </pc:picChg>
      </pc:sldChg>
      <pc:sldChg chg="addSp delSp modSp mod modTransition">
        <pc:chgData name="Jocellyn Luna" userId="74d04e64cf87037c" providerId="LiveId" clId="{962F7113-5692-441E-BC88-946EF82D29B8}" dt="2020-04-03T20:06:09.996" v="121"/>
        <pc:sldMkLst>
          <pc:docMk/>
          <pc:sldMk cId="0" sldId="276"/>
        </pc:sldMkLst>
        <pc:spChg chg="add mod">
          <ac:chgData name="Jocellyn Luna" userId="74d04e64cf87037c" providerId="LiveId" clId="{962F7113-5692-441E-BC88-946EF82D29B8}" dt="2020-04-03T20:00:51.516" v="51"/>
          <ac:spMkLst>
            <pc:docMk/>
            <pc:sldMk cId="0" sldId="276"/>
            <ac:spMk id="2" creationId="{647C105C-1B9C-43CB-80A9-E3B0236BF74B}"/>
          </ac:spMkLst>
        </pc:spChg>
        <pc:spChg chg="add mod">
          <ac:chgData name="Jocellyn Luna" userId="74d04e64cf87037c" providerId="LiveId" clId="{962F7113-5692-441E-BC88-946EF82D29B8}" dt="2020-04-03T20:06:09.996" v="121"/>
          <ac:spMkLst>
            <pc:docMk/>
            <pc:sldMk cId="0" sldId="276"/>
            <ac:spMk id="4" creationId="{1519B38A-9982-4369-83B2-56569520DE49}"/>
          </ac:spMkLst>
        </pc:spChg>
        <pc:spChg chg="del">
          <ac:chgData name="Jocellyn Luna" userId="74d04e64cf87037c" providerId="LiveId" clId="{962F7113-5692-441E-BC88-946EF82D29B8}" dt="2020-04-03T20:06:06.667" v="120" actId="478"/>
          <ac:spMkLst>
            <pc:docMk/>
            <pc:sldMk cId="0" sldId="276"/>
            <ac:spMk id="487" creationId="{00000000-0000-0000-0000-000000000000}"/>
          </ac:spMkLst>
        </pc:spChg>
      </pc:sldChg>
      <pc:sldChg chg="addSp delSp modSp mod modTransition">
        <pc:chgData name="Jocellyn Luna" userId="74d04e64cf87037c" providerId="LiveId" clId="{962F7113-5692-441E-BC88-946EF82D29B8}" dt="2020-04-18T06:44:45.474" v="530" actId="14100"/>
        <pc:sldMkLst>
          <pc:docMk/>
          <pc:sldMk cId="0" sldId="277"/>
        </pc:sldMkLst>
        <pc:spChg chg="add mod ord">
          <ac:chgData name="Jocellyn Luna" userId="74d04e64cf87037c" providerId="LiveId" clId="{962F7113-5692-441E-BC88-946EF82D29B8}" dt="2020-04-18T06:44:45.474" v="530" actId="14100"/>
          <ac:spMkLst>
            <pc:docMk/>
            <pc:sldMk cId="0" sldId="277"/>
            <ac:spMk id="2" creationId="{E2B86AD7-7224-47E7-82DB-80FC7FACB7D2}"/>
          </ac:spMkLst>
        </pc:spChg>
        <pc:spChg chg="add mod">
          <ac:chgData name="Jocellyn Luna" userId="74d04e64cf87037c" providerId="LiveId" clId="{962F7113-5692-441E-BC88-946EF82D29B8}" dt="2020-04-03T20:06:23.242" v="124"/>
          <ac:spMkLst>
            <pc:docMk/>
            <pc:sldMk cId="0" sldId="277"/>
            <ac:spMk id="3" creationId="{7308D782-597A-458B-9A28-565319E2CAEC}"/>
          </ac:spMkLst>
        </pc:spChg>
        <pc:spChg chg="del">
          <ac:chgData name="Jocellyn Luna" userId="74d04e64cf87037c" providerId="LiveId" clId="{962F7113-5692-441E-BC88-946EF82D29B8}" dt="2020-04-03T20:06:18.306" v="122" actId="478"/>
          <ac:spMkLst>
            <pc:docMk/>
            <pc:sldMk cId="0" sldId="277"/>
            <ac:spMk id="606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6:44:11.939" v="521" actId="1076"/>
          <ac:spMkLst>
            <pc:docMk/>
            <pc:sldMk cId="0" sldId="277"/>
            <ac:spMk id="607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6:43:45.195" v="520" actId="20577"/>
          <ac:spMkLst>
            <pc:docMk/>
            <pc:sldMk cId="0" sldId="277"/>
            <ac:spMk id="612" creationId="{00000000-0000-0000-0000-000000000000}"/>
          </ac:spMkLst>
        </pc:spChg>
        <pc:grpChg chg="mod">
          <ac:chgData name="Jocellyn Luna" userId="74d04e64cf87037c" providerId="LiveId" clId="{962F7113-5692-441E-BC88-946EF82D29B8}" dt="2020-04-18T06:44:21.819" v="523" actId="1076"/>
          <ac:grpSpMkLst>
            <pc:docMk/>
            <pc:sldMk cId="0" sldId="277"/>
            <ac:grpSpMk id="610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18T06:44:16.441" v="522" actId="1076"/>
          <ac:grpSpMkLst>
            <pc:docMk/>
            <pc:sldMk cId="0" sldId="277"/>
            <ac:grpSpMk id="613" creationId="{00000000-0000-0000-0000-000000000000}"/>
          </ac:grpSpMkLst>
        </pc:grpChg>
      </pc:sldChg>
      <pc:sldChg chg="addSp delSp modSp mod modTransition delAnim">
        <pc:chgData name="Jocellyn Luna" userId="74d04e64cf87037c" providerId="LiveId" clId="{962F7113-5692-441E-BC88-946EF82D29B8}" dt="2020-04-25T01:21:41.455" v="1108" actId="1076"/>
        <pc:sldMkLst>
          <pc:docMk/>
          <pc:sldMk cId="0" sldId="278"/>
        </pc:sldMkLst>
        <pc:spChg chg="add del mod">
          <ac:chgData name="Jocellyn Luna" userId="74d04e64cf87037c" providerId="LiveId" clId="{962F7113-5692-441E-BC88-946EF82D29B8}" dt="2020-04-03T20:33:12.680" v="210" actId="478"/>
          <ac:spMkLst>
            <pc:docMk/>
            <pc:sldMk cId="0" sldId="278"/>
            <ac:spMk id="2" creationId="{DC3714BE-5954-4A33-8281-90D2D54C52F7}"/>
          </ac:spMkLst>
        </pc:spChg>
        <pc:spChg chg="add mod">
          <ac:chgData name="Jocellyn Luna" userId="74d04e64cf87037c" providerId="LiveId" clId="{962F7113-5692-441E-BC88-946EF82D29B8}" dt="2020-04-18T06:46:15.030" v="545" actId="20577"/>
          <ac:spMkLst>
            <pc:docMk/>
            <pc:sldMk cId="0" sldId="278"/>
            <ac:spMk id="4" creationId="{50A98B5B-522B-4826-BA84-4DC4880F2F80}"/>
          </ac:spMkLst>
        </pc:spChg>
        <pc:spChg chg="del">
          <ac:chgData name="Jocellyn Luna" userId="74d04e64cf87037c" providerId="LiveId" clId="{962F7113-5692-441E-BC88-946EF82D29B8}" dt="2020-04-03T20:06:30.210" v="125" actId="478"/>
          <ac:spMkLst>
            <pc:docMk/>
            <pc:sldMk cId="0" sldId="278"/>
            <ac:spMk id="615" creationId="{00000000-0000-0000-0000-000000000000}"/>
          </ac:spMkLst>
        </pc:spChg>
        <pc:spChg chg="del">
          <ac:chgData name="Jocellyn Luna" userId="74d04e64cf87037c" providerId="LiveId" clId="{962F7113-5692-441E-BC88-946EF82D29B8}" dt="2020-04-18T06:45:21.409" v="531" actId="478"/>
          <ac:spMkLst>
            <pc:docMk/>
            <pc:sldMk cId="0" sldId="278"/>
            <ac:spMk id="616" creationId="{00000000-0000-0000-0000-000000000000}"/>
          </ac:spMkLst>
        </pc:spChg>
        <pc:picChg chg="add mod ord modCrop">
          <ac:chgData name="Jocellyn Luna" userId="74d04e64cf87037c" providerId="LiveId" clId="{962F7113-5692-441E-BC88-946EF82D29B8}" dt="2020-04-25T01:21:41.455" v="1108" actId="1076"/>
          <ac:picMkLst>
            <pc:docMk/>
            <pc:sldMk cId="0" sldId="278"/>
            <ac:picMk id="2" creationId="{7403E781-D485-469F-B7AD-D153B179BDD5}"/>
          </ac:picMkLst>
        </pc:picChg>
      </pc:sldChg>
      <pc:sldChg chg="addSp delSp modSp mod modTransition">
        <pc:chgData name="Jocellyn Luna" userId="74d04e64cf87037c" providerId="LiveId" clId="{962F7113-5692-441E-BC88-946EF82D29B8}" dt="2020-04-18T06:46:55.445" v="551" actId="313"/>
        <pc:sldMkLst>
          <pc:docMk/>
          <pc:sldMk cId="0" sldId="279"/>
        </pc:sldMkLst>
        <pc:spChg chg="add mod">
          <ac:chgData name="Jocellyn Luna" userId="74d04e64cf87037c" providerId="LiveId" clId="{962F7113-5692-441E-BC88-946EF82D29B8}" dt="2020-04-03T20:06:44.441" v="128"/>
          <ac:spMkLst>
            <pc:docMk/>
            <pc:sldMk cId="0" sldId="279"/>
            <ac:spMk id="3" creationId="{2EBFCD71-95C2-4987-848E-93628FD3185A}"/>
          </ac:spMkLst>
        </pc:spChg>
        <pc:spChg chg="del">
          <ac:chgData name="Jocellyn Luna" userId="74d04e64cf87037c" providerId="LiveId" clId="{962F7113-5692-441E-BC88-946EF82D29B8}" dt="2020-04-03T20:06:41.426" v="127" actId="478"/>
          <ac:spMkLst>
            <pc:docMk/>
            <pc:sldMk cId="0" sldId="279"/>
            <ac:spMk id="766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6:46:55.445" v="551" actId="313"/>
          <ac:spMkLst>
            <pc:docMk/>
            <pc:sldMk cId="0" sldId="279"/>
            <ac:spMk id="767" creationId="{00000000-0000-0000-0000-000000000000}"/>
          </ac:spMkLst>
        </pc:spChg>
      </pc:sldChg>
      <pc:sldChg chg="addSp delSp modSp mod modTransition">
        <pc:chgData name="Jocellyn Luna" userId="74d04e64cf87037c" providerId="LiveId" clId="{962F7113-5692-441E-BC88-946EF82D29B8}" dt="2020-04-18T06:47:54.746" v="563" actId="20577"/>
        <pc:sldMkLst>
          <pc:docMk/>
          <pc:sldMk cId="0" sldId="280"/>
        </pc:sldMkLst>
        <pc:spChg chg="add mod">
          <ac:chgData name="Jocellyn Luna" userId="74d04e64cf87037c" providerId="LiveId" clId="{962F7113-5692-441E-BC88-946EF82D29B8}" dt="2020-04-03T20:06:52.379" v="130"/>
          <ac:spMkLst>
            <pc:docMk/>
            <pc:sldMk cId="0" sldId="280"/>
            <ac:spMk id="3" creationId="{D6CED489-0225-4D05-A0EC-F6E235FCF525}"/>
          </ac:spMkLst>
        </pc:spChg>
        <pc:spChg chg="del">
          <ac:chgData name="Jocellyn Luna" userId="74d04e64cf87037c" providerId="LiveId" clId="{962F7113-5692-441E-BC88-946EF82D29B8}" dt="2020-04-03T20:06:49.520" v="129" actId="478"/>
          <ac:spMkLst>
            <pc:docMk/>
            <pc:sldMk cId="0" sldId="280"/>
            <ac:spMk id="769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6:47:54.746" v="563" actId="20577"/>
          <ac:spMkLst>
            <pc:docMk/>
            <pc:sldMk cId="0" sldId="280"/>
            <ac:spMk id="770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8:49.672" v="180" actId="1076"/>
          <ac:spMkLst>
            <pc:docMk/>
            <pc:sldMk cId="0" sldId="280"/>
            <ac:spMk id="783" creationId="{00000000-0000-0000-0000-000000000000}"/>
          </ac:spMkLst>
        </pc:spChg>
      </pc:sldChg>
      <pc:sldChg chg="addSp delSp modSp mod modTransition">
        <pc:chgData name="Jocellyn Luna" userId="74d04e64cf87037c" providerId="LiveId" clId="{962F7113-5692-441E-BC88-946EF82D29B8}" dt="2020-04-18T06:48:24.986" v="567" actId="20577"/>
        <pc:sldMkLst>
          <pc:docMk/>
          <pc:sldMk cId="0" sldId="281"/>
        </pc:sldMkLst>
        <pc:spChg chg="add mod">
          <ac:chgData name="Jocellyn Luna" userId="74d04e64cf87037c" providerId="LiveId" clId="{962F7113-5692-441E-BC88-946EF82D29B8}" dt="2020-04-03T20:07:00.096" v="132"/>
          <ac:spMkLst>
            <pc:docMk/>
            <pc:sldMk cId="0" sldId="281"/>
            <ac:spMk id="3" creationId="{A2A147C5-5293-42B1-B00E-A846C8EE146F}"/>
          </ac:spMkLst>
        </pc:spChg>
        <pc:spChg chg="del">
          <ac:chgData name="Jocellyn Luna" userId="74d04e64cf87037c" providerId="LiveId" clId="{962F7113-5692-441E-BC88-946EF82D29B8}" dt="2020-04-03T20:06:56.784" v="131" actId="478"/>
          <ac:spMkLst>
            <pc:docMk/>
            <pc:sldMk cId="0" sldId="281"/>
            <ac:spMk id="805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6:48:24.986" v="567" actId="20577"/>
          <ac:spMkLst>
            <pc:docMk/>
            <pc:sldMk cId="0" sldId="281"/>
            <ac:spMk id="806" creationId="{00000000-0000-0000-0000-000000000000}"/>
          </ac:spMkLst>
        </pc:spChg>
        <pc:grpChg chg="mod">
          <ac:chgData name="Jocellyn Luna" userId="74d04e64cf87037c" providerId="LiveId" clId="{962F7113-5692-441E-BC88-946EF82D29B8}" dt="2020-04-03T20:28:59.487" v="182" actId="1076"/>
          <ac:grpSpMkLst>
            <pc:docMk/>
            <pc:sldMk cId="0" sldId="281"/>
            <ac:grpSpMk id="838" creationId="{00000000-0000-0000-0000-000000000000}"/>
          </ac:grpSpMkLst>
        </pc:grpChg>
      </pc:sldChg>
      <pc:sldChg chg="addSp delSp modSp mod modTransition">
        <pc:chgData name="Jocellyn Luna" userId="74d04e64cf87037c" providerId="LiveId" clId="{962F7113-5692-441E-BC88-946EF82D29B8}" dt="2020-04-03T20:07:07.594" v="134"/>
        <pc:sldMkLst>
          <pc:docMk/>
          <pc:sldMk cId="0" sldId="282"/>
        </pc:sldMkLst>
        <pc:spChg chg="add mod">
          <ac:chgData name="Jocellyn Luna" userId="74d04e64cf87037c" providerId="LiveId" clId="{962F7113-5692-441E-BC88-946EF82D29B8}" dt="2020-04-03T20:07:07.594" v="134"/>
          <ac:spMkLst>
            <pc:docMk/>
            <pc:sldMk cId="0" sldId="282"/>
            <ac:spMk id="3" creationId="{D1337F36-A7CE-419D-AD18-69DC7D5ABAAA}"/>
          </ac:spMkLst>
        </pc:spChg>
        <pc:spChg chg="del">
          <ac:chgData name="Jocellyn Luna" userId="74d04e64cf87037c" providerId="LiveId" clId="{962F7113-5692-441E-BC88-946EF82D29B8}" dt="2020-04-03T20:07:04.188" v="133" actId="478"/>
          <ac:spMkLst>
            <pc:docMk/>
            <pc:sldMk cId="0" sldId="282"/>
            <ac:spMk id="840" creationId="{00000000-0000-0000-0000-000000000000}"/>
          </ac:spMkLst>
        </pc:spChg>
      </pc:sldChg>
      <pc:sldChg chg="addSp delSp modSp mod modTransition">
        <pc:chgData name="Jocellyn Luna" userId="74d04e64cf87037c" providerId="LiveId" clId="{962F7113-5692-441E-BC88-946EF82D29B8}" dt="2020-04-03T20:29:12.690" v="184" actId="1076"/>
        <pc:sldMkLst>
          <pc:docMk/>
          <pc:sldMk cId="0" sldId="283"/>
        </pc:sldMkLst>
        <pc:spChg chg="add mod">
          <ac:chgData name="Jocellyn Luna" userId="74d04e64cf87037c" providerId="LiveId" clId="{962F7113-5692-441E-BC88-946EF82D29B8}" dt="2020-04-03T20:07:16.139" v="136"/>
          <ac:spMkLst>
            <pc:docMk/>
            <pc:sldMk cId="0" sldId="283"/>
            <ac:spMk id="3" creationId="{7C5DFDE8-E4FA-4B26-A165-EF409044E7DB}"/>
          </ac:spMkLst>
        </pc:spChg>
        <pc:spChg chg="del">
          <ac:chgData name="Jocellyn Luna" userId="74d04e64cf87037c" providerId="LiveId" clId="{962F7113-5692-441E-BC88-946EF82D29B8}" dt="2020-04-03T20:07:13.358" v="135" actId="478"/>
          <ac:spMkLst>
            <pc:docMk/>
            <pc:sldMk cId="0" sldId="283"/>
            <ac:spMk id="843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05.767" v="183" actId="1076"/>
          <ac:spMkLst>
            <pc:docMk/>
            <pc:sldMk cId="0" sldId="283"/>
            <ac:spMk id="844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845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846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847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855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857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861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863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889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891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895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897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901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903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929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931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979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981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985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987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1044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1046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1047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1048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1049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1050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1051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1052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1053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1054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1055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1056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1057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1058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1059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1060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1061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12.690" v="184" actId="1076"/>
          <ac:spMkLst>
            <pc:docMk/>
            <pc:sldMk cId="0" sldId="283"/>
            <ac:spMk id="1062" creationId="{00000000-0000-0000-0000-000000000000}"/>
          </ac:spMkLst>
        </pc:spChg>
        <pc:grpChg chg="mod">
          <ac:chgData name="Jocellyn Luna" userId="74d04e64cf87037c" providerId="LiveId" clId="{962F7113-5692-441E-BC88-946EF82D29B8}" dt="2020-04-03T20:29:12.690" v="184" actId="1076"/>
          <ac:grpSpMkLst>
            <pc:docMk/>
            <pc:sldMk cId="0" sldId="283"/>
            <ac:grpSpMk id="850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12.690" v="184" actId="1076"/>
          <ac:grpSpMkLst>
            <pc:docMk/>
            <pc:sldMk cId="0" sldId="283"/>
            <ac:grpSpMk id="854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12.690" v="184" actId="1076"/>
          <ac:grpSpMkLst>
            <pc:docMk/>
            <pc:sldMk cId="0" sldId="283"/>
            <ac:grpSpMk id="860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12.690" v="184" actId="1076"/>
          <ac:grpSpMkLst>
            <pc:docMk/>
            <pc:sldMk cId="0" sldId="283"/>
            <ac:grpSpMk id="869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12.690" v="184" actId="1076"/>
          <ac:grpSpMkLst>
            <pc:docMk/>
            <pc:sldMk cId="0" sldId="283"/>
            <ac:grpSpMk id="877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12.690" v="184" actId="1076"/>
          <ac:grpSpMkLst>
            <pc:docMk/>
            <pc:sldMk cId="0" sldId="283"/>
            <ac:grpSpMk id="880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12.690" v="184" actId="1076"/>
          <ac:grpSpMkLst>
            <pc:docMk/>
            <pc:sldMk cId="0" sldId="283"/>
            <ac:grpSpMk id="883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12.690" v="184" actId="1076"/>
          <ac:grpSpMkLst>
            <pc:docMk/>
            <pc:sldMk cId="0" sldId="283"/>
            <ac:grpSpMk id="887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12.690" v="184" actId="1076"/>
          <ac:grpSpMkLst>
            <pc:docMk/>
            <pc:sldMk cId="0" sldId="283"/>
            <ac:grpSpMk id="894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12.690" v="184" actId="1076"/>
          <ac:grpSpMkLst>
            <pc:docMk/>
            <pc:sldMk cId="0" sldId="283"/>
            <ac:grpSpMk id="900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12.690" v="184" actId="1076"/>
          <ac:grpSpMkLst>
            <pc:docMk/>
            <pc:sldMk cId="0" sldId="283"/>
            <ac:grpSpMk id="909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12.690" v="184" actId="1076"/>
          <ac:grpSpMkLst>
            <pc:docMk/>
            <pc:sldMk cId="0" sldId="283"/>
            <ac:grpSpMk id="917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12.690" v="184" actId="1076"/>
          <ac:grpSpMkLst>
            <pc:docMk/>
            <pc:sldMk cId="0" sldId="283"/>
            <ac:grpSpMk id="920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12.690" v="184" actId="1076"/>
          <ac:grpSpMkLst>
            <pc:docMk/>
            <pc:sldMk cId="0" sldId="283"/>
            <ac:grpSpMk id="923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12.690" v="184" actId="1076"/>
          <ac:grpSpMkLst>
            <pc:docMk/>
            <pc:sldMk cId="0" sldId="283"/>
            <ac:grpSpMk id="926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12.690" v="184" actId="1076"/>
          <ac:grpSpMkLst>
            <pc:docMk/>
            <pc:sldMk cId="0" sldId="283"/>
            <ac:grpSpMk id="939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12.690" v="184" actId="1076"/>
          <ac:grpSpMkLst>
            <pc:docMk/>
            <pc:sldMk cId="0" sldId="283"/>
            <ac:grpSpMk id="949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12.690" v="184" actId="1076"/>
          <ac:grpSpMkLst>
            <pc:docMk/>
            <pc:sldMk cId="0" sldId="283"/>
            <ac:grpSpMk id="952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12.690" v="184" actId="1076"/>
          <ac:grpSpMkLst>
            <pc:docMk/>
            <pc:sldMk cId="0" sldId="283"/>
            <ac:grpSpMk id="964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12.690" v="184" actId="1076"/>
          <ac:grpSpMkLst>
            <pc:docMk/>
            <pc:sldMk cId="0" sldId="283"/>
            <ac:grpSpMk id="977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12.690" v="184" actId="1076"/>
          <ac:grpSpMkLst>
            <pc:docMk/>
            <pc:sldMk cId="0" sldId="283"/>
            <ac:grpSpMk id="984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12.690" v="184" actId="1076"/>
          <ac:grpSpMkLst>
            <pc:docMk/>
            <pc:sldMk cId="0" sldId="283"/>
            <ac:grpSpMk id="995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12.690" v="184" actId="1076"/>
          <ac:grpSpMkLst>
            <pc:docMk/>
            <pc:sldMk cId="0" sldId="283"/>
            <ac:grpSpMk id="1005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12.690" v="184" actId="1076"/>
          <ac:grpSpMkLst>
            <pc:docMk/>
            <pc:sldMk cId="0" sldId="283"/>
            <ac:grpSpMk id="1008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12.690" v="184" actId="1076"/>
          <ac:grpSpMkLst>
            <pc:docMk/>
            <pc:sldMk cId="0" sldId="283"/>
            <ac:grpSpMk id="1038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12.690" v="184" actId="1076"/>
          <ac:grpSpMkLst>
            <pc:docMk/>
            <pc:sldMk cId="0" sldId="283"/>
            <ac:grpSpMk id="1041" creationId="{00000000-0000-0000-0000-000000000000}"/>
          </ac:grpSpMkLst>
        </pc:grpChg>
      </pc:sldChg>
      <pc:sldChg chg="addSp delSp modSp mod modTransition">
        <pc:chgData name="Jocellyn Luna" userId="74d04e64cf87037c" providerId="LiveId" clId="{962F7113-5692-441E-BC88-946EF82D29B8}" dt="2020-04-03T20:29:20.052" v="185" actId="1076"/>
        <pc:sldMkLst>
          <pc:docMk/>
          <pc:sldMk cId="0" sldId="284"/>
        </pc:sldMkLst>
        <pc:spChg chg="add mod">
          <ac:chgData name="Jocellyn Luna" userId="74d04e64cf87037c" providerId="LiveId" clId="{962F7113-5692-441E-BC88-946EF82D29B8}" dt="2020-04-03T20:07:25.121" v="138"/>
          <ac:spMkLst>
            <pc:docMk/>
            <pc:sldMk cId="0" sldId="284"/>
            <ac:spMk id="3" creationId="{2B7B48D1-FBDC-4760-8DEC-E7C1FDDBDDA9}"/>
          </ac:spMkLst>
        </pc:spChg>
        <pc:spChg chg="mod">
          <ac:chgData name="Jocellyn Luna" userId="74d04e64cf87037c" providerId="LiveId" clId="{962F7113-5692-441E-BC88-946EF82D29B8}" dt="2020-04-03T20:29:20.052" v="185" actId="1076"/>
          <ac:spMkLst>
            <pc:docMk/>
            <pc:sldMk cId="0" sldId="284"/>
            <ac:spMk id="1064" creationId="{00000000-0000-0000-0000-000000000000}"/>
          </ac:spMkLst>
        </pc:spChg>
        <pc:spChg chg="del">
          <ac:chgData name="Jocellyn Luna" userId="74d04e64cf87037c" providerId="LiveId" clId="{962F7113-5692-441E-BC88-946EF82D29B8}" dt="2020-04-03T20:07:21.590" v="137" actId="478"/>
          <ac:spMkLst>
            <pc:docMk/>
            <pc:sldMk cId="0" sldId="284"/>
            <ac:spMk id="1065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20.052" v="185" actId="1076"/>
          <ac:spMkLst>
            <pc:docMk/>
            <pc:sldMk cId="0" sldId="284"/>
            <ac:spMk id="1066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20.052" v="185" actId="1076"/>
          <ac:spMkLst>
            <pc:docMk/>
            <pc:sldMk cId="0" sldId="284"/>
            <ac:spMk id="1068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20.052" v="185" actId="1076"/>
          <ac:spMkLst>
            <pc:docMk/>
            <pc:sldMk cId="0" sldId="284"/>
            <ac:spMk id="1069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20.052" v="185" actId="1076"/>
          <ac:spMkLst>
            <pc:docMk/>
            <pc:sldMk cId="0" sldId="284"/>
            <ac:spMk id="1070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20.052" v="185" actId="1076"/>
          <ac:spMkLst>
            <pc:docMk/>
            <pc:sldMk cId="0" sldId="284"/>
            <ac:spMk id="1071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20.052" v="185" actId="1076"/>
          <ac:spMkLst>
            <pc:docMk/>
            <pc:sldMk cId="0" sldId="284"/>
            <ac:spMk id="1072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20.052" v="185" actId="1076"/>
          <ac:spMkLst>
            <pc:docMk/>
            <pc:sldMk cId="0" sldId="284"/>
            <ac:spMk id="1073" creationId="{00000000-0000-0000-0000-000000000000}"/>
          </ac:spMkLst>
        </pc:spChg>
        <pc:grpChg chg="mod">
          <ac:chgData name="Jocellyn Luna" userId="74d04e64cf87037c" providerId="LiveId" clId="{962F7113-5692-441E-BC88-946EF82D29B8}" dt="2020-04-03T20:29:20.052" v="185" actId="1076"/>
          <ac:grpSpMkLst>
            <pc:docMk/>
            <pc:sldMk cId="0" sldId="284"/>
            <ac:grpSpMk id="1112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20.052" v="185" actId="1076"/>
          <ac:grpSpMkLst>
            <pc:docMk/>
            <pc:sldMk cId="0" sldId="284"/>
            <ac:grpSpMk id="1116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20.052" v="185" actId="1076"/>
          <ac:grpSpMkLst>
            <pc:docMk/>
            <pc:sldMk cId="0" sldId="284"/>
            <ac:grpSpMk id="1119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20.052" v="185" actId="1076"/>
          <ac:grpSpMkLst>
            <pc:docMk/>
            <pc:sldMk cId="0" sldId="284"/>
            <ac:grpSpMk id="1122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20.052" v="185" actId="1076"/>
          <ac:grpSpMkLst>
            <pc:docMk/>
            <pc:sldMk cId="0" sldId="284"/>
            <ac:grpSpMk id="1125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20.052" v="185" actId="1076"/>
          <ac:grpSpMkLst>
            <pc:docMk/>
            <pc:sldMk cId="0" sldId="284"/>
            <ac:grpSpMk id="1128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20.052" v="185" actId="1076"/>
          <ac:grpSpMkLst>
            <pc:docMk/>
            <pc:sldMk cId="0" sldId="284"/>
            <ac:grpSpMk id="1131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20.052" v="185" actId="1076"/>
          <ac:grpSpMkLst>
            <pc:docMk/>
            <pc:sldMk cId="0" sldId="284"/>
            <ac:grpSpMk id="1134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20.052" v="185" actId="1076"/>
          <ac:grpSpMkLst>
            <pc:docMk/>
            <pc:sldMk cId="0" sldId="284"/>
            <ac:grpSpMk id="1137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20.052" v="185" actId="1076"/>
          <ac:grpSpMkLst>
            <pc:docMk/>
            <pc:sldMk cId="0" sldId="284"/>
            <ac:grpSpMk id="1140" creationId="{00000000-0000-0000-0000-000000000000}"/>
          </ac:grpSpMkLst>
        </pc:grpChg>
      </pc:sldChg>
      <pc:sldChg chg="addSp delSp modSp mod modTransition modAnim">
        <pc:chgData name="Jocellyn Luna" userId="74d04e64cf87037c" providerId="LiveId" clId="{962F7113-5692-441E-BC88-946EF82D29B8}" dt="2020-04-18T06:53:19.442" v="616" actId="20577"/>
        <pc:sldMkLst>
          <pc:docMk/>
          <pc:sldMk cId="0" sldId="285"/>
        </pc:sldMkLst>
        <pc:spChg chg="add mod ord">
          <ac:chgData name="Jocellyn Luna" userId="74d04e64cf87037c" providerId="LiveId" clId="{962F7113-5692-441E-BC88-946EF82D29B8}" dt="2020-04-18T06:52:02.375" v="589" actId="167"/>
          <ac:spMkLst>
            <pc:docMk/>
            <pc:sldMk cId="0" sldId="285"/>
            <ac:spMk id="2" creationId="{271A24F7-5B03-4E38-89D1-65E64F154BA3}"/>
          </ac:spMkLst>
        </pc:spChg>
        <pc:spChg chg="add mod">
          <ac:chgData name="Jocellyn Luna" userId="74d04e64cf87037c" providerId="LiveId" clId="{962F7113-5692-441E-BC88-946EF82D29B8}" dt="2020-04-03T20:07:33.853" v="140"/>
          <ac:spMkLst>
            <pc:docMk/>
            <pc:sldMk cId="0" sldId="285"/>
            <ac:spMk id="3" creationId="{2013A5A8-60C5-40BA-B17C-E33B9ED368C4}"/>
          </ac:spMkLst>
        </pc:spChg>
        <pc:spChg chg="del">
          <ac:chgData name="Jocellyn Luna" userId="74d04e64cf87037c" providerId="LiveId" clId="{962F7113-5692-441E-BC88-946EF82D29B8}" dt="2020-04-03T20:07:30.869" v="139" actId="478"/>
          <ac:spMkLst>
            <pc:docMk/>
            <pc:sldMk cId="0" sldId="285"/>
            <ac:spMk id="1142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6:53:19.442" v="616" actId="20577"/>
          <ac:spMkLst>
            <pc:docMk/>
            <pc:sldMk cId="0" sldId="285"/>
            <ac:spMk id="1143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6:51:49.061" v="585" actId="1076"/>
          <ac:spMkLst>
            <pc:docMk/>
            <pc:sldMk cId="0" sldId="285"/>
            <ac:spMk id="1160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6:51:01.974" v="575" actId="1076"/>
          <ac:spMkLst>
            <pc:docMk/>
            <pc:sldMk cId="0" sldId="285"/>
            <ac:spMk id="1184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6:51:01.974" v="575" actId="1076"/>
          <ac:spMkLst>
            <pc:docMk/>
            <pc:sldMk cId="0" sldId="285"/>
            <ac:spMk id="1185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6:51:01.974" v="575" actId="1076"/>
          <ac:spMkLst>
            <pc:docMk/>
            <pc:sldMk cId="0" sldId="285"/>
            <ac:spMk id="1186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6:51:01.974" v="575" actId="1076"/>
          <ac:spMkLst>
            <pc:docMk/>
            <pc:sldMk cId="0" sldId="285"/>
            <ac:spMk id="1187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6:51:01.974" v="575" actId="1076"/>
          <ac:spMkLst>
            <pc:docMk/>
            <pc:sldMk cId="0" sldId="285"/>
            <ac:spMk id="1188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6:51:01.974" v="575" actId="1076"/>
          <ac:spMkLst>
            <pc:docMk/>
            <pc:sldMk cId="0" sldId="285"/>
            <ac:spMk id="1189" creationId="{00000000-0000-0000-0000-000000000000}"/>
          </ac:spMkLst>
        </pc:spChg>
        <pc:grpChg chg="mod">
          <ac:chgData name="Jocellyn Luna" userId="74d04e64cf87037c" providerId="LiveId" clId="{962F7113-5692-441E-BC88-946EF82D29B8}" dt="2020-04-18T06:51:49.061" v="585" actId="1076"/>
          <ac:grpSpMkLst>
            <pc:docMk/>
            <pc:sldMk cId="0" sldId="285"/>
            <ac:grpSpMk id="1159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18T06:51:01.974" v="575" actId="1076"/>
          <ac:grpSpMkLst>
            <pc:docMk/>
            <pc:sldMk cId="0" sldId="285"/>
            <ac:grpSpMk id="1163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18T06:51:01.974" v="575" actId="1076"/>
          <ac:grpSpMkLst>
            <pc:docMk/>
            <pc:sldMk cId="0" sldId="285"/>
            <ac:grpSpMk id="1166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18T06:51:01.974" v="575" actId="1076"/>
          <ac:grpSpMkLst>
            <pc:docMk/>
            <pc:sldMk cId="0" sldId="285"/>
            <ac:grpSpMk id="1170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18T06:51:01.974" v="575" actId="1076"/>
          <ac:grpSpMkLst>
            <pc:docMk/>
            <pc:sldMk cId="0" sldId="285"/>
            <ac:grpSpMk id="1173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18T06:51:01.974" v="575" actId="1076"/>
          <ac:grpSpMkLst>
            <pc:docMk/>
            <pc:sldMk cId="0" sldId="285"/>
            <ac:grpSpMk id="1178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18T06:51:01.974" v="575" actId="1076"/>
          <ac:grpSpMkLst>
            <pc:docMk/>
            <pc:sldMk cId="0" sldId="285"/>
            <ac:grpSpMk id="1181" creationId="{00000000-0000-0000-0000-000000000000}"/>
          </ac:grpSpMkLst>
        </pc:grpChg>
      </pc:sldChg>
      <pc:sldChg chg="addSp delSp modSp mod modTransition modAnim">
        <pc:chgData name="Jocellyn Luna" userId="74d04e64cf87037c" providerId="LiveId" clId="{962F7113-5692-441E-BC88-946EF82D29B8}" dt="2020-04-25T01:22:09.753" v="1109" actId="14826"/>
        <pc:sldMkLst>
          <pc:docMk/>
          <pc:sldMk cId="0" sldId="286"/>
        </pc:sldMkLst>
        <pc:spChg chg="add mod">
          <ac:chgData name="Jocellyn Luna" userId="74d04e64cf87037c" providerId="LiveId" clId="{962F7113-5692-441E-BC88-946EF82D29B8}" dt="2020-04-03T20:07:43.554" v="142"/>
          <ac:spMkLst>
            <pc:docMk/>
            <pc:sldMk cId="0" sldId="286"/>
            <ac:spMk id="3" creationId="{19C5EBA2-2FBB-4AFB-857C-583838521FDC}"/>
          </ac:spMkLst>
        </pc:spChg>
        <pc:spChg chg="del">
          <ac:chgData name="Jocellyn Luna" userId="74d04e64cf87037c" providerId="LiveId" clId="{962F7113-5692-441E-BC88-946EF82D29B8}" dt="2020-04-03T20:07:40.352" v="141" actId="478"/>
          <ac:spMkLst>
            <pc:docMk/>
            <pc:sldMk cId="0" sldId="286"/>
            <ac:spMk id="1191" creationId="{00000000-0000-0000-0000-000000000000}"/>
          </ac:spMkLst>
        </pc:spChg>
        <pc:spChg chg="del mod">
          <ac:chgData name="Jocellyn Luna" userId="74d04e64cf87037c" providerId="LiveId" clId="{962F7113-5692-441E-BC88-946EF82D29B8}" dt="2020-04-18T06:49:28.427" v="573" actId="478"/>
          <ac:spMkLst>
            <pc:docMk/>
            <pc:sldMk cId="0" sldId="286"/>
            <ac:spMk id="1193" creationId="{00000000-0000-0000-0000-000000000000}"/>
          </ac:spMkLst>
        </pc:spChg>
        <pc:spChg chg="del">
          <ac:chgData name="Jocellyn Luna" userId="74d04e64cf87037c" providerId="LiveId" clId="{962F7113-5692-441E-BC88-946EF82D29B8}" dt="2020-04-18T06:49:21.053" v="570" actId="478"/>
          <ac:spMkLst>
            <pc:docMk/>
            <pc:sldMk cId="0" sldId="286"/>
            <ac:spMk id="1194" creationId="{00000000-0000-0000-0000-000000000000}"/>
          </ac:spMkLst>
        </pc:spChg>
        <pc:picChg chg="add mod">
          <ac:chgData name="Jocellyn Luna" userId="74d04e64cf87037c" providerId="LiveId" clId="{962F7113-5692-441E-BC88-946EF82D29B8}" dt="2020-04-25T01:22:09.753" v="1109" actId="14826"/>
          <ac:picMkLst>
            <pc:docMk/>
            <pc:sldMk cId="0" sldId="286"/>
            <ac:picMk id="6" creationId="{67CB58FC-FCD8-470D-B574-137CD04CC530}"/>
          </ac:picMkLst>
        </pc:picChg>
      </pc:sldChg>
      <pc:sldChg chg="addSp delSp modSp del mod modTransition">
        <pc:chgData name="Jocellyn Luna" userId="74d04e64cf87037c" providerId="LiveId" clId="{962F7113-5692-441E-BC88-946EF82D29B8}" dt="2020-04-18T06:55:00.609" v="647" actId="47"/>
        <pc:sldMkLst>
          <pc:docMk/>
          <pc:sldMk cId="0" sldId="287"/>
        </pc:sldMkLst>
        <pc:spChg chg="add mod">
          <ac:chgData name="Jocellyn Luna" userId="74d04e64cf87037c" providerId="LiveId" clId="{962F7113-5692-441E-BC88-946EF82D29B8}" dt="2020-04-18T06:54:24.375" v="630" actId="20577"/>
          <ac:spMkLst>
            <pc:docMk/>
            <pc:sldMk cId="0" sldId="287"/>
            <ac:spMk id="3" creationId="{7D4A953C-4B89-40F9-A9A3-3975873FDBD5}"/>
          </ac:spMkLst>
        </pc:spChg>
        <pc:spChg chg="del">
          <ac:chgData name="Jocellyn Luna" userId="74d04e64cf87037c" providerId="LiveId" clId="{962F7113-5692-441E-BC88-946EF82D29B8}" dt="2020-04-03T20:07:50.133" v="143" actId="478"/>
          <ac:spMkLst>
            <pc:docMk/>
            <pc:sldMk cId="0" sldId="287"/>
            <ac:spMk id="1196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6:54:45.745" v="645" actId="14100"/>
          <ac:spMkLst>
            <pc:docMk/>
            <pc:sldMk cId="0" sldId="287"/>
            <ac:spMk id="1197" creationId="{00000000-0000-0000-0000-000000000000}"/>
          </ac:spMkLst>
        </pc:spChg>
        <pc:picChg chg="add mod">
          <ac:chgData name="Jocellyn Luna" userId="74d04e64cf87037c" providerId="LiveId" clId="{962F7113-5692-441E-BC88-946EF82D29B8}" dt="2020-04-18T06:54:48.921" v="646" actId="1076"/>
          <ac:picMkLst>
            <pc:docMk/>
            <pc:sldMk cId="0" sldId="287"/>
            <ac:picMk id="2" creationId="{3E61902C-B0CE-4B4C-B3B2-BF622D3AED3C}"/>
          </ac:picMkLst>
        </pc:picChg>
      </pc:sldChg>
      <pc:sldChg chg="addSp delSp modSp mod modTransition">
        <pc:chgData name="Jocellyn Luna" userId="74d04e64cf87037c" providerId="LiveId" clId="{962F7113-5692-441E-BC88-946EF82D29B8}" dt="2020-04-18T06:55:32.977" v="666" actId="20577"/>
        <pc:sldMkLst>
          <pc:docMk/>
          <pc:sldMk cId="0" sldId="288"/>
        </pc:sldMkLst>
        <pc:spChg chg="add mod">
          <ac:chgData name="Jocellyn Luna" userId="74d04e64cf87037c" providerId="LiveId" clId="{962F7113-5692-441E-BC88-946EF82D29B8}" dt="2020-04-03T20:08:04.021" v="147"/>
          <ac:spMkLst>
            <pc:docMk/>
            <pc:sldMk cId="0" sldId="288"/>
            <ac:spMk id="3" creationId="{B5EA4FC8-02A8-402A-8D1A-4BDCDBA49B02}"/>
          </ac:spMkLst>
        </pc:spChg>
        <pc:spChg chg="del">
          <ac:chgData name="Jocellyn Luna" userId="74d04e64cf87037c" providerId="LiveId" clId="{962F7113-5692-441E-BC88-946EF82D29B8}" dt="2020-04-03T20:08:00.849" v="146" actId="478"/>
          <ac:spMkLst>
            <pc:docMk/>
            <pc:sldMk cId="0" sldId="288"/>
            <ac:spMk id="1200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6:55:32.977" v="666" actId="20577"/>
          <ac:spMkLst>
            <pc:docMk/>
            <pc:sldMk cId="0" sldId="288"/>
            <ac:spMk id="1201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35.264" v="186" actId="1076"/>
          <ac:spMkLst>
            <pc:docMk/>
            <pc:sldMk cId="0" sldId="288"/>
            <ac:spMk id="1229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35.264" v="186" actId="1076"/>
          <ac:spMkLst>
            <pc:docMk/>
            <pc:sldMk cId="0" sldId="288"/>
            <ac:spMk id="1230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35.264" v="186" actId="1076"/>
          <ac:spMkLst>
            <pc:docMk/>
            <pc:sldMk cId="0" sldId="288"/>
            <ac:spMk id="1231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35.264" v="186" actId="1076"/>
          <ac:spMkLst>
            <pc:docMk/>
            <pc:sldMk cId="0" sldId="288"/>
            <ac:spMk id="1232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35.264" v="186" actId="1076"/>
          <ac:spMkLst>
            <pc:docMk/>
            <pc:sldMk cId="0" sldId="288"/>
            <ac:spMk id="1233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29:35.264" v="186" actId="1076"/>
          <ac:spMkLst>
            <pc:docMk/>
            <pc:sldMk cId="0" sldId="288"/>
            <ac:spMk id="1234" creationId="{00000000-0000-0000-0000-000000000000}"/>
          </ac:spMkLst>
        </pc:spChg>
        <pc:grpChg chg="mod">
          <ac:chgData name="Jocellyn Luna" userId="74d04e64cf87037c" providerId="LiveId" clId="{962F7113-5692-441E-BC88-946EF82D29B8}" dt="2020-04-03T20:29:35.264" v="186" actId="1076"/>
          <ac:grpSpMkLst>
            <pc:docMk/>
            <pc:sldMk cId="0" sldId="288"/>
            <ac:grpSpMk id="1204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35.264" v="186" actId="1076"/>
          <ac:grpSpMkLst>
            <pc:docMk/>
            <pc:sldMk cId="0" sldId="288"/>
            <ac:grpSpMk id="1207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35.264" v="186" actId="1076"/>
          <ac:grpSpMkLst>
            <pc:docMk/>
            <pc:sldMk cId="0" sldId="288"/>
            <ac:grpSpMk id="1211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35.264" v="186" actId="1076"/>
          <ac:grpSpMkLst>
            <pc:docMk/>
            <pc:sldMk cId="0" sldId="288"/>
            <ac:grpSpMk id="1215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35.264" v="186" actId="1076"/>
          <ac:grpSpMkLst>
            <pc:docMk/>
            <pc:sldMk cId="0" sldId="288"/>
            <ac:grpSpMk id="1219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35.264" v="186" actId="1076"/>
          <ac:grpSpMkLst>
            <pc:docMk/>
            <pc:sldMk cId="0" sldId="288"/>
            <ac:grpSpMk id="1223" creationId="{00000000-0000-0000-0000-000000000000}"/>
          </ac:grpSpMkLst>
        </pc:grpChg>
        <pc:grpChg chg="mod">
          <ac:chgData name="Jocellyn Luna" userId="74d04e64cf87037c" providerId="LiveId" clId="{962F7113-5692-441E-BC88-946EF82D29B8}" dt="2020-04-03T20:29:35.264" v="186" actId="1076"/>
          <ac:grpSpMkLst>
            <pc:docMk/>
            <pc:sldMk cId="0" sldId="288"/>
            <ac:grpSpMk id="1227" creationId="{00000000-0000-0000-0000-000000000000}"/>
          </ac:grpSpMkLst>
        </pc:grpChg>
      </pc:sldChg>
      <pc:sldChg chg="addSp delSp modSp mod modTransition">
        <pc:chgData name="Jocellyn Luna" userId="74d04e64cf87037c" providerId="LiveId" clId="{962F7113-5692-441E-BC88-946EF82D29B8}" dt="2020-04-03T20:08:17.369" v="149"/>
        <pc:sldMkLst>
          <pc:docMk/>
          <pc:sldMk cId="0" sldId="289"/>
        </pc:sldMkLst>
        <pc:spChg chg="add mod">
          <ac:chgData name="Jocellyn Luna" userId="74d04e64cf87037c" providerId="LiveId" clId="{962F7113-5692-441E-BC88-946EF82D29B8}" dt="2020-04-03T20:08:17.369" v="149"/>
          <ac:spMkLst>
            <pc:docMk/>
            <pc:sldMk cId="0" sldId="289"/>
            <ac:spMk id="3" creationId="{355D14A8-3995-410B-B37D-8F68DA6657C0}"/>
          </ac:spMkLst>
        </pc:spChg>
        <pc:spChg chg="del">
          <ac:chgData name="Jocellyn Luna" userId="74d04e64cf87037c" providerId="LiveId" clId="{962F7113-5692-441E-BC88-946EF82D29B8}" dt="2020-04-03T20:08:14.464" v="148" actId="478"/>
          <ac:spMkLst>
            <pc:docMk/>
            <pc:sldMk cId="0" sldId="289"/>
            <ac:spMk id="1236" creationId="{00000000-0000-0000-0000-000000000000}"/>
          </ac:spMkLst>
        </pc:spChg>
      </pc:sldChg>
      <pc:sldChg chg="addSp delSp modSp mod modTransition">
        <pc:chgData name="Jocellyn Luna" userId="74d04e64cf87037c" providerId="LiveId" clId="{962F7113-5692-441E-BC88-946EF82D29B8}" dt="2020-04-18T07:09:09.515" v="1069" actId="313"/>
        <pc:sldMkLst>
          <pc:docMk/>
          <pc:sldMk cId="0" sldId="290"/>
        </pc:sldMkLst>
        <pc:spChg chg="add mod">
          <ac:chgData name="Jocellyn Luna" userId="74d04e64cf87037c" providerId="LiveId" clId="{962F7113-5692-441E-BC88-946EF82D29B8}" dt="2020-04-03T20:08:26.400" v="151"/>
          <ac:spMkLst>
            <pc:docMk/>
            <pc:sldMk cId="0" sldId="290"/>
            <ac:spMk id="3" creationId="{E81771E2-3E7E-44BC-AC0F-D8E75A51CD9E}"/>
          </ac:spMkLst>
        </pc:spChg>
        <pc:spChg chg="del">
          <ac:chgData name="Jocellyn Luna" userId="74d04e64cf87037c" providerId="LiveId" clId="{962F7113-5692-441E-BC88-946EF82D29B8}" dt="2020-04-03T20:08:23.354" v="150" actId="478"/>
          <ac:spMkLst>
            <pc:docMk/>
            <pc:sldMk cId="0" sldId="290"/>
            <ac:spMk id="1239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6:58:59.056" v="789" actId="20577"/>
          <ac:spMkLst>
            <pc:docMk/>
            <pc:sldMk cId="0" sldId="290"/>
            <ac:spMk id="1240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7:09:07.943" v="1068" actId="313"/>
          <ac:spMkLst>
            <pc:docMk/>
            <pc:sldMk cId="0" sldId="290"/>
            <ac:spMk id="1270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7:09:09.515" v="1069" actId="313"/>
          <ac:spMkLst>
            <pc:docMk/>
            <pc:sldMk cId="0" sldId="290"/>
            <ac:spMk id="1282" creationId="{00000000-0000-0000-0000-000000000000}"/>
          </ac:spMkLst>
        </pc:spChg>
      </pc:sldChg>
      <pc:sldChg chg="addSp delSp modSp mod modTransition modAnim">
        <pc:chgData name="Jocellyn Luna" userId="74d04e64cf87037c" providerId="LiveId" clId="{962F7113-5692-441E-BC88-946EF82D29B8}" dt="2020-04-25T01:23:26.542" v="1111"/>
        <pc:sldMkLst>
          <pc:docMk/>
          <pc:sldMk cId="0" sldId="291"/>
        </pc:sldMkLst>
        <pc:spChg chg="add del mod">
          <ac:chgData name="Jocellyn Luna" userId="74d04e64cf87037c" providerId="LiveId" clId="{962F7113-5692-441E-BC88-946EF82D29B8}" dt="2020-04-03T20:08:37.038" v="154" actId="478"/>
          <ac:spMkLst>
            <pc:docMk/>
            <pc:sldMk cId="0" sldId="291"/>
            <ac:spMk id="2" creationId="{8CB40F75-5463-46AF-8BF2-5E2B34557646}"/>
          </ac:spMkLst>
        </pc:spChg>
        <pc:spChg chg="add mod">
          <ac:chgData name="Jocellyn Luna" userId="74d04e64cf87037c" providerId="LiveId" clId="{962F7113-5692-441E-BC88-946EF82D29B8}" dt="2020-04-03T20:08:35.257" v="153"/>
          <ac:spMkLst>
            <pc:docMk/>
            <pc:sldMk cId="0" sldId="291"/>
            <ac:spMk id="4" creationId="{02E89F10-02D6-4D8C-9524-B4180A92AF4B}"/>
          </ac:spMkLst>
        </pc:spChg>
        <pc:spChg chg="del">
          <ac:chgData name="Jocellyn Luna" userId="74d04e64cf87037c" providerId="LiveId" clId="{962F7113-5692-441E-BC88-946EF82D29B8}" dt="2020-04-03T20:08:32.508" v="152" actId="478"/>
          <ac:spMkLst>
            <pc:docMk/>
            <pc:sldMk cId="0" sldId="291"/>
            <ac:spMk id="1298" creationId="{00000000-0000-0000-0000-000000000000}"/>
          </ac:spMkLst>
        </pc:spChg>
        <pc:spChg chg="del mod">
          <ac:chgData name="Jocellyn Luna" userId="74d04e64cf87037c" providerId="LiveId" clId="{962F7113-5692-441E-BC88-946EF82D29B8}" dt="2020-04-18T07:05:22.786" v="1040" actId="478"/>
          <ac:spMkLst>
            <pc:docMk/>
            <pc:sldMk cId="0" sldId="291"/>
            <ac:spMk id="1299" creationId="{00000000-0000-0000-0000-000000000000}"/>
          </ac:spMkLst>
        </pc:spChg>
        <pc:picChg chg="add mod ord">
          <ac:chgData name="Jocellyn Luna" userId="74d04e64cf87037c" providerId="LiveId" clId="{962F7113-5692-441E-BC88-946EF82D29B8}" dt="2020-04-25T01:23:26.542" v="1111"/>
          <ac:picMkLst>
            <pc:docMk/>
            <pc:sldMk cId="0" sldId="291"/>
            <ac:picMk id="2" creationId="{0768AF53-778F-438E-B74C-00FCD2A5E37A}"/>
          </ac:picMkLst>
        </pc:picChg>
        <pc:picChg chg="add del mod">
          <ac:chgData name="Jocellyn Luna" userId="74d04e64cf87037c" providerId="LiveId" clId="{962F7113-5692-441E-BC88-946EF82D29B8}" dt="2020-04-18T07:06:28.559" v="1052" actId="478"/>
          <ac:picMkLst>
            <pc:docMk/>
            <pc:sldMk cId="0" sldId="291"/>
            <ac:picMk id="3" creationId="{CD4F9454-E714-48C1-BF2A-16660F6FF847}"/>
          </ac:picMkLst>
        </pc:picChg>
        <pc:picChg chg="add mod">
          <ac:chgData name="Jocellyn Luna" userId="74d04e64cf87037c" providerId="LiveId" clId="{962F7113-5692-441E-BC88-946EF82D29B8}" dt="2020-04-18T07:06:33.029" v="1054" actId="1076"/>
          <ac:picMkLst>
            <pc:docMk/>
            <pc:sldMk cId="0" sldId="291"/>
            <ac:picMk id="5" creationId="{2343D806-2A9C-4A97-B1BA-1FB6D190C65E}"/>
          </ac:picMkLst>
        </pc:picChg>
      </pc:sldChg>
      <pc:sldChg chg="addSp delSp modSp mod modTransition">
        <pc:chgData name="Jocellyn Luna" userId="74d04e64cf87037c" providerId="LiveId" clId="{962F7113-5692-441E-BC88-946EF82D29B8}" dt="2020-04-18T07:10:39.291" v="1075" actId="1076"/>
        <pc:sldMkLst>
          <pc:docMk/>
          <pc:sldMk cId="0" sldId="292"/>
        </pc:sldMkLst>
        <pc:spChg chg="add mod">
          <ac:chgData name="Jocellyn Luna" userId="74d04e64cf87037c" providerId="LiveId" clId="{962F7113-5692-441E-BC88-946EF82D29B8}" dt="2020-04-03T20:08:53.922" v="157"/>
          <ac:spMkLst>
            <pc:docMk/>
            <pc:sldMk cId="0" sldId="292"/>
            <ac:spMk id="3" creationId="{767BF023-37F7-459B-A80D-4F8CA8DB5B8F}"/>
          </ac:spMkLst>
        </pc:spChg>
        <pc:spChg chg="del">
          <ac:chgData name="Jocellyn Luna" userId="74d04e64cf87037c" providerId="LiveId" clId="{962F7113-5692-441E-BC88-946EF82D29B8}" dt="2020-04-03T20:08:51.141" v="156" actId="478"/>
          <ac:spMkLst>
            <pc:docMk/>
            <pc:sldMk cId="0" sldId="292"/>
            <ac:spMk id="1301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7:09:47.553" v="1073" actId="20577"/>
          <ac:spMkLst>
            <pc:docMk/>
            <pc:sldMk cId="0" sldId="292"/>
            <ac:spMk id="1302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7:10:39.291" v="1075" actId="1076"/>
          <ac:spMkLst>
            <pc:docMk/>
            <pc:sldMk cId="0" sldId="292"/>
            <ac:spMk id="1331" creationId="{00000000-0000-0000-0000-000000000000}"/>
          </ac:spMkLst>
        </pc:spChg>
      </pc:sldChg>
      <pc:sldChg chg="addSp delSp modSp mod modTransition">
        <pc:chgData name="Jocellyn Luna" userId="74d04e64cf87037c" providerId="LiveId" clId="{962F7113-5692-441E-BC88-946EF82D29B8}" dt="2020-04-25T01:24:50.071" v="1113"/>
        <pc:sldMkLst>
          <pc:docMk/>
          <pc:sldMk cId="0" sldId="293"/>
        </pc:sldMkLst>
        <pc:spChg chg="add del mod">
          <ac:chgData name="Jocellyn Luna" userId="74d04e64cf87037c" providerId="LiveId" clId="{962F7113-5692-441E-BC88-946EF82D29B8}" dt="2020-04-03T20:09:03.091" v="160" actId="478"/>
          <ac:spMkLst>
            <pc:docMk/>
            <pc:sldMk cId="0" sldId="293"/>
            <ac:spMk id="2" creationId="{A868B4DE-60AF-453A-83B4-C7FE792715CD}"/>
          </ac:spMkLst>
        </pc:spChg>
        <pc:spChg chg="add mod">
          <ac:chgData name="Jocellyn Luna" userId="74d04e64cf87037c" providerId="LiveId" clId="{962F7113-5692-441E-BC88-946EF82D29B8}" dt="2020-04-03T20:09:11.261" v="162"/>
          <ac:spMkLst>
            <pc:docMk/>
            <pc:sldMk cId="0" sldId="293"/>
            <ac:spMk id="4" creationId="{31094C1E-7CEA-4ED5-BDFA-43CEB7B867AD}"/>
          </ac:spMkLst>
        </pc:spChg>
        <pc:spChg chg="del">
          <ac:chgData name="Jocellyn Luna" userId="74d04e64cf87037c" providerId="LiveId" clId="{962F7113-5692-441E-BC88-946EF82D29B8}" dt="2020-04-03T20:09:08.293" v="161" actId="478"/>
          <ac:spMkLst>
            <pc:docMk/>
            <pc:sldMk cId="0" sldId="293"/>
            <ac:spMk id="1362" creationId="{00000000-0000-0000-0000-000000000000}"/>
          </ac:spMkLst>
        </pc:spChg>
        <pc:spChg chg="add del">
          <ac:chgData name="Jocellyn Luna" userId="74d04e64cf87037c" providerId="LiveId" clId="{962F7113-5692-441E-BC88-946EF82D29B8}" dt="2020-04-18T07:11:09.736" v="1076" actId="478"/>
          <ac:spMkLst>
            <pc:docMk/>
            <pc:sldMk cId="0" sldId="293"/>
            <ac:spMk id="1363" creationId="{00000000-0000-0000-0000-000000000000}"/>
          </ac:spMkLst>
        </pc:spChg>
        <pc:picChg chg="add mod ord">
          <ac:chgData name="Jocellyn Luna" userId="74d04e64cf87037c" providerId="LiveId" clId="{962F7113-5692-441E-BC88-946EF82D29B8}" dt="2020-04-25T01:24:50.071" v="1113"/>
          <ac:picMkLst>
            <pc:docMk/>
            <pc:sldMk cId="0" sldId="293"/>
            <ac:picMk id="2" creationId="{71548B4B-50FE-411D-A84D-56AA1AB98F3E}"/>
          </ac:picMkLst>
        </pc:picChg>
        <pc:picChg chg="add mod">
          <ac:chgData name="Jocellyn Luna" userId="74d04e64cf87037c" providerId="LiveId" clId="{962F7113-5692-441E-BC88-946EF82D29B8}" dt="2020-04-18T07:12:20.886" v="1090" actId="1076"/>
          <ac:picMkLst>
            <pc:docMk/>
            <pc:sldMk cId="0" sldId="293"/>
            <ac:picMk id="3" creationId="{E2BABFF2-570A-484A-832D-636FB8436EC3}"/>
          </ac:picMkLst>
        </pc:picChg>
      </pc:sldChg>
      <pc:sldChg chg="addSp delSp modSp mod modTransition">
        <pc:chgData name="Jocellyn Luna" userId="74d04e64cf87037c" providerId="LiveId" clId="{962F7113-5692-441E-BC88-946EF82D29B8}" dt="2020-04-18T07:17:28.370" v="1101" actId="20577"/>
        <pc:sldMkLst>
          <pc:docMk/>
          <pc:sldMk cId="0" sldId="294"/>
        </pc:sldMkLst>
        <pc:spChg chg="add mod">
          <ac:chgData name="Jocellyn Luna" userId="74d04e64cf87037c" providerId="LiveId" clId="{962F7113-5692-441E-BC88-946EF82D29B8}" dt="2020-04-03T20:09:21.759" v="164"/>
          <ac:spMkLst>
            <pc:docMk/>
            <pc:sldMk cId="0" sldId="294"/>
            <ac:spMk id="3" creationId="{BD27D252-B5C2-4256-98F1-14BAA522F1D5}"/>
          </ac:spMkLst>
        </pc:spChg>
        <pc:spChg chg="del">
          <ac:chgData name="Jocellyn Luna" userId="74d04e64cf87037c" providerId="LiveId" clId="{962F7113-5692-441E-BC88-946EF82D29B8}" dt="2020-04-03T20:09:18.588" v="163" actId="478"/>
          <ac:spMkLst>
            <pc:docMk/>
            <pc:sldMk cId="0" sldId="294"/>
            <ac:spMk id="1365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7:17:28.370" v="1101" actId="20577"/>
          <ac:spMkLst>
            <pc:docMk/>
            <pc:sldMk cId="0" sldId="294"/>
            <ac:spMk id="1366" creationId="{00000000-0000-0000-0000-000000000000}"/>
          </ac:spMkLst>
        </pc:spChg>
        <pc:spChg chg="mod">
          <ac:chgData name="Jocellyn Luna" userId="74d04e64cf87037c" providerId="LiveId" clId="{962F7113-5692-441E-BC88-946EF82D29B8}" dt="2020-04-18T07:15:57.974" v="1092"/>
          <ac:spMkLst>
            <pc:docMk/>
            <pc:sldMk cId="0" sldId="294"/>
            <ac:spMk id="1399" creationId="{00000000-0000-0000-0000-000000000000}"/>
          </ac:spMkLst>
        </pc:spChg>
      </pc:sldChg>
      <pc:sldChg chg="addSp delSp modSp del mod modTransition">
        <pc:chgData name="Jocellyn Luna" userId="74d04e64cf87037c" providerId="LiveId" clId="{962F7113-5692-441E-BC88-946EF82D29B8}" dt="2020-04-18T07:15:41.482" v="1091" actId="47"/>
        <pc:sldMkLst>
          <pc:docMk/>
          <pc:sldMk cId="0" sldId="295"/>
        </pc:sldMkLst>
        <pc:spChg chg="add del mod">
          <ac:chgData name="Jocellyn Luna" userId="74d04e64cf87037c" providerId="LiveId" clId="{962F7113-5692-441E-BC88-946EF82D29B8}" dt="2020-04-03T20:09:26.336" v="165" actId="478"/>
          <ac:spMkLst>
            <pc:docMk/>
            <pc:sldMk cId="0" sldId="295"/>
            <ac:spMk id="2" creationId="{425BA400-E044-4C5B-9BE3-AE6D92A95B7D}"/>
          </ac:spMkLst>
        </pc:spChg>
        <pc:spChg chg="add mod">
          <ac:chgData name="Jocellyn Luna" userId="74d04e64cf87037c" providerId="LiveId" clId="{962F7113-5692-441E-BC88-946EF82D29B8}" dt="2020-04-03T20:10:07.299" v="173"/>
          <ac:spMkLst>
            <pc:docMk/>
            <pc:sldMk cId="0" sldId="295"/>
            <ac:spMk id="4" creationId="{013AF6CC-F018-476D-941F-B73996195045}"/>
          </ac:spMkLst>
        </pc:spChg>
        <pc:spChg chg="add mod ord">
          <ac:chgData name="Jocellyn Luna" userId="74d04e64cf87037c" providerId="LiveId" clId="{962F7113-5692-441E-BC88-946EF82D29B8}" dt="2020-04-03T20:10:39.469" v="178" actId="208"/>
          <ac:spMkLst>
            <pc:docMk/>
            <pc:sldMk cId="0" sldId="295"/>
            <ac:spMk id="5" creationId="{962C5DF0-3453-4BCB-A997-1C8C4E26B4E4}"/>
          </ac:spMkLst>
        </pc:spChg>
        <pc:spChg chg="del">
          <ac:chgData name="Jocellyn Luna" userId="74d04e64cf87037c" providerId="LiveId" clId="{962F7113-5692-441E-BC88-946EF82D29B8}" dt="2020-04-03T20:10:04.160" v="172" actId="478"/>
          <ac:spMkLst>
            <pc:docMk/>
            <pc:sldMk cId="0" sldId="295"/>
            <ac:spMk id="1417" creationId="{00000000-0000-0000-0000-000000000000}"/>
          </ac:spMkLst>
        </pc:spChg>
        <pc:spChg chg="mod">
          <ac:chgData name="Jocellyn Luna" userId="74d04e64cf87037c" providerId="LiveId" clId="{962F7113-5692-441E-BC88-946EF82D29B8}" dt="2020-04-03T20:10:25.206" v="174" actId="255"/>
          <ac:spMkLst>
            <pc:docMk/>
            <pc:sldMk cId="0" sldId="295"/>
            <ac:spMk id="1418" creationId="{00000000-0000-0000-0000-000000000000}"/>
          </ac:spMkLst>
        </pc:spChg>
      </pc:sldChg>
      <pc:sldChg chg="addSp delSp modSp new mod ord modAnim">
        <pc:chgData name="Jocellyn Luna" userId="74d04e64cf87037c" providerId="LiveId" clId="{962F7113-5692-441E-BC88-946EF82D29B8}" dt="2020-04-18T07:03:44.930" v="1035"/>
        <pc:sldMkLst>
          <pc:docMk/>
          <pc:sldMk cId="3936575331" sldId="296"/>
        </pc:sldMkLst>
        <pc:spChg chg="mod">
          <ac:chgData name="Jocellyn Luna" userId="74d04e64cf87037c" providerId="LiveId" clId="{962F7113-5692-441E-BC88-946EF82D29B8}" dt="2020-04-18T06:59:27.253" v="798" actId="20577"/>
          <ac:spMkLst>
            <pc:docMk/>
            <pc:sldMk cId="3936575331" sldId="296"/>
            <ac:spMk id="2" creationId="{C575ABD3-D24A-403A-81D4-B172650B8481}"/>
          </ac:spMkLst>
        </pc:spChg>
        <pc:spChg chg="del">
          <ac:chgData name="Jocellyn Luna" userId="74d04e64cf87037c" providerId="LiveId" clId="{962F7113-5692-441E-BC88-946EF82D29B8}" dt="2020-04-18T06:59:48.924" v="799" actId="478"/>
          <ac:spMkLst>
            <pc:docMk/>
            <pc:sldMk cId="3936575331" sldId="296"/>
            <ac:spMk id="3" creationId="{33B17826-098C-496A-99D2-199DDEC36E1A}"/>
          </ac:spMkLst>
        </pc:spChg>
        <pc:spChg chg="add del">
          <ac:chgData name="Jocellyn Luna" userId="74d04e64cf87037c" providerId="LiveId" clId="{962F7113-5692-441E-BC88-946EF82D29B8}" dt="2020-04-18T07:00:33.506" v="808"/>
          <ac:spMkLst>
            <pc:docMk/>
            <pc:sldMk cId="3936575331" sldId="296"/>
            <ac:spMk id="5" creationId="{862C1C38-310B-4577-87E5-4D9D97481C66}"/>
          </ac:spMkLst>
        </pc:spChg>
        <pc:spChg chg="add mod">
          <ac:chgData name="Jocellyn Luna" userId="74d04e64cf87037c" providerId="LiveId" clId="{962F7113-5692-441E-BC88-946EF82D29B8}" dt="2020-04-18T07:02:47.990" v="971" actId="20577"/>
          <ac:spMkLst>
            <pc:docMk/>
            <pc:sldMk cId="3936575331" sldId="296"/>
            <ac:spMk id="6" creationId="{05AAAA7B-147B-4004-A529-EBE6A62D5A46}"/>
          </ac:spMkLst>
        </pc:spChg>
        <pc:spChg chg="add mod">
          <ac:chgData name="Jocellyn Luna" userId="74d04e64cf87037c" providerId="LiveId" clId="{962F7113-5692-441E-BC88-946EF82D29B8}" dt="2020-04-18T07:03:17.707" v="1029" actId="114"/>
          <ac:spMkLst>
            <pc:docMk/>
            <pc:sldMk cId="3936575331" sldId="296"/>
            <ac:spMk id="7" creationId="{6AB431F8-2138-407D-A9BD-42FA1F0E36B5}"/>
          </ac:spMkLst>
        </pc:spChg>
        <pc:picChg chg="add mod">
          <ac:chgData name="Jocellyn Luna" userId="74d04e64cf87037c" providerId="LiveId" clId="{962F7113-5692-441E-BC88-946EF82D29B8}" dt="2020-04-18T07:03:21.699" v="1030" actId="1076"/>
          <ac:picMkLst>
            <pc:docMk/>
            <pc:sldMk cId="3936575331" sldId="296"/>
            <ac:picMk id="4" creationId="{20DD3EB1-655A-453A-ADDF-DF524E54981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4" name="Shape 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531536348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140ABC89-FD9A-411E-884A-68B0FA85D313}"/>
              </a:ext>
            </a:extLst>
          </p:cNvPr>
          <p:cNvSpPr/>
          <p:nvPr/>
        </p:nvSpPr>
        <p:spPr>
          <a:xfrm>
            <a:off x="0" y="757646"/>
            <a:ext cx="9144000" cy="348778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8650" y="1122363"/>
            <a:ext cx="7886700" cy="1658565"/>
          </a:xfr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924944"/>
            <a:ext cx="6858000" cy="1189856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24/04/2020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847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9D12899-E76F-4E22-AC72-36A08F1D963C}"/>
              </a:ext>
            </a:extLst>
          </p:cNvPr>
          <p:cNvSpPr/>
          <p:nvPr/>
        </p:nvSpPr>
        <p:spPr>
          <a:xfrm>
            <a:off x="0" y="137002"/>
            <a:ext cx="9144000" cy="132603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97914"/>
          </a:xfrm>
        </p:spPr>
        <p:txBody>
          <a:bodyPr>
            <a:noAutofit/>
          </a:bodyPr>
          <a:lstStyle>
            <a:lvl1pPr>
              <a:defRPr lang="es-ES" sz="3600" b="1" kern="120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24/04/2020</a:t>
            </a:fld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9296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24/04/2020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AF4175B-B676-4922-803A-ACD02FD772B9}"/>
              </a:ext>
            </a:extLst>
          </p:cNvPr>
          <p:cNvSpPr/>
          <p:nvPr/>
        </p:nvSpPr>
        <p:spPr>
          <a:xfrm>
            <a:off x="0" y="2363387"/>
            <a:ext cx="9144000" cy="182454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2363387"/>
            <a:ext cx="7886700" cy="1816916"/>
          </a:xfrm>
        </p:spPr>
        <p:txBody>
          <a:bodyPr anchor="ctr"/>
          <a:lstStyle>
            <a:lvl1pPr algn="ctr">
              <a:defRPr sz="45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04599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24/04/2020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8305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24/04/2020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60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24/04/2020</a:t>
            </a:fld>
            <a:endParaRPr lang="en-GB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313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24/04/2020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24/04/2020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8237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24/04/2020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934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24/04/2020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6382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24/04/2020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0548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8711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E0897-17FA-41B4-BC81-B4554BF25576}" type="datetimeFigureOut">
              <a:rPr lang="en-GB" smtClean="0"/>
              <a:pPr/>
              <a:t>24/04/2020</a:t>
            </a:fld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2974312" y="6224433"/>
            <a:ext cx="3195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Estructuras</a:t>
            </a:r>
            <a:r>
              <a:rPr lang="en-GB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GB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Datos</a:t>
            </a: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</a:t>
            </a:r>
            <a:r>
              <a:rPr lang="en-GB" sz="1200" dirty="0"/>
              <a:t>  ESPOL </a:t>
            </a: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  2020-1T</a:t>
            </a:r>
          </a:p>
        </p:txBody>
      </p:sp>
      <p:sp>
        <p:nvSpPr>
          <p:cNvPr id="9" name="TextBox 10"/>
          <p:cNvSpPr txBox="1"/>
          <p:nvPr/>
        </p:nvSpPr>
        <p:spPr>
          <a:xfrm>
            <a:off x="6588224" y="6381328"/>
            <a:ext cx="1944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 </a:t>
            </a:r>
            <a:fld id="{769EC3EB-CECF-491F-992B-5266FBB70E4B}" type="slidenum">
              <a:rPr lang="en-GB" sz="1200" smtClean="0"/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lang="en-GB" sz="1200" dirty="0"/>
          </a:p>
        </p:txBody>
      </p:sp>
      <p:cxnSp>
        <p:nvCxnSpPr>
          <p:cNvPr id="10" name="Straight Connector 12"/>
          <p:cNvCxnSpPr/>
          <p:nvPr/>
        </p:nvCxnSpPr>
        <p:spPr>
          <a:xfrm>
            <a:off x="251520" y="6224433"/>
            <a:ext cx="864096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2" name="Picture 2" descr="Identidad FIEC | FIEC">
            <a:extLst>
              <a:ext uri="{FF2B5EF4-FFF2-40B4-BE49-F238E27FC236}">
                <a16:creationId xmlns:a16="http://schemas.microsoft.com/office/drawing/2014/main" id="{B6FE895D-7B04-4074-AFD6-207B76C8AE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126" b="26471"/>
          <a:stretch/>
        </p:blipFill>
        <p:spPr bwMode="auto">
          <a:xfrm>
            <a:off x="158515" y="6306085"/>
            <a:ext cx="3076575" cy="470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B3425D30-E4E3-4EBE-8DD0-A8311DF4D896}"/>
              </a:ext>
            </a:extLst>
          </p:cNvPr>
          <p:cNvSpPr txBox="1"/>
          <p:nvPr/>
        </p:nvSpPr>
        <p:spPr>
          <a:xfrm>
            <a:off x="6588224" y="6381328"/>
            <a:ext cx="1944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/>
          </a:p>
        </p:txBody>
      </p:sp>
      <p:cxnSp>
        <p:nvCxnSpPr>
          <p:cNvPr id="15" name="Straight Connector 12">
            <a:extLst>
              <a:ext uri="{FF2B5EF4-FFF2-40B4-BE49-F238E27FC236}">
                <a16:creationId xmlns:a16="http://schemas.microsoft.com/office/drawing/2014/main" id="{A8F495F7-7E72-4C64-8D9E-56F8D949B483}"/>
              </a:ext>
            </a:extLst>
          </p:cNvPr>
          <p:cNvCxnSpPr/>
          <p:nvPr/>
        </p:nvCxnSpPr>
        <p:spPr>
          <a:xfrm>
            <a:off x="251520" y="6224433"/>
            <a:ext cx="8640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2">
            <a:extLst>
              <a:ext uri="{FF2B5EF4-FFF2-40B4-BE49-F238E27FC236}">
                <a16:creationId xmlns:a16="http://schemas.microsoft.com/office/drawing/2014/main" id="{8115E778-0F96-4A58-A0CD-7EE6C85F5367}"/>
              </a:ext>
            </a:extLst>
          </p:cNvPr>
          <p:cNvCxnSpPr/>
          <p:nvPr/>
        </p:nvCxnSpPr>
        <p:spPr>
          <a:xfrm>
            <a:off x="251520" y="6224433"/>
            <a:ext cx="8640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934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400"/>
              </a:spcBef>
              <a:buSzTx/>
              <a:buNone/>
              <a:defRPr sz="2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bg1"/>
                </a:solidFill>
              </a:rPr>
              <a:t>ESTRUCTURAS DE DATOS</a:t>
            </a:r>
          </a:p>
        </p:txBody>
      </p:sp>
      <p:sp>
        <p:nvSpPr>
          <p:cNvPr id="31" name="Título 30">
            <a:extLst>
              <a:ext uri="{FF2B5EF4-FFF2-40B4-BE49-F238E27FC236}">
                <a16:creationId xmlns:a16="http://schemas.microsoft.com/office/drawing/2014/main" id="{931A6809-B6B5-4EBE-B43C-AB8D0C5AAE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C" dirty="0"/>
              <a:t>ARBOLES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 lnSpcReduction="10000"/>
          </a:bodyPr>
          <a:lstStyle/>
          <a:p>
            <a:pPr marL="300037" lvl="0" indent="-300037">
              <a:lnSpc>
                <a:spcPct val="11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lang="es-EC" sz="2800" dirty="0">
                <a:solidFill>
                  <a:srgbClr val="002850"/>
                </a:solidFill>
              </a:rPr>
              <a:t>Las listas enlazadas son estructuras lineales</a:t>
            </a:r>
          </a:p>
          <a:p>
            <a:pPr marL="702128" lvl="1" indent="-244928">
              <a:lnSpc>
                <a:spcPct val="11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s-EC" sz="2400" dirty="0">
                <a:solidFill>
                  <a:srgbClr val="002850"/>
                </a:solidFill>
              </a:rPr>
              <a:t>Son flexibles pero son secuenciales, un elemento detrás de otro</a:t>
            </a:r>
          </a:p>
          <a:p>
            <a:pPr marL="300037" lvl="0" indent="-300037">
              <a:lnSpc>
                <a:spcPct val="11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lang="es-EC" sz="2800" dirty="0">
                <a:solidFill>
                  <a:srgbClr val="002850"/>
                </a:solidFill>
              </a:rPr>
              <a:t>Los árboles</a:t>
            </a:r>
          </a:p>
          <a:p>
            <a:pPr marL="702128" lvl="1" indent="-244928">
              <a:lnSpc>
                <a:spcPct val="11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s-EC" sz="2400" dirty="0">
                <a:solidFill>
                  <a:srgbClr val="002850"/>
                </a:solidFill>
              </a:rPr>
              <a:t>Junto con los grafos son estructuras de datos no lineales</a:t>
            </a:r>
          </a:p>
          <a:p>
            <a:pPr marL="702128" lvl="1" indent="-244928">
              <a:lnSpc>
                <a:spcPct val="11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s-EC" sz="2400" dirty="0">
                <a:solidFill>
                  <a:srgbClr val="002850"/>
                </a:solidFill>
              </a:rPr>
              <a:t>Superan las desventajas de las listas</a:t>
            </a:r>
          </a:p>
          <a:p>
            <a:pPr marL="702128" lvl="1" indent="-244928">
              <a:lnSpc>
                <a:spcPct val="11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s-EC" sz="2400" dirty="0">
                <a:solidFill>
                  <a:srgbClr val="002850"/>
                </a:solidFill>
              </a:rPr>
              <a:t>Sus elementos se pueden recorrer de distintas formas, no necesariamente uno detrás de otro</a:t>
            </a:r>
          </a:p>
          <a:p>
            <a:pPr marL="300037" lvl="0" indent="-300037">
              <a:lnSpc>
                <a:spcPct val="11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lang="es-EC" sz="2800" dirty="0">
                <a:solidFill>
                  <a:srgbClr val="002850"/>
                </a:solidFill>
              </a:rPr>
              <a:t>Son </a:t>
            </a:r>
            <a:r>
              <a:rPr lang="es-EC" sz="2800" b="1" dirty="0">
                <a:solidFill>
                  <a:srgbClr val="002850"/>
                </a:solidFill>
              </a:rPr>
              <a:t>muy útiles</a:t>
            </a:r>
            <a:r>
              <a:rPr lang="es-EC" sz="2800" dirty="0">
                <a:solidFill>
                  <a:srgbClr val="002850"/>
                </a:solidFill>
              </a:rPr>
              <a:t> para la búsqueda y recuperación de información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FE60E41B-20DD-4577-8612-D608F0793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INTRODUCCION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 marL="214312" indent="-214312">
              <a:lnSpc>
                <a:spcPct val="120000"/>
              </a:lnSpc>
              <a:spcBef>
                <a:spcPts val="400"/>
              </a:spcBef>
              <a:defRPr sz="2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Estructura</a:t>
            </a:r>
            <a:r>
              <a:rPr sz="2000" dirty="0">
                <a:solidFill>
                  <a:srgbClr val="002850"/>
                </a:solidFill>
              </a:rPr>
              <a:t> que </a:t>
            </a:r>
            <a:r>
              <a:rPr sz="2000" dirty="0" err="1">
                <a:solidFill>
                  <a:srgbClr val="002850"/>
                </a:solidFill>
              </a:rPr>
              <a:t>organiza</a:t>
            </a:r>
            <a:r>
              <a:rPr sz="2000" dirty="0">
                <a:solidFill>
                  <a:srgbClr val="002850"/>
                </a:solidFill>
              </a:rPr>
              <a:t> sus </a:t>
            </a:r>
            <a:r>
              <a:rPr sz="2000" dirty="0" err="1">
                <a:solidFill>
                  <a:srgbClr val="002850"/>
                </a:solidFill>
              </a:rPr>
              <a:t>elementos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formando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jerarquías</a:t>
            </a:r>
            <a:r>
              <a:rPr sz="2000" dirty="0">
                <a:solidFill>
                  <a:srgbClr val="002850"/>
                </a:solidFill>
              </a:rPr>
              <a:t>: PADRES E HIJOS</a:t>
            </a:r>
          </a:p>
        </p:txBody>
      </p:sp>
      <p:sp>
        <p:nvSpPr>
          <p:cNvPr id="14" name="Shape 14"/>
          <p:cNvSpPr/>
          <p:nvPr/>
        </p:nvSpPr>
        <p:spPr>
          <a:xfrm>
            <a:off x="465137" y="4868862"/>
            <a:ext cx="6461126" cy="1087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marL="214312" indent="-214312">
              <a:lnSpc>
                <a:spcPct val="110000"/>
              </a:lnSpc>
              <a:spcBef>
                <a:spcPts val="400"/>
              </a:spcBef>
              <a:buClr>
                <a:srgbClr val="008080"/>
              </a:buClr>
              <a:buSzPct val="80000"/>
              <a:buFont typeface="Wingdings"/>
              <a:buChar char="▯"/>
              <a:defRPr sz="2000">
                <a:solidFill>
                  <a:srgbClr val="002850"/>
                </a:solidFill>
              </a:defRPr>
            </a:lvl1pPr>
            <a:lvl2pPr marL="661307" indent="-204107">
              <a:lnSpc>
                <a:spcPct val="110000"/>
              </a:lnSpc>
              <a:spcBef>
                <a:spcPts val="400"/>
              </a:spcBef>
              <a:buClr>
                <a:srgbClr val="008080"/>
              </a:buClr>
              <a:buSzPct val="80000"/>
              <a:buFont typeface="Wingdings"/>
              <a:buChar char="▯"/>
              <a:defRPr sz="2000">
                <a:solidFill>
                  <a:srgbClr val="002850"/>
                </a:solidFill>
              </a:defRPr>
            </a:lvl2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Un subárbol de un árbol 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Es cualquier nodo del árbol junto con todos sus descendientes</a:t>
            </a:r>
          </a:p>
        </p:txBody>
      </p:sp>
      <p:sp>
        <p:nvSpPr>
          <p:cNvPr id="15" name="Shape 15"/>
          <p:cNvSpPr/>
          <p:nvPr/>
        </p:nvSpPr>
        <p:spPr>
          <a:xfrm>
            <a:off x="465137" y="2528887"/>
            <a:ext cx="7239001" cy="14648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214312" lvl="0" indent="-214312">
              <a:lnSpc>
                <a:spcPct val="110000"/>
              </a:lnSpc>
              <a:spcBef>
                <a:spcPts val="400"/>
              </a:spcBef>
              <a:buClr>
                <a:srgbClr val="008080"/>
              </a:buClr>
              <a:buSzPct val="80000"/>
              <a:buFont typeface="Wingdings"/>
              <a:buChar char="▯"/>
            </a:pPr>
            <a:r>
              <a:rPr sz="2000" dirty="0">
                <a:solidFill>
                  <a:srgbClr val="002850"/>
                </a:solidFill>
              </a:rPr>
              <a:t>Los </a:t>
            </a:r>
            <a:r>
              <a:rPr sz="2000" dirty="0" err="1">
                <a:solidFill>
                  <a:srgbClr val="002850"/>
                </a:solidFill>
              </a:rPr>
              <a:t>elementos</a:t>
            </a:r>
            <a:r>
              <a:rPr sz="2000" dirty="0">
                <a:solidFill>
                  <a:srgbClr val="002850"/>
                </a:solidFill>
              </a:rPr>
              <a:t> de un árbol se </a:t>
            </a:r>
            <a:r>
              <a:rPr sz="2000" dirty="0" err="1">
                <a:solidFill>
                  <a:srgbClr val="002850"/>
                </a:solidFill>
              </a:rPr>
              <a:t>llaman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b="1" dirty="0" err="1">
                <a:solidFill>
                  <a:srgbClr val="002850"/>
                </a:solidFill>
              </a:rPr>
              <a:t>nodos</a:t>
            </a:r>
            <a:endParaRPr sz="2000" b="1" dirty="0">
              <a:solidFill>
                <a:srgbClr val="002850"/>
              </a:solidFill>
            </a:endParaRPr>
          </a:p>
          <a:p>
            <a:pPr marL="214312" lvl="0" indent="-214312">
              <a:lnSpc>
                <a:spcPct val="110000"/>
              </a:lnSpc>
              <a:spcBef>
                <a:spcPts val="400"/>
              </a:spcBef>
              <a:buClr>
                <a:srgbClr val="008080"/>
              </a:buClr>
              <a:buSzPct val="80000"/>
              <a:buFont typeface="Wingdings"/>
              <a:buChar char="▯"/>
            </a:pPr>
            <a:r>
              <a:rPr sz="2000" dirty="0">
                <a:solidFill>
                  <a:srgbClr val="002850"/>
                </a:solidFill>
              </a:rPr>
              <a:t>Si un </a:t>
            </a:r>
            <a:r>
              <a:rPr sz="2000" dirty="0" err="1">
                <a:solidFill>
                  <a:srgbClr val="002850"/>
                </a:solidFill>
              </a:rPr>
              <a:t>nodo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b="1" dirty="0">
                <a:solidFill>
                  <a:srgbClr val="002850"/>
                </a:solidFill>
              </a:rPr>
              <a:t>p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tiene</a:t>
            </a:r>
            <a:r>
              <a:rPr sz="2000" dirty="0">
                <a:solidFill>
                  <a:srgbClr val="002850"/>
                </a:solidFill>
              </a:rPr>
              <a:t> un enlace con un </a:t>
            </a:r>
            <a:r>
              <a:rPr sz="2000" dirty="0" err="1">
                <a:solidFill>
                  <a:srgbClr val="002850"/>
                </a:solidFill>
              </a:rPr>
              <a:t>nodo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b="1" dirty="0">
                <a:solidFill>
                  <a:srgbClr val="002850"/>
                </a:solidFill>
              </a:rPr>
              <a:t>m</a:t>
            </a:r>
            <a:r>
              <a:rPr sz="2000" dirty="0">
                <a:solidFill>
                  <a:srgbClr val="002850"/>
                </a:solidFill>
              </a:rPr>
              <a:t>, </a:t>
            </a:r>
          </a:p>
          <a:p>
            <a:pPr marL="640896" lvl="1" indent="-183696">
              <a:lnSpc>
                <a:spcPct val="110000"/>
              </a:lnSpc>
              <a:spcBef>
                <a:spcPts val="400"/>
              </a:spcBef>
              <a:buClr>
                <a:srgbClr val="0066FF"/>
              </a:buClr>
              <a:buSzPct val="80000"/>
              <a:buFont typeface="Wingdings"/>
              <a:buChar char="▯"/>
            </a:pPr>
            <a:r>
              <a:rPr b="1" dirty="0">
                <a:solidFill>
                  <a:srgbClr val="002850"/>
                </a:solidFill>
              </a:rPr>
              <a:t>p</a:t>
            </a:r>
            <a:r>
              <a:rPr dirty="0">
                <a:solidFill>
                  <a:srgbClr val="002850"/>
                </a:solidFill>
              </a:rPr>
              <a:t> es el padre y </a:t>
            </a:r>
            <a:r>
              <a:rPr b="1" dirty="0">
                <a:solidFill>
                  <a:srgbClr val="002850"/>
                </a:solidFill>
              </a:rPr>
              <a:t>m</a:t>
            </a:r>
            <a:r>
              <a:rPr dirty="0">
                <a:solidFill>
                  <a:srgbClr val="002850"/>
                </a:solidFill>
              </a:rPr>
              <a:t> es el </a:t>
            </a:r>
            <a:r>
              <a:rPr dirty="0" err="1">
                <a:solidFill>
                  <a:srgbClr val="002850"/>
                </a:solidFill>
              </a:rPr>
              <a:t>hijo</a:t>
            </a:r>
            <a:endParaRPr sz="2800" dirty="0">
              <a:solidFill>
                <a:srgbClr val="002850"/>
              </a:solidFill>
            </a:endParaRPr>
          </a:p>
          <a:p>
            <a:pPr marL="640896" lvl="1" indent="-183696">
              <a:lnSpc>
                <a:spcPct val="110000"/>
              </a:lnSpc>
              <a:spcBef>
                <a:spcPts val="400"/>
              </a:spcBef>
              <a:buClr>
                <a:srgbClr val="0066FF"/>
              </a:buClr>
              <a:buSzPct val="80000"/>
              <a:buFont typeface="Wingdings"/>
              <a:buChar char="▯"/>
            </a:pPr>
            <a:r>
              <a:rPr dirty="0">
                <a:solidFill>
                  <a:srgbClr val="002850"/>
                </a:solidFill>
              </a:rPr>
              <a:t>Los </a:t>
            </a:r>
            <a:r>
              <a:rPr dirty="0" err="1">
                <a:solidFill>
                  <a:srgbClr val="002850"/>
                </a:solidFill>
              </a:rPr>
              <a:t>hijos</a:t>
            </a:r>
            <a:r>
              <a:rPr dirty="0">
                <a:solidFill>
                  <a:srgbClr val="002850"/>
                </a:solidFill>
              </a:rPr>
              <a:t> de un </a:t>
            </a:r>
            <a:r>
              <a:rPr dirty="0" err="1">
                <a:solidFill>
                  <a:srgbClr val="002850"/>
                </a:solidFill>
              </a:rPr>
              <a:t>mismo</a:t>
            </a:r>
            <a:r>
              <a:rPr dirty="0">
                <a:solidFill>
                  <a:srgbClr val="002850"/>
                </a:solidFill>
              </a:rPr>
              <a:t> padre se </a:t>
            </a:r>
            <a:r>
              <a:rPr dirty="0" err="1">
                <a:solidFill>
                  <a:srgbClr val="002850"/>
                </a:solidFill>
              </a:rPr>
              <a:t>llaman</a:t>
            </a:r>
            <a:r>
              <a:rPr dirty="0">
                <a:solidFill>
                  <a:srgbClr val="002850"/>
                </a:solidFill>
              </a:rPr>
              <a:t>: </a:t>
            </a:r>
            <a:r>
              <a:rPr b="1" dirty="0" err="1">
                <a:solidFill>
                  <a:srgbClr val="002850"/>
                </a:solidFill>
              </a:rPr>
              <a:t>hermanos</a:t>
            </a:r>
            <a:endParaRPr b="1" dirty="0">
              <a:solidFill>
                <a:srgbClr val="002850"/>
              </a:solidFill>
            </a:endParaRPr>
          </a:p>
        </p:txBody>
      </p:sp>
      <p:grpSp>
        <p:nvGrpSpPr>
          <p:cNvPr id="41" name="Group 41"/>
          <p:cNvGrpSpPr/>
          <p:nvPr/>
        </p:nvGrpSpPr>
        <p:grpSpPr>
          <a:xfrm>
            <a:off x="6096000" y="1295400"/>
            <a:ext cx="2743200" cy="2667000"/>
            <a:chOff x="0" y="0"/>
            <a:chExt cx="2743200" cy="2667000"/>
          </a:xfrm>
        </p:grpSpPr>
        <p:grpSp>
          <p:nvGrpSpPr>
            <p:cNvPr id="39" name="Group 39"/>
            <p:cNvGrpSpPr/>
            <p:nvPr/>
          </p:nvGrpSpPr>
          <p:grpSpPr>
            <a:xfrm>
              <a:off x="146049" y="227329"/>
              <a:ext cx="2362201" cy="2136141"/>
              <a:chOff x="0" y="0"/>
              <a:chExt cx="2362200" cy="2136140"/>
            </a:xfrm>
          </p:grpSpPr>
          <p:grpSp>
            <p:nvGrpSpPr>
              <p:cNvPr id="18" name="Group 18"/>
              <p:cNvGrpSpPr/>
              <p:nvPr/>
            </p:nvGrpSpPr>
            <p:grpSpPr>
              <a:xfrm>
                <a:off x="1371599" y="-1"/>
                <a:ext cx="533401" cy="459742"/>
                <a:chOff x="0" y="0"/>
                <a:chExt cx="533400" cy="459740"/>
              </a:xfrm>
            </p:grpSpPr>
            <p:sp>
              <p:nvSpPr>
                <p:cNvPr id="16" name="Shape 16"/>
                <p:cNvSpPr/>
                <p:nvPr/>
              </p:nvSpPr>
              <p:spPr>
                <a:xfrm>
                  <a:off x="0" y="1270"/>
                  <a:ext cx="5334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99CC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 sz="24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7" name="Shape 17"/>
                <p:cNvSpPr/>
                <p:nvPr/>
              </p:nvSpPr>
              <p:spPr>
                <a:xfrm>
                  <a:off x="123249" y="0"/>
                  <a:ext cx="286902" cy="45974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none" lIns="0" tIns="0" rIns="0" bIns="0" numCol="1" anchor="ctr">
                  <a:spAutoFit/>
                </a:bodyPr>
                <a:lstStyle>
                  <a:lvl1pPr algn="ctr">
                    <a:defRPr sz="24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400"/>
                    <a:t>A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685799" y="838199"/>
                <a:ext cx="533401" cy="459742"/>
                <a:chOff x="0" y="0"/>
                <a:chExt cx="533400" cy="459740"/>
              </a:xfrm>
            </p:grpSpPr>
            <p:sp>
              <p:nvSpPr>
                <p:cNvPr id="19" name="Shape 19"/>
                <p:cNvSpPr/>
                <p:nvPr/>
              </p:nvSpPr>
              <p:spPr>
                <a:xfrm>
                  <a:off x="0" y="1270"/>
                  <a:ext cx="5334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99CC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 sz="24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20" name="Shape 20"/>
                <p:cNvSpPr/>
                <p:nvPr/>
              </p:nvSpPr>
              <p:spPr>
                <a:xfrm>
                  <a:off x="124812" y="0"/>
                  <a:ext cx="283776" cy="45974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none" lIns="0" tIns="0" rIns="0" bIns="0" numCol="1" anchor="ctr">
                  <a:spAutoFit/>
                </a:bodyPr>
                <a:lstStyle>
                  <a:lvl1pPr algn="ctr">
                    <a:defRPr sz="24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400"/>
                    <a:t>B</a:t>
                  </a:r>
                </a:p>
              </p:txBody>
            </p:sp>
          </p:grpSp>
          <p:grpSp>
            <p:nvGrpSpPr>
              <p:cNvPr id="24" name="Group 24"/>
              <p:cNvGrpSpPr/>
              <p:nvPr/>
            </p:nvGrpSpPr>
            <p:grpSpPr>
              <a:xfrm>
                <a:off x="-1" y="1676399"/>
                <a:ext cx="533401" cy="459742"/>
                <a:chOff x="0" y="0"/>
                <a:chExt cx="533400" cy="459740"/>
              </a:xfrm>
            </p:grpSpPr>
            <p:sp>
              <p:nvSpPr>
                <p:cNvPr id="22" name="Shape 22"/>
                <p:cNvSpPr/>
                <p:nvPr/>
              </p:nvSpPr>
              <p:spPr>
                <a:xfrm>
                  <a:off x="0" y="1270"/>
                  <a:ext cx="5334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99CC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 sz="24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23" name="Shape 23"/>
                <p:cNvSpPr/>
                <p:nvPr/>
              </p:nvSpPr>
              <p:spPr>
                <a:xfrm>
                  <a:off x="111268" y="0"/>
                  <a:ext cx="310864" cy="45974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none" lIns="0" tIns="0" rIns="0" bIns="0" numCol="1" anchor="ctr">
                  <a:spAutoFit/>
                </a:bodyPr>
                <a:lstStyle>
                  <a:lvl1pPr algn="ctr">
                    <a:defRPr sz="24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400"/>
                    <a:t>D</a:t>
                  </a:r>
                </a:p>
              </p:txBody>
            </p:sp>
          </p:grpSp>
          <p:grpSp>
            <p:nvGrpSpPr>
              <p:cNvPr id="27" name="Group 27"/>
              <p:cNvGrpSpPr/>
              <p:nvPr/>
            </p:nvGrpSpPr>
            <p:grpSpPr>
              <a:xfrm>
                <a:off x="685799" y="1676399"/>
                <a:ext cx="533401" cy="459742"/>
                <a:chOff x="0" y="0"/>
                <a:chExt cx="533400" cy="459740"/>
              </a:xfrm>
            </p:grpSpPr>
            <p:sp>
              <p:nvSpPr>
                <p:cNvPr id="25" name="Shape 25"/>
                <p:cNvSpPr/>
                <p:nvPr/>
              </p:nvSpPr>
              <p:spPr>
                <a:xfrm>
                  <a:off x="0" y="1270"/>
                  <a:ext cx="5334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99CC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 sz="24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26" name="Shape 26"/>
                <p:cNvSpPr/>
                <p:nvPr/>
              </p:nvSpPr>
              <p:spPr>
                <a:xfrm>
                  <a:off x="129128" y="0"/>
                  <a:ext cx="275144" cy="45974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none" lIns="0" tIns="0" rIns="0" bIns="0" numCol="1" anchor="ctr">
                  <a:spAutoFit/>
                </a:bodyPr>
                <a:lstStyle>
                  <a:lvl1pPr algn="ctr">
                    <a:defRPr sz="24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400"/>
                    <a:t>E</a:t>
                  </a:r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1828799" y="838199"/>
                <a:ext cx="533401" cy="459742"/>
                <a:chOff x="0" y="0"/>
                <a:chExt cx="533400" cy="459740"/>
              </a:xfrm>
            </p:grpSpPr>
            <p:sp>
              <p:nvSpPr>
                <p:cNvPr id="28" name="Shape 28"/>
                <p:cNvSpPr/>
                <p:nvPr/>
              </p:nvSpPr>
              <p:spPr>
                <a:xfrm>
                  <a:off x="0" y="1270"/>
                  <a:ext cx="5334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99CC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 sz="24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29" name="Shape 29"/>
                <p:cNvSpPr/>
                <p:nvPr/>
              </p:nvSpPr>
              <p:spPr>
                <a:xfrm>
                  <a:off x="123100" y="0"/>
                  <a:ext cx="287200" cy="45974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none" lIns="0" tIns="0" rIns="0" bIns="0" numCol="1" anchor="ctr">
                  <a:spAutoFit/>
                </a:bodyPr>
                <a:lstStyle>
                  <a:lvl1pPr algn="ctr">
                    <a:defRPr sz="24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400"/>
                    <a:t>C</a:t>
                  </a:r>
                </a:p>
              </p:txBody>
            </p:sp>
          </p:grpSp>
          <p:grpSp>
            <p:nvGrpSpPr>
              <p:cNvPr id="33" name="Group 33"/>
              <p:cNvGrpSpPr/>
              <p:nvPr/>
            </p:nvGrpSpPr>
            <p:grpSpPr>
              <a:xfrm>
                <a:off x="1371599" y="1676399"/>
                <a:ext cx="533401" cy="459742"/>
                <a:chOff x="0" y="0"/>
                <a:chExt cx="533400" cy="459740"/>
              </a:xfrm>
            </p:grpSpPr>
            <p:sp>
              <p:nvSpPr>
                <p:cNvPr id="31" name="Shape 31"/>
                <p:cNvSpPr/>
                <p:nvPr/>
              </p:nvSpPr>
              <p:spPr>
                <a:xfrm>
                  <a:off x="0" y="1270"/>
                  <a:ext cx="5334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99CC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 sz="24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32" name="Shape 32"/>
                <p:cNvSpPr/>
                <p:nvPr/>
              </p:nvSpPr>
              <p:spPr>
                <a:xfrm>
                  <a:off x="135155" y="0"/>
                  <a:ext cx="263090" cy="45974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none" lIns="0" tIns="0" rIns="0" bIns="0" numCol="1" anchor="ctr">
                  <a:spAutoFit/>
                </a:bodyPr>
                <a:lstStyle>
                  <a:lvl1pPr algn="ctr">
                    <a:defRPr sz="24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400"/>
                    <a:t>F</a:t>
                  </a:r>
                </a:p>
              </p:txBody>
            </p:sp>
          </p:grpSp>
          <p:sp>
            <p:nvSpPr>
              <p:cNvPr id="34" name="Shape 34"/>
              <p:cNvSpPr/>
              <p:nvPr/>
            </p:nvSpPr>
            <p:spPr>
              <a:xfrm flipH="1">
                <a:off x="952499" y="391795"/>
                <a:ext cx="496889" cy="4476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35" name="Shape 35"/>
              <p:cNvSpPr/>
              <p:nvPr/>
            </p:nvSpPr>
            <p:spPr>
              <a:xfrm flipH="1">
                <a:off x="266699" y="1229995"/>
                <a:ext cx="496889" cy="4476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36" name="Shape 36"/>
              <p:cNvSpPr/>
              <p:nvPr/>
            </p:nvSpPr>
            <p:spPr>
              <a:xfrm>
                <a:off x="952500" y="1296669"/>
                <a:ext cx="0" cy="38100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37" name="Shape 37"/>
              <p:cNvSpPr/>
              <p:nvPr/>
            </p:nvSpPr>
            <p:spPr>
              <a:xfrm>
                <a:off x="1141412" y="1229994"/>
                <a:ext cx="496888" cy="4476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38" name="Shape 38"/>
              <p:cNvSpPr/>
              <p:nvPr/>
            </p:nvSpPr>
            <p:spPr>
              <a:xfrm>
                <a:off x="1827212" y="391794"/>
                <a:ext cx="268288" cy="4476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sp>
          <p:nvSpPr>
            <p:cNvPr id="40" name="Shape 40"/>
            <p:cNvSpPr/>
            <p:nvPr/>
          </p:nvSpPr>
          <p:spPr>
            <a:xfrm>
              <a:off x="0" y="0"/>
              <a:ext cx="2743200" cy="266700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sp>
        <p:nvSpPr>
          <p:cNvPr id="42" name="Shape 42"/>
          <p:cNvSpPr/>
          <p:nvPr/>
        </p:nvSpPr>
        <p:spPr>
          <a:xfrm>
            <a:off x="463550" y="4040187"/>
            <a:ext cx="7924800" cy="765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214312" lvl="0" indent="-214312">
              <a:lnSpc>
                <a:spcPct val="110000"/>
              </a:lnSpc>
              <a:spcBef>
                <a:spcPts val="400"/>
              </a:spcBef>
              <a:buClr>
                <a:srgbClr val="008080"/>
              </a:buClr>
              <a:buSzPct val="80000"/>
              <a:buFont typeface="Wingdings"/>
              <a:buChar char="▯"/>
            </a:pPr>
            <a:r>
              <a:rPr sz="2000">
                <a:solidFill>
                  <a:srgbClr val="002850"/>
                </a:solidFill>
              </a:rPr>
              <a:t>Todos los nodos tienen al menos un padre, menos la raíz: A</a:t>
            </a:r>
          </a:p>
          <a:p>
            <a:pPr marL="214312" lvl="0" indent="-214312">
              <a:lnSpc>
                <a:spcPct val="110000"/>
              </a:lnSpc>
              <a:spcBef>
                <a:spcPts val="400"/>
              </a:spcBef>
              <a:buClr>
                <a:srgbClr val="008080"/>
              </a:buClr>
              <a:buSzPct val="80000"/>
              <a:buFont typeface="Wingdings"/>
              <a:buChar char="▯"/>
            </a:pPr>
            <a:r>
              <a:rPr sz="2000">
                <a:solidFill>
                  <a:srgbClr val="002850"/>
                </a:solidFill>
              </a:rPr>
              <a:t>Si no tienen hijos se llaman </a:t>
            </a:r>
            <a:r>
              <a:rPr sz="2000" b="1">
                <a:solidFill>
                  <a:srgbClr val="002850"/>
                </a:solidFill>
              </a:rPr>
              <a:t>hoja</a:t>
            </a:r>
            <a:r>
              <a:rPr sz="2000">
                <a:solidFill>
                  <a:srgbClr val="002850"/>
                </a:solidFill>
              </a:rPr>
              <a:t>: D, E, F y C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6659562" y="4651692"/>
            <a:ext cx="1905001" cy="1297941"/>
            <a:chOff x="0" y="0"/>
            <a:chExt cx="1905000" cy="1297940"/>
          </a:xfrm>
        </p:grpSpPr>
        <p:grpSp>
          <p:nvGrpSpPr>
            <p:cNvPr id="45" name="Group 45"/>
            <p:cNvGrpSpPr/>
            <p:nvPr/>
          </p:nvGrpSpPr>
          <p:grpSpPr>
            <a:xfrm>
              <a:off x="685799" y="-1"/>
              <a:ext cx="533401" cy="459742"/>
              <a:chOff x="0" y="0"/>
              <a:chExt cx="533400" cy="459740"/>
            </a:xfrm>
          </p:grpSpPr>
          <p:sp>
            <p:nvSpPr>
              <p:cNvPr id="43" name="Shape 43"/>
              <p:cNvSpPr/>
              <p:nvPr/>
            </p:nvSpPr>
            <p:spPr>
              <a:xfrm>
                <a:off x="0" y="1270"/>
                <a:ext cx="5334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44" name="Shape 44"/>
              <p:cNvSpPr/>
              <p:nvPr/>
            </p:nvSpPr>
            <p:spPr>
              <a:xfrm>
                <a:off x="124812" y="0"/>
                <a:ext cx="283776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B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-1" y="838199"/>
              <a:ext cx="533401" cy="459742"/>
              <a:chOff x="0" y="0"/>
              <a:chExt cx="533400" cy="459740"/>
            </a:xfrm>
          </p:grpSpPr>
          <p:sp>
            <p:nvSpPr>
              <p:cNvPr id="46" name="Shape 46"/>
              <p:cNvSpPr/>
              <p:nvPr/>
            </p:nvSpPr>
            <p:spPr>
              <a:xfrm>
                <a:off x="0" y="1270"/>
                <a:ext cx="5334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47" name="Shape 47"/>
              <p:cNvSpPr/>
              <p:nvPr/>
            </p:nvSpPr>
            <p:spPr>
              <a:xfrm>
                <a:off x="111268" y="0"/>
                <a:ext cx="310864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D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85799" y="838199"/>
              <a:ext cx="533401" cy="459742"/>
              <a:chOff x="0" y="0"/>
              <a:chExt cx="533400" cy="459740"/>
            </a:xfrm>
          </p:grpSpPr>
          <p:sp>
            <p:nvSpPr>
              <p:cNvPr id="49" name="Shape 49"/>
              <p:cNvSpPr/>
              <p:nvPr/>
            </p:nvSpPr>
            <p:spPr>
              <a:xfrm>
                <a:off x="0" y="1270"/>
                <a:ext cx="5334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50" name="Shape 50"/>
              <p:cNvSpPr/>
              <p:nvPr/>
            </p:nvSpPr>
            <p:spPr>
              <a:xfrm>
                <a:off x="129128" y="0"/>
                <a:ext cx="275144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E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1371599" y="838199"/>
              <a:ext cx="533401" cy="459742"/>
              <a:chOff x="0" y="0"/>
              <a:chExt cx="533400" cy="459740"/>
            </a:xfrm>
          </p:grpSpPr>
          <p:sp>
            <p:nvSpPr>
              <p:cNvPr id="52" name="Shape 52"/>
              <p:cNvSpPr/>
              <p:nvPr/>
            </p:nvSpPr>
            <p:spPr>
              <a:xfrm>
                <a:off x="0" y="1270"/>
                <a:ext cx="5334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53" name="Shape 53"/>
              <p:cNvSpPr/>
              <p:nvPr/>
            </p:nvSpPr>
            <p:spPr>
              <a:xfrm>
                <a:off x="135155" y="0"/>
                <a:ext cx="263090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F</a:t>
                </a:r>
              </a:p>
            </p:txBody>
          </p:sp>
        </p:grpSp>
        <p:sp>
          <p:nvSpPr>
            <p:cNvPr id="55" name="Shape 55"/>
            <p:cNvSpPr/>
            <p:nvPr/>
          </p:nvSpPr>
          <p:spPr>
            <a:xfrm flipH="1">
              <a:off x="266699" y="391795"/>
              <a:ext cx="496889" cy="4476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6" name="Shape 56"/>
            <p:cNvSpPr/>
            <p:nvPr/>
          </p:nvSpPr>
          <p:spPr>
            <a:xfrm>
              <a:off x="952500" y="458470"/>
              <a:ext cx="0" cy="3810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7" name="Shape 57"/>
            <p:cNvSpPr/>
            <p:nvPr/>
          </p:nvSpPr>
          <p:spPr>
            <a:xfrm>
              <a:off x="1141412" y="391794"/>
              <a:ext cx="496888" cy="44767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643437" y="260350"/>
            <a:ext cx="3027353" cy="1468438"/>
            <a:chOff x="0" y="0"/>
            <a:chExt cx="3027352" cy="1468437"/>
          </a:xfrm>
        </p:grpSpPr>
        <p:sp>
          <p:nvSpPr>
            <p:cNvPr id="59" name="Shape 59"/>
            <p:cNvSpPr/>
            <p:nvPr/>
          </p:nvSpPr>
          <p:spPr>
            <a:xfrm>
              <a:off x="0" y="0"/>
              <a:ext cx="3027353" cy="14684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482" y="0"/>
                  </a:moveTo>
                  <a:lnTo>
                    <a:pt x="2482" y="0"/>
                  </a:lnTo>
                  <a:cubicBezTo>
                    <a:pt x="1111" y="0"/>
                    <a:pt x="0" y="1612"/>
                    <a:pt x="0" y="3600"/>
                  </a:cubicBezTo>
                  <a:lnTo>
                    <a:pt x="0" y="18000"/>
                  </a:lnTo>
                  <a:cubicBezTo>
                    <a:pt x="0" y="19988"/>
                    <a:pt x="1111" y="21600"/>
                    <a:pt x="2482" y="21600"/>
                  </a:cubicBezTo>
                  <a:lnTo>
                    <a:pt x="12412" y="21600"/>
                  </a:lnTo>
                  <a:cubicBezTo>
                    <a:pt x="13783" y="21600"/>
                    <a:pt x="14895" y="19988"/>
                    <a:pt x="14895" y="18000"/>
                  </a:cubicBezTo>
                  <a:lnTo>
                    <a:pt x="21600" y="19942"/>
                  </a:lnTo>
                  <a:lnTo>
                    <a:pt x="14895" y="12600"/>
                  </a:lnTo>
                  <a:lnTo>
                    <a:pt x="14895" y="3600"/>
                  </a:lnTo>
                  <a:cubicBezTo>
                    <a:pt x="14895" y="1612"/>
                    <a:pt x="13783" y="0"/>
                    <a:pt x="12412" y="0"/>
                  </a:cubicBezTo>
                  <a:lnTo>
                    <a:pt x="8689" y="0"/>
                  </a:lnTo>
                  <a:close/>
                </a:path>
              </a:pathLst>
            </a:custGeom>
            <a:solidFill>
              <a:srgbClr val="CCFFCC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60" name="Shape 60"/>
            <p:cNvSpPr/>
            <p:nvPr/>
          </p:nvSpPr>
          <p:spPr>
            <a:xfrm>
              <a:off x="76447" y="53774"/>
              <a:ext cx="1934669" cy="1297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lvl="0" algn="ctr"/>
              <a:r>
                <a:rPr sz="1600">
                  <a:latin typeface="Tahoma"/>
                  <a:ea typeface="Tahoma"/>
                  <a:cs typeface="Tahoma"/>
                  <a:sym typeface="Tahoma"/>
                </a:rPr>
                <a:t>A es Padre</a:t>
              </a:r>
              <a:endParaRPr sz="1600">
                <a:solidFill>
                  <a:srgbClr val="002850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lvl="0" algn="ctr"/>
              <a:r>
                <a:rPr sz="1600">
                  <a:latin typeface="Tahoma"/>
                  <a:ea typeface="Tahoma"/>
                  <a:cs typeface="Tahoma"/>
                  <a:sym typeface="Tahoma"/>
                </a:rPr>
                <a:t>B y C hijos de A: hermanos</a:t>
              </a:r>
              <a:endParaRPr sz="1600">
                <a:solidFill>
                  <a:srgbClr val="002850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lvl="0" algn="ctr"/>
              <a:r>
                <a:rPr sz="1600">
                  <a:latin typeface="Tahoma"/>
                  <a:ea typeface="Tahoma"/>
                  <a:cs typeface="Tahoma"/>
                  <a:sym typeface="Tahoma"/>
                </a:rPr>
                <a:t>B es Padre</a:t>
              </a:r>
              <a:endParaRPr sz="1600">
                <a:solidFill>
                  <a:srgbClr val="002850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lvl="0" algn="ctr"/>
              <a:r>
                <a:rPr sz="1600">
                  <a:latin typeface="Tahoma"/>
                  <a:ea typeface="Tahoma"/>
                  <a:cs typeface="Tahoma"/>
                  <a:sym typeface="Tahoma"/>
                </a:rPr>
                <a:t>D, E, F hijos de B</a:t>
              </a:r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D7F9DFE2-5F59-41A2-B7A6-91CDC22D4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CONCEPTO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 animBg="1" advAuto="0"/>
      <p:bldP spid="14" grpId="0" animBg="1" advAuto="0"/>
      <p:bldP spid="15" grpId="0" animBg="1" advAuto="0"/>
      <p:bldP spid="41" grpId="0" animBg="1" advAuto="0"/>
      <p:bldP spid="42" grpId="0" animBg="1" advAuto="0"/>
      <p:bldP spid="58" grpId="0" animBg="1" advAuto="0"/>
      <p:bldP spid="61" grpId="0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/>
          </p:cNvSpPr>
          <p:nvPr>
            <p:ph idx="1"/>
          </p:nvPr>
        </p:nvSpPr>
        <p:spPr>
          <a:xfrm>
            <a:off x="628650" y="1684948"/>
            <a:ext cx="78867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u="sng" dirty="0">
                <a:solidFill>
                  <a:srgbClr val="002850"/>
                </a:solidFill>
              </a:rPr>
              <a:t>Camino</a:t>
            </a:r>
            <a:r>
              <a:rPr sz="2400" dirty="0">
                <a:solidFill>
                  <a:srgbClr val="002850"/>
                </a:solidFill>
              </a:rPr>
              <a:t>:  </a:t>
            </a:r>
            <a:r>
              <a:rPr sz="2400" dirty="0" err="1">
                <a:solidFill>
                  <a:srgbClr val="002850"/>
                </a:solidFill>
              </a:rPr>
              <a:t>Secuencia</a:t>
            </a:r>
            <a:r>
              <a:rPr sz="2400" dirty="0">
                <a:solidFill>
                  <a:srgbClr val="002850"/>
                </a:solidFill>
              </a:rPr>
              <a:t> de </a:t>
            </a:r>
            <a:r>
              <a:rPr sz="2400" dirty="0" err="1">
                <a:solidFill>
                  <a:srgbClr val="002850"/>
                </a:solidFill>
              </a:rPr>
              <a:t>nodos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conectados</a:t>
            </a:r>
            <a:r>
              <a:rPr sz="2400" dirty="0">
                <a:solidFill>
                  <a:srgbClr val="002850"/>
                </a:solidFill>
              </a:rPr>
              <a:t> dentro de un arbol</a:t>
            </a:r>
          </a:p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u="sng" dirty="0" err="1">
                <a:solidFill>
                  <a:srgbClr val="002850"/>
                </a:solidFill>
              </a:rPr>
              <a:t>Longitud</a:t>
            </a:r>
            <a:r>
              <a:rPr sz="2400" u="sng" dirty="0">
                <a:solidFill>
                  <a:srgbClr val="002850"/>
                </a:solidFill>
              </a:rPr>
              <a:t> del </a:t>
            </a:r>
            <a:r>
              <a:rPr sz="2400" u="sng" dirty="0" err="1">
                <a:solidFill>
                  <a:srgbClr val="002850"/>
                </a:solidFill>
              </a:rPr>
              <a:t>camino</a:t>
            </a:r>
            <a:r>
              <a:rPr sz="2400" dirty="0">
                <a:solidFill>
                  <a:srgbClr val="002850"/>
                </a:solidFill>
              </a:rPr>
              <a:t>: es el </a:t>
            </a:r>
            <a:r>
              <a:rPr sz="2400" dirty="0" err="1">
                <a:solidFill>
                  <a:srgbClr val="002850"/>
                </a:solidFill>
              </a:rPr>
              <a:t>numero</a:t>
            </a:r>
            <a:r>
              <a:rPr sz="2400" dirty="0">
                <a:solidFill>
                  <a:srgbClr val="002850"/>
                </a:solidFill>
              </a:rPr>
              <a:t> de </a:t>
            </a:r>
            <a:r>
              <a:rPr sz="2400" dirty="0" err="1">
                <a:solidFill>
                  <a:srgbClr val="002850"/>
                </a:solidFill>
              </a:rPr>
              <a:t>nodos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menos</a:t>
            </a:r>
            <a:r>
              <a:rPr sz="2400" dirty="0">
                <a:solidFill>
                  <a:srgbClr val="002850"/>
                </a:solidFill>
              </a:rPr>
              <a:t> 1 </a:t>
            </a:r>
            <a:r>
              <a:rPr sz="2400" dirty="0" err="1">
                <a:solidFill>
                  <a:srgbClr val="002850"/>
                </a:solidFill>
              </a:rPr>
              <a:t>en</a:t>
            </a:r>
            <a:r>
              <a:rPr sz="2400" dirty="0">
                <a:solidFill>
                  <a:srgbClr val="002850"/>
                </a:solidFill>
              </a:rPr>
              <a:t> un </a:t>
            </a:r>
            <a:r>
              <a:rPr sz="2400" dirty="0" err="1">
                <a:solidFill>
                  <a:srgbClr val="002850"/>
                </a:solidFill>
              </a:rPr>
              <a:t>camino</a:t>
            </a:r>
            <a:endParaRPr sz="2400" dirty="0">
              <a:solidFill>
                <a:srgbClr val="002850"/>
              </a:solidFill>
            </a:endParaRPr>
          </a:p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u="sng" dirty="0">
                <a:solidFill>
                  <a:srgbClr val="002850"/>
                </a:solidFill>
              </a:rPr>
              <a:t>Altura del árbol</a:t>
            </a:r>
            <a:r>
              <a:rPr sz="2400" dirty="0">
                <a:solidFill>
                  <a:srgbClr val="002850"/>
                </a:solidFill>
              </a:rPr>
              <a:t>: es el </a:t>
            </a:r>
            <a:r>
              <a:rPr sz="2400" dirty="0" err="1">
                <a:solidFill>
                  <a:srgbClr val="002850"/>
                </a:solidFill>
              </a:rPr>
              <a:t>nivel</a:t>
            </a:r>
            <a:r>
              <a:rPr sz="2400" dirty="0">
                <a:solidFill>
                  <a:srgbClr val="002850"/>
                </a:solidFill>
              </a:rPr>
              <a:t> mas alto del árbol</a:t>
            </a: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Un árbol con un solo </a:t>
            </a:r>
            <a:r>
              <a:rPr sz="2000" dirty="0" err="1">
                <a:solidFill>
                  <a:srgbClr val="002850"/>
                </a:solidFill>
              </a:rPr>
              <a:t>nodo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tiene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altura</a:t>
            </a:r>
            <a:r>
              <a:rPr sz="2000" dirty="0">
                <a:solidFill>
                  <a:srgbClr val="002850"/>
                </a:solidFill>
              </a:rPr>
              <a:t> 1</a:t>
            </a:r>
          </a:p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u="sng" dirty="0">
                <a:solidFill>
                  <a:srgbClr val="002850"/>
                </a:solidFill>
              </a:rPr>
              <a:t>Nivel(</a:t>
            </a:r>
            <a:r>
              <a:rPr sz="2400" u="sng" dirty="0" err="1">
                <a:solidFill>
                  <a:srgbClr val="002850"/>
                </a:solidFill>
              </a:rPr>
              <a:t>profundidad</a:t>
            </a:r>
            <a:r>
              <a:rPr sz="2400" u="sng" dirty="0">
                <a:solidFill>
                  <a:srgbClr val="002850"/>
                </a:solidFill>
              </a:rPr>
              <a:t>) de un </a:t>
            </a:r>
            <a:r>
              <a:rPr sz="2400" u="sng" dirty="0" err="1">
                <a:solidFill>
                  <a:srgbClr val="002850"/>
                </a:solidFill>
              </a:rPr>
              <a:t>nodo</a:t>
            </a:r>
            <a:r>
              <a:rPr sz="2400" dirty="0">
                <a:solidFill>
                  <a:srgbClr val="002850"/>
                </a:solidFill>
              </a:rPr>
              <a:t>: es el </a:t>
            </a:r>
            <a:r>
              <a:rPr sz="2400" dirty="0" err="1">
                <a:solidFill>
                  <a:srgbClr val="002850"/>
                </a:solidFill>
              </a:rPr>
              <a:t>numero</a:t>
            </a:r>
            <a:r>
              <a:rPr sz="2400" dirty="0">
                <a:solidFill>
                  <a:srgbClr val="002850"/>
                </a:solidFill>
              </a:rPr>
              <a:t> de </a:t>
            </a:r>
            <a:r>
              <a:rPr sz="2400" dirty="0" err="1">
                <a:solidFill>
                  <a:srgbClr val="002850"/>
                </a:solidFill>
              </a:rPr>
              <a:t>nodos</a:t>
            </a:r>
            <a:r>
              <a:rPr sz="2400" dirty="0">
                <a:solidFill>
                  <a:srgbClr val="002850"/>
                </a:solidFill>
              </a:rPr>
              <a:t> entre el </a:t>
            </a:r>
            <a:r>
              <a:rPr sz="2400" dirty="0" err="1">
                <a:solidFill>
                  <a:srgbClr val="002850"/>
                </a:solidFill>
              </a:rPr>
              <a:t>nodo</a:t>
            </a:r>
            <a:r>
              <a:rPr sz="2400" dirty="0">
                <a:solidFill>
                  <a:srgbClr val="002850"/>
                </a:solidFill>
              </a:rPr>
              <a:t> y la </a:t>
            </a:r>
            <a:r>
              <a:rPr sz="2400" dirty="0" err="1">
                <a:solidFill>
                  <a:srgbClr val="002850"/>
                </a:solidFill>
              </a:rPr>
              <a:t>raíz</a:t>
            </a:r>
            <a:r>
              <a:rPr sz="2400" dirty="0">
                <a:solidFill>
                  <a:srgbClr val="002850"/>
                </a:solidFill>
              </a:rPr>
              <a:t>. </a:t>
            </a:r>
          </a:p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u="sng" dirty="0">
                <a:solidFill>
                  <a:srgbClr val="002850"/>
                </a:solidFill>
              </a:rPr>
              <a:t>Nivel de un árbol</a:t>
            </a: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Es el </a:t>
            </a:r>
            <a:r>
              <a:rPr sz="2000" dirty="0" err="1">
                <a:solidFill>
                  <a:srgbClr val="002850"/>
                </a:solidFill>
              </a:rPr>
              <a:t>numero</a:t>
            </a:r>
            <a:r>
              <a:rPr sz="2000" dirty="0">
                <a:solidFill>
                  <a:srgbClr val="002850"/>
                </a:solidFill>
              </a:rPr>
              <a:t> de </a:t>
            </a:r>
            <a:r>
              <a:rPr sz="2000" dirty="0" err="1">
                <a:solidFill>
                  <a:srgbClr val="002850"/>
                </a:solidFill>
              </a:rPr>
              <a:t>nodos</a:t>
            </a:r>
            <a:r>
              <a:rPr sz="2000" dirty="0">
                <a:solidFill>
                  <a:srgbClr val="002850"/>
                </a:solidFill>
              </a:rPr>
              <a:t> entre la </a:t>
            </a:r>
            <a:r>
              <a:rPr sz="2000" dirty="0" err="1">
                <a:solidFill>
                  <a:srgbClr val="002850"/>
                </a:solidFill>
              </a:rPr>
              <a:t>raíz</a:t>
            </a:r>
            <a:r>
              <a:rPr sz="2000" dirty="0">
                <a:solidFill>
                  <a:srgbClr val="002850"/>
                </a:solidFill>
              </a:rPr>
              <a:t> y el </a:t>
            </a:r>
            <a:r>
              <a:rPr sz="2000" dirty="0" err="1">
                <a:solidFill>
                  <a:srgbClr val="002850"/>
                </a:solidFill>
              </a:rPr>
              <a:t>nodo</a:t>
            </a:r>
            <a:r>
              <a:rPr sz="2000" dirty="0">
                <a:solidFill>
                  <a:srgbClr val="002850"/>
                </a:solidFill>
              </a:rPr>
              <a:t> mas profundo del árbol, la </a:t>
            </a:r>
            <a:r>
              <a:rPr sz="2000" dirty="0" err="1">
                <a:solidFill>
                  <a:srgbClr val="002850"/>
                </a:solidFill>
              </a:rPr>
              <a:t>altura</a:t>
            </a:r>
            <a:r>
              <a:rPr sz="2000" dirty="0">
                <a:solidFill>
                  <a:srgbClr val="002850"/>
                </a:solidFill>
              </a:rPr>
              <a:t> del un árbol </a:t>
            </a:r>
            <a:r>
              <a:rPr sz="2000" dirty="0" err="1">
                <a:solidFill>
                  <a:srgbClr val="002850"/>
                </a:solidFill>
              </a:rPr>
              <a:t>entonces</a:t>
            </a:r>
            <a:endParaRPr sz="2000" dirty="0">
              <a:solidFill>
                <a:srgbClr val="002850"/>
              </a:solidFill>
            </a:endParaRPr>
          </a:p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u="sng" dirty="0">
                <a:solidFill>
                  <a:srgbClr val="002850"/>
                </a:solidFill>
              </a:rPr>
              <a:t>Grado(</a:t>
            </a:r>
            <a:r>
              <a:rPr sz="2400" u="sng" dirty="0" err="1">
                <a:solidFill>
                  <a:srgbClr val="002850"/>
                </a:solidFill>
              </a:rPr>
              <a:t>aridad</a:t>
            </a:r>
            <a:r>
              <a:rPr sz="2400" u="sng" dirty="0">
                <a:solidFill>
                  <a:srgbClr val="002850"/>
                </a:solidFill>
              </a:rPr>
              <a:t>) de un </a:t>
            </a:r>
            <a:r>
              <a:rPr sz="2400" u="sng" dirty="0" err="1">
                <a:solidFill>
                  <a:srgbClr val="002850"/>
                </a:solidFill>
              </a:rPr>
              <a:t>nodo</a:t>
            </a:r>
            <a:r>
              <a:rPr sz="2400" dirty="0">
                <a:solidFill>
                  <a:srgbClr val="002850"/>
                </a:solidFill>
              </a:rPr>
              <a:t>: es </a:t>
            </a:r>
            <a:r>
              <a:rPr sz="2400" dirty="0" err="1">
                <a:solidFill>
                  <a:srgbClr val="002850"/>
                </a:solidFill>
              </a:rPr>
              <a:t>numero</a:t>
            </a:r>
            <a:r>
              <a:rPr sz="2400" dirty="0">
                <a:solidFill>
                  <a:srgbClr val="002850"/>
                </a:solidFill>
              </a:rPr>
              <a:t> de </a:t>
            </a:r>
            <a:r>
              <a:rPr sz="2400" dirty="0" err="1">
                <a:solidFill>
                  <a:srgbClr val="002850"/>
                </a:solidFill>
              </a:rPr>
              <a:t>hijos</a:t>
            </a:r>
            <a:r>
              <a:rPr sz="2400" dirty="0">
                <a:solidFill>
                  <a:srgbClr val="002850"/>
                </a:solidFill>
              </a:rPr>
              <a:t> del </a:t>
            </a:r>
            <a:r>
              <a:rPr sz="2400" dirty="0" err="1">
                <a:solidFill>
                  <a:srgbClr val="002850"/>
                </a:solidFill>
              </a:rPr>
              <a:t>nodo</a:t>
            </a:r>
            <a:endParaRPr sz="2400" dirty="0">
              <a:solidFill>
                <a:srgbClr val="002850"/>
              </a:solidFill>
            </a:endParaRPr>
          </a:p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u="sng" dirty="0">
                <a:solidFill>
                  <a:srgbClr val="002850"/>
                </a:solidFill>
              </a:rPr>
              <a:t>Grado(</a:t>
            </a:r>
            <a:r>
              <a:rPr sz="2400" u="sng" dirty="0" err="1">
                <a:solidFill>
                  <a:srgbClr val="002850"/>
                </a:solidFill>
              </a:rPr>
              <a:t>aridad</a:t>
            </a:r>
            <a:r>
              <a:rPr sz="2400" u="sng" dirty="0">
                <a:solidFill>
                  <a:srgbClr val="002850"/>
                </a:solidFill>
              </a:rPr>
              <a:t>) de un árbol</a:t>
            </a:r>
            <a:r>
              <a:rPr sz="2400" dirty="0">
                <a:solidFill>
                  <a:srgbClr val="002850"/>
                </a:solidFill>
              </a:rPr>
              <a:t>: </a:t>
            </a:r>
            <a:r>
              <a:rPr sz="2400" dirty="0" err="1">
                <a:solidFill>
                  <a:srgbClr val="002850"/>
                </a:solidFill>
              </a:rPr>
              <a:t>máxima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aridad</a:t>
            </a:r>
            <a:r>
              <a:rPr sz="2400" dirty="0">
                <a:solidFill>
                  <a:srgbClr val="002850"/>
                </a:solidFill>
              </a:rPr>
              <a:t> de sus </a:t>
            </a:r>
            <a:r>
              <a:rPr sz="2400" dirty="0" err="1">
                <a:solidFill>
                  <a:srgbClr val="002850"/>
                </a:solidFill>
              </a:rPr>
              <a:t>nodos</a:t>
            </a:r>
            <a:endParaRPr sz="2400" dirty="0">
              <a:solidFill>
                <a:srgbClr val="002850"/>
              </a:solidFill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F15C104B-9868-460C-96AA-4F69F34F9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TERMINOLOGIA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build="p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14312" lvl="0" indent="-214312">
              <a:lnSpc>
                <a:spcPct val="90000"/>
              </a:lnSpc>
              <a:spcBef>
                <a:spcPts val="400"/>
              </a:spcBef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Valores</a:t>
            </a:r>
            <a:r>
              <a:rPr sz="2000" dirty="0">
                <a:solidFill>
                  <a:srgbClr val="002850"/>
                </a:solidFill>
              </a:rPr>
              <a:t>: </a:t>
            </a:r>
          </a:p>
          <a:p>
            <a:pPr marL="640896" lvl="1" indent="-183696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Conjunto de </a:t>
            </a:r>
            <a:r>
              <a:rPr dirty="0" err="1">
                <a:solidFill>
                  <a:srgbClr val="002850"/>
                </a:solidFill>
              </a:rPr>
              <a:t>elementos</a:t>
            </a:r>
            <a:r>
              <a:rPr dirty="0">
                <a:solidFill>
                  <a:srgbClr val="002850"/>
                </a:solidFill>
              </a:rPr>
              <a:t>, </a:t>
            </a:r>
            <a:r>
              <a:rPr dirty="0" err="1">
                <a:solidFill>
                  <a:srgbClr val="002850"/>
                </a:solidFill>
              </a:rPr>
              <a:t>donde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b="1" dirty="0">
                <a:solidFill>
                  <a:srgbClr val="002850"/>
                </a:solidFill>
              </a:rPr>
              <a:t>SOLO</a:t>
            </a:r>
            <a:r>
              <a:rPr dirty="0">
                <a:solidFill>
                  <a:srgbClr val="002850"/>
                </a:solidFill>
              </a:rPr>
              <a:t> se </a:t>
            </a:r>
            <a:r>
              <a:rPr dirty="0" err="1">
                <a:solidFill>
                  <a:srgbClr val="002850"/>
                </a:solidFill>
              </a:rPr>
              <a:t>conoce</a:t>
            </a:r>
            <a:r>
              <a:rPr dirty="0">
                <a:solidFill>
                  <a:srgbClr val="002850"/>
                </a:solidFill>
              </a:rPr>
              <a:t> el </a:t>
            </a:r>
            <a:r>
              <a:rPr dirty="0" err="1">
                <a:solidFill>
                  <a:srgbClr val="002850"/>
                </a:solidFill>
              </a:rPr>
              <a:t>nodo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raíz</a:t>
            </a:r>
            <a:endParaRPr dirty="0">
              <a:solidFill>
                <a:srgbClr val="002850"/>
              </a:solidFill>
            </a:endParaRPr>
          </a:p>
          <a:p>
            <a:pPr marL="640896" lvl="1" indent="-183696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Un </a:t>
            </a:r>
            <a:r>
              <a:rPr dirty="0" err="1">
                <a:solidFill>
                  <a:srgbClr val="002850"/>
                </a:solidFill>
              </a:rPr>
              <a:t>nodo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puede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almacenar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contenido</a:t>
            </a:r>
            <a:r>
              <a:rPr dirty="0">
                <a:solidFill>
                  <a:srgbClr val="002850"/>
                </a:solidFill>
              </a:rPr>
              <a:t> y </a:t>
            </a:r>
            <a:r>
              <a:rPr dirty="0" err="1">
                <a:solidFill>
                  <a:srgbClr val="002850"/>
                </a:solidFill>
              </a:rPr>
              <a:t>estar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enlazado</a:t>
            </a:r>
            <a:r>
              <a:rPr dirty="0">
                <a:solidFill>
                  <a:srgbClr val="002850"/>
                </a:solidFill>
              </a:rPr>
              <a:t> con</a:t>
            </a:r>
          </a:p>
          <a:p>
            <a:pPr marL="1085850" lvl="2" indent="-152400">
              <a:lnSpc>
                <a:spcPct val="90000"/>
              </a:lnSpc>
              <a:spcBef>
                <a:spcPts val="3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1600" i="1" dirty="0" err="1">
                <a:solidFill>
                  <a:srgbClr val="002850"/>
                </a:solidFill>
              </a:rPr>
              <a:t>Sus</a:t>
            </a:r>
            <a:r>
              <a:rPr sz="1600" i="1" dirty="0">
                <a:solidFill>
                  <a:srgbClr val="002850"/>
                </a:solidFill>
              </a:rPr>
              <a:t> </a:t>
            </a:r>
            <a:r>
              <a:rPr sz="1600" i="1" dirty="0" err="1">
                <a:solidFill>
                  <a:srgbClr val="002850"/>
                </a:solidFill>
              </a:rPr>
              <a:t>árboles</a:t>
            </a:r>
            <a:r>
              <a:rPr sz="1600" i="1" dirty="0">
                <a:solidFill>
                  <a:srgbClr val="002850"/>
                </a:solidFill>
              </a:rPr>
              <a:t> </a:t>
            </a:r>
            <a:r>
              <a:rPr sz="1600" i="1" dirty="0" err="1">
                <a:solidFill>
                  <a:srgbClr val="002850"/>
                </a:solidFill>
              </a:rPr>
              <a:t>hijos</a:t>
            </a:r>
            <a:r>
              <a:rPr sz="1600" i="1" dirty="0">
                <a:solidFill>
                  <a:srgbClr val="002850"/>
                </a:solidFill>
              </a:rPr>
              <a:t> (</a:t>
            </a:r>
            <a:r>
              <a:rPr sz="1600" i="1" dirty="0" err="1">
                <a:solidFill>
                  <a:srgbClr val="002850"/>
                </a:solidFill>
              </a:rPr>
              <a:t>pueden</a:t>
            </a:r>
            <a:r>
              <a:rPr sz="1600" i="1" dirty="0">
                <a:solidFill>
                  <a:srgbClr val="002850"/>
                </a:solidFill>
              </a:rPr>
              <a:t> </a:t>
            </a:r>
            <a:r>
              <a:rPr sz="1600" i="1" dirty="0" err="1">
                <a:solidFill>
                  <a:srgbClr val="002850"/>
                </a:solidFill>
              </a:rPr>
              <a:t>ser</a:t>
            </a:r>
            <a:r>
              <a:rPr sz="1600" i="1" dirty="0">
                <a:solidFill>
                  <a:srgbClr val="002850"/>
                </a:solidFill>
              </a:rPr>
              <a:t> dos o </a:t>
            </a:r>
            <a:r>
              <a:rPr sz="1600" i="1" dirty="0" err="1">
                <a:solidFill>
                  <a:srgbClr val="002850"/>
                </a:solidFill>
              </a:rPr>
              <a:t>varios</a:t>
            </a:r>
            <a:r>
              <a:rPr sz="1600" i="1" dirty="0">
                <a:solidFill>
                  <a:srgbClr val="002850"/>
                </a:solidFill>
              </a:rPr>
              <a:t>)</a:t>
            </a:r>
          </a:p>
          <a:p>
            <a:pPr marL="214312" lvl="0" indent="-214312">
              <a:lnSpc>
                <a:spcPct val="90000"/>
              </a:lnSpc>
              <a:spcBef>
                <a:spcPts val="400"/>
              </a:spcBef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Operaciones</a:t>
            </a:r>
            <a:r>
              <a:rPr sz="2000" dirty="0">
                <a:solidFill>
                  <a:srgbClr val="002850"/>
                </a:solidFill>
              </a:rPr>
              <a:t>: </a:t>
            </a:r>
            <a:r>
              <a:rPr sz="2000" dirty="0" err="1">
                <a:solidFill>
                  <a:srgbClr val="002850"/>
                </a:solidFill>
              </a:rPr>
              <a:t>Dependen</a:t>
            </a:r>
            <a:r>
              <a:rPr sz="2000" dirty="0">
                <a:solidFill>
                  <a:srgbClr val="002850"/>
                </a:solidFill>
              </a:rPr>
              <a:t> del </a:t>
            </a:r>
            <a:r>
              <a:rPr sz="2000" dirty="0" err="1">
                <a:solidFill>
                  <a:srgbClr val="002850"/>
                </a:solidFill>
              </a:rPr>
              <a:t>tipo</a:t>
            </a:r>
            <a:r>
              <a:rPr sz="2000" dirty="0">
                <a:solidFill>
                  <a:srgbClr val="002850"/>
                </a:solidFill>
              </a:rPr>
              <a:t> de </a:t>
            </a:r>
            <a:r>
              <a:rPr sz="2000" dirty="0" err="1">
                <a:solidFill>
                  <a:srgbClr val="002850"/>
                </a:solidFill>
              </a:rPr>
              <a:t>árbol</a:t>
            </a:r>
            <a:r>
              <a:rPr sz="2000" dirty="0">
                <a:solidFill>
                  <a:srgbClr val="002850"/>
                </a:solidFill>
              </a:rPr>
              <a:t>, </a:t>
            </a:r>
            <a:r>
              <a:rPr sz="2000" dirty="0" err="1">
                <a:solidFill>
                  <a:srgbClr val="002850"/>
                </a:solidFill>
              </a:rPr>
              <a:t>pero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en</a:t>
            </a:r>
            <a:r>
              <a:rPr sz="2000" dirty="0">
                <a:solidFill>
                  <a:srgbClr val="002850"/>
                </a:solidFill>
              </a:rPr>
              <a:t> general </a:t>
            </a:r>
            <a:r>
              <a:rPr sz="2000" dirty="0" err="1">
                <a:solidFill>
                  <a:srgbClr val="002850"/>
                </a:solidFill>
              </a:rPr>
              <a:t>tenemos</a:t>
            </a:r>
            <a:endParaRPr sz="2000" dirty="0">
              <a:solidFill>
                <a:srgbClr val="002850"/>
              </a:solidFill>
            </a:endParaRPr>
          </a:p>
          <a:p>
            <a:pPr marL="640896" lvl="1" indent="-183696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dirty="0" err="1">
                <a:solidFill>
                  <a:srgbClr val="002850"/>
                </a:solidFill>
              </a:rPr>
              <a:t>Vaciar</a:t>
            </a:r>
            <a:r>
              <a:rPr dirty="0">
                <a:solidFill>
                  <a:srgbClr val="002850"/>
                </a:solidFill>
              </a:rPr>
              <a:t> o </a:t>
            </a:r>
            <a:r>
              <a:rPr dirty="0" err="1">
                <a:solidFill>
                  <a:srgbClr val="002850"/>
                </a:solidFill>
              </a:rPr>
              <a:t>inicializar</a:t>
            </a:r>
            <a:r>
              <a:rPr dirty="0">
                <a:solidFill>
                  <a:srgbClr val="002850"/>
                </a:solidFill>
              </a:rPr>
              <a:t> el </a:t>
            </a:r>
            <a:r>
              <a:rPr dirty="0" err="1">
                <a:solidFill>
                  <a:srgbClr val="002850"/>
                </a:solidFill>
              </a:rPr>
              <a:t>Arbol</a:t>
            </a:r>
            <a:endParaRPr dirty="0">
              <a:solidFill>
                <a:srgbClr val="002850"/>
              </a:solidFill>
            </a:endParaRPr>
          </a:p>
          <a:p>
            <a:pPr marL="1085850" lvl="2" indent="-152400">
              <a:lnSpc>
                <a:spcPct val="90000"/>
              </a:lnSpc>
              <a:spcBef>
                <a:spcPts val="3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lang="es-MX" sz="1600" i="1" dirty="0" err="1"/>
              <a:t>public</a:t>
            </a:r>
            <a:r>
              <a:rPr lang="es-MX" sz="1600" i="1" dirty="0"/>
              <a:t> </a:t>
            </a:r>
            <a:r>
              <a:rPr sz="1600" i="1" dirty="0">
                <a:solidFill>
                  <a:srgbClr val="002850"/>
                </a:solidFill>
              </a:rPr>
              <a:t>void </a:t>
            </a:r>
            <a:r>
              <a:rPr sz="1600" i="1" dirty="0" err="1">
                <a:solidFill>
                  <a:srgbClr val="002850"/>
                </a:solidFill>
              </a:rPr>
              <a:t>Arbol_Vaciar</a:t>
            </a:r>
            <a:r>
              <a:rPr sz="1600" i="1" dirty="0">
                <a:solidFill>
                  <a:srgbClr val="002850"/>
                </a:solidFill>
              </a:rPr>
              <a:t> ();</a:t>
            </a:r>
          </a:p>
          <a:p>
            <a:pPr marL="640896" lvl="1" indent="-183696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s-EC" dirty="0">
                <a:solidFill>
                  <a:srgbClr val="002850"/>
                </a:solidFill>
              </a:rPr>
              <a:t>eliminar</a:t>
            </a:r>
            <a:r>
              <a:rPr dirty="0">
                <a:solidFill>
                  <a:srgbClr val="002850"/>
                </a:solidFill>
              </a:rPr>
              <a:t> un árbol</a:t>
            </a:r>
          </a:p>
          <a:p>
            <a:pPr marL="1085850" lvl="2" indent="-152400">
              <a:lnSpc>
                <a:spcPct val="90000"/>
              </a:lnSpc>
              <a:spcBef>
                <a:spcPts val="3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lang="es-MX" sz="1600" i="1" dirty="0" err="1"/>
              <a:t>public</a:t>
            </a:r>
            <a:r>
              <a:rPr lang="es-MX" sz="1600" i="1" dirty="0"/>
              <a:t> </a:t>
            </a:r>
            <a:r>
              <a:rPr sz="1600" i="1" dirty="0">
                <a:solidFill>
                  <a:srgbClr val="002850"/>
                </a:solidFill>
              </a:rPr>
              <a:t>void Arbol_</a:t>
            </a:r>
            <a:r>
              <a:rPr lang="es-EC" sz="1600" i="1" dirty="0" err="1">
                <a:solidFill>
                  <a:srgbClr val="002850"/>
                </a:solidFill>
              </a:rPr>
              <a:t>remove</a:t>
            </a:r>
            <a:r>
              <a:rPr sz="1600" i="1" dirty="0">
                <a:solidFill>
                  <a:srgbClr val="002850"/>
                </a:solidFill>
              </a:rPr>
              <a:t>(Arbol A);</a:t>
            </a:r>
          </a:p>
          <a:p>
            <a:pPr marL="640896" lvl="1" indent="-183696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Saber </a:t>
            </a:r>
            <a:r>
              <a:rPr dirty="0" err="1">
                <a:solidFill>
                  <a:srgbClr val="002850"/>
                </a:solidFill>
              </a:rPr>
              <a:t>si</a:t>
            </a:r>
            <a:r>
              <a:rPr dirty="0">
                <a:solidFill>
                  <a:srgbClr val="002850"/>
                </a:solidFill>
              </a:rPr>
              <a:t> un </a:t>
            </a:r>
            <a:r>
              <a:rPr dirty="0" err="1">
                <a:solidFill>
                  <a:srgbClr val="002850"/>
                </a:solidFill>
              </a:rPr>
              <a:t>árbol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esta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vacío</a:t>
            </a:r>
            <a:endParaRPr dirty="0">
              <a:solidFill>
                <a:srgbClr val="002850"/>
              </a:solidFill>
            </a:endParaRPr>
          </a:p>
          <a:p>
            <a:pPr marL="1085850" lvl="2" indent="-152400">
              <a:lnSpc>
                <a:spcPct val="90000"/>
              </a:lnSpc>
              <a:spcBef>
                <a:spcPts val="3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lang="es-MX" sz="1600" i="1" dirty="0" err="1">
                <a:solidFill>
                  <a:srgbClr val="000000"/>
                </a:solidFill>
              </a:rPr>
              <a:t>public</a:t>
            </a:r>
            <a:r>
              <a:rPr lang="es-MX" sz="1600" i="1" dirty="0">
                <a:solidFill>
                  <a:srgbClr val="000000"/>
                </a:solidFill>
              </a:rPr>
              <a:t> </a:t>
            </a:r>
            <a:r>
              <a:rPr sz="1600" i="1" dirty="0">
                <a:solidFill>
                  <a:srgbClr val="002850"/>
                </a:solidFill>
              </a:rPr>
              <a:t>bool</a:t>
            </a:r>
            <a:r>
              <a:rPr lang="es-MX" sz="1600" i="1" dirty="0" err="1">
                <a:solidFill>
                  <a:srgbClr val="002850"/>
                </a:solidFill>
              </a:rPr>
              <a:t>ean</a:t>
            </a:r>
            <a:r>
              <a:rPr sz="1600" i="1" dirty="0">
                <a:solidFill>
                  <a:srgbClr val="002850"/>
                </a:solidFill>
              </a:rPr>
              <a:t> </a:t>
            </a:r>
            <a:r>
              <a:rPr lang="es-MX" sz="1600" i="1" dirty="0" err="1">
                <a:solidFill>
                  <a:srgbClr val="002850"/>
                </a:solidFill>
              </a:rPr>
              <a:t>isEmpty</a:t>
            </a:r>
            <a:r>
              <a:rPr sz="1600" i="1" dirty="0">
                <a:solidFill>
                  <a:srgbClr val="002850"/>
                </a:solidFill>
              </a:rPr>
              <a:t>();</a:t>
            </a:r>
          </a:p>
          <a:p>
            <a:pPr marL="640896" lvl="1" indent="-183696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dirty="0" err="1">
                <a:solidFill>
                  <a:srgbClr val="002850"/>
                </a:solidFill>
              </a:rPr>
              <a:t>Recorrer</a:t>
            </a:r>
            <a:r>
              <a:rPr dirty="0">
                <a:solidFill>
                  <a:srgbClr val="002850"/>
                </a:solidFill>
              </a:rPr>
              <a:t> un </a:t>
            </a:r>
            <a:r>
              <a:rPr dirty="0" err="1">
                <a:solidFill>
                  <a:srgbClr val="002850"/>
                </a:solidFill>
              </a:rPr>
              <a:t>árbol</a:t>
            </a:r>
            <a:endParaRPr dirty="0">
              <a:solidFill>
                <a:srgbClr val="002850"/>
              </a:solidFill>
            </a:endParaRPr>
          </a:p>
          <a:p>
            <a:pPr marL="1085850" lvl="2" indent="-152400">
              <a:lnSpc>
                <a:spcPct val="90000"/>
              </a:lnSpc>
              <a:spcBef>
                <a:spcPts val="3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lang="es-MX" sz="1600" i="1" dirty="0" err="1"/>
              <a:t>public</a:t>
            </a:r>
            <a:r>
              <a:rPr lang="es-MX" sz="1600" i="1" dirty="0"/>
              <a:t> </a:t>
            </a:r>
            <a:r>
              <a:rPr sz="1600" i="1" dirty="0">
                <a:solidFill>
                  <a:srgbClr val="002850"/>
                </a:solidFill>
              </a:rPr>
              <a:t>void </a:t>
            </a:r>
            <a:r>
              <a:rPr sz="1600" i="1" dirty="0" err="1">
                <a:solidFill>
                  <a:srgbClr val="002850"/>
                </a:solidFill>
              </a:rPr>
              <a:t>PreOrden</a:t>
            </a:r>
            <a:r>
              <a:rPr sz="1600" i="1" dirty="0">
                <a:solidFill>
                  <a:srgbClr val="002850"/>
                </a:solidFill>
              </a:rPr>
              <a:t>()</a:t>
            </a:r>
          </a:p>
          <a:p>
            <a:pPr marL="1085850" lvl="2" indent="-152400">
              <a:lnSpc>
                <a:spcPct val="90000"/>
              </a:lnSpc>
              <a:spcBef>
                <a:spcPts val="3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lang="es-MX" sz="1600" i="1" dirty="0" err="1">
                <a:solidFill>
                  <a:srgbClr val="000000"/>
                </a:solidFill>
              </a:rPr>
              <a:t>public</a:t>
            </a:r>
            <a:r>
              <a:rPr lang="es-MX" sz="1600" i="1" dirty="0">
                <a:solidFill>
                  <a:srgbClr val="000000"/>
                </a:solidFill>
              </a:rPr>
              <a:t> </a:t>
            </a:r>
            <a:r>
              <a:rPr sz="1600" i="1" dirty="0">
                <a:solidFill>
                  <a:srgbClr val="002850"/>
                </a:solidFill>
              </a:rPr>
              <a:t>void </a:t>
            </a:r>
            <a:r>
              <a:rPr sz="1600" i="1" dirty="0" err="1">
                <a:solidFill>
                  <a:srgbClr val="002850"/>
                </a:solidFill>
              </a:rPr>
              <a:t>EnOrden</a:t>
            </a:r>
            <a:r>
              <a:rPr sz="1600" i="1" dirty="0">
                <a:solidFill>
                  <a:srgbClr val="002850"/>
                </a:solidFill>
              </a:rPr>
              <a:t>()</a:t>
            </a:r>
          </a:p>
          <a:p>
            <a:pPr marL="1085850" lvl="2" indent="-152400">
              <a:lnSpc>
                <a:spcPct val="90000"/>
              </a:lnSpc>
              <a:spcBef>
                <a:spcPts val="3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lang="es-MX" sz="1600" i="1" dirty="0" err="1"/>
              <a:t>public</a:t>
            </a:r>
            <a:r>
              <a:rPr lang="es-MX" sz="1600" i="1" dirty="0"/>
              <a:t> </a:t>
            </a:r>
            <a:r>
              <a:rPr sz="1600" i="1" dirty="0">
                <a:solidFill>
                  <a:srgbClr val="002850"/>
                </a:solidFill>
              </a:rPr>
              <a:t>void </a:t>
            </a:r>
            <a:r>
              <a:rPr sz="1600" i="1" dirty="0" err="1">
                <a:solidFill>
                  <a:srgbClr val="002850"/>
                </a:solidFill>
              </a:rPr>
              <a:t>PostOrden</a:t>
            </a:r>
            <a:r>
              <a:rPr sz="1600" i="1" dirty="0">
                <a:solidFill>
                  <a:srgbClr val="002850"/>
                </a:solidFill>
              </a:rPr>
              <a:t>()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1025B8F-C59C-4A0C-80FA-D18CF450D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TDA ARBOL : DEFINICION INFORMAL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build="p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057058"/>
          </a:xfrm>
          <a:prstGeom prst="rect">
            <a:avLst/>
          </a:prstGeom>
          <a:solidFill>
            <a:srgbClr val="FFFFFF"/>
          </a:solidFill>
          <a:ln>
            <a:solidFill/>
            <a:miter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lvl="0">
              <a:spcBef>
                <a:spcPts val="9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02850"/>
                </a:solidFill>
              </a:rPr>
              <a:t>&lt;arbol&gt; ::= &lt;&lt;NULL&gt;&gt; | &lt;nodo&gt;</a:t>
            </a:r>
          </a:p>
          <a:p>
            <a:pPr lvl="0">
              <a:spcBef>
                <a:spcPts val="9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02850"/>
                </a:solidFill>
              </a:rPr>
              <a:t>&lt;nodo&gt; ::= &lt;contenido&gt;{&lt;arbol&gt;}</a:t>
            </a:r>
          </a:p>
          <a:p>
            <a:pPr lvl="0">
              <a:spcBef>
                <a:spcPts val="9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02850"/>
                </a:solidFill>
              </a:rPr>
              <a:t>&lt;contenido&gt; ::= &lt;&lt;dato&gt;&gt;{&lt;&lt;dato&gt;&gt;}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C62F3C4-4121-4694-9480-51354B220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TDA ARBOL: DEFINICION FORMAL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57175" lvl="0" indent="-257175">
              <a:lnSpc>
                <a:spcPct val="12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Tipo especial de árbol</a:t>
            </a:r>
          </a:p>
          <a:p>
            <a:pPr marL="661307" lvl="1" indent="-204107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Cada nodo no puede tener mas de dos hijos </a:t>
            </a:r>
          </a:p>
          <a:p>
            <a:pPr marL="257175" lvl="0" indent="-257175">
              <a:lnSpc>
                <a:spcPct val="12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Un árbol puede ser un conjunto</a:t>
            </a:r>
          </a:p>
          <a:p>
            <a:pPr marL="661307" lvl="1" indent="-204107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b="1">
                <a:solidFill>
                  <a:srgbClr val="002850"/>
                </a:solidFill>
              </a:rPr>
              <a:t>Vacío</a:t>
            </a:r>
            <a:r>
              <a:rPr sz="2000">
                <a:solidFill>
                  <a:srgbClr val="002850"/>
                </a:solidFill>
              </a:rPr>
              <a:t>, no tiene ningún nodo</a:t>
            </a:r>
          </a:p>
          <a:p>
            <a:pPr marL="661307" lvl="1" indent="-204107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O constar de tres partes:</a:t>
            </a:r>
          </a:p>
          <a:p>
            <a:pPr marL="1104900" lvl="2" indent="-190500">
              <a:lnSpc>
                <a:spcPct val="120000"/>
              </a:lnSpc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2000" i="1">
                <a:solidFill>
                  <a:srgbClr val="002850"/>
                </a:solidFill>
              </a:rPr>
              <a:t>Un nodo raíz y</a:t>
            </a:r>
          </a:p>
          <a:p>
            <a:pPr marL="1104900" lvl="2" indent="-190500">
              <a:lnSpc>
                <a:spcPct val="120000"/>
              </a:lnSpc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2000" i="1">
                <a:solidFill>
                  <a:srgbClr val="002850"/>
                </a:solidFill>
              </a:rPr>
              <a:t>Dos subárboles binarios: izquierdo y derecho</a:t>
            </a:r>
          </a:p>
          <a:p>
            <a:pPr marL="257175" lvl="0" indent="-257175">
              <a:lnSpc>
                <a:spcPct val="12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La definición de un árbol binario es recursiva</a:t>
            </a:r>
          </a:p>
          <a:p>
            <a:pPr marL="661307" lvl="1" indent="-204107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La definición global depende de si misma</a:t>
            </a:r>
          </a:p>
        </p:txBody>
      </p:sp>
      <p:grpSp>
        <p:nvGrpSpPr>
          <p:cNvPr id="89" name="Group 89"/>
          <p:cNvGrpSpPr/>
          <p:nvPr/>
        </p:nvGrpSpPr>
        <p:grpSpPr>
          <a:xfrm>
            <a:off x="6707187" y="900430"/>
            <a:ext cx="1752601" cy="1539241"/>
            <a:chOff x="0" y="0"/>
            <a:chExt cx="1752600" cy="1539240"/>
          </a:xfrm>
        </p:grpSpPr>
        <p:grpSp>
          <p:nvGrpSpPr>
            <p:cNvPr id="76" name="Group 76"/>
            <p:cNvGrpSpPr/>
            <p:nvPr/>
          </p:nvGrpSpPr>
          <p:grpSpPr>
            <a:xfrm>
              <a:off x="533400" y="-1"/>
              <a:ext cx="381000" cy="396241"/>
              <a:chOff x="0" y="0"/>
              <a:chExt cx="381000" cy="396240"/>
            </a:xfrm>
          </p:grpSpPr>
          <p:sp>
            <p:nvSpPr>
              <p:cNvPr id="74" name="Shape 74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5" name="Shape 75"/>
              <p:cNvSpPr/>
              <p:nvPr/>
            </p:nvSpPr>
            <p:spPr>
              <a:xfrm>
                <a:off x="62279" y="-1"/>
                <a:ext cx="256442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A</a:t>
                </a: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0" y="609599"/>
              <a:ext cx="381000" cy="396241"/>
              <a:chOff x="0" y="0"/>
              <a:chExt cx="381000" cy="396240"/>
            </a:xfrm>
          </p:grpSpPr>
          <p:sp>
            <p:nvSpPr>
              <p:cNvPr id="77" name="Shape 77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8" name="Shape 78"/>
              <p:cNvSpPr/>
              <p:nvPr/>
            </p:nvSpPr>
            <p:spPr>
              <a:xfrm>
                <a:off x="63581" y="-1"/>
                <a:ext cx="253838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B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1066800" y="533399"/>
              <a:ext cx="381000" cy="396241"/>
              <a:chOff x="0" y="0"/>
              <a:chExt cx="381000" cy="396240"/>
            </a:xfrm>
          </p:grpSpPr>
          <p:sp>
            <p:nvSpPr>
              <p:cNvPr id="80" name="Shape 80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81" name="Shape 81"/>
              <p:cNvSpPr/>
              <p:nvPr/>
            </p:nvSpPr>
            <p:spPr>
              <a:xfrm>
                <a:off x="62155" y="-1"/>
                <a:ext cx="256690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C</a:t>
                </a: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1371600" y="1142999"/>
              <a:ext cx="381000" cy="396241"/>
              <a:chOff x="0" y="0"/>
              <a:chExt cx="381000" cy="396240"/>
            </a:xfrm>
          </p:grpSpPr>
          <p:sp>
            <p:nvSpPr>
              <p:cNvPr id="83" name="Shape 83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84" name="Shape 84"/>
              <p:cNvSpPr/>
              <p:nvPr/>
            </p:nvSpPr>
            <p:spPr>
              <a:xfrm>
                <a:off x="52295" y="-1"/>
                <a:ext cx="276410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D</a:t>
                </a:r>
              </a:p>
            </p:txBody>
          </p:sp>
        </p:grpSp>
        <p:sp>
          <p:nvSpPr>
            <p:cNvPr id="86" name="Shape 86"/>
            <p:cNvSpPr/>
            <p:nvPr/>
          </p:nvSpPr>
          <p:spPr>
            <a:xfrm flipH="1">
              <a:off x="325437" y="333057"/>
              <a:ext cx="263526" cy="3397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87" name="Shape 87"/>
            <p:cNvSpPr/>
            <p:nvPr/>
          </p:nvSpPr>
          <p:spPr>
            <a:xfrm>
              <a:off x="858837" y="333057"/>
              <a:ext cx="263526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88" name="Shape 88"/>
            <p:cNvSpPr/>
            <p:nvPr/>
          </p:nvSpPr>
          <p:spPr>
            <a:xfrm>
              <a:off x="1392237" y="866457"/>
              <a:ext cx="169863" cy="2841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90" name="Shape 90"/>
          <p:cNvSpPr/>
          <p:nvPr/>
        </p:nvSpPr>
        <p:spPr>
          <a:xfrm>
            <a:off x="6043472" y="3579100"/>
            <a:ext cx="1722522" cy="1858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77" h="20007" extrusionOk="0">
                <a:moveTo>
                  <a:pt x="6181" y="1041"/>
                </a:moveTo>
                <a:cubicBezTo>
                  <a:pt x="8516" y="-1359"/>
                  <a:pt x="12164" y="1041"/>
                  <a:pt x="14062" y="1799"/>
                </a:cubicBezTo>
                <a:cubicBezTo>
                  <a:pt x="15959" y="2557"/>
                  <a:pt x="16397" y="4199"/>
                  <a:pt x="17564" y="5588"/>
                </a:cubicBezTo>
                <a:cubicBezTo>
                  <a:pt x="18732" y="6978"/>
                  <a:pt x="20921" y="8494"/>
                  <a:pt x="21067" y="10136"/>
                </a:cubicBezTo>
                <a:cubicBezTo>
                  <a:pt x="21213" y="11778"/>
                  <a:pt x="19608" y="13925"/>
                  <a:pt x="18440" y="15441"/>
                </a:cubicBezTo>
                <a:cubicBezTo>
                  <a:pt x="17272" y="16957"/>
                  <a:pt x="15667" y="18852"/>
                  <a:pt x="14062" y="19230"/>
                </a:cubicBezTo>
                <a:cubicBezTo>
                  <a:pt x="12456" y="19609"/>
                  <a:pt x="10559" y="17588"/>
                  <a:pt x="8808" y="17715"/>
                </a:cubicBezTo>
                <a:cubicBezTo>
                  <a:pt x="7056" y="17841"/>
                  <a:pt x="5013" y="20241"/>
                  <a:pt x="3554" y="19988"/>
                </a:cubicBezTo>
                <a:cubicBezTo>
                  <a:pt x="2094" y="19736"/>
                  <a:pt x="-387" y="19357"/>
                  <a:pt x="51" y="16199"/>
                </a:cubicBezTo>
                <a:cubicBezTo>
                  <a:pt x="489" y="13041"/>
                  <a:pt x="3845" y="3441"/>
                  <a:pt x="6181" y="1041"/>
                </a:cubicBezTo>
                <a:close/>
              </a:path>
            </a:pathLst>
          </a:custGeom>
          <a:solidFill>
            <a:srgbClr val="CCFFCC">
              <a:alpha val="50195"/>
            </a:srgbClr>
          </a:solidFill>
          <a:ln>
            <a:solidFill>
              <a:srgbClr val="800080"/>
            </a:solidFill>
            <a:miter/>
          </a:ln>
        </p:spPr>
        <p:txBody>
          <a:bodyPr lIns="0" tIns="0" rIns="0" bIns="0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1" name="Shape 91"/>
          <p:cNvSpPr/>
          <p:nvPr/>
        </p:nvSpPr>
        <p:spPr>
          <a:xfrm>
            <a:off x="7838201" y="3647414"/>
            <a:ext cx="1224124" cy="18712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45" h="20938" extrusionOk="0">
                <a:moveTo>
                  <a:pt x="9300" y="381"/>
                </a:moveTo>
                <a:cubicBezTo>
                  <a:pt x="11504" y="-472"/>
                  <a:pt x="14369" y="239"/>
                  <a:pt x="15912" y="1233"/>
                </a:cubicBezTo>
                <a:cubicBezTo>
                  <a:pt x="17455" y="2228"/>
                  <a:pt x="17675" y="5070"/>
                  <a:pt x="18557" y="6349"/>
                </a:cubicBezTo>
                <a:cubicBezTo>
                  <a:pt x="19438" y="7628"/>
                  <a:pt x="20981" y="7628"/>
                  <a:pt x="21202" y="8907"/>
                </a:cubicBezTo>
                <a:cubicBezTo>
                  <a:pt x="21422" y="10186"/>
                  <a:pt x="20761" y="13028"/>
                  <a:pt x="19879" y="14023"/>
                </a:cubicBezTo>
                <a:cubicBezTo>
                  <a:pt x="18998" y="15017"/>
                  <a:pt x="16793" y="14023"/>
                  <a:pt x="15912" y="14875"/>
                </a:cubicBezTo>
                <a:cubicBezTo>
                  <a:pt x="15030" y="15728"/>
                  <a:pt x="15471" y="18144"/>
                  <a:pt x="14589" y="19139"/>
                </a:cubicBezTo>
                <a:cubicBezTo>
                  <a:pt x="13708" y="20133"/>
                  <a:pt x="12165" y="20702"/>
                  <a:pt x="10622" y="20844"/>
                </a:cubicBezTo>
                <a:cubicBezTo>
                  <a:pt x="9079" y="20986"/>
                  <a:pt x="6214" y="21128"/>
                  <a:pt x="5332" y="19991"/>
                </a:cubicBezTo>
                <a:cubicBezTo>
                  <a:pt x="4451" y="18854"/>
                  <a:pt x="5993" y="15302"/>
                  <a:pt x="5332" y="14023"/>
                </a:cubicBezTo>
                <a:cubicBezTo>
                  <a:pt x="4671" y="12744"/>
                  <a:pt x="2246" y="13028"/>
                  <a:pt x="1365" y="12317"/>
                </a:cubicBezTo>
                <a:cubicBezTo>
                  <a:pt x="483" y="11607"/>
                  <a:pt x="-178" y="10754"/>
                  <a:pt x="42" y="9760"/>
                </a:cubicBezTo>
                <a:cubicBezTo>
                  <a:pt x="263" y="8765"/>
                  <a:pt x="1144" y="7912"/>
                  <a:pt x="2687" y="6349"/>
                </a:cubicBezTo>
                <a:cubicBezTo>
                  <a:pt x="4230" y="4786"/>
                  <a:pt x="7095" y="1233"/>
                  <a:pt x="9300" y="381"/>
                </a:cubicBezTo>
                <a:close/>
              </a:path>
            </a:pathLst>
          </a:custGeom>
          <a:solidFill>
            <a:srgbClr val="FFFF99">
              <a:alpha val="50195"/>
            </a:srgbClr>
          </a:solidFill>
          <a:ln>
            <a:solidFill/>
            <a:miter/>
          </a:ln>
        </p:spPr>
        <p:txBody>
          <a:bodyPr lIns="0" tIns="0" rIns="0" bIns="0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131" name="Group 131"/>
          <p:cNvGrpSpPr/>
          <p:nvPr/>
        </p:nvGrpSpPr>
        <p:grpSpPr>
          <a:xfrm>
            <a:off x="6088062" y="3292792"/>
            <a:ext cx="2895601" cy="2072641"/>
            <a:chOff x="0" y="0"/>
            <a:chExt cx="2895600" cy="2072640"/>
          </a:xfrm>
        </p:grpSpPr>
        <p:grpSp>
          <p:nvGrpSpPr>
            <p:cNvPr id="94" name="Group 94"/>
            <p:cNvGrpSpPr/>
            <p:nvPr/>
          </p:nvGrpSpPr>
          <p:grpSpPr>
            <a:xfrm>
              <a:off x="1457325" y="-1"/>
              <a:ext cx="381000" cy="396241"/>
              <a:chOff x="0" y="0"/>
              <a:chExt cx="381000" cy="396240"/>
            </a:xfrm>
          </p:grpSpPr>
          <p:sp>
            <p:nvSpPr>
              <p:cNvPr id="92" name="Shape 92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93" name="Shape 93"/>
              <p:cNvSpPr/>
              <p:nvPr/>
            </p:nvSpPr>
            <p:spPr>
              <a:xfrm>
                <a:off x="62279" y="-1"/>
                <a:ext cx="256442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A</a:t>
                </a:r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771525" y="533399"/>
              <a:ext cx="381000" cy="396241"/>
              <a:chOff x="0" y="0"/>
              <a:chExt cx="381000" cy="396240"/>
            </a:xfrm>
          </p:grpSpPr>
          <p:sp>
            <p:nvSpPr>
              <p:cNvPr id="95" name="Shape 95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96" name="Shape 96"/>
              <p:cNvSpPr/>
              <p:nvPr/>
            </p:nvSpPr>
            <p:spPr>
              <a:xfrm>
                <a:off x="63581" y="-1"/>
                <a:ext cx="253838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B</a:t>
                </a:r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2209800" y="533399"/>
              <a:ext cx="381000" cy="396241"/>
              <a:chOff x="0" y="0"/>
              <a:chExt cx="381000" cy="396240"/>
            </a:xfrm>
          </p:grpSpPr>
          <p:sp>
            <p:nvSpPr>
              <p:cNvPr id="98" name="Shape 98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99" name="Shape 99"/>
              <p:cNvSpPr/>
              <p:nvPr/>
            </p:nvSpPr>
            <p:spPr>
              <a:xfrm>
                <a:off x="62155" y="-1"/>
                <a:ext cx="256690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C</a:t>
                </a:r>
              </a:p>
            </p:txBody>
          </p:sp>
        </p:grpSp>
        <p:grpSp>
          <p:nvGrpSpPr>
            <p:cNvPr id="103" name="Group 103"/>
            <p:cNvGrpSpPr/>
            <p:nvPr/>
          </p:nvGrpSpPr>
          <p:grpSpPr>
            <a:xfrm>
              <a:off x="374650" y="1066799"/>
              <a:ext cx="381000" cy="396241"/>
              <a:chOff x="0" y="0"/>
              <a:chExt cx="381000" cy="396240"/>
            </a:xfrm>
          </p:grpSpPr>
          <p:sp>
            <p:nvSpPr>
              <p:cNvPr id="101" name="Shape 101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02" name="Shape 102"/>
              <p:cNvSpPr/>
              <p:nvPr/>
            </p:nvSpPr>
            <p:spPr>
              <a:xfrm>
                <a:off x="52295" y="-1"/>
                <a:ext cx="276410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D</a:t>
                </a:r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>
              <a:off x="1228725" y="1066799"/>
              <a:ext cx="381000" cy="396241"/>
              <a:chOff x="0" y="0"/>
              <a:chExt cx="381000" cy="396240"/>
            </a:xfrm>
          </p:grpSpPr>
          <p:sp>
            <p:nvSpPr>
              <p:cNvPr id="104" name="Shape 104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05" name="Shape 105"/>
              <p:cNvSpPr/>
              <p:nvPr/>
            </p:nvSpPr>
            <p:spPr>
              <a:xfrm>
                <a:off x="67178" y="-1"/>
                <a:ext cx="246644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E</a:t>
                </a:r>
              </a:p>
            </p:txBody>
          </p:sp>
        </p:grpSp>
        <p:grpSp>
          <p:nvGrpSpPr>
            <p:cNvPr id="109" name="Group 109"/>
            <p:cNvGrpSpPr/>
            <p:nvPr/>
          </p:nvGrpSpPr>
          <p:grpSpPr>
            <a:xfrm>
              <a:off x="0" y="1631949"/>
              <a:ext cx="381000" cy="396241"/>
              <a:chOff x="0" y="0"/>
              <a:chExt cx="381000" cy="396240"/>
            </a:xfrm>
          </p:grpSpPr>
          <p:sp>
            <p:nvSpPr>
              <p:cNvPr id="107" name="Shape 107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08" name="Shape 108"/>
              <p:cNvSpPr/>
              <p:nvPr/>
            </p:nvSpPr>
            <p:spPr>
              <a:xfrm>
                <a:off x="52667" y="-1"/>
                <a:ext cx="275666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H</a:t>
                </a:r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784225" y="1616074"/>
              <a:ext cx="381000" cy="396241"/>
              <a:chOff x="0" y="0"/>
              <a:chExt cx="381000" cy="396240"/>
            </a:xfrm>
          </p:grpSpPr>
          <p:sp>
            <p:nvSpPr>
              <p:cNvPr id="110" name="Shape 110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11" name="Shape 111"/>
              <p:cNvSpPr/>
              <p:nvPr/>
            </p:nvSpPr>
            <p:spPr>
              <a:xfrm>
                <a:off x="91053" y="-1"/>
                <a:ext cx="198894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I</a:t>
                </a:r>
              </a:p>
            </p:txBody>
          </p:sp>
        </p:grpSp>
        <p:grpSp>
          <p:nvGrpSpPr>
            <p:cNvPr id="115" name="Group 115"/>
            <p:cNvGrpSpPr/>
            <p:nvPr/>
          </p:nvGrpSpPr>
          <p:grpSpPr>
            <a:xfrm>
              <a:off x="1828800" y="1066799"/>
              <a:ext cx="381000" cy="396241"/>
              <a:chOff x="0" y="0"/>
              <a:chExt cx="381000" cy="396240"/>
            </a:xfrm>
          </p:grpSpPr>
          <p:sp>
            <p:nvSpPr>
              <p:cNvPr id="113" name="Shape 113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14" name="Shape 114"/>
              <p:cNvSpPr/>
              <p:nvPr/>
            </p:nvSpPr>
            <p:spPr>
              <a:xfrm>
                <a:off x="72201" y="-1"/>
                <a:ext cx="236598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F</a:t>
                </a:r>
              </a:p>
            </p:txBody>
          </p:sp>
        </p:grpSp>
        <p:grpSp>
          <p:nvGrpSpPr>
            <p:cNvPr id="118" name="Group 118"/>
            <p:cNvGrpSpPr/>
            <p:nvPr/>
          </p:nvGrpSpPr>
          <p:grpSpPr>
            <a:xfrm>
              <a:off x="2514600" y="1066799"/>
              <a:ext cx="381000" cy="396241"/>
              <a:chOff x="0" y="0"/>
              <a:chExt cx="381000" cy="396240"/>
            </a:xfrm>
          </p:grpSpPr>
          <p:sp>
            <p:nvSpPr>
              <p:cNvPr id="116" name="Shape 116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17" name="Shape 117"/>
              <p:cNvSpPr/>
              <p:nvPr/>
            </p:nvSpPr>
            <p:spPr>
              <a:xfrm>
                <a:off x="53659" y="-1"/>
                <a:ext cx="273682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G</a:t>
                </a:r>
              </a:p>
            </p:txBody>
          </p:sp>
        </p:grpSp>
        <p:grpSp>
          <p:nvGrpSpPr>
            <p:cNvPr id="121" name="Group 121"/>
            <p:cNvGrpSpPr/>
            <p:nvPr/>
          </p:nvGrpSpPr>
          <p:grpSpPr>
            <a:xfrm>
              <a:off x="2133600" y="1676399"/>
              <a:ext cx="381000" cy="396241"/>
              <a:chOff x="0" y="0"/>
              <a:chExt cx="381000" cy="396240"/>
            </a:xfrm>
          </p:grpSpPr>
          <p:sp>
            <p:nvSpPr>
              <p:cNvPr id="119" name="Shape 119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20" name="Shape 120"/>
              <p:cNvSpPr/>
              <p:nvPr/>
            </p:nvSpPr>
            <p:spPr>
              <a:xfrm>
                <a:off x="85534" y="-1"/>
                <a:ext cx="209932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J</a:t>
                </a:r>
              </a:p>
            </p:txBody>
          </p:sp>
        </p:grpSp>
        <p:sp>
          <p:nvSpPr>
            <p:cNvPr id="122" name="Shape 122"/>
            <p:cNvSpPr/>
            <p:nvPr/>
          </p:nvSpPr>
          <p:spPr>
            <a:xfrm flipH="1">
              <a:off x="1096962" y="333057"/>
              <a:ext cx="415926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23" name="Shape 123"/>
            <p:cNvSpPr/>
            <p:nvPr/>
          </p:nvSpPr>
          <p:spPr>
            <a:xfrm flipH="1">
              <a:off x="700087" y="866457"/>
              <a:ext cx="127001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24" name="Shape 124"/>
            <p:cNvSpPr/>
            <p:nvPr/>
          </p:nvSpPr>
          <p:spPr>
            <a:xfrm>
              <a:off x="1096962" y="866457"/>
              <a:ext cx="187326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25" name="Shape 125"/>
            <p:cNvSpPr/>
            <p:nvPr/>
          </p:nvSpPr>
          <p:spPr>
            <a:xfrm flipH="1">
              <a:off x="325437" y="1399857"/>
              <a:ext cx="104776" cy="2952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26" name="Shape 126"/>
            <p:cNvSpPr/>
            <p:nvPr/>
          </p:nvSpPr>
          <p:spPr>
            <a:xfrm>
              <a:off x="700087" y="1399857"/>
              <a:ext cx="139701" cy="279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27" name="Shape 127"/>
            <p:cNvSpPr/>
            <p:nvPr/>
          </p:nvSpPr>
          <p:spPr>
            <a:xfrm>
              <a:off x="1782762" y="333057"/>
              <a:ext cx="482601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28" name="Shape 128"/>
            <p:cNvSpPr/>
            <p:nvPr/>
          </p:nvSpPr>
          <p:spPr>
            <a:xfrm flipH="1">
              <a:off x="2154237" y="866457"/>
              <a:ext cx="111126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29" name="Shape 129"/>
            <p:cNvSpPr/>
            <p:nvPr/>
          </p:nvSpPr>
          <p:spPr>
            <a:xfrm>
              <a:off x="2535237" y="866457"/>
              <a:ext cx="169863" cy="2079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30" name="Shape 130"/>
            <p:cNvSpPr/>
            <p:nvPr/>
          </p:nvSpPr>
          <p:spPr>
            <a:xfrm flipH="1">
              <a:off x="2459037" y="1399857"/>
              <a:ext cx="111126" cy="3397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6926262" y="2843212"/>
            <a:ext cx="1371601" cy="457201"/>
            <a:chOff x="0" y="0"/>
            <a:chExt cx="1371599" cy="457200"/>
          </a:xfrm>
        </p:grpSpPr>
        <p:sp>
          <p:nvSpPr>
            <p:cNvPr id="132" name="Shape 132"/>
            <p:cNvSpPr/>
            <p:nvPr/>
          </p:nvSpPr>
          <p:spPr>
            <a:xfrm>
              <a:off x="0" y="76199"/>
              <a:ext cx="533400" cy="3810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33" name="Shape 133"/>
            <p:cNvSpPr/>
            <p:nvPr/>
          </p:nvSpPr>
          <p:spPr>
            <a:xfrm>
              <a:off x="152400" y="0"/>
              <a:ext cx="1219200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RAIZ</a:t>
              </a:r>
            </a:p>
          </p:txBody>
        </p:sp>
      </p:grpSp>
      <p:sp>
        <p:nvSpPr>
          <p:cNvPr id="135" name="Shape 135"/>
          <p:cNvSpPr/>
          <p:nvPr/>
        </p:nvSpPr>
        <p:spPr>
          <a:xfrm>
            <a:off x="6088062" y="5510212"/>
            <a:ext cx="129540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 b="1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b="0"/>
            </a:pPr>
            <a:r>
              <a:rPr b="1"/>
              <a:t>Sub. Izq.</a:t>
            </a:r>
          </a:p>
        </p:txBody>
      </p:sp>
      <p:sp>
        <p:nvSpPr>
          <p:cNvPr id="136" name="Shape 136"/>
          <p:cNvSpPr/>
          <p:nvPr/>
        </p:nvSpPr>
        <p:spPr>
          <a:xfrm>
            <a:off x="7764462" y="5510212"/>
            <a:ext cx="129540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 b="1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b="0"/>
            </a:pPr>
            <a:r>
              <a:rPr b="1"/>
              <a:t>Sub. Der.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B5D19F8-A427-4401-836E-60D17C20E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ARBOLES BINARIOS</a:t>
            </a:r>
            <a:endParaRPr lang="es-EC" dirty="0"/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build="p" animBg="1" advAuto="0"/>
      <p:bldP spid="89" grpId="0" animBg="1" advAuto="0"/>
      <p:bldP spid="90" grpId="0" animBg="1" advAuto="0"/>
      <p:bldP spid="91" grpId="0" animBg="1" advAuto="0"/>
      <p:bldP spid="131" grpId="0" animBg="1" advAuto="0"/>
      <p:bldP spid="134" grpId="0" animBg="1" advAuto="0"/>
      <p:bldP spid="135" grpId="0" animBg="1" advAuto="0"/>
      <p:bldP spid="136" grpId="0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/>
          <p:nvPr/>
        </p:nvSpPr>
        <p:spPr>
          <a:xfrm>
            <a:off x="6924675" y="1841874"/>
            <a:ext cx="654643" cy="6216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44" h="18881" extrusionOk="0">
                <a:moveTo>
                  <a:pt x="589" y="3604"/>
                </a:moveTo>
                <a:cubicBezTo>
                  <a:pt x="-196" y="5533"/>
                  <a:pt x="-196" y="10547"/>
                  <a:pt x="589" y="12861"/>
                </a:cubicBezTo>
                <a:cubicBezTo>
                  <a:pt x="1375" y="15176"/>
                  <a:pt x="2553" y="16719"/>
                  <a:pt x="5302" y="17490"/>
                </a:cubicBezTo>
                <a:cubicBezTo>
                  <a:pt x="8051" y="18261"/>
                  <a:pt x="14728" y="20190"/>
                  <a:pt x="17084" y="17490"/>
                </a:cubicBezTo>
                <a:cubicBezTo>
                  <a:pt x="19440" y="14790"/>
                  <a:pt x="21404" y="3990"/>
                  <a:pt x="19440" y="1290"/>
                </a:cubicBezTo>
                <a:cubicBezTo>
                  <a:pt x="17477" y="-1410"/>
                  <a:pt x="8444" y="904"/>
                  <a:pt x="5302" y="1290"/>
                </a:cubicBezTo>
                <a:cubicBezTo>
                  <a:pt x="2160" y="1676"/>
                  <a:pt x="1375" y="1676"/>
                  <a:pt x="589" y="3604"/>
                </a:cubicBezTo>
                <a:close/>
              </a:path>
            </a:pathLst>
          </a:custGeom>
          <a:solidFill>
            <a:srgbClr val="CCFFCC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39" name="Shape 139"/>
          <p:cNvSpPr/>
          <p:nvPr/>
        </p:nvSpPr>
        <p:spPr>
          <a:xfrm>
            <a:off x="5740400" y="1818897"/>
            <a:ext cx="1356149" cy="15386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68" h="21450" extrusionOk="0">
                <a:moveTo>
                  <a:pt x="10162" y="204"/>
                </a:moveTo>
                <a:cubicBezTo>
                  <a:pt x="10948" y="27"/>
                  <a:pt x="11537" y="-150"/>
                  <a:pt x="12519" y="204"/>
                </a:cubicBezTo>
                <a:cubicBezTo>
                  <a:pt x="13500" y="558"/>
                  <a:pt x="15857" y="1266"/>
                  <a:pt x="16053" y="2329"/>
                </a:cubicBezTo>
                <a:cubicBezTo>
                  <a:pt x="16250" y="3391"/>
                  <a:pt x="14482" y="5693"/>
                  <a:pt x="13697" y="6578"/>
                </a:cubicBezTo>
                <a:cubicBezTo>
                  <a:pt x="12911" y="7463"/>
                  <a:pt x="11733" y="7109"/>
                  <a:pt x="11340" y="7640"/>
                </a:cubicBezTo>
                <a:cubicBezTo>
                  <a:pt x="10948" y="8171"/>
                  <a:pt x="10555" y="9057"/>
                  <a:pt x="11340" y="9765"/>
                </a:cubicBezTo>
                <a:cubicBezTo>
                  <a:pt x="12126" y="10473"/>
                  <a:pt x="14482" y="11004"/>
                  <a:pt x="16053" y="11889"/>
                </a:cubicBezTo>
                <a:cubicBezTo>
                  <a:pt x="17624" y="12775"/>
                  <a:pt x="20177" y="13837"/>
                  <a:pt x="20766" y="15076"/>
                </a:cubicBezTo>
                <a:cubicBezTo>
                  <a:pt x="21355" y="16316"/>
                  <a:pt x="20570" y="18263"/>
                  <a:pt x="19588" y="19325"/>
                </a:cubicBezTo>
                <a:cubicBezTo>
                  <a:pt x="18606" y="20388"/>
                  <a:pt x="16839" y="21450"/>
                  <a:pt x="14875" y="21450"/>
                </a:cubicBezTo>
                <a:cubicBezTo>
                  <a:pt x="12911" y="21450"/>
                  <a:pt x="9180" y="20565"/>
                  <a:pt x="7806" y="19325"/>
                </a:cubicBezTo>
                <a:cubicBezTo>
                  <a:pt x="6431" y="18086"/>
                  <a:pt x="7806" y="15076"/>
                  <a:pt x="6628" y="14014"/>
                </a:cubicBezTo>
                <a:cubicBezTo>
                  <a:pt x="5450" y="12952"/>
                  <a:pt x="1719" y="14368"/>
                  <a:pt x="737" y="12952"/>
                </a:cubicBezTo>
                <a:cubicBezTo>
                  <a:pt x="-245" y="11535"/>
                  <a:pt x="-245" y="6932"/>
                  <a:pt x="737" y="5516"/>
                </a:cubicBezTo>
                <a:cubicBezTo>
                  <a:pt x="1719" y="4099"/>
                  <a:pt x="5450" y="5161"/>
                  <a:pt x="6628" y="4453"/>
                </a:cubicBezTo>
                <a:cubicBezTo>
                  <a:pt x="7806" y="3745"/>
                  <a:pt x="7217" y="1798"/>
                  <a:pt x="7806" y="1266"/>
                </a:cubicBezTo>
                <a:cubicBezTo>
                  <a:pt x="8395" y="735"/>
                  <a:pt x="9377" y="381"/>
                  <a:pt x="10162" y="204"/>
                </a:cubicBezTo>
                <a:close/>
              </a:path>
            </a:pathLst>
          </a:custGeom>
          <a:solidFill>
            <a:srgbClr val="99CCFF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41" name="Shape 141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57175" lvl="0" indent="-257175">
              <a:lnSpc>
                <a:spcPct val="9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La definición del árbol es recursiva</a:t>
            </a:r>
          </a:p>
          <a:p>
            <a:pPr marL="737507" lvl="1" indent="-204107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Se basa en si misma</a:t>
            </a:r>
          </a:p>
          <a:p>
            <a:pPr marL="257175" lvl="0" indent="-257175">
              <a:lnSpc>
                <a:spcPct val="9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La terminología de los árboles</a:t>
            </a:r>
          </a:p>
          <a:p>
            <a:pPr marL="737507" lvl="1" indent="-204107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También puede ser definida en forma recursiva</a:t>
            </a:r>
          </a:p>
          <a:p>
            <a:pPr marL="257175" lvl="0" indent="-257175">
              <a:lnSpc>
                <a:spcPct val="9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Ejemplo: NIVEL de un árbol</a:t>
            </a:r>
          </a:p>
          <a:p>
            <a:pPr marL="737507" lvl="1" indent="-204107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Identificar el caso recursivo y el caso mas básico</a:t>
            </a:r>
          </a:p>
        </p:txBody>
      </p:sp>
      <p:grpSp>
        <p:nvGrpSpPr>
          <p:cNvPr id="147" name="Group 147"/>
          <p:cNvGrpSpPr/>
          <p:nvPr/>
        </p:nvGrpSpPr>
        <p:grpSpPr>
          <a:xfrm>
            <a:off x="395287" y="3860799"/>
            <a:ext cx="1535113" cy="617221"/>
            <a:chOff x="0" y="0"/>
            <a:chExt cx="1535112" cy="617220"/>
          </a:xfrm>
        </p:grpSpPr>
        <p:grpSp>
          <p:nvGrpSpPr>
            <p:cNvPr id="144" name="Group 144"/>
            <p:cNvGrpSpPr/>
            <p:nvPr/>
          </p:nvGrpSpPr>
          <p:grpSpPr>
            <a:xfrm>
              <a:off x="1154112" y="220979"/>
              <a:ext cx="381001" cy="396241"/>
              <a:chOff x="0" y="0"/>
              <a:chExt cx="381000" cy="396240"/>
            </a:xfrm>
          </p:grpSpPr>
          <p:sp>
            <p:nvSpPr>
              <p:cNvPr id="142" name="Shape 142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43" name="Shape 143"/>
              <p:cNvSpPr/>
              <p:nvPr/>
            </p:nvSpPr>
            <p:spPr>
              <a:xfrm>
                <a:off x="62279" y="-1"/>
                <a:ext cx="256442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A</a:t>
                </a:r>
              </a:p>
            </p:txBody>
          </p:sp>
        </p:grpSp>
        <p:sp>
          <p:nvSpPr>
            <p:cNvPr id="145" name="Shape 145"/>
            <p:cNvSpPr/>
            <p:nvPr/>
          </p:nvSpPr>
          <p:spPr>
            <a:xfrm>
              <a:off x="315912" y="381000"/>
              <a:ext cx="609601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46" name="Shape 146"/>
            <p:cNvSpPr/>
            <p:nvPr/>
          </p:nvSpPr>
          <p:spPr>
            <a:xfrm>
              <a:off x="0" y="0"/>
              <a:ext cx="838111" cy="396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1200"/>
                </a:spcBef>
                <a:defRPr sz="20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000"/>
                <a:t>nivel 1</a:t>
              </a:r>
            </a:p>
          </p:txBody>
        </p:sp>
      </p:grpSp>
      <p:grpSp>
        <p:nvGrpSpPr>
          <p:cNvPr id="150" name="Group 150"/>
          <p:cNvGrpSpPr/>
          <p:nvPr/>
        </p:nvGrpSpPr>
        <p:grpSpPr>
          <a:xfrm>
            <a:off x="333375" y="4889500"/>
            <a:ext cx="2654300" cy="1203325"/>
            <a:chOff x="0" y="0"/>
            <a:chExt cx="2654300" cy="1203325"/>
          </a:xfrm>
        </p:grpSpPr>
        <p:sp>
          <p:nvSpPr>
            <p:cNvPr id="148" name="Shape 148"/>
            <p:cNvSpPr/>
            <p:nvPr/>
          </p:nvSpPr>
          <p:spPr>
            <a:xfrm>
              <a:off x="0" y="0"/>
              <a:ext cx="2654300" cy="1203325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342900" lvl="0" indent="-342900">
                <a:lnSpc>
                  <a:spcPct val="90000"/>
                </a:lnSpc>
                <a:spcBef>
                  <a:spcPts val="700"/>
                </a:spcBef>
                <a:defRPr sz="2400">
                  <a:solidFill>
                    <a:srgbClr val="002850"/>
                  </a:solidFill>
                </a:defRPr>
              </a:pPr>
              <a:endParaRPr/>
            </a:p>
          </p:txBody>
        </p:sp>
        <p:sp>
          <p:nvSpPr>
            <p:cNvPr id="149" name="Shape 149"/>
            <p:cNvSpPr/>
            <p:nvPr/>
          </p:nvSpPr>
          <p:spPr>
            <a:xfrm>
              <a:off x="0" y="0"/>
              <a:ext cx="2654300" cy="11247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marL="342900" lvl="0" indent="-342900">
                <a:lnSpc>
                  <a:spcPct val="90000"/>
                </a:lnSpc>
                <a:spcBef>
                  <a:spcPts val="500"/>
                </a:spcBef>
              </a:pPr>
              <a:r>
                <a:rPr sz="2400" u="sng">
                  <a:solidFill>
                    <a:srgbClr val="002850"/>
                  </a:solidFill>
                </a:rPr>
                <a:t>Caso Básico</a:t>
              </a:r>
              <a:endParaRPr sz="2000" u="sng">
                <a:solidFill>
                  <a:srgbClr val="002850"/>
                </a:solidFill>
              </a:endParaRPr>
            </a:p>
            <a:p>
              <a:pPr marL="342900" lvl="0" indent="-342900">
                <a:lnSpc>
                  <a:spcPct val="90000"/>
                </a:lnSpc>
                <a:spcBef>
                  <a:spcPts val="500"/>
                </a:spcBef>
              </a:pPr>
              <a:r>
                <a:rPr sz="2400">
                  <a:solidFill>
                    <a:srgbClr val="002850"/>
                  </a:solidFill>
                </a:rPr>
                <a:t>Un árbol con un solo nodo tiene nivel 1</a:t>
              </a:r>
            </a:p>
          </p:txBody>
        </p:sp>
      </p:grpSp>
      <p:grpSp>
        <p:nvGrpSpPr>
          <p:cNvPr id="153" name="Group 153"/>
          <p:cNvGrpSpPr/>
          <p:nvPr/>
        </p:nvGrpSpPr>
        <p:grpSpPr>
          <a:xfrm>
            <a:off x="3059112" y="5221287"/>
            <a:ext cx="4392613" cy="1447801"/>
            <a:chOff x="0" y="0"/>
            <a:chExt cx="4392612" cy="1447799"/>
          </a:xfrm>
        </p:grpSpPr>
        <p:sp>
          <p:nvSpPr>
            <p:cNvPr id="151" name="Shape 151"/>
            <p:cNvSpPr/>
            <p:nvPr/>
          </p:nvSpPr>
          <p:spPr>
            <a:xfrm>
              <a:off x="0" y="0"/>
              <a:ext cx="4392613" cy="1447800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342900" lvl="0" indent="-342900" algn="ctr">
                <a:lnSpc>
                  <a:spcPct val="90000"/>
                </a:lnSpc>
                <a:spcBef>
                  <a:spcPts val="700"/>
                </a:spcBef>
                <a:defRPr sz="2000" b="1" i="1">
                  <a:solidFill>
                    <a:srgbClr val="002850"/>
                  </a:solidFill>
                </a:defRPr>
              </a:pPr>
              <a:endParaRPr/>
            </a:p>
          </p:txBody>
        </p:sp>
        <p:sp>
          <p:nvSpPr>
            <p:cNvPr id="152" name="Shape 152"/>
            <p:cNvSpPr/>
            <p:nvPr/>
          </p:nvSpPr>
          <p:spPr>
            <a:xfrm>
              <a:off x="0" y="0"/>
              <a:ext cx="4392613" cy="11348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marL="342900" lvl="0" indent="-342900">
                <a:lnSpc>
                  <a:spcPct val="90000"/>
                </a:lnSpc>
                <a:spcBef>
                  <a:spcPts val="500"/>
                </a:spcBef>
              </a:pPr>
              <a:r>
                <a:rPr sz="2400">
                  <a:solidFill>
                    <a:srgbClr val="002850"/>
                  </a:solidFill>
                </a:rPr>
                <a:t>Caso Recursivo</a:t>
              </a:r>
            </a:p>
            <a:p>
              <a:pPr marL="342900" lvl="0" indent="-342900">
                <a:lnSpc>
                  <a:spcPct val="90000"/>
                </a:lnSpc>
                <a:spcBef>
                  <a:spcPts val="500"/>
                </a:spcBef>
              </a:pPr>
              <a:r>
                <a:rPr sz="2400">
                  <a:solidFill>
                    <a:srgbClr val="002850"/>
                  </a:solidFill>
                </a:rPr>
                <a:t>Si tiene mas de un nodo, el nivel es:</a:t>
              </a:r>
            </a:p>
            <a:p>
              <a:pPr marL="342900" lvl="0" indent="-342900" algn="ctr">
                <a:lnSpc>
                  <a:spcPct val="90000"/>
                </a:lnSpc>
                <a:spcBef>
                  <a:spcPts val="400"/>
                </a:spcBef>
              </a:pPr>
              <a:r>
                <a:rPr sz="2000" b="1" i="1">
                  <a:solidFill>
                    <a:srgbClr val="002850"/>
                  </a:solidFill>
                </a:rPr>
                <a:t>1 + MAX(Nivel(SubIzq), Nivel(SubDer))</a:t>
              </a:r>
            </a:p>
          </p:txBody>
        </p:sp>
      </p:grpSp>
      <p:sp>
        <p:nvSpPr>
          <p:cNvPr id="154" name="Shape 154"/>
          <p:cNvSpPr/>
          <p:nvPr/>
        </p:nvSpPr>
        <p:spPr>
          <a:xfrm>
            <a:off x="4232201" y="4238247"/>
            <a:ext cx="569813" cy="5867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90" h="20366" extrusionOk="0">
                <a:moveTo>
                  <a:pt x="2759" y="3154"/>
                </a:moveTo>
                <a:cubicBezTo>
                  <a:pt x="1859" y="4917"/>
                  <a:pt x="-391" y="8443"/>
                  <a:pt x="59" y="11088"/>
                </a:cubicBezTo>
                <a:cubicBezTo>
                  <a:pt x="509" y="13733"/>
                  <a:pt x="2309" y="17700"/>
                  <a:pt x="5459" y="19023"/>
                </a:cubicBezTo>
                <a:cubicBezTo>
                  <a:pt x="8609" y="20345"/>
                  <a:pt x="16709" y="21227"/>
                  <a:pt x="18959" y="19023"/>
                </a:cubicBezTo>
                <a:cubicBezTo>
                  <a:pt x="21209" y="16819"/>
                  <a:pt x="19859" y="8884"/>
                  <a:pt x="18959" y="5798"/>
                </a:cubicBezTo>
                <a:cubicBezTo>
                  <a:pt x="18059" y="2713"/>
                  <a:pt x="15809" y="1390"/>
                  <a:pt x="13559" y="509"/>
                </a:cubicBezTo>
                <a:cubicBezTo>
                  <a:pt x="11309" y="-373"/>
                  <a:pt x="7259" y="68"/>
                  <a:pt x="5459" y="509"/>
                </a:cubicBezTo>
                <a:cubicBezTo>
                  <a:pt x="3659" y="949"/>
                  <a:pt x="3659" y="1390"/>
                  <a:pt x="2759" y="3154"/>
                </a:cubicBezTo>
                <a:close/>
              </a:path>
            </a:pathLst>
          </a:custGeom>
          <a:solidFill>
            <a:srgbClr val="FFFF99">
              <a:alpha val="50195"/>
            </a:srgbClr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55" name="Shape 155"/>
          <p:cNvSpPr/>
          <p:nvPr/>
        </p:nvSpPr>
        <p:spPr>
          <a:xfrm>
            <a:off x="3635375" y="4014787"/>
            <a:ext cx="720725" cy="543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lvl="0" algn="ctr">
              <a:lnSpc>
                <a:spcPct val="60000"/>
              </a:lnSpc>
              <a:spcBef>
                <a:spcPts val="800"/>
              </a:spcBef>
            </a:pPr>
            <a:r>
              <a:rPr sz="1400">
                <a:latin typeface="Tahoma"/>
                <a:ea typeface="Tahoma"/>
                <a:cs typeface="Tahoma"/>
                <a:sym typeface="Tahoma"/>
              </a:rPr>
              <a:t>S. izq.</a:t>
            </a:r>
            <a:endParaRPr sz="140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 algn="ctr">
              <a:lnSpc>
                <a:spcPct val="60000"/>
              </a:lnSpc>
              <a:spcBef>
                <a:spcPts val="800"/>
              </a:spcBef>
            </a:pPr>
            <a:r>
              <a:rPr sz="1400">
                <a:latin typeface="Tahoma"/>
                <a:ea typeface="Tahoma"/>
                <a:cs typeface="Tahoma"/>
                <a:sym typeface="Tahoma"/>
              </a:rPr>
              <a:t>Nivel 1</a:t>
            </a:r>
          </a:p>
        </p:txBody>
      </p:sp>
      <p:sp>
        <p:nvSpPr>
          <p:cNvPr id="156" name="Shape 156"/>
          <p:cNvSpPr/>
          <p:nvPr/>
        </p:nvSpPr>
        <p:spPr>
          <a:xfrm>
            <a:off x="5072062" y="4019550"/>
            <a:ext cx="1371601" cy="543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lvl="0" algn="ctr">
              <a:lnSpc>
                <a:spcPct val="60000"/>
              </a:lnSpc>
              <a:spcBef>
                <a:spcPts val="800"/>
              </a:spcBef>
            </a:pPr>
            <a:r>
              <a:rPr sz="1400">
                <a:latin typeface="Tahoma"/>
                <a:ea typeface="Tahoma"/>
                <a:cs typeface="Tahoma"/>
                <a:sym typeface="Tahoma"/>
              </a:rPr>
              <a:t>S. der.</a:t>
            </a:r>
            <a:endParaRPr sz="140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 algn="ctr">
              <a:lnSpc>
                <a:spcPct val="60000"/>
              </a:lnSpc>
              <a:spcBef>
                <a:spcPts val="800"/>
              </a:spcBef>
            </a:pPr>
            <a:r>
              <a:rPr sz="1400">
                <a:latin typeface="Tahoma"/>
                <a:ea typeface="Tahoma"/>
                <a:cs typeface="Tahoma"/>
                <a:sym typeface="Tahoma"/>
              </a:rPr>
              <a:t>Nivel 1</a:t>
            </a:r>
          </a:p>
        </p:txBody>
      </p:sp>
      <p:sp>
        <p:nvSpPr>
          <p:cNvPr id="157" name="Shape 157"/>
          <p:cNvSpPr/>
          <p:nvPr/>
        </p:nvSpPr>
        <p:spPr>
          <a:xfrm rot="5400000">
            <a:off x="4876750" y="4255485"/>
            <a:ext cx="569812" cy="5867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90" h="20366" extrusionOk="0">
                <a:moveTo>
                  <a:pt x="2759" y="3154"/>
                </a:moveTo>
                <a:cubicBezTo>
                  <a:pt x="1859" y="4917"/>
                  <a:pt x="-391" y="8443"/>
                  <a:pt x="59" y="11088"/>
                </a:cubicBezTo>
                <a:cubicBezTo>
                  <a:pt x="509" y="13733"/>
                  <a:pt x="2309" y="17700"/>
                  <a:pt x="5459" y="19023"/>
                </a:cubicBezTo>
                <a:cubicBezTo>
                  <a:pt x="8609" y="20345"/>
                  <a:pt x="16709" y="21227"/>
                  <a:pt x="18959" y="19023"/>
                </a:cubicBezTo>
                <a:cubicBezTo>
                  <a:pt x="21209" y="16819"/>
                  <a:pt x="19859" y="8884"/>
                  <a:pt x="18959" y="5798"/>
                </a:cubicBezTo>
                <a:cubicBezTo>
                  <a:pt x="18059" y="2713"/>
                  <a:pt x="15809" y="1390"/>
                  <a:pt x="13559" y="509"/>
                </a:cubicBezTo>
                <a:cubicBezTo>
                  <a:pt x="11309" y="-373"/>
                  <a:pt x="7259" y="68"/>
                  <a:pt x="5459" y="509"/>
                </a:cubicBezTo>
                <a:cubicBezTo>
                  <a:pt x="3659" y="949"/>
                  <a:pt x="3659" y="1390"/>
                  <a:pt x="2759" y="3154"/>
                </a:cubicBezTo>
                <a:close/>
              </a:path>
            </a:pathLst>
          </a:custGeom>
          <a:solidFill>
            <a:srgbClr val="FFFF99">
              <a:alpha val="50195"/>
            </a:srgbClr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169" name="Group 169"/>
          <p:cNvGrpSpPr/>
          <p:nvPr/>
        </p:nvGrpSpPr>
        <p:grpSpPr>
          <a:xfrm>
            <a:off x="4386262" y="3946842"/>
            <a:ext cx="914401" cy="688341"/>
            <a:chOff x="0" y="0"/>
            <a:chExt cx="914400" cy="688340"/>
          </a:xfrm>
        </p:grpSpPr>
        <p:grpSp>
          <p:nvGrpSpPr>
            <p:cNvPr id="160" name="Group 160"/>
            <p:cNvGrpSpPr/>
            <p:nvPr/>
          </p:nvGrpSpPr>
          <p:grpSpPr>
            <a:xfrm>
              <a:off x="304800" y="-1"/>
              <a:ext cx="304801" cy="307341"/>
              <a:chOff x="0" y="0"/>
              <a:chExt cx="304800" cy="307340"/>
            </a:xfrm>
          </p:grpSpPr>
          <p:sp>
            <p:nvSpPr>
              <p:cNvPr id="158" name="Shape 158"/>
              <p:cNvSpPr/>
              <p:nvPr/>
            </p:nvSpPr>
            <p:spPr>
              <a:xfrm>
                <a:off x="-1" y="12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59" name="Shape 159"/>
              <p:cNvSpPr/>
              <p:nvPr/>
            </p:nvSpPr>
            <p:spPr>
              <a:xfrm>
                <a:off x="39471" y="-1"/>
                <a:ext cx="225858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A</a:t>
                </a:r>
              </a:p>
            </p:txBody>
          </p:sp>
        </p:grpSp>
        <p:grpSp>
          <p:nvGrpSpPr>
            <p:cNvPr id="163" name="Group 163"/>
            <p:cNvGrpSpPr/>
            <p:nvPr/>
          </p:nvGrpSpPr>
          <p:grpSpPr>
            <a:xfrm>
              <a:off x="0" y="380999"/>
              <a:ext cx="304801" cy="307341"/>
              <a:chOff x="0" y="0"/>
              <a:chExt cx="304800" cy="307340"/>
            </a:xfrm>
          </p:grpSpPr>
          <p:sp>
            <p:nvSpPr>
              <p:cNvPr id="161" name="Shape 161"/>
              <p:cNvSpPr/>
              <p:nvPr/>
            </p:nvSpPr>
            <p:spPr>
              <a:xfrm>
                <a:off x="-1" y="12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62" name="Shape 162"/>
              <p:cNvSpPr/>
              <p:nvPr/>
            </p:nvSpPr>
            <p:spPr>
              <a:xfrm>
                <a:off x="39341" y="-1"/>
                <a:ext cx="226118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B</a:t>
                </a:r>
              </a:p>
            </p:txBody>
          </p:sp>
        </p:grpSp>
        <p:grpSp>
          <p:nvGrpSpPr>
            <p:cNvPr id="166" name="Group 166"/>
            <p:cNvGrpSpPr/>
            <p:nvPr/>
          </p:nvGrpSpPr>
          <p:grpSpPr>
            <a:xfrm>
              <a:off x="609600" y="380999"/>
              <a:ext cx="304801" cy="307341"/>
              <a:chOff x="0" y="0"/>
              <a:chExt cx="304800" cy="307340"/>
            </a:xfrm>
          </p:grpSpPr>
          <p:sp>
            <p:nvSpPr>
              <p:cNvPr id="164" name="Shape 164"/>
              <p:cNvSpPr/>
              <p:nvPr/>
            </p:nvSpPr>
            <p:spPr>
              <a:xfrm>
                <a:off x="-1" y="12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65" name="Shape 165"/>
              <p:cNvSpPr/>
              <p:nvPr/>
            </p:nvSpPr>
            <p:spPr>
              <a:xfrm>
                <a:off x="40990" y="-1"/>
                <a:ext cx="222820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C</a:t>
                </a:r>
              </a:p>
            </p:txBody>
          </p:sp>
        </p:grpSp>
        <p:sp>
          <p:nvSpPr>
            <p:cNvPr id="167" name="Shape 167"/>
            <p:cNvSpPr/>
            <p:nvPr/>
          </p:nvSpPr>
          <p:spPr>
            <a:xfrm flipH="1">
              <a:off x="260350" y="261620"/>
              <a:ext cx="88900" cy="1651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68" name="Shape 168"/>
            <p:cNvSpPr/>
            <p:nvPr/>
          </p:nvSpPr>
          <p:spPr>
            <a:xfrm>
              <a:off x="565150" y="261620"/>
              <a:ext cx="88900" cy="1651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170" name="Shape 170"/>
          <p:cNvSpPr/>
          <p:nvPr/>
        </p:nvSpPr>
        <p:spPr>
          <a:xfrm>
            <a:off x="4081462" y="4938712"/>
            <a:ext cx="16002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60000"/>
              </a:lnSpc>
              <a:spcBef>
                <a:spcPts val="8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1400"/>
              <a:t>Nivel Del Arbol: 2</a:t>
            </a:r>
          </a:p>
        </p:txBody>
      </p:sp>
      <p:sp>
        <p:nvSpPr>
          <p:cNvPr id="171" name="Shape 171"/>
          <p:cNvSpPr/>
          <p:nvPr/>
        </p:nvSpPr>
        <p:spPr>
          <a:xfrm>
            <a:off x="6210300" y="3646487"/>
            <a:ext cx="1676400" cy="855346"/>
          </a:xfrm>
          <a:prstGeom prst="rect">
            <a:avLst/>
          </a:prstGeom>
          <a:solidFill>
            <a:srgbClr val="99CCFF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800"/>
              </a:spcBef>
            </a:pPr>
            <a:r>
              <a:rPr sz="1400" u="sng">
                <a:latin typeface="Tahoma"/>
                <a:ea typeface="Tahoma"/>
                <a:cs typeface="Tahoma"/>
                <a:sym typeface="Tahoma"/>
              </a:rPr>
              <a:t>SUB. IZQ.</a:t>
            </a:r>
            <a:endParaRPr sz="140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>
              <a:spcBef>
                <a:spcPts val="800"/>
              </a:spcBef>
            </a:pPr>
            <a:r>
              <a:rPr sz="1400">
                <a:latin typeface="Tahoma"/>
                <a:ea typeface="Tahoma"/>
                <a:cs typeface="Tahoma"/>
                <a:sym typeface="Tahoma"/>
              </a:rPr>
              <a:t>Nivel = 1 + Max(0,</a:t>
            </a:r>
            <a:r>
              <a:rPr sz="1400" b="1">
                <a:latin typeface="Tahoma"/>
                <a:ea typeface="Tahoma"/>
                <a:cs typeface="Tahoma"/>
                <a:sym typeface="Tahoma"/>
              </a:rPr>
              <a:t>Sub.Izq</a:t>
            </a:r>
            <a:r>
              <a:rPr sz="1400">
                <a:latin typeface="Tahoma"/>
                <a:ea typeface="Tahoma"/>
                <a:cs typeface="Tahoma"/>
                <a:sym typeface="Tahoma"/>
              </a:rPr>
              <a:t>)</a:t>
            </a:r>
          </a:p>
        </p:txBody>
      </p:sp>
      <p:sp>
        <p:nvSpPr>
          <p:cNvPr id="172" name="Shape 172"/>
          <p:cNvSpPr/>
          <p:nvPr/>
        </p:nvSpPr>
        <p:spPr>
          <a:xfrm>
            <a:off x="5930547" y="2265362"/>
            <a:ext cx="1102891" cy="1025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389" h="21011" extrusionOk="0">
                <a:moveTo>
                  <a:pt x="1826" y="1561"/>
                </a:moveTo>
                <a:cubicBezTo>
                  <a:pt x="2530" y="781"/>
                  <a:pt x="3704" y="0"/>
                  <a:pt x="4643" y="0"/>
                </a:cubicBezTo>
                <a:cubicBezTo>
                  <a:pt x="5582" y="0"/>
                  <a:pt x="6756" y="781"/>
                  <a:pt x="7461" y="1561"/>
                </a:cubicBezTo>
                <a:cubicBezTo>
                  <a:pt x="8165" y="2342"/>
                  <a:pt x="8635" y="3643"/>
                  <a:pt x="8869" y="4684"/>
                </a:cubicBezTo>
                <a:cubicBezTo>
                  <a:pt x="9104" y="5725"/>
                  <a:pt x="8400" y="7287"/>
                  <a:pt x="8869" y="7807"/>
                </a:cubicBezTo>
                <a:cubicBezTo>
                  <a:pt x="9339" y="8328"/>
                  <a:pt x="9808" y="7027"/>
                  <a:pt x="11687" y="7807"/>
                </a:cubicBezTo>
                <a:cubicBezTo>
                  <a:pt x="13565" y="8588"/>
                  <a:pt x="19200" y="10410"/>
                  <a:pt x="20139" y="12492"/>
                </a:cubicBezTo>
                <a:cubicBezTo>
                  <a:pt x="21078" y="14573"/>
                  <a:pt x="19200" y="18998"/>
                  <a:pt x="17321" y="20299"/>
                </a:cubicBezTo>
                <a:cubicBezTo>
                  <a:pt x="15443" y="21600"/>
                  <a:pt x="10748" y="20819"/>
                  <a:pt x="8869" y="20299"/>
                </a:cubicBezTo>
                <a:cubicBezTo>
                  <a:pt x="6991" y="19778"/>
                  <a:pt x="6521" y="18737"/>
                  <a:pt x="6052" y="17176"/>
                </a:cubicBezTo>
                <a:cubicBezTo>
                  <a:pt x="5582" y="15614"/>
                  <a:pt x="6991" y="12231"/>
                  <a:pt x="6052" y="10930"/>
                </a:cubicBezTo>
                <a:cubicBezTo>
                  <a:pt x="5113" y="9629"/>
                  <a:pt x="1356" y="10410"/>
                  <a:pt x="417" y="9369"/>
                </a:cubicBezTo>
                <a:cubicBezTo>
                  <a:pt x="-522" y="8328"/>
                  <a:pt x="417" y="5986"/>
                  <a:pt x="417" y="4684"/>
                </a:cubicBezTo>
                <a:cubicBezTo>
                  <a:pt x="417" y="3383"/>
                  <a:pt x="1121" y="2342"/>
                  <a:pt x="1826" y="1561"/>
                </a:cubicBezTo>
                <a:close/>
              </a:path>
            </a:pathLst>
          </a:custGeom>
          <a:solidFill>
            <a:srgbClr val="C1E0FF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73" name="Shape 173"/>
          <p:cNvSpPr/>
          <p:nvPr/>
        </p:nvSpPr>
        <p:spPr>
          <a:xfrm>
            <a:off x="7096125" y="1225550"/>
            <a:ext cx="1143001" cy="574675"/>
          </a:xfrm>
          <a:prstGeom prst="rect">
            <a:avLst/>
          </a:prstGeom>
          <a:solidFill>
            <a:srgbClr val="CCFFCC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lnSpc>
                <a:spcPct val="70000"/>
              </a:lnSpc>
              <a:spcBef>
                <a:spcPts val="800"/>
              </a:spcBef>
            </a:pPr>
            <a:r>
              <a:rPr sz="1400" u="sng">
                <a:latin typeface="Tahoma"/>
                <a:ea typeface="Tahoma"/>
                <a:cs typeface="Tahoma"/>
                <a:sym typeface="Tahoma"/>
              </a:rPr>
              <a:t>SUB. DER.</a:t>
            </a:r>
            <a:endParaRPr sz="1400" u="sng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>
              <a:lnSpc>
                <a:spcPct val="70000"/>
              </a:lnSpc>
              <a:spcBef>
                <a:spcPts val="800"/>
              </a:spcBef>
            </a:pPr>
            <a:r>
              <a:rPr sz="1400">
                <a:latin typeface="Tahoma"/>
                <a:ea typeface="Tahoma"/>
                <a:cs typeface="Tahoma"/>
                <a:sym typeface="Tahoma"/>
              </a:rPr>
              <a:t>Nivel 1</a:t>
            </a:r>
          </a:p>
        </p:txBody>
      </p:sp>
      <p:sp>
        <p:nvSpPr>
          <p:cNvPr id="174" name="Shape 174"/>
          <p:cNvSpPr/>
          <p:nvPr/>
        </p:nvSpPr>
        <p:spPr>
          <a:xfrm>
            <a:off x="6362700" y="3790950"/>
            <a:ext cx="1676400" cy="855345"/>
          </a:xfrm>
          <a:prstGeom prst="rect">
            <a:avLst/>
          </a:prstGeom>
          <a:solidFill>
            <a:srgbClr val="C1E0FF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800"/>
              </a:spcBef>
            </a:pPr>
            <a:r>
              <a:rPr sz="1400" u="sng">
                <a:latin typeface="Tahoma"/>
                <a:ea typeface="Tahoma"/>
                <a:cs typeface="Tahoma"/>
                <a:sym typeface="Tahoma"/>
              </a:rPr>
              <a:t>SUB. IZQ.</a:t>
            </a:r>
            <a:endParaRPr sz="140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>
              <a:spcBef>
                <a:spcPts val="800"/>
              </a:spcBef>
            </a:pPr>
            <a:r>
              <a:rPr sz="1400">
                <a:latin typeface="Tahoma"/>
                <a:ea typeface="Tahoma"/>
                <a:cs typeface="Tahoma"/>
                <a:sym typeface="Tahoma"/>
              </a:rPr>
              <a:t>Nivel = 1 + Max(0,</a:t>
            </a:r>
            <a:r>
              <a:rPr sz="1400" b="1">
                <a:latin typeface="Tahoma"/>
                <a:ea typeface="Tahoma"/>
                <a:cs typeface="Tahoma"/>
                <a:sym typeface="Tahoma"/>
              </a:rPr>
              <a:t>Sub.Izq.</a:t>
            </a:r>
            <a:r>
              <a:rPr sz="1400">
                <a:latin typeface="Tahoma"/>
                <a:ea typeface="Tahoma"/>
                <a:cs typeface="Tahoma"/>
                <a:sym typeface="Tahoma"/>
              </a:rPr>
              <a:t>)</a:t>
            </a:r>
          </a:p>
        </p:txBody>
      </p:sp>
      <p:sp>
        <p:nvSpPr>
          <p:cNvPr id="175" name="Shape 175"/>
          <p:cNvSpPr/>
          <p:nvPr/>
        </p:nvSpPr>
        <p:spPr>
          <a:xfrm>
            <a:off x="6334125" y="2713037"/>
            <a:ext cx="533400" cy="4868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701" extrusionOk="0">
                <a:moveTo>
                  <a:pt x="6171" y="405"/>
                </a:moveTo>
                <a:cubicBezTo>
                  <a:pt x="7714" y="-135"/>
                  <a:pt x="10286" y="-135"/>
                  <a:pt x="12343" y="405"/>
                </a:cubicBezTo>
                <a:cubicBezTo>
                  <a:pt x="14400" y="945"/>
                  <a:pt x="16971" y="2025"/>
                  <a:pt x="18514" y="3645"/>
                </a:cubicBezTo>
                <a:cubicBezTo>
                  <a:pt x="20057" y="5265"/>
                  <a:pt x="21600" y="7965"/>
                  <a:pt x="21600" y="10125"/>
                </a:cubicBezTo>
                <a:cubicBezTo>
                  <a:pt x="21600" y="12285"/>
                  <a:pt x="20057" y="14985"/>
                  <a:pt x="18514" y="16605"/>
                </a:cubicBezTo>
                <a:cubicBezTo>
                  <a:pt x="16971" y="18225"/>
                  <a:pt x="14914" y="19305"/>
                  <a:pt x="12343" y="19845"/>
                </a:cubicBezTo>
                <a:cubicBezTo>
                  <a:pt x="9771" y="20385"/>
                  <a:pt x="5143" y="21465"/>
                  <a:pt x="3086" y="19845"/>
                </a:cubicBezTo>
                <a:cubicBezTo>
                  <a:pt x="1029" y="18225"/>
                  <a:pt x="0" y="12825"/>
                  <a:pt x="0" y="10125"/>
                </a:cubicBezTo>
                <a:cubicBezTo>
                  <a:pt x="0" y="7425"/>
                  <a:pt x="2057" y="5265"/>
                  <a:pt x="3086" y="3645"/>
                </a:cubicBezTo>
                <a:cubicBezTo>
                  <a:pt x="4114" y="2025"/>
                  <a:pt x="4629" y="945"/>
                  <a:pt x="6171" y="405"/>
                </a:cubicBezTo>
                <a:close/>
              </a:path>
            </a:pathLst>
          </a:custGeom>
          <a:solidFill>
            <a:srgbClr val="EDF6FF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76" name="Shape 176"/>
          <p:cNvSpPr/>
          <p:nvPr/>
        </p:nvSpPr>
        <p:spPr>
          <a:xfrm>
            <a:off x="6515100" y="3989387"/>
            <a:ext cx="1676400" cy="1099186"/>
          </a:xfrm>
          <a:prstGeom prst="rect">
            <a:avLst/>
          </a:prstGeom>
          <a:solidFill>
            <a:srgbClr val="EDF6FF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800"/>
              </a:spcBef>
            </a:pPr>
            <a:r>
              <a:rPr sz="1400" u="sng">
                <a:latin typeface="Tahoma"/>
                <a:ea typeface="Tahoma"/>
                <a:cs typeface="Tahoma"/>
                <a:sym typeface="Tahoma"/>
              </a:rPr>
              <a:t>SUB. DER..</a:t>
            </a:r>
            <a:endParaRPr sz="140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>
              <a:spcBef>
                <a:spcPts val="800"/>
              </a:spcBef>
            </a:pPr>
            <a:r>
              <a:rPr sz="1400">
                <a:latin typeface="Tahoma"/>
                <a:ea typeface="Tahoma"/>
                <a:cs typeface="Tahoma"/>
                <a:sym typeface="Tahoma"/>
              </a:rPr>
              <a:t>Nivel = 1</a:t>
            </a:r>
            <a:endParaRPr sz="140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79" name="Group 179"/>
          <p:cNvGrpSpPr/>
          <p:nvPr/>
        </p:nvGrpSpPr>
        <p:grpSpPr>
          <a:xfrm>
            <a:off x="6362700" y="3798887"/>
            <a:ext cx="1828800" cy="1136651"/>
            <a:chOff x="0" y="0"/>
            <a:chExt cx="1828800" cy="1136649"/>
          </a:xfrm>
        </p:grpSpPr>
        <p:sp>
          <p:nvSpPr>
            <p:cNvPr id="177" name="Shape 177"/>
            <p:cNvSpPr/>
            <p:nvPr/>
          </p:nvSpPr>
          <p:spPr>
            <a:xfrm>
              <a:off x="152400" y="146050"/>
              <a:ext cx="1676400" cy="990600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78" name="Shape 178"/>
            <p:cNvSpPr/>
            <p:nvPr/>
          </p:nvSpPr>
          <p:spPr>
            <a:xfrm>
              <a:off x="0" y="0"/>
              <a:ext cx="1676400" cy="855345"/>
            </a:xfrm>
            <a:prstGeom prst="rect">
              <a:avLst/>
            </a:prstGeom>
            <a:solidFill>
              <a:srgbClr val="C1E0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0">
                <a:spcBef>
                  <a:spcPts val="800"/>
                </a:spcBef>
              </a:pPr>
              <a:r>
                <a:rPr sz="1400" u="sng">
                  <a:latin typeface="Tahoma"/>
                  <a:ea typeface="Tahoma"/>
                  <a:cs typeface="Tahoma"/>
                  <a:sym typeface="Tahoma"/>
                </a:rPr>
                <a:t>SUB. IZQ.</a:t>
              </a:r>
              <a:endParaRPr sz="1400">
                <a:solidFill>
                  <a:srgbClr val="002850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lvl="0">
                <a:spcBef>
                  <a:spcPts val="800"/>
                </a:spcBef>
              </a:pPr>
              <a:r>
                <a:rPr sz="1400">
                  <a:latin typeface="Tahoma"/>
                  <a:ea typeface="Tahoma"/>
                  <a:cs typeface="Tahoma"/>
                  <a:sym typeface="Tahoma"/>
                </a:rPr>
                <a:t>Nivel = 1 + Max(0,</a:t>
              </a:r>
              <a:r>
                <a:rPr sz="1400" b="1">
                  <a:latin typeface="Tahoma"/>
                  <a:ea typeface="Tahoma"/>
                  <a:cs typeface="Tahoma"/>
                  <a:sym typeface="Tahoma"/>
                </a:rPr>
                <a:t>1</a:t>
              </a:r>
              <a:r>
                <a:rPr sz="1400">
                  <a:latin typeface="Tahoma"/>
                  <a:ea typeface="Tahoma"/>
                  <a:cs typeface="Tahoma"/>
                  <a:sym typeface="Tahoma"/>
                </a:rPr>
                <a:t>)</a:t>
              </a:r>
            </a:p>
          </p:txBody>
        </p:sp>
      </p:grpSp>
      <p:grpSp>
        <p:nvGrpSpPr>
          <p:cNvPr id="199" name="Group 199"/>
          <p:cNvGrpSpPr/>
          <p:nvPr/>
        </p:nvGrpSpPr>
        <p:grpSpPr>
          <a:xfrm>
            <a:off x="6029325" y="1578292"/>
            <a:ext cx="1295401" cy="1526541"/>
            <a:chOff x="0" y="0"/>
            <a:chExt cx="1295400" cy="1526540"/>
          </a:xfrm>
        </p:grpSpPr>
        <p:grpSp>
          <p:nvGrpSpPr>
            <p:cNvPr id="182" name="Group 182"/>
            <p:cNvGrpSpPr/>
            <p:nvPr/>
          </p:nvGrpSpPr>
          <p:grpSpPr>
            <a:xfrm>
              <a:off x="609600" y="-1"/>
              <a:ext cx="304801" cy="307341"/>
              <a:chOff x="0" y="0"/>
              <a:chExt cx="304800" cy="307340"/>
            </a:xfrm>
          </p:grpSpPr>
          <p:sp>
            <p:nvSpPr>
              <p:cNvPr id="180" name="Shape 180"/>
              <p:cNvSpPr/>
              <p:nvPr/>
            </p:nvSpPr>
            <p:spPr>
              <a:xfrm>
                <a:off x="-1" y="12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99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81" name="Shape 181"/>
              <p:cNvSpPr/>
              <p:nvPr/>
            </p:nvSpPr>
            <p:spPr>
              <a:xfrm>
                <a:off x="39471" y="-1"/>
                <a:ext cx="225858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A</a:t>
                </a:r>
              </a:p>
            </p:txBody>
          </p:sp>
        </p:grpSp>
        <p:grpSp>
          <p:nvGrpSpPr>
            <p:cNvPr id="185" name="Group 185"/>
            <p:cNvGrpSpPr/>
            <p:nvPr/>
          </p:nvGrpSpPr>
          <p:grpSpPr>
            <a:xfrm>
              <a:off x="304800" y="380999"/>
              <a:ext cx="304801" cy="307341"/>
              <a:chOff x="0" y="0"/>
              <a:chExt cx="304800" cy="307340"/>
            </a:xfrm>
          </p:grpSpPr>
          <p:sp>
            <p:nvSpPr>
              <p:cNvPr id="183" name="Shape 183"/>
              <p:cNvSpPr/>
              <p:nvPr/>
            </p:nvSpPr>
            <p:spPr>
              <a:xfrm>
                <a:off x="-1" y="12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99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84" name="Shape 184"/>
              <p:cNvSpPr/>
              <p:nvPr/>
            </p:nvSpPr>
            <p:spPr>
              <a:xfrm>
                <a:off x="39341" y="-1"/>
                <a:ext cx="226118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B</a:t>
                </a:r>
              </a:p>
            </p:txBody>
          </p:sp>
        </p:grpSp>
        <p:grpSp>
          <p:nvGrpSpPr>
            <p:cNvPr id="188" name="Group 188"/>
            <p:cNvGrpSpPr/>
            <p:nvPr/>
          </p:nvGrpSpPr>
          <p:grpSpPr>
            <a:xfrm>
              <a:off x="990600" y="380999"/>
              <a:ext cx="304801" cy="307341"/>
              <a:chOff x="0" y="0"/>
              <a:chExt cx="304800" cy="307340"/>
            </a:xfrm>
          </p:grpSpPr>
          <p:sp>
            <p:nvSpPr>
              <p:cNvPr id="186" name="Shape 186"/>
              <p:cNvSpPr/>
              <p:nvPr/>
            </p:nvSpPr>
            <p:spPr>
              <a:xfrm>
                <a:off x="-1" y="12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99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87" name="Shape 187"/>
              <p:cNvSpPr/>
              <p:nvPr/>
            </p:nvSpPr>
            <p:spPr>
              <a:xfrm>
                <a:off x="40990" y="-1"/>
                <a:ext cx="222820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C</a:t>
                </a:r>
              </a:p>
            </p:txBody>
          </p:sp>
        </p:grpSp>
        <p:grpSp>
          <p:nvGrpSpPr>
            <p:cNvPr id="191" name="Group 191"/>
            <p:cNvGrpSpPr/>
            <p:nvPr/>
          </p:nvGrpSpPr>
          <p:grpSpPr>
            <a:xfrm>
              <a:off x="0" y="761999"/>
              <a:ext cx="304801" cy="307341"/>
              <a:chOff x="0" y="0"/>
              <a:chExt cx="304800" cy="307340"/>
            </a:xfrm>
          </p:grpSpPr>
          <p:sp>
            <p:nvSpPr>
              <p:cNvPr id="189" name="Shape 189"/>
              <p:cNvSpPr/>
              <p:nvPr/>
            </p:nvSpPr>
            <p:spPr>
              <a:xfrm>
                <a:off x="-1" y="12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99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90" name="Shape 190"/>
              <p:cNvSpPr/>
              <p:nvPr/>
            </p:nvSpPr>
            <p:spPr>
              <a:xfrm>
                <a:off x="33003" y="-1"/>
                <a:ext cx="238794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D</a:t>
                </a:r>
              </a:p>
            </p:txBody>
          </p:sp>
        </p:grpSp>
        <p:grpSp>
          <p:nvGrpSpPr>
            <p:cNvPr id="194" name="Group 194"/>
            <p:cNvGrpSpPr/>
            <p:nvPr/>
          </p:nvGrpSpPr>
          <p:grpSpPr>
            <a:xfrm>
              <a:off x="381000" y="1219199"/>
              <a:ext cx="304801" cy="307341"/>
              <a:chOff x="0" y="0"/>
              <a:chExt cx="304800" cy="307340"/>
            </a:xfrm>
          </p:grpSpPr>
          <p:sp>
            <p:nvSpPr>
              <p:cNvPr id="192" name="Shape 192"/>
              <p:cNvSpPr/>
              <p:nvPr/>
            </p:nvSpPr>
            <p:spPr>
              <a:xfrm>
                <a:off x="-1" y="12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99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93" name="Shape 193"/>
              <p:cNvSpPr/>
              <p:nvPr/>
            </p:nvSpPr>
            <p:spPr>
              <a:xfrm>
                <a:off x="45635" y="-1"/>
                <a:ext cx="213530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E</a:t>
                </a:r>
              </a:p>
            </p:txBody>
          </p:sp>
        </p:grpSp>
        <p:sp>
          <p:nvSpPr>
            <p:cNvPr id="195" name="Shape 195"/>
            <p:cNvSpPr/>
            <p:nvPr/>
          </p:nvSpPr>
          <p:spPr>
            <a:xfrm flipH="1">
              <a:off x="565150" y="261620"/>
              <a:ext cx="88900" cy="1651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96" name="Shape 196"/>
            <p:cNvSpPr/>
            <p:nvPr/>
          </p:nvSpPr>
          <p:spPr>
            <a:xfrm flipH="1">
              <a:off x="260350" y="642619"/>
              <a:ext cx="88900" cy="1651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97" name="Shape 197"/>
            <p:cNvSpPr/>
            <p:nvPr/>
          </p:nvSpPr>
          <p:spPr>
            <a:xfrm>
              <a:off x="869949" y="261620"/>
              <a:ext cx="165101" cy="1651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98" name="Shape 198"/>
            <p:cNvSpPr/>
            <p:nvPr/>
          </p:nvSpPr>
          <p:spPr>
            <a:xfrm>
              <a:off x="260350" y="1023619"/>
              <a:ext cx="165100" cy="2413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grpSp>
        <p:nvGrpSpPr>
          <p:cNvPr id="202" name="Group 202"/>
          <p:cNvGrpSpPr/>
          <p:nvPr/>
        </p:nvGrpSpPr>
        <p:grpSpPr>
          <a:xfrm>
            <a:off x="6218237" y="3644900"/>
            <a:ext cx="1863726" cy="1120775"/>
            <a:chOff x="0" y="0"/>
            <a:chExt cx="1863725" cy="1120774"/>
          </a:xfrm>
        </p:grpSpPr>
        <p:sp>
          <p:nvSpPr>
            <p:cNvPr id="200" name="Shape 200"/>
            <p:cNvSpPr/>
            <p:nvPr/>
          </p:nvSpPr>
          <p:spPr>
            <a:xfrm>
              <a:off x="133350" y="144462"/>
              <a:ext cx="1730375" cy="976313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01" name="Shape 201"/>
            <p:cNvSpPr/>
            <p:nvPr/>
          </p:nvSpPr>
          <p:spPr>
            <a:xfrm>
              <a:off x="0" y="0"/>
              <a:ext cx="1676400" cy="855345"/>
            </a:xfrm>
            <a:prstGeom prst="rect">
              <a:avLst/>
            </a:pr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0">
                <a:spcBef>
                  <a:spcPts val="800"/>
                </a:spcBef>
              </a:pPr>
              <a:r>
                <a:rPr sz="1400" u="sng">
                  <a:latin typeface="Tahoma"/>
                  <a:ea typeface="Tahoma"/>
                  <a:cs typeface="Tahoma"/>
                  <a:sym typeface="Tahoma"/>
                </a:rPr>
                <a:t>SUB. IZQ.</a:t>
              </a:r>
              <a:endParaRPr sz="1400">
                <a:solidFill>
                  <a:srgbClr val="002850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lvl="0">
                <a:spcBef>
                  <a:spcPts val="800"/>
                </a:spcBef>
              </a:pPr>
              <a:r>
                <a:rPr sz="1400">
                  <a:latin typeface="Tahoma"/>
                  <a:ea typeface="Tahoma"/>
                  <a:cs typeface="Tahoma"/>
                  <a:sym typeface="Tahoma"/>
                </a:rPr>
                <a:t>Nivel = 1 + Max(0,</a:t>
              </a:r>
              <a:r>
                <a:rPr sz="1400" b="1">
                  <a:latin typeface="Tahoma"/>
                  <a:ea typeface="Tahoma"/>
                  <a:cs typeface="Tahoma"/>
                  <a:sym typeface="Tahoma"/>
                </a:rPr>
                <a:t>2</a:t>
              </a:r>
              <a:r>
                <a:rPr sz="1400">
                  <a:latin typeface="Tahoma"/>
                  <a:ea typeface="Tahoma"/>
                  <a:cs typeface="Tahoma"/>
                  <a:sym typeface="Tahoma"/>
                </a:rPr>
                <a:t>)</a:t>
              </a:r>
            </a:p>
          </p:txBody>
        </p:sp>
      </p:grpSp>
      <p:grpSp>
        <p:nvGrpSpPr>
          <p:cNvPr id="205" name="Group 205"/>
          <p:cNvGrpSpPr/>
          <p:nvPr/>
        </p:nvGrpSpPr>
        <p:grpSpPr>
          <a:xfrm>
            <a:off x="6156325" y="4868862"/>
            <a:ext cx="2667000" cy="381001"/>
            <a:chOff x="0" y="0"/>
            <a:chExt cx="2667000" cy="381000"/>
          </a:xfrm>
        </p:grpSpPr>
        <p:sp>
          <p:nvSpPr>
            <p:cNvPr id="203" name="Shape 203"/>
            <p:cNvSpPr/>
            <p:nvPr/>
          </p:nvSpPr>
          <p:spPr>
            <a:xfrm>
              <a:off x="0" y="0"/>
              <a:ext cx="2667000" cy="381000"/>
            </a:xfrm>
            <a:prstGeom prst="rect">
              <a:avLst/>
            </a:prstGeom>
            <a:solidFill>
              <a:srgbClr val="FFCC99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 b="1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04" name="Shape 204"/>
            <p:cNvSpPr/>
            <p:nvPr/>
          </p:nvSpPr>
          <p:spPr>
            <a:xfrm>
              <a:off x="81391" y="55880"/>
              <a:ext cx="2504218" cy="269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200" b="1"/>
                <a:t>NIVEL : 1 + MAX(S.IZQ, S.DER)</a:t>
              </a:r>
            </a:p>
          </p:txBody>
        </p:sp>
      </p:grpSp>
      <p:grpSp>
        <p:nvGrpSpPr>
          <p:cNvPr id="208" name="Group 208"/>
          <p:cNvGrpSpPr/>
          <p:nvPr/>
        </p:nvGrpSpPr>
        <p:grpSpPr>
          <a:xfrm>
            <a:off x="6156325" y="4867275"/>
            <a:ext cx="2667000" cy="381000"/>
            <a:chOff x="0" y="0"/>
            <a:chExt cx="2667000" cy="381000"/>
          </a:xfrm>
        </p:grpSpPr>
        <p:sp>
          <p:nvSpPr>
            <p:cNvPr id="206" name="Shape 206"/>
            <p:cNvSpPr/>
            <p:nvPr/>
          </p:nvSpPr>
          <p:spPr>
            <a:xfrm>
              <a:off x="0" y="0"/>
              <a:ext cx="2667000" cy="381000"/>
            </a:xfrm>
            <a:prstGeom prst="rect">
              <a:avLst/>
            </a:prstGeom>
            <a:solidFill>
              <a:srgbClr val="FFCC99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 b="1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07" name="Shape 207"/>
            <p:cNvSpPr/>
            <p:nvPr/>
          </p:nvSpPr>
          <p:spPr>
            <a:xfrm>
              <a:off x="431360" y="55880"/>
              <a:ext cx="1804280" cy="269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200" b="1"/>
                <a:t>NIVEL : 1 + MAX(3, 1)</a:t>
              </a:r>
            </a:p>
          </p:txBody>
        </p:sp>
      </p:grpSp>
      <p:grpSp>
        <p:nvGrpSpPr>
          <p:cNvPr id="211" name="Group 211"/>
          <p:cNvGrpSpPr/>
          <p:nvPr/>
        </p:nvGrpSpPr>
        <p:grpSpPr>
          <a:xfrm>
            <a:off x="6156325" y="4868862"/>
            <a:ext cx="2667000" cy="381001"/>
            <a:chOff x="0" y="0"/>
            <a:chExt cx="2667000" cy="381000"/>
          </a:xfrm>
        </p:grpSpPr>
        <p:sp>
          <p:nvSpPr>
            <p:cNvPr id="209" name="Shape 209"/>
            <p:cNvSpPr/>
            <p:nvPr/>
          </p:nvSpPr>
          <p:spPr>
            <a:xfrm>
              <a:off x="0" y="0"/>
              <a:ext cx="2667000" cy="381000"/>
            </a:xfrm>
            <a:prstGeom prst="rect">
              <a:avLst/>
            </a:prstGeom>
            <a:solidFill>
              <a:srgbClr val="FFCC99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 b="1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10" name="Shape 210"/>
            <p:cNvSpPr/>
            <p:nvPr/>
          </p:nvSpPr>
          <p:spPr>
            <a:xfrm>
              <a:off x="923126" y="55880"/>
              <a:ext cx="820748" cy="269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200" b="1"/>
                <a:t>NIVEL : 4</a:t>
              </a:r>
            </a:p>
          </p:txBody>
        </p:sp>
      </p:grpSp>
      <p:grpSp>
        <p:nvGrpSpPr>
          <p:cNvPr id="214" name="Group 214"/>
          <p:cNvGrpSpPr/>
          <p:nvPr/>
        </p:nvGrpSpPr>
        <p:grpSpPr>
          <a:xfrm>
            <a:off x="6189662" y="3552646"/>
            <a:ext cx="1728788" cy="1017946"/>
            <a:chOff x="0" y="0"/>
            <a:chExt cx="1728787" cy="1017944"/>
          </a:xfrm>
        </p:grpSpPr>
        <p:sp>
          <p:nvSpPr>
            <p:cNvPr id="212" name="Shape 212"/>
            <p:cNvSpPr/>
            <p:nvPr/>
          </p:nvSpPr>
          <p:spPr>
            <a:xfrm>
              <a:off x="0" y="76378"/>
              <a:ext cx="1728788" cy="865189"/>
            </a:xfrm>
            <a:prstGeom prst="rect">
              <a:avLst/>
            </a:pr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13" name="Shape 213"/>
            <p:cNvSpPr/>
            <p:nvPr/>
          </p:nvSpPr>
          <p:spPr>
            <a:xfrm>
              <a:off x="0" y="0"/>
              <a:ext cx="1612390" cy="10179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/>
            <a:p>
              <a:pPr lvl="0"/>
              <a:r>
                <a:rPr sz="1400" u="sng">
                  <a:latin typeface="Arial"/>
                  <a:ea typeface="Arial"/>
                  <a:cs typeface="Arial"/>
                  <a:sym typeface="Arial"/>
                </a:rPr>
                <a:t>SUB. IZQ.</a:t>
              </a:r>
              <a:endParaRPr sz="1400">
                <a:solidFill>
                  <a:srgbClr val="0028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lvl="0"/>
              <a:r>
                <a:rPr sz="1400">
                  <a:latin typeface="Arial"/>
                  <a:ea typeface="Arial"/>
                  <a:cs typeface="Arial"/>
                  <a:sym typeface="Arial"/>
                </a:rPr>
                <a:t>Nivel = 3</a:t>
              </a:r>
              <a:r>
                <a:rPr>
                  <a:latin typeface="Arial"/>
                  <a:ea typeface="Arial"/>
                  <a:cs typeface="Arial"/>
                  <a:sym typeface="Arial"/>
                </a:rPr>
                <a:t>           </a:t>
              </a:r>
              <a:endParaRPr sz="3200">
                <a:solidFill>
                  <a:srgbClr val="00285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3DD00F48-0DAF-49B0-B907-67E8115D3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DEFINICIONES RECURSIVAS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8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9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5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6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4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8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4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animBg="1" advAuto="0"/>
      <p:bldP spid="139" grpId="0" animBg="1" advAuto="0"/>
      <p:bldP spid="141" grpId="0" build="p" animBg="1" advAuto="0"/>
      <p:bldP spid="147" grpId="0" animBg="1" advAuto="0"/>
      <p:bldP spid="150" grpId="0" animBg="1" advAuto="0"/>
      <p:bldP spid="153" grpId="0" animBg="1" advAuto="0"/>
      <p:bldP spid="154" grpId="0" animBg="1" advAuto="0"/>
      <p:bldP spid="155" grpId="0" animBg="1" advAuto="0"/>
      <p:bldP spid="156" grpId="0" animBg="1" advAuto="0"/>
      <p:bldP spid="157" grpId="0" animBg="1" advAuto="0"/>
      <p:bldP spid="169" grpId="0" animBg="1" advAuto="0"/>
      <p:bldP spid="170" grpId="0" animBg="1" advAuto="0"/>
      <p:bldP spid="171" grpId="0" animBg="1" advAuto="0"/>
      <p:bldP spid="172" grpId="0" animBg="1" advAuto="0"/>
      <p:bldP spid="173" grpId="0" animBg="1" advAuto="0"/>
      <p:bldP spid="174" grpId="0" animBg="1" advAuto="0"/>
      <p:bldP spid="175" grpId="0" animBg="1" advAuto="0"/>
      <p:bldP spid="176" grpId="0" animBg="1" advAuto="0"/>
      <p:bldP spid="179" grpId="0" animBg="1" advAuto="0"/>
      <p:bldP spid="199" grpId="0" animBg="1" advAuto="0"/>
      <p:bldP spid="202" grpId="0" animBg="1" advAuto="0"/>
      <p:bldP spid="205" grpId="0" animBg="1" advAuto="0"/>
      <p:bldP spid="208" grpId="0" animBg="1" advAuto="0"/>
      <p:bldP spid="211" grpId="0" animBg="1" advAuto="0"/>
      <p:bldP spid="214" grpId="0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2850"/>
                </a:solidFill>
              </a:rPr>
              <a:t>Un árbol de altura h, esta lleno si</a:t>
            </a:r>
          </a:p>
          <a:p>
            <a:pPr marL="742950" lvl="1" indent="-285750">
              <a:spcBef>
                <a:spcPts val="6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Todas sus hojas esta en el nivel h</a:t>
            </a:r>
          </a:p>
          <a:p>
            <a:pPr marL="742950" lvl="1" indent="-285750">
              <a:spcBef>
                <a:spcPts val="6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Los nodos de altura menor a h tienen siempre 2 hijos</a:t>
            </a:r>
          </a:p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2850"/>
                </a:solidFill>
              </a:rPr>
              <a:t>Recursiva</a:t>
            </a:r>
          </a:p>
          <a:p>
            <a:pPr marL="742950" lvl="1" indent="-285750">
              <a:spcBef>
                <a:spcPts val="6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Si T esta vacío, </a:t>
            </a:r>
          </a:p>
          <a:p>
            <a:pPr marL="1143000" lvl="2" indent="-228600">
              <a:spcBef>
                <a:spcPts val="5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2400" i="1">
                <a:solidFill>
                  <a:srgbClr val="002850"/>
                </a:solidFill>
              </a:rPr>
              <a:t>Entonces T es un árbol binario lleno de altura 0</a:t>
            </a:r>
          </a:p>
          <a:p>
            <a:pPr marL="742950" lvl="1" indent="-285750">
              <a:spcBef>
                <a:spcPts val="6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Si no esta vacío, y tiene h&gt;0</a:t>
            </a:r>
          </a:p>
          <a:p>
            <a:pPr marL="1143000" lvl="2" indent="-228600">
              <a:spcBef>
                <a:spcPts val="5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2400" i="1">
                <a:solidFill>
                  <a:srgbClr val="002850"/>
                </a:solidFill>
              </a:rPr>
              <a:t>Esta lleno si los subárboles de la raíz, son ambos árboles binarios llenos de altura h-1</a:t>
            </a:r>
          </a:p>
        </p:txBody>
      </p:sp>
      <p:grpSp>
        <p:nvGrpSpPr>
          <p:cNvPr id="231" name="Group 231"/>
          <p:cNvGrpSpPr/>
          <p:nvPr/>
        </p:nvGrpSpPr>
        <p:grpSpPr>
          <a:xfrm>
            <a:off x="6443662" y="1341437"/>
            <a:ext cx="2057401" cy="1204914"/>
            <a:chOff x="0" y="0"/>
            <a:chExt cx="2057400" cy="1204912"/>
          </a:xfrm>
        </p:grpSpPr>
        <p:sp>
          <p:nvSpPr>
            <p:cNvPr id="218" name="Shape 218"/>
            <p:cNvSpPr/>
            <p:nvPr/>
          </p:nvSpPr>
          <p:spPr>
            <a:xfrm>
              <a:off x="852487" y="-1"/>
              <a:ext cx="304801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99CC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 b="1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19" name="Shape 219"/>
            <p:cNvSpPr/>
            <p:nvPr/>
          </p:nvSpPr>
          <p:spPr>
            <a:xfrm>
              <a:off x="304799" y="442912"/>
              <a:ext cx="304802" cy="304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99CC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 b="1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20" name="Shape 220"/>
            <p:cNvSpPr/>
            <p:nvPr/>
          </p:nvSpPr>
          <p:spPr>
            <a:xfrm>
              <a:off x="1371599" y="414337"/>
              <a:ext cx="304802" cy="304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99CC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 b="1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21" name="Shape 221"/>
            <p:cNvSpPr/>
            <p:nvPr/>
          </p:nvSpPr>
          <p:spPr>
            <a:xfrm>
              <a:off x="-1" y="900112"/>
              <a:ext cx="304802" cy="304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99CC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 b="1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22" name="Shape 222"/>
            <p:cNvSpPr/>
            <p:nvPr/>
          </p:nvSpPr>
          <p:spPr>
            <a:xfrm>
              <a:off x="609599" y="900112"/>
              <a:ext cx="304802" cy="304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99CC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 b="1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23" name="Shape 223"/>
            <p:cNvSpPr/>
            <p:nvPr/>
          </p:nvSpPr>
          <p:spPr>
            <a:xfrm>
              <a:off x="1066799" y="900112"/>
              <a:ext cx="304802" cy="304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99CC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 b="1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24" name="Shape 224"/>
            <p:cNvSpPr/>
            <p:nvPr/>
          </p:nvSpPr>
          <p:spPr>
            <a:xfrm>
              <a:off x="1752599" y="900112"/>
              <a:ext cx="304802" cy="304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99CC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 b="1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25" name="Shape 225"/>
            <p:cNvSpPr/>
            <p:nvPr/>
          </p:nvSpPr>
          <p:spPr>
            <a:xfrm flipH="1">
              <a:off x="565149" y="260350"/>
              <a:ext cx="331789" cy="22701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26" name="Shape 226"/>
            <p:cNvSpPr/>
            <p:nvPr/>
          </p:nvSpPr>
          <p:spPr>
            <a:xfrm flipH="1">
              <a:off x="260350" y="703262"/>
              <a:ext cx="88900" cy="2413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27" name="Shape 227"/>
            <p:cNvSpPr/>
            <p:nvPr/>
          </p:nvSpPr>
          <p:spPr>
            <a:xfrm>
              <a:off x="1112837" y="260349"/>
              <a:ext cx="303214" cy="19843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28" name="Shape 228"/>
            <p:cNvSpPr/>
            <p:nvPr/>
          </p:nvSpPr>
          <p:spPr>
            <a:xfrm>
              <a:off x="1631950" y="674687"/>
              <a:ext cx="165101" cy="2698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29" name="Shape 229"/>
            <p:cNvSpPr/>
            <p:nvPr/>
          </p:nvSpPr>
          <p:spPr>
            <a:xfrm flipH="1">
              <a:off x="1327149" y="674687"/>
              <a:ext cx="88901" cy="2698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30" name="Shape 230"/>
            <p:cNvSpPr/>
            <p:nvPr/>
          </p:nvSpPr>
          <p:spPr>
            <a:xfrm>
              <a:off x="565149" y="703262"/>
              <a:ext cx="88901" cy="2413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6C7CE3D3-8D3F-430A-A36E-86D578971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ARBOLES BINARIOS LLENOS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0" build="p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300037" lvl="0" indent="-300037"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lang="es-EC" sz="2800" dirty="0">
                <a:solidFill>
                  <a:srgbClr val="002850"/>
                </a:solidFill>
              </a:rPr>
              <a:t>Un árbol de altura h esta completo si</a:t>
            </a:r>
          </a:p>
          <a:p>
            <a:pPr marL="702128" lvl="1" indent="-244928">
              <a:lnSpc>
                <a:spcPct val="12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s-EC" sz="2400" dirty="0">
                <a:solidFill>
                  <a:srgbClr val="002850"/>
                </a:solidFill>
              </a:rPr>
              <a:t>Todos los nodos hasta el nivel h-2 tienen dos hijos cada uno y</a:t>
            </a:r>
          </a:p>
          <a:p>
            <a:pPr marL="702128" lvl="1" indent="-244928">
              <a:lnSpc>
                <a:spcPct val="12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s-EC" sz="2400" dirty="0">
                <a:solidFill>
                  <a:srgbClr val="002850"/>
                </a:solidFill>
              </a:rPr>
              <a:t>En el nivel h-1, si un nodo tiene un hijo derecho, todas las hojas de su </a:t>
            </a:r>
            <a:r>
              <a:rPr lang="es-EC" sz="2400" dirty="0" err="1">
                <a:solidFill>
                  <a:srgbClr val="002850"/>
                </a:solidFill>
              </a:rPr>
              <a:t>subarbol</a:t>
            </a:r>
            <a:r>
              <a:rPr lang="es-EC" sz="2400" dirty="0">
                <a:solidFill>
                  <a:srgbClr val="002850"/>
                </a:solidFill>
              </a:rPr>
              <a:t> izquierdo están a nivel h</a:t>
            </a:r>
          </a:p>
          <a:p>
            <a:pPr marL="300037" lvl="0" indent="-300037"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lang="es-EC" sz="2800" b="1" dirty="0">
                <a:solidFill>
                  <a:srgbClr val="002850"/>
                </a:solidFill>
              </a:rPr>
              <a:t>Si un árbol esta lleno,  					también esta completo</a:t>
            </a:r>
          </a:p>
        </p:txBody>
      </p:sp>
      <p:sp>
        <p:nvSpPr>
          <p:cNvPr id="235" name="Shape 235"/>
          <p:cNvSpPr/>
          <p:nvPr/>
        </p:nvSpPr>
        <p:spPr>
          <a:xfrm>
            <a:off x="7082199" y="4251324"/>
            <a:ext cx="304802" cy="304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99CC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 algn="ctr">
              <a:defRPr sz="1200" b="1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236" name="Shape 236"/>
          <p:cNvSpPr/>
          <p:nvPr/>
        </p:nvSpPr>
        <p:spPr>
          <a:xfrm>
            <a:off x="7677512" y="4618036"/>
            <a:ext cx="304801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99CC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 algn="ctr">
              <a:defRPr sz="1200" b="1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237" name="Shape 237"/>
          <p:cNvSpPr/>
          <p:nvPr/>
        </p:nvSpPr>
        <p:spPr>
          <a:xfrm>
            <a:off x="6458312" y="4618036"/>
            <a:ext cx="304801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99CC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 algn="ctr">
              <a:defRPr sz="1200" b="1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cxnSp>
        <p:nvCxnSpPr>
          <p:cNvPr id="238" name="Connector 238"/>
          <p:cNvCxnSpPr>
            <a:stCxn id="235" idx="0"/>
            <a:endCxn id="237" idx="0"/>
          </p:cNvCxnSpPr>
          <p:nvPr/>
        </p:nvCxnSpPr>
        <p:spPr>
          <a:xfrm flipH="1">
            <a:off x="6610712" y="4403724"/>
            <a:ext cx="623888" cy="366713"/>
          </a:xfrm>
          <a:prstGeom prst="straightConnector1">
            <a:avLst/>
          </a:prstGeom>
          <a:ln>
            <a:solidFill/>
            <a:miter/>
          </a:ln>
        </p:spPr>
      </p:cxnSp>
      <p:cxnSp>
        <p:nvCxnSpPr>
          <p:cNvPr id="239" name="Connector 239"/>
          <p:cNvCxnSpPr>
            <a:stCxn id="235" idx="0"/>
            <a:endCxn id="236" idx="0"/>
          </p:cNvCxnSpPr>
          <p:nvPr/>
        </p:nvCxnSpPr>
        <p:spPr>
          <a:xfrm>
            <a:off x="7234600" y="4403724"/>
            <a:ext cx="595313" cy="366713"/>
          </a:xfrm>
          <a:prstGeom prst="straightConnector1">
            <a:avLst/>
          </a:prstGeom>
          <a:ln>
            <a:solidFill/>
            <a:miter/>
          </a:ln>
        </p:spPr>
      </p:cxnSp>
      <p:sp>
        <p:nvSpPr>
          <p:cNvPr id="240" name="Shape 240"/>
          <p:cNvSpPr/>
          <p:nvPr/>
        </p:nvSpPr>
        <p:spPr>
          <a:xfrm>
            <a:off x="6867887" y="5151436"/>
            <a:ext cx="304801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99CC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 algn="ctr">
              <a:defRPr sz="1200" b="1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241" name="Shape 241"/>
          <p:cNvSpPr/>
          <p:nvPr/>
        </p:nvSpPr>
        <p:spPr>
          <a:xfrm>
            <a:off x="6001112" y="5151436"/>
            <a:ext cx="304801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99CC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 algn="ctr">
              <a:defRPr sz="1200" b="1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cxnSp>
        <p:nvCxnSpPr>
          <p:cNvPr id="242" name="Connector 242"/>
          <p:cNvCxnSpPr>
            <a:stCxn id="237" idx="0"/>
            <a:endCxn id="241" idx="0"/>
          </p:cNvCxnSpPr>
          <p:nvPr/>
        </p:nvCxnSpPr>
        <p:spPr>
          <a:xfrm flipH="1">
            <a:off x="6153512" y="4770437"/>
            <a:ext cx="457201" cy="533400"/>
          </a:xfrm>
          <a:prstGeom prst="straightConnector1">
            <a:avLst/>
          </a:prstGeom>
          <a:ln>
            <a:solidFill/>
            <a:miter/>
          </a:ln>
        </p:spPr>
      </p:cxnSp>
      <p:cxnSp>
        <p:nvCxnSpPr>
          <p:cNvPr id="243" name="Connector 243"/>
          <p:cNvCxnSpPr>
            <a:stCxn id="237" idx="0"/>
            <a:endCxn id="240" idx="0"/>
          </p:cNvCxnSpPr>
          <p:nvPr/>
        </p:nvCxnSpPr>
        <p:spPr>
          <a:xfrm>
            <a:off x="6610712" y="4770437"/>
            <a:ext cx="409576" cy="533400"/>
          </a:xfrm>
          <a:prstGeom prst="straightConnector1">
            <a:avLst/>
          </a:prstGeom>
          <a:ln>
            <a:solidFill/>
            <a:miter/>
          </a:ln>
        </p:spPr>
      </p:cxnSp>
      <p:sp>
        <p:nvSpPr>
          <p:cNvPr id="244" name="Shape 244"/>
          <p:cNvSpPr/>
          <p:nvPr/>
        </p:nvSpPr>
        <p:spPr>
          <a:xfrm>
            <a:off x="8134712" y="5151436"/>
            <a:ext cx="304801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99CC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 algn="ctr">
              <a:defRPr sz="1200" b="1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245" name="Shape 245"/>
          <p:cNvSpPr/>
          <p:nvPr/>
        </p:nvSpPr>
        <p:spPr>
          <a:xfrm>
            <a:off x="7267937" y="5151436"/>
            <a:ext cx="304801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99CC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 algn="ctr">
              <a:defRPr sz="1200" b="1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cxnSp>
        <p:nvCxnSpPr>
          <p:cNvPr id="246" name="Connector 246"/>
          <p:cNvCxnSpPr>
            <a:stCxn id="236" idx="0"/>
            <a:endCxn id="245" idx="0"/>
          </p:cNvCxnSpPr>
          <p:nvPr/>
        </p:nvCxnSpPr>
        <p:spPr>
          <a:xfrm flipH="1">
            <a:off x="7420337" y="4770437"/>
            <a:ext cx="409576" cy="533400"/>
          </a:xfrm>
          <a:prstGeom prst="straightConnector1">
            <a:avLst/>
          </a:prstGeom>
          <a:ln>
            <a:solidFill/>
            <a:miter/>
          </a:ln>
        </p:spPr>
      </p:cxnSp>
      <p:cxnSp>
        <p:nvCxnSpPr>
          <p:cNvPr id="247" name="Connector 247"/>
          <p:cNvCxnSpPr>
            <a:cxnSpLocks/>
            <a:stCxn id="236" idx="0"/>
            <a:endCxn id="244" idx="0"/>
          </p:cNvCxnSpPr>
          <p:nvPr/>
        </p:nvCxnSpPr>
        <p:spPr>
          <a:xfrm>
            <a:off x="7829912" y="4770437"/>
            <a:ext cx="457201" cy="533400"/>
          </a:xfrm>
          <a:prstGeom prst="straightConnector1">
            <a:avLst/>
          </a:prstGeom>
          <a:ln>
            <a:solidFill/>
            <a:miter/>
          </a:ln>
        </p:spPr>
      </p:cxnSp>
      <p:sp>
        <p:nvSpPr>
          <p:cNvPr id="248" name="Shape 248"/>
          <p:cNvSpPr/>
          <p:nvPr/>
        </p:nvSpPr>
        <p:spPr>
          <a:xfrm>
            <a:off x="5739174" y="5684836"/>
            <a:ext cx="304802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99CC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 algn="ctr">
              <a:defRPr sz="1200" b="1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249" name="Shape 249"/>
          <p:cNvSpPr/>
          <p:nvPr/>
        </p:nvSpPr>
        <p:spPr>
          <a:xfrm>
            <a:off x="6234474" y="5684836"/>
            <a:ext cx="304802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99CC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 algn="ctr">
              <a:defRPr sz="1200" b="1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250" name="Shape 250"/>
          <p:cNvSpPr/>
          <p:nvPr/>
        </p:nvSpPr>
        <p:spPr>
          <a:xfrm>
            <a:off x="6653574" y="5684836"/>
            <a:ext cx="304802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99CC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 algn="ctr">
              <a:defRPr sz="1200" b="1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cxnSp>
        <p:nvCxnSpPr>
          <p:cNvPr id="251" name="Connector 251"/>
          <p:cNvCxnSpPr>
            <a:stCxn id="241" idx="0"/>
            <a:endCxn id="248" idx="0"/>
          </p:cNvCxnSpPr>
          <p:nvPr/>
        </p:nvCxnSpPr>
        <p:spPr>
          <a:xfrm flipH="1">
            <a:off x="5891575" y="5303837"/>
            <a:ext cx="261938" cy="533400"/>
          </a:xfrm>
          <a:prstGeom prst="straightConnector1">
            <a:avLst/>
          </a:prstGeom>
          <a:ln>
            <a:solidFill/>
            <a:miter/>
          </a:ln>
        </p:spPr>
      </p:cxnSp>
      <p:cxnSp>
        <p:nvCxnSpPr>
          <p:cNvPr id="252" name="Connector 252"/>
          <p:cNvCxnSpPr>
            <a:stCxn id="241" idx="0"/>
            <a:endCxn id="249" idx="0"/>
          </p:cNvCxnSpPr>
          <p:nvPr/>
        </p:nvCxnSpPr>
        <p:spPr>
          <a:xfrm>
            <a:off x="6153512" y="5303837"/>
            <a:ext cx="233363" cy="533400"/>
          </a:xfrm>
          <a:prstGeom prst="straightConnector1">
            <a:avLst/>
          </a:prstGeom>
          <a:ln>
            <a:solidFill/>
            <a:miter/>
          </a:ln>
        </p:spPr>
      </p:cxnSp>
      <p:cxnSp>
        <p:nvCxnSpPr>
          <p:cNvPr id="253" name="Connector 253"/>
          <p:cNvCxnSpPr>
            <a:stCxn id="240" idx="0"/>
            <a:endCxn id="250" idx="0"/>
          </p:cNvCxnSpPr>
          <p:nvPr/>
        </p:nvCxnSpPr>
        <p:spPr>
          <a:xfrm flipH="1">
            <a:off x="6805975" y="5303837"/>
            <a:ext cx="214313" cy="533400"/>
          </a:xfrm>
          <a:prstGeom prst="straightConnector1">
            <a:avLst/>
          </a:prstGeom>
          <a:ln>
            <a:solidFill/>
            <a:miter/>
          </a:ln>
        </p:spPr>
      </p:cxnSp>
      <p:sp>
        <p:nvSpPr>
          <p:cNvPr id="3" name="Título 2">
            <a:extLst>
              <a:ext uri="{FF2B5EF4-FFF2-40B4-BE49-F238E27FC236}">
                <a16:creationId xmlns:a16="http://schemas.microsoft.com/office/drawing/2014/main" id="{5931966C-A4D4-4FCF-B31E-40EBFBAC4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ARBOLES BINARIOS COMPLETOS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" grpId="0" build="p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300037" lvl="0" indent="-300037">
              <a:lnSpc>
                <a:spcPct val="11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Un árbol equilibrado es cuando </a:t>
            </a:r>
          </a:p>
          <a:p>
            <a:pPr marL="702128" lvl="1" indent="-244928">
              <a:lnSpc>
                <a:spcPct val="11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La diferencia de altura entre los subárboles de cualquier nodo es máximo 1</a:t>
            </a:r>
          </a:p>
          <a:p>
            <a:pPr marL="300037" lvl="0" indent="-300037">
              <a:lnSpc>
                <a:spcPct val="11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Un árbol binario equilibrado totalmente</a:t>
            </a:r>
          </a:p>
          <a:p>
            <a:pPr marL="702128" lvl="1" indent="-244928">
              <a:lnSpc>
                <a:spcPct val="11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Los subárboles izquierdo y derecho de cada nodo tienen las misma altura: es un árbol lleno</a:t>
            </a:r>
          </a:p>
          <a:p>
            <a:pPr marL="300037" lvl="0" indent="-300037">
              <a:lnSpc>
                <a:spcPct val="11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Un árbol completo es equilibrado</a:t>
            </a:r>
          </a:p>
          <a:p>
            <a:pPr marL="300037" lvl="0" indent="-300037">
              <a:lnSpc>
                <a:spcPct val="11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Un árbol lleno es totalmente equilibrado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6F9A839-0E02-439B-8BC5-074498C42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OTROS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" grpId="0" build="p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300037" lvl="0" indent="-300037"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Recorrer es</a:t>
            </a:r>
          </a:p>
          <a:p>
            <a:pPr marL="702128" lvl="1" indent="-244928"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Visitar todos los elementos de una estructura</a:t>
            </a:r>
          </a:p>
          <a:p>
            <a:pPr marL="300037" lvl="0" indent="-300037"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Como recorrer un árbol</a:t>
            </a:r>
          </a:p>
          <a:p>
            <a:pPr marL="702128" lvl="1" indent="-244928"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Hay tantos caminos, cual escoger?</a:t>
            </a:r>
          </a:p>
          <a:p>
            <a:pPr marL="702128" lvl="1" indent="-244928"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Existe tres recorridos típicos</a:t>
            </a:r>
          </a:p>
          <a:p>
            <a:pPr marL="1104900" lvl="2" indent="-190500"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2000" i="1">
                <a:solidFill>
                  <a:srgbClr val="002850"/>
                </a:solidFill>
              </a:rPr>
              <a:t>Nombrados de acuerdo a la posición de la raíz</a:t>
            </a:r>
          </a:p>
          <a:p>
            <a:pPr marL="1104900" lvl="2" indent="-190500"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2000" i="1">
                <a:solidFill>
                  <a:srgbClr val="002850"/>
                </a:solidFill>
              </a:rPr>
              <a:t>Preorden: raíz - subarbol izq. - subarbol der.</a:t>
            </a:r>
          </a:p>
          <a:p>
            <a:pPr marL="1104900" lvl="2" indent="-190500"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2000" i="1">
                <a:solidFill>
                  <a:srgbClr val="002850"/>
                </a:solidFill>
              </a:rPr>
              <a:t>Enorden : subarbol izq. - raíz - subarbol der.</a:t>
            </a:r>
          </a:p>
          <a:p>
            <a:pPr marL="1104900" lvl="2" indent="-190500"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2000" i="1">
                <a:solidFill>
                  <a:srgbClr val="002850"/>
                </a:solidFill>
              </a:rPr>
              <a:t>Postorden : subarbol izq. - subarbol der. -raíz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2564E36-CC93-4864-B017-01DB0862C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RECORRIDOS DE UN A.B.</a:t>
            </a:r>
            <a:endParaRPr lang="es-EC" dirty="0"/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" grpId="0" build="p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D4B8C2A-5D7A-422E-8467-D4FBC94C1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EJEMPLO PREORDEN</a:t>
            </a:r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3B7B303-D01A-4A56-85C4-287CE2995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262" name="Shape 262"/>
          <p:cNvSpPr/>
          <p:nvPr/>
        </p:nvSpPr>
        <p:spPr>
          <a:xfrm>
            <a:off x="4170836" y="2394405"/>
            <a:ext cx="3604005" cy="31572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64" h="20976" extrusionOk="0">
                <a:moveTo>
                  <a:pt x="10806" y="292"/>
                </a:moveTo>
                <a:cubicBezTo>
                  <a:pt x="11920" y="39"/>
                  <a:pt x="13553" y="-214"/>
                  <a:pt x="14369" y="292"/>
                </a:cubicBezTo>
                <a:cubicBezTo>
                  <a:pt x="15186" y="799"/>
                  <a:pt x="14889" y="2570"/>
                  <a:pt x="15705" y="3330"/>
                </a:cubicBezTo>
                <a:cubicBezTo>
                  <a:pt x="16522" y="4089"/>
                  <a:pt x="18377" y="3920"/>
                  <a:pt x="19268" y="4849"/>
                </a:cubicBezTo>
                <a:cubicBezTo>
                  <a:pt x="20159" y="5777"/>
                  <a:pt x="21198" y="7549"/>
                  <a:pt x="21050" y="8899"/>
                </a:cubicBezTo>
                <a:cubicBezTo>
                  <a:pt x="20901" y="10249"/>
                  <a:pt x="19342" y="11767"/>
                  <a:pt x="18377" y="12948"/>
                </a:cubicBezTo>
                <a:cubicBezTo>
                  <a:pt x="17412" y="14130"/>
                  <a:pt x="16670" y="15648"/>
                  <a:pt x="15260" y="15986"/>
                </a:cubicBezTo>
                <a:cubicBezTo>
                  <a:pt x="13850" y="16323"/>
                  <a:pt x="11697" y="14214"/>
                  <a:pt x="9916" y="14973"/>
                </a:cubicBezTo>
                <a:cubicBezTo>
                  <a:pt x="8134" y="15733"/>
                  <a:pt x="6204" y="19698"/>
                  <a:pt x="4571" y="20542"/>
                </a:cubicBezTo>
                <a:cubicBezTo>
                  <a:pt x="2938" y="21386"/>
                  <a:pt x="637" y="20880"/>
                  <a:pt x="118" y="20036"/>
                </a:cubicBezTo>
                <a:cubicBezTo>
                  <a:pt x="-402" y="19192"/>
                  <a:pt x="934" y="16408"/>
                  <a:pt x="1454" y="15480"/>
                </a:cubicBezTo>
                <a:cubicBezTo>
                  <a:pt x="1973" y="14552"/>
                  <a:pt x="2716" y="15395"/>
                  <a:pt x="3235" y="14467"/>
                </a:cubicBezTo>
                <a:cubicBezTo>
                  <a:pt x="3755" y="13539"/>
                  <a:pt x="3829" y="12020"/>
                  <a:pt x="4571" y="9911"/>
                </a:cubicBezTo>
                <a:cubicBezTo>
                  <a:pt x="5313" y="7802"/>
                  <a:pt x="6650" y="3414"/>
                  <a:pt x="7689" y="1811"/>
                </a:cubicBezTo>
                <a:cubicBezTo>
                  <a:pt x="8728" y="208"/>
                  <a:pt x="9693" y="545"/>
                  <a:pt x="10806" y="292"/>
                </a:cubicBezTo>
                <a:close/>
              </a:path>
            </a:pathLst>
          </a:custGeom>
          <a:solidFill>
            <a:srgbClr val="FEF800"/>
          </a:solidFill>
          <a:ln>
            <a:solidFill>
              <a:srgbClr val="FFCC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63" name="Shape 263"/>
          <p:cNvSpPr/>
          <p:nvPr/>
        </p:nvSpPr>
        <p:spPr>
          <a:xfrm>
            <a:off x="4329371" y="3118816"/>
            <a:ext cx="1870345" cy="23039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391" h="20843" extrusionOk="0">
                <a:moveTo>
                  <a:pt x="6799" y="7632"/>
                </a:moveTo>
                <a:cubicBezTo>
                  <a:pt x="5830" y="9125"/>
                  <a:pt x="6245" y="8780"/>
                  <a:pt x="5968" y="9700"/>
                </a:cubicBezTo>
                <a:cubicBezTo>
                  <a:pt x="5691" y="10619"/>
                  <a:pt x="5830" y="12342"/>
                  <a:pt x="5137" y="13146"/>
                </a:cubicBezTo>
                <a:cubicBezTo>
                  <a:pt x="4445" y="13951"/>
                  <a:pt x="2507" y="14066"/>
                  <a:pt x="1814" y="14525"/>
                </a:cubicBezTo>
                <a:cubicBezTo>
                  <a:pt x="1122" y="14985"/>
                  <a:pt x="1261" y="15100"/>
                  <a:pt x="984" y="15904"/>
                </a:cubicBezTo>
                <a:cubicBezTo>
                  <a:pt x="707" y="16708"/>
                  <a:pt x="-401" y="18546"/>
                  <a:pt x="153" y="19351"/>
                </a:cubicBezTo>
                <a:cubicBezTo>
                  <a:pt x="707" y="20155"/>
                  <a:pt x="2507" y="21189"/>
                  <a:pt x="4307" y="20729"/>
                </a:cubicBezTo>
                <a:cubicBezTo>
                  <a:pt x="6107" y="20270"/>
                  <a:pt x="8322" y="19121"/>
                  <a:pt x="10953" y="16593"/>
                </a:cubicBezTo>
                <a:cubicBezTo>
                  <a:pt x="13584" y="14066"/>
                  <a:pt x="18984" y="8206"/>
                  <a:pt x="20091" y="5563"/>
                </a:cubicBezTo>
                <a:cubicBezTo>
                  <a:pt x="21199" y="2921"/>
                  <a:pt x="18984" y="1542"/>
                  <a:pt x="17599" y="738"/>
                </a:cubicBezTo>
                <a:cubicBezTo>
                  <a:pt x="16214" y="-66"/>
                  <a:pt x="13584" y="-411"/>
                  <a:pt x="11784" y="738"/>
                </a:cubicBezTo>
                <a:cubicBezTo>
                  <a:pt x="9984" y="1887"/>
                  <a:pt x="7768" y="6138"/>
                  <a:pt x="6799" y="7632"/>
                </a:cubicBezTo>
                <a:close/>
              </a:path>
            </a:pathLst>
          </a:custGeom>
          <a:solidFill>
            <a:srgbClr val="ADFFAD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64" name="Shape 264"/>
          <p:cNvSpPr/>
          <p:nvPr/>
        </p:nvSpPr>
        <p:spPr>
          <a:xfrm>
            <a:off x="4427916" y="3886200"/>
            <a:ext cx="1134684" cy="14541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43" h="21321" extrusionOk="0">
                <a:moveTo>
                  <a:pt x="10050" y="3352"/>
                </a:moveTo>
                <a:cubicBezTo>
                  <a:pt x="10524" y="1862"/>
                  <a:pt x="10524" y="1676"/>
                  <a:pt x="11474" y="1117"/>
                </a:cubicBezTo>
                <a:cubicBezTo>
                  <a:pt x="12423" y="559"/>
                  <a:pt x="14322" y="0"/>
                  <a:pt x="15746" y="0"/>
                </a:cubicBezTo>
                <a:cubicBezTo>
                  <a:pt x="17170" y="0"/>
                  <a:pt x="19069" y="372"/>
                  <a:pt x="20019" y="1117"/>
                </a:cubicBezTo>
                <a:cubicBezTo>
                  <a:pt x="20968" y="1862"/>
                  <a:pt x="21443" y="3352"/>
                  <a:pt x="21443" y="4469"/>
                </a:cubicBezTo>
                <a:cubicBezTo>
                  <a:pt x="21443" y="5586"/>
                  <a:pt x="21206" y="6890"/>
                  <a:pt x="20019" y="7821"/>
                </a:cubicBezTo>
                <a:cubicBezTo>
                  <a:pt x="18832" y="8752"/>
                  <a:pt x="15984" y="8193"/>
                  <a:pt x="14322" y="10055"/>
                </a:cubicBezTo>
                <a:cubicBezTo>
                  <a:pt x="12661" y="11917"/>
                  <a:pt x="11948" y="17131"/>
                  <a:pt x="10050" y="18993"/>
                </a:cubicBezTo>
                <a:cubicBezTo>
                  <a:pt x="8151" y="20855"/>
                  <a:pt x="4590" y="21600"/>
                  <a:pt x="2929" y="21228"/>
                </a:cubicBezTo>
                <a:cubicBezTo>
                  <a:pt x="1267" y="20855"/>
                  <a:pt x="318" y="18062"/>
                  <a:pt x="80" y="16759"/>
                </a:cubicBezTo>
                <a:cubicBezTo>
                  <a:pt x="-157" y="15455"/>
                  <a:pt x="80" y="14524"/>
                  <a:pt x="1505" y="13407"/>
                </a:cubicBezTo>
                <a:cubicBezTo>
                  <a:pt x="2929" y="12290"/>
                  <a:pt x="7201" y="11731"/>
                  <a:pt x="8625" y="10055"/>
                </a:cubicBezTo>
                <a:cubicBezTo>
                  <a:pt x="10050" y="8379"/>
                  <a:pt x="9575" y="4841"/>
                  <a:pt x="10050" y="3352"/>
                </a:cubicBezTo>
                <a:close/>
              </a:path>
            </a:pathLst>
          </a:custGeom>
          <a:solidFill>
            <a:srgbClr val="D5FFD5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65" name="Shape 265"/>
          <p:cNvSpPr/>
          <p:nvPr/>
        </p:nvSpPr>
        <p:spPr>
          <a:xfrm>
            <a:off x="6047644" y="3124199"/>
            <a:ext cx="1410431" cy="1545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329" h="20703" extrusionOk="0">
                <a:moveTo>
                  <a:pt x="7287" y="2041"/>
                </a:moveTo>
                <a:cubicBezTo>
                  <a:pt x="8935" y="170"/>
                  <a:pt x="9667" y="0"/>
                  <a:pt x="11681" y="0"/>
                </a:cubicBezTo>
                <a:cubicBezTo>
                  <a:pt x="13694" y="0"/>
                  <a:pt x="18087" y="340"/>
                  <a:pt x="19369" y="2041"/>
                </a:cubicBezTo>
                <a:cubicBezTo>
                  <a:pt x="20650" y="3742"/>
                  <a:pt x="20650" y="7143"/>
                  <a:pt x="19369" y="10205"/>
                </a:cubicBezTo>
                <a:cubicBezTo>
                  <a:pt x="18087" y="13266"/>
                  <a:pt x="14792" y="19219"/>
                  <a:pt x="11681" y="20409"/>
                </a:cubicBezTo>
                <a:cubicBezTo>
                  <a:pt x="8569" y="21600"/>
                  <a:pt x="2345" y="18879"/>
                  <a:pt x="697" y="17348"/>
                </a:cubicBezTo>
                <a:cubicBezTo>
                  <a:pt x="-950" y="15817"/>
                  <a:pt x="697" y="13776"/>
                  <a:pt x="1796" y="11225"/>
                </a:cubicBezTo>
                <a:cubicBezTo>
                  <a:pt x="2894" y="8674"/>
                  <a:pt x="5640" y="3912"/>
                  <a:pt x="7287" y="2041"/>
                </a:cubicBezTo>
                <a:close/>
              </a:path>
            </a:pathLst>
          </a:custGeom>
          <a:solidFill>
            <a:srgbClr val="FFFF95"/>
          </a:solidFill>
          <a:ln>
            <a:solidFill>
              <a:srgbClr val="FFCC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66" name="Shape 266"/>
          <p:cNvSpPr/>
          <p:nvPr/>
        </p:nvSpPr>
        <p:spPr>
          <a:xfrm>
            <a:off x="4445255" y="4715042"/>
            <a:ext cx="538710" cy="5478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64" h="19826" extrusionOk="0">
                <a:moveTo>
                  <a:pt x="252" y="5854"/>
                </a:moveTo>
                <a:cubicBezTo>
                  <a:pt x="821" y="4475"/>
                  <a:pt x="1389" y="4015"/>
                  <a:pt x="3663" y="3096"/>
                </a:cubicBezTo>
                <a:cubicBezTo>
                  <a:pt x="5937" y="2177"/>
                  <a:pt x="11052" y="-1040"/>
                  <a:pt x="13895" y="339"/>
                </a:cubicBezTo>
                <a:cubicBezTo>
                  <a:pt x="16737" y="1717"/>
                  <a:pt x="21284" y="8151"/>
                  <a:pt x="20716" y="11369"/>
                </a:cubicBezTo>
                <a:cubicBezTo>
                  <a:pt x="20147" y="14586"/>
                  <a:pt x="13326" y="18722"/>
                  <a:pt x="10484" y="19641"/>
                </a:cubicBezTo>
                <a:cubicBezTo>
                  <a:pt x="7642" y="20560"/>
                  <a:pt x="5368" y="17803"/>
                  <a:pt x="3663" y="16883"/>
                </a:cubicBezTo>
                <a:cubicBezTo>
                  <a:pt x="1958" y="15964"/>
                  <a:pt x="821" y="15045"/>
                  <a:pt x="252" y="14126"/>
                </a:cubicBezTo>
                <a:cubicBezTo>
                  <a:pt x="-316" y="13207"/>
                  <a:pt x="252" y="12747"/>
                  <a:pt x="252" y="11369"/>
                </a:cubicBezTo>
                <a:cubicBezTo>
                  <a:pt x="252" y="9990"/>
                  <a:pt x="-316" y="7232"/>
                  <a:pt x="252" y="5854"/>
                </a:cubicBezTo>
                <a:close/>
              </a:path>
            </a:pathLst>
          </a:custGeom>
          <a:solidFill>
            <a:srgbClr val="FBFFFB"/>
          </a:solidFill>
          <a:ln>
            <a:solidFill>
              <a:srgbClr val="0080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67" name="Shape 267"/>
          <p:cNvSpPr/>
          <p:nvPr/>
        </p:nvSpPr>
        <p:spPr>
          <a:xfrm>
            <a:off x="6170210" y="3942277"/>
            <a:ext cx="615881" cy="5870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50" h="20376" extrusionOk="0">
                <a:moveTo>
                  <a:pt x="7844" y="698"/>
                </a:moveTo>
                <a:cubicBezTo>
                  <a:pt x="5684" y="1139"/>
                  <a:pt x="3956" y="1580"/>
                  <a:pt x="2660" y="3343"/>
                </a:cubicBezTo>
                <a:cubicBezTo>
                  <a:pt x="1364" y="5107"/>
                  <a:pt x="-364" y="8633"/>
                  <a:pt x="68" y="11278"/>
                </a:cubicBezTo>
                <a:cubicBezTo>
                  <a:pt x="500" y="13923"/>
                  <a:pt x="2228" y="17890"/>
                  <a:pt x="5252" y="19213"/>
                </a:cubicBezTo>
                <a:cubicBezTo>
                  <a:pt x="8276" y="20535"/>
                  <a:pt x="15620" y="20976"/>
                  <a:pt x="18212" y="19213"/>
                </a:cubicBezTo>
                <a:cubicBezTo>
                  <a:pt x="20804" y="17449"/>
                  <a:pt x="21236" y="11719"/>
                  <a:pt x="20804" y="8633"/>
                </a:cubicBezTo>
                <a:cubicBezTo>
                  <a:pt x="20372" y="5547"/>
                  <a:pt x="17780" y="2021"/>
                  <a:pt x="15620" y="698"/>
                </a:cubicBezTo>
                <a:cubicBezTo>
                  <a:pt x="13460" y="-624"/>
                  <a:pt x="10004" y="258"/>
                  <a:pt x="7844" y="698"/>
                </a:cubicBezTo>
                <a:close/>
              </a:path>
            </a:pathLst>
          </a:custGeom>
          <a:solidFill>
            <a:srgbClr val="D5FFD5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270" name="Group 270"/>
          <p:cNvGrpSpPr/>
          <p:nvPr/>
        </p:nvGrpSpPr>
        <p:grpSpPr>
          <a:xfrm>
            <a:off x="853054" y="5658980"/>
            <a:ext cx="6402388" cy="459741"/>
            <a:chOff x="0" y="0"/>
            <a:chExt cx="6402387" cy="459740"/>
          </a:xfrm>
        </p:grpSpPr>
        <p:sp>
          <p:nvSpPr>
            <p:cNvPr id="268" name="Shape 268"/>
            <p:cNvSpPr/>
            <p:nvPr/>
          </p:nvSpPr>
          <p:spPr>
            <a:xfrm>
              <a:off x="0" y="39370"/>
              <a:ext cx="6402388" cy="3810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69" name="Shape 269"/>
            <p:cNvSpPr/>
            <p:nvPr/>
          </p:nvSpPr>
          <p:spPr>
            <a:xfrm>
              <a:off x="0" y="-1"/>
              <a:ext cx="307589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G</a:t>
              </a:r>
            </a:p>
          </p:txBody>
        </p:sp>
      </p:grpSp>
      <p:grpSp>
        <p:nvGrpSpPr>
          <p:cNvPr id="273" name="Group 273"/>
          <p:cNvGrpSpPr/>
          <p:nvPr/>
        </p:nvGrpSpPr>
        <p:grpSpPr>
          <a:xfrm>
            <a:off x="853054" y="5658980"/>
            <a:ext cx="6402388" cy="459741"/>
            <a:chOff x="0" y="0"/>
            <a:chExt cx="6402387" cy="459740"/>
          </a:xfrm>
        </p:grpSpPr>
        <p:sp>
          <p:nvSpPr>
            <p:cNvPr id="271" name="Shape 271"/>
            <p:cNvSpPr/>
            <p:nvPr/>
          </p:nvSpPr>
          <p:spPr>
            <a:xfrm>
              <a:off x="0" y="39370"/>
              <a:ext cx="6402388" cy="3810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72" name="Shape 272"/>
            <p:cNvSpPr/>
            <p:nvPr/>
          </p:nvSpPr>
          <p:spPr>
            <a:xfrm>
              <a:off x="0" y="-1"/>
              <a:ext cx="625039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G-D</a:t>
              </a:r>
            </a:p>
          </p:txBody>
        </p:sp>
      </p:grpSp>
      <p:grpSp>
        <p:nvGrpSpPr>
          <p:cNvPr id="276" name="Group 276"/>
          <p:cNvGrpSpPr/>
          <p:nvPr/>
        </p:nvGrpSpPr>
        <p:grpSpPr>
          <a:xfrm>
            <a:off x="853054" y="5658980"/>
            <a:ext cx="6402388" cy="459741"/>
            <a:chOff x="0" y="0"/>
            <a:chExt cx="6402387" cy="459740"/>
          </a:xfrm>
        </p:grpSpPr>
        <p:sp>
          <p:nvSpPr>
            <p:cNvPr id="274" name="Shape 274"/>
            <p:cNvSpPr/>
            <p:nvPr/>
          </p:nvSpPr>
          <p:spPr>
            <a:xfrm>
              <a:off x="0" y="39370"/>
              <a:ext cx="6402388" cy="3810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75" name="Shape 275"/>
            <p:cNvSpPr/>
            <p:nvPr/>
          </p:nvSpPr>
          <p:spPr>
            <a:xfrm>
              <a:off x="0" y="-1"/>
              <a:ext cx="915403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G-D-B</a:t>
              </a:r>
            </a:p>
          </p:txBody>
        </p:sp>
      </p:grpSp>
      <p:grpSp>
        <p:nvGrpSpPr>
          <p:cNvPr id="279" name="Group 279"/>
          <p:cNvGrpSpPr/>
          <p:nvPr/>
        </p:nvGrpSpPr>
        <p:grpSpPr>
          <a:xfrm>
            <a:off x="853054" y="5658980"/>
            <a:ext cx="6402388" cy="459741"/>
            <a:chOff x="0" y="0"/>
            <a:chExt cx="6402387" cy="459740"/>
          </a:xfrm>
        </p:grpSpPr>
        <p:sp>
          <p:nvSpPr>
            <p:cNvPr id="277" name="Shape 277"/>
            <p:cNvSpPr/>
            <p:nvPr/>
          </p:nvSpPr>
          <p:spPr>
            <a:xfrm>
              <a:off x="0" y="39370"/>
              <a:ext cx="6402388" cy="3810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78" name="Shape 278"/>
            <p:cNvSpPr/>
            <p:nvPr/>
          </p:nvSpPr>
          <p:spPr>
            <a:xfrm>
              <a:off x="0" y="-1"/>
              <a:ext cx="1203385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G-D-B-A</a:t>
              </a:r>
            </a:p>
          </p:txBody>
        </p:sp>
      </p:grpSp>
      <p:grpSp>
        <p:nvGrpSpPr>
          <p:cNvPr id="282" name="Group 282"/>
          <p:cNvGrpSpPr/>
          <p:nvPr/>
        </p:nvGrpSpPr>
        <p:grpSpPr>
          <a:xfrm>
            <a:off x="853054" y="5658980"/>
            <a:ext cx="6402388" cy="459741"/>
            <a:chOff x="0" y="0"/>
            <a:chExt cx="6402387" cy="459740"/>
          </a:xfrm>
        </p:grpSpPr>
        <p:sp>
          <p:nvSpPr>
            <p:cNvPr id="280" name="Shape 280"/>
            <p:cNvSpPr/>
            <p:nvPr/>
          </p:nvSpPr>
          <p:spPr>
            <a:xfrm>
              <a:off x="0" y="39370"/>
              <a:ext cx="6402388" cy="3810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81" name="Shape 281"/>
            <p:cNvSpPr/>
            <p:nvPr/>
          </p:nvSpPr>
          <p:spPr>
            <a:xfrm>
              <a:off x="0" y="-1"/>
              <a:ext cx="1490177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G-D-B-A-C</a:t>
              </a:r>
            </a:p>
          </p:txBody>
        </p:sp>
      </p:grpSp>
      <p:grpSp>
        <p:nvGrpSpPr>
          <p:cNvPr id="285" name="Group 285"/>
          <p:cNvGrpSpPr/>
          <p:nvPr/>
        </p:nvGrpSpPr>
        <p:grpSpPr>
          <a:xfrm>
            <a:off x="853054" y="5658980"/>
            <a:ext cx="6402388" cy="459741"/>
            <a:chOff x="0" y="0"/>
            <a:chExt cx="6402387" cy="459740"/>
          </a:xfrm>
        </p:grpSpPr>
        <p:sp>
          <p:nvSpPr>
            <p:cNvPr id="283" name="Shape 283"/>
            <p:cNvSpPr/>
            <p:nvPr/>
          </p:nvSpPr>
          <p:spPr>
            <a:xfrm>
              <a:off x="0" y="39370"/>
              <a:ext cx="6402388" cy="3810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84" name="Shape 284"/>
            <p:cNvSpPr/>
            <p:nvPr/>
          </p:nvSpPr>
          <p:spPr>
            <a:xfrm>
              <a:off x="0" y="-1"/>
              <a:ext cx="1764914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G-D-B-A-C-E</a:t>
              </a:r>
            </a:p>
          </p:txBody>
        </p:sp>
      </p:grpSp>
      <p:sp>
        <p:nvSpPr>
          <p:cNvPr id="286" name="Shape 286"/>
          <p:cNvSpPr/>
          <p:nvPr/>
        </p:nvSpPr>
        <p:spPr>
          <a:xfrm>
            <a:off x="1611565" y="2507877"/>
            <a:ext cx="3202363" cy="22376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43" h="20797" extrusionOk="0">
                <a:moveTo>
                  <a:pt x="9704" y="888"/>
                </a:moveTo>
                <a:cubicBezTo>
                  <a:pt x="11149" y="-646"/>
                  <a:pt x="10384" y="298"/>
                  <a:pt x="10724" y="180"/>
                </a:cubicBezTo>
                <a:cubicBezTo>
                  <a:pt x="11064" y="62"/>
                  <a:pt x="11319" y="62"/>
                  <a:pt x="11744" y="180"/>
                </a:cubicBezTo>
                <a:cubicBezTo>
                  <a:pt x="12170" y="298"/>
                  <a:pt x="12935" y="298"/>
                  <a:pt x="13275" y="888"/>
                </a:cubicBezTo>
                <a:cubicBezTo>
                  <a:pt x="13615" y="1479"/>
                  <a:pt x="13020" y="2895"/>
                  <a:pt x="13785" y="3721"/>
                </a:cubicBezTo>
                <a:cubicBezTo>
                  <a:pt x="14551" y="4547"/>
                  <a:pt x="16677" y="4902"/>
                  <a:pt x="17867" y="5846"/>
                </a:cubicBezTo>
                <a:cubicBezTo>
                  <a:pt x="19058" y="6790"/>
                  <a:pt x="20333" y="8206"/>
                  <a:pt x="20929" y="9387"/>
                </a:cubicBezTo>
                <a:cubicBezTo>
                  <a:pt x="21524" y="10567"/>
                  <a:pt x="21439" y="11629"/>
                  <a:pt x="21439" y="12928"/>
                </a:cubicBezTo>
                <a:cubicBezTo>
                  <a:pt x="21439" y="14226"/>
                  <a:pt x="21439" y="15997"/>
                  <a:pt x="20929" y="17177"/>
                </a:cubicBezTo>
                <a:cubicBezTo>
                  <a:pt x="20418" y="18357"/>
                  <a:pt x="19228" y="19538"/>
                  <a:pt x="18378" y="20010"/>
                </a:cubicBezTo>
                <a:cubicBezTo>
                  <a:pt x="17527" y="20482"/>
                  <a:pt x="16847" y="20128"/>
                  <a:pt x="15826" y="20010"/>
                </a:cubicBezTo>
                <a:cubicBezTo>
                  <a:pt x="14806" y="19892"/>
                  <a:pt x="13530" y="19184"/>
                  <a:pt x="12255" y="19302"/>
                </a:cubicBezTo>
                <a:cubicBezTo>
                  <a:pt x="10979" y="19420"/>
                  <a:pt x="9789" y="20600"/>
                  <a:pt x="8173" y="20718"/>
                </a:cubicBezTo>
                <a:cubicBezTo>
                  <a:pt x="6557" y="20836"/>
                  <a:pt x="3921" y="20954"/>
                  <a:pt x="2560" y="20010"/>
                </a:cubicBezTo>
                <a:cubicBezTo>
                  <a:pt x="1200" y="19065"/>
                  <a:pt x="94" y="16823"/>
                  <a:pt x="9" y="15052"/>
                </a:cubicBezTo>
                <a:cubicBezTo>
                  <a:pt x="-76" y="13282"/>
                  <a:pt x="434" y="11747"/>
                  <a:pt x="2050" y="9387"/>
                </a:cubicBezTo>
                <a:cubicBezTo>
                  <a:pt x="3666" y="7026"/>
                  <a:pt x="8258" y="2423"/>
                  <a:pt x="9704" y="888"/>
                </a:cubicBezTo>
                <a:close/>
              </a:path>
            </a:pathLst>
          </a:custGeom>
          <a:solidFill>
            <a:srgbClr val="61FF61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87" name="Shape 287"/>
          <p:cNvSpPr/>
          <p:nvPr/>
        </p:nvSpPr>
        <p:spPr>
          <a:xfrm>
            <a:off x="1847850" y="3160335"/>
            <a:ext cx="1595783" cy="14771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78" h="21291" extrusionOk="0">
                <a:moveTo>
                  <a:pt x="6729" y="2408"/>
                </a:moveTo>
                <a:cubicBezTo>
                  <a:pt x="8059" y="760"/>
                  <a:pt x="7893" y="577"/>
                  <a:pt x="8723" y="211"/>
                </a:cubicBezTo>
                <a:cubicBezTo>
                  <a:pt x="9554" y="-155"/>
                  <a:pt x="11049" y="28"/>
                  <a:pt x="11714" y="211"/>
                </a:cubicBezTo>
                <a:cubicBezTo>
                  <a:pt x="12379" y="394"/>
                  <a:pt x="12213" y="760"/>
                  <a:pt x="12711" y="1309"/>
                </a:cubicBezTo>
                <a:cubicBezTo>
                  <a:pt x="13209" y="1859"/>
                  <a:pt x="13376" y="1492"/>
                  <a:pt x="14705" y="3506"/>
                </a:cubicBezTo>
                <a:cubicBezTo>
                  <a:pt x="16034" y="5520"/>
                  <a:pt x="20022" y="10645"/>
                  <a:pt x="20686" y="13391"/>
                </a:cubicBezTo>
                <a:cubicBezTo>
                  <a:pt x="21351" y="16137"/>
                  <a:pt x="20188" y="18699"/>
                  <a:pt x="18693" y="19981"/>
                </a:cubicBezTo>
                <a:cubicBezTo>
                  <a:pt x="17197" y="21262"/>
                  <a:pt x="13708" y="20896"/>
                  <a:pt x="11714" y="21079"/>
                </a:cubicBezTo>
                <a:cubicBezTo>
                  <a:pt x="9720" y="21262"/>
                  <a:pt x="8557" y="21445"/>
                  <a:pt x="6729" y="21079"/>
                </a:cubicBezTo>
                <a:cubicBezTo>
                  <a:pt x="4902" y="20713"/>
                  <a:pt x="1745" y="20713"/>
                  <a:pt x="748" y="18882"/>
                </a:cubicBezTo>
                <a:cubicBezTo>
                  <a:pt x="-249" y="17052"/>
                  <a:pt x="-249" y="12842"/>
                  <a:pt x="748" y="10096"/>
                </a:cubicBezTo>
                <a:cubicBezTo>
                  <a:pt x="1745" y="7350"/>
                  <a:pt x="5400" y="4055"/>
                  <a:pt x="6729" y="2408"/>
                </a:cubicBezTo>
                <a:close/>
              </a:path>
            </a:pathLst>
          </a:custGeom>
          <a:solidFill>
            <a:srgbClr val="ADFFAD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88" name="Shape 288"/>
          <p:cNvSpPr/>
          <p:nvPr/>
        </p:nvSpPr>
        <p:spPr>
          <a:xfrm>
            <a:off x="1933742" y="3914942"/>
            <a:ext cx="626915" cy="6189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18" h="20641" extrusionOk="0">
                <a:moveTo>
                  <a:pt x="2746" y="5394"/>
                </a:moveTo>
                <a:cubicBezTo>
                  <a:pt x="3561" y="2853"/>
                  <a:pt x="3561" y="3700"/>
                  <a:pt x="5191" y="2853"/>
                </a:cubicBezTo>
                <a:cubicBezTo>
                  <a:pt x="6821" y="2006"/>
                  <a:pt x="10082" y="-959"/>
                  <a:pt x="12527" y="312"/>
                </a:cubicBezTo>
                <a:cubicBezTo>
                  <a:pt x="14972" y="1582"/>
                  <a:pt x="19048" y="7512"/>
                  <a:pt x="19863" y="10476"/>
                </a:cubicBezTo>
                <a:cubicBezTo>
                  <a:pt x="20678" y="13441"/>
                  <a:pt x="19455" y="16406"/>
                  <a:pt x="17418" y="18100"/>
                </a:cubicBezTo>
                <a:cubicBezTo>
                  <a:pt x="15380" y="19794"/>
                  <a:pt x="10489" y="20641"/>
                  <a:pt x="7636" y="20641"/>
                </a:cubicBezTo>
                <a:cubicBezTo>
                  <a:pt x="4784" y="20641"/>
                  <a:pt x="1523" y="20641"/>
                  <a:pt x="301" y="18100"/>
                </a:cubicBezTo>
                <a:cubicBezTo>
                  <a:pt x="-922" y="15559"/>
                  <a:pt x="1931" y="7935"/>
                  <a:pt x="2746" y="5394"/>
                </a:cubicBezTo>
                <a:close/>
              </a:path>
            </a:pathLst>
          </a:custGeom>
          <a:solidFill>
            <a:srgbClr val="D5FFD5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89" name="Shape 289"/>
          <p:cNvSpPr/>
          <p:nvPr/>
        </p:nvSpPr>
        <p:spPr>
          <a:xfrm>
            <a:off x="2731578" y="3959225"/>
            <a:ext cx="578528" cy="6139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81" h="20886" extrusionOk="0">
                <a:moveTo>
                  <a:pt x="3048" y="2700"/>
                </a:moveTo>
                <a:cubicBezTo>
                  <a:pt x="4812" y="540"/>
                  <a:pt x="8338" y="-324"/>
                  <a:pt x="10983" y="108"/>
                </a:cubicBezTo>
                <a:cubicBezTo>
                  <a:pt x="13628" y="540"/>
                  <a:pt x="17595" y="2700"/>
                  <a:pt x="18918" y="5292"/>
                </a:cubicBezTo>
                <a:cubicBezTo>
                  <a:pt x="20240" y="7884"/>
                  <a:pt x="20681" y="13068"/>
                  <a:pt x="18918" y="15660"/>
                </a:cubicBezTo>
                <a:cubicBezTo>
                  <a:pt x="17154" y="18252"/>
                  <a:pt x="11424" y="21276"/>
                  <a:pt x="8338" y="20844"/>
                </a:cubicBezTo>
                <a:cubicBezTo>
                  <a:pt x="5252" y="20412"/>
                  <a:pt x="1726" y="16092"/>
                  <a:pt x="403" y="13068"/>
                </a:cubicBezTo>
                <a:cubicBezTo>
                  <a:pt x="-919" y="10044"/>
                  <a:pt x="1285" y="4860"/>
                  <a:pt x="3048" y="2700"/>
                </a:cubicBezTo>
                <a:close/>
              </a:path>
            </a:pathLst>
          </a:custGeom>
          <a:solidFill>
            <a:srgbClr val="FFFFE9"/>
          </a:solidFill>
          <a:ln>
            <a:solidFill>
              <a:srgbClr val="9933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90" name="Shape 290"/>
          <p:cNvSpPr/>
          <p:nvPr/>
        </p:nvSpPr>
        <p:spPr>
          <a:xfrm>
            <a:off x="3414053" y="3118104"/>
            <a:ext cx="1338720" cy="15374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99" h="20919" extrusionOk="0">
                <a:moveTo>
                  <a:pt x="1409" y="1120"/>
                </a:moveTo>
                <a:cubicBezTo>
                  <a:pt x="2587" y="-435"/>
                  <a:pt x="5337" y="83"/>
                  <a:pt x="7300" y="83"/>
                </a:cubicBezTo>
                <a:cubicBezTo>
                  <a:pt x="9264" y="83"/>
                  <a:pt x="11031" y="-89"/>
                  <a:pt x="13191" y="1120"/>
                </a:cubicBezTo>
                <a:cubicBezTo>
                  <a:pt x="15351" y="2330"/>
                  <a:pt x="19278" y="4749"/>
                  <a:pt x="20260" y="7341"/>
                </a:cubicBezTo>
                <a:cubicBezTo>
                  <a:pt x="21242" y="9933"/>
                  <a:pt x="20457" y="14426"/>
                  <a:pt x="19082" y="16672"/>
                </a:cubicBezTo>
                <a:cubicBezTo>
                  <a:pt x="17707" y="18919"/>
                  <a:pt x="14369" y="20474"/>
                  <a:pt x="12013" y="20819"/>
                </a:cubicBezTo>
                <a:cubicBezTo>
                  <a:pt x="9657" y="21165"/>
                  <a:pt x="6907" y="20647"/>
                  <a:pt x="4944" y="18746"/>
                </a:cubicBezTo>
                <a:cubicBezTo>
                  <a:pt x="2980" y="16845"/>
                  <a:pt x="820" y="12352"/>
                  <a:pt x="231" y="9415"/>
                </a:cubicBezTo>
                <a:cubicBezTo>
                  <a:pt x="-358" y="6477"/>
                  <a:pt x="231" y="2675"/>
                  <a:pt x="1409" y="1120"/>
                </a:cubicBezTo>
                <a:close/>
              </a:path>
            </a:pathLst>
          </a:custGeom>
          <a:solidFill>
            <a:srgbClr val="FFFF95"/>
          </a:solidFill>
          <a:ln>
            <a:solidFill>
              <a:srgbClr val="FFCC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91" name="Shape 291"/>
          <p:cNvSpPr/>
          <p:nvPr/>
        </p:nvSpPr>
        <p:spPr>
          <a:xfrm>
            <a:off x="3961890" y="3946525"/>
            <a:ext cx="578529" cy="6139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81" h="20886" extrusionOk="0">
                <a:moveTo>
                  <a:pt x="3048" y="2700"/>
                </a:moveTo>
                <a:cubicBezTo>
                  <a:pt x="4812" y="540"/>
                  <a:pt x="8338" y="-324"/>
                  <a:pt x="10983" y="108"/>
                </a:cubicBezTo>
                <a:cubicBezTo>
                  <a:pt x="13628" y="540"/>
                  <a:pt x="17595" y="2700"/>
                  <a:pt x="18918" y="5292"/>
                </a:cubicBezTo>
                <a:cubicBezTo>
                  <a:pt x="20240" y="7884"/>
                  <a:pt x="20681" y="13068"/>
                  <a:pt x="18918" y="15660"/>
                </a:cubicBezTo>
                <a:cubicBezTo>
                  <a:pt x="17154" y="18252"/>
                  <a:pt x="11424" y="21276"/>
                  <a:pt x="8338" y="20844"/>
                </a:cubicBezTo>
                <a:cubicBezTo>
                  <a:pt x="5252" y="20412"/>
                  <a:pt x="1726" y="16092"/>
                  <a:pt x="403" y="13068"/>
                </a:cubicBezTo>
                <a:cubicBezTo>
                  <a:pt x="-919" y="10044"/>
                  <a:pt x="1285" y="4860"/>
                  <a:pt x="3048" y="2700"/>
                </a:cubicBezTo>
                <a:close/>
              </a:path>
            </a:pathLst>
          </a:custGeom>
          <a:solidFill>
            <a:srgbClr val="FFFFE9"/>
          </a:solidFill>
          <a:ln>
            <a:solidFill>
              <a:srgbClr val="8000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343" name="Group 343"/>
          <p:cNvGrpSpPr/>
          <p:nvPr/>
        </p:nvGrpSpPr>
        <p:grpSpPr>
          <a:xfrm>
            <a:off x="2057400" y="1981200"/>
            <a:ext cx="5105400" cy="3200400"/>
            <a:chOff x="0" y="0"/>
            <a:chExt cx="5105400" cy="3200400"/>
          </a:xfrm>
        </p:grpSpPr>
        <p:grpSp>
          <p:nvGrpSpPr>
            <p:cNvPr id="294" name="Group 294"/>
            <p:cNvGrpSpPr/>
            <p:nvPr/>
          </p:nvGrpSpPr>
          <p:grpSpPr>
            <a:xfrm>
              <a:off x="2438400" y="0"/>
              <a:ext cx="381000" cy="381000"/>
              <a:chOff x="0" y="0"/>
              <a:chExt cx="381000" cy="381000"/>
            </a:xfrm>
          </p:grpSpPr>
          <p:sp>
            <p:nvSpPr>
              <p:cNvPr id="292" name="Shape 292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293" name="Shape 293"/>
              <p:cNvSpPr/>
              <p:nvPr/>
            </p:nvSpPr>
            <p:spPr>
              <a:xfrm>
                <a:off x="62136" y="5080"/>
                <a:ext cx="256728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G</a:t>
                </a:r>
              </a:p>
            </p:txBody>
          </p:sp>
        </p:grpSp>
        <p:grpSp>
          <p:nvGrpSpPr>
            <p:cNvPr id="297" name="Group 297"/>
            <p:cNvGrpSpPr/>
            <p:nvPr/>
          </p:nvGrpSpPr>
          <p:grpSpPr>
            <a:xfrm>
              <a:off x="990600" y="685800"/>
              <a:ext cx="381000" cy="381000"/>
              <a:chOff x="0" y="0"/>
              <a:chExt cx="381000" cy="381000"/>
            </a:xfrm>
          </p:grpSpPr>
          <p:sp>
            <p:nvSpPr>
              <p:cNvPr id="295" name="Shape 295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296" name="Shape 296"/>
              <p:cNvSpPr/>
              <p:nvPr/>
            </p:nvSpPr>
            <p:spPr>
              <a:xfrm>
                <a:off x="60909" y="5080"/>
                <a:ext cx="25918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D</a:t>
                </a:r>
              </a:p>
            </p:txBody>
          </p:sp>
        </p:grpSp>
        <p:grpSp>
          <p:nvGrpSpPr>
            <p:cNvPr id="300" name="Group 300"/>
            <p:cNvGrpSpPr/>
            <p:nvPr/>
          </p:nvGrpSpPr>
          <p:grpSpPr>
            <a:xfrm>
              <a:off x="4038600" y="685800"/>
              <a:ext cx="381000" cy="381000"/>
              <a:chOff x="0" y="0"/>
              <a:chExt cx="381000" cy="381000"/>
            </a:xfrm>
          </p:grpSpPr>
          <p:sp>
            <p:nvSpPr>
              <p:cNvPr id="298" name="Shape 298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299" name="Shape 299"/>
              <p:cNvSpPr/>
              <p:nvPr/>
            </p:nvSpPr>
            <p:spPr>
              <a:xfrm>
                <a:off x="71234" y="5080"/>
                <a:ext cx="23853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K</a:t>
                </a:r>
              </a:p>
            </p:txBody>
          </p:sp>
        </p:grpSp>
        <p:grpSp>
          <p:nvGrpSpPr>
            <p:cNvPr id="303" name="Group 303"/>
            <p:cNvGrpSpPr/>
            <p:nvPr/>
          </p:nvGrpSpPr>
          <p:grpSpPr>
            <a:xfrm>
              <a:off x="381000" y="1371600"/>
              <a:ext cx="381000" cy="381000"/>
              <a:chOff x="0" y="0"/>
              <a:chExt cx="381000" cy="381000"/>
            </a:xfrm>
          </p:grpSpPr>
          <p:sp>
            <p:nvSpPr>
              <p:cNvPr id="301" name="Shape 301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02" name="Shape 302"/>
              <p:cNvSpPr/>
              <p:nvPr/>
            </p:nvSpPr>
            <p:spPr>
              <a:xfrm>
                <a:off x="71066" y="5080"/>
                <a:ext cx="238868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B</a:t>
                </a:r>
              </a:p>
            </p:txBody>
          </p:sp>
        </p:grpSp>
        <p:grpSp>
          <p:nvGrpSpPr>
            <p:cNvPr id="306" name="Group 306"/>
            <p:cNvGrpSpPr/>
            <p:nvPr/>
          </p:nvGrpSpPr>
          <p:grpSpPr>
            <a:xfrm>
              <a:off x="1600200" y="1371600"/>
              <a:ext cx="381000" cy="381000"/>
              <a:chOff x="0" y="0"/>
              <a:chExt cx="381000" cy="381000"/>
            </a:xfrm>
          </p:grpSpPr>
          <p:sp>
            <p:nvSpPr>
              <p:cNvPr id="304" name="Shape 304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05" name="Shape 305"/>
              <p:cNvSpPr/>
              <p:nvPr/>
            </p:nvSpPr>
            <p:spPr>
              <a:xfrm>
                <a:off x="74303" y="5080"/>
                <a:ext cx="23239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E</a:t>
                </a:r>
              </a:p>
            </p:txBody>
          </p:sp>
        </p:grpSp>
        <p:grpSp>
          <p:nvGrpSpPr>
            <p:cNvPr id="309" name="Group 309"/>
            <p:cNvGrpSpPr/>
            <p:nvPr/>
          </p:nvGrpSpPr>
          <p:grpSpPr>
            <a:xfrm>
              <a:off x="3505200" y="1371600"/>
              <a:ext cx="381000" cy="381000"/>
              <a:chOff x="0" y="0"/>
              <a:chExt cx="381000" cy="381000"/>
            </a:xfrm>
          </p:grpSpPr>
          <p:sp>
            <p:nvSpPr>
              <p:cNvPr id="307" name="Shape 307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08" name="Shape 308"/>
              <p:cNvSpPr/>
              <p:nvPr/>
            </p:nvSpPr>
            <p:spPr>
              <a:xfrm>
                <a:off x="61244" y="5080"/>
                <a:ext cx="25851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H</a:t>
                </a:r>
              </a:p>
            </p:txBody>
          </p:sp>
        </p:grpSp>
        <p:grpSp>
          <p:nvGrpSpPr>
            <p:cNvPr id="312" name="Group 312"/>
            <p:cNvGrpSpPr/>
            <p:nvPr/>
          </p:nvGrpSpPr>
          <p:grpSpPr>
            <a:xfrm>
              <a:off x="4724400" y="1371600"/>
              <a:ext cx="381000" cy="381000"/>
              <a:chOff x="0" y="0"/>
              <a:chExt cx="381000" cy="381000"/>
            </a:xfrm>
          </p:grpSpPr>
          <p:sp>
            <p:nvSpPr>
              <p:cNvPr id="310" name="Shape 310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11" name="Shape 311"/>
              <p:cNvSpPr/>
              <p:nvPr/>
            </p:nvSpPr>
            <p:spPr>
              <a:xfrm>
                <a:off x="50360" y="5080"/>
                <a:ext cx="280280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M</a:t>
                </a:r>
              </a:p>
            </p:txBody>
          </p:sp>
        </p:grpSp>
        <p:grpSp>
          <p:nvGrpSpPr>
            <p:cNvPr id="315" name="Group 315"/>
            <p:cNvGrpSpPr/>
            <p:nvPr/>
          </p:nvGrpSpPr>
          <p:grpSpPr>
            <a:xfrm>
              <a:off x="0" y="2057400"/>
              <a:ext cx="381000" cy="381000"/>
              <a:chOff x="0" y="0"/>
              <a:chExt cx="381000" cy="381000"/>
            </a:xfrm>
          </p:grpSpPr>
          <p:sp>
            <p:nvSpPr>
              <p:cNvPr id="313" name="Shape 313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14" name="Shape 314"/>
              <p:cNvSpPr/>
              <p:nvPr/>
            </p:nvSpPr>
            <p:spPr>
              <a:xfrm>
                <a:off x="69894" y="5080"/>
                <a:ext cx="24121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A</a:t>
                </a:r>
              </a:p>
            </p:txBody>
          </p:sp>
        </p:grpSp>
        <p:grpSp>
          <p:nvGrpSpPr>
            <p:cNvPr id="318" name="Group 318"/>
            <p:cNvGrpSpPr/>
            <p:nvPr/>
          </p:nvGrpSpPr>
          <p:grpSpPr>
            <a:xfrm>
              <a:off x="762000" y="2057400"/>
              <a:ext cx="381000" cy="381000"/>
              <a:chOff x="0" y="0"/>
              <a:chExt cx="381000" cy="381000"/>
            </a:xfrm>
          </p:grpSpPr>
          <p:sp>
            <p:nvSpPr>
              <p:cNvPr id="316" name="Shape 316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17" name="Shape 317"/>
              <p:cNvSpPr/>
              <p:nvPr/>
            </p:nvSpPr>
            <p:spPr>
              <a:xfrm>
                <a:off x="69783" y="5080"/>
                <a:ext cx="2414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C</a:t>
                </a:r>
              </a:p>
            </p:txBody>
          </p:sp>
        </p:grpSp>
        <p:grpSp>
          <p:nvGrpSpPr>
            <p:cNvPr id="321" name="Group 321"/>
            <p:cNvGrpSpPr/>
            <p:nvPr/>
          </p:nvGrpSpPr>
          <p:grpSpPr>
            <a:xfrm>
              <a:off x="1981200" y="2057400"/>
              <a:ext cx="381000" cy="381000"/>
              <a:chOff x="0" y="0"/>
              <a:chExt cx="381000" cy="381000"/>
            </a:xfrm>
          </p:grpSpPr>
          <p:sp>
            <p:nvSpPr>
              <p:cNvPr id="319" name="Shape 319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20" name="Shape 320"/>
              <p:cNvSpPr/>
              <p:nvPr/>
            </p:nvSpPr>
            <p:spPr>
              <a:xfrm>
                <a:off x="78824" y="5080"/>
                <a:ext cx="22335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F</a:t>
                </a:r>
              </a:p>
            </p:txBody>
          </p:sp>
        </p:grpSp>
        <p:grpSp>
          <p:nvGrpSpPr>
            <p:cNvPr id="324" name="Group 324"/>
            <p:cNvGrpSpPr/>
            <p:nvPr/>
          </p:nvGrpSpPr>
          <p:grpSpPr>
            <a:xfrm>
              <a:off x="2971800" y="2057400"/>
              <a:ext cx="381000" cy="381000"/>
              <a:chOff x="0" y="0"/>
              <a:chExt cx="381000" cy="381000"/>
            </a:xfrm>
          </p:grpSpPr>
          <p:sp>
            <p:nvSpPr>
              <p:cNvPr id="322" name="Shape 322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23" name="Shape 323"/>
              <p:cNvSpPr/>
              <p:nvPr/>
            </p:nvSpPr>
            <p:spPr>
              <a:xfrm>
                <a:off x="90823" y="5080"/>
                <a:ext cx="19935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J</a:t>
                </a:r>
              </a:p>
            </p:txBody>
          </p:sp>
        </p:grpSp>
        <p:grpSp>
          <p:nvGrpSpPr>
            <p:cNvPr id="327" name="Group 327"/>
            <p:cNvGrpSpPr/>
            <p:nvPr/>
          </p:nvGrpSpPr>
          <p:grpSpPr>
            <a:xfrm>
              <a:off x="2438400" y="2819400"/>
              <a:ext cx="381000" cy="381000"/>
              <a:chOff x="0" y="0"/>
              <a:chExt cx="381000" cy="381000"/>
            </a:xfrm>
          </p:grpSpPr>
          <p:sp>
            <p:nvSpPr>
              <p:cNvPr id="325" name="Shape 325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26" name="Shape 326"/>
              <p:cNvSpPr/>
              <p:nvPr/>
            </p:nvSpPr>
            <p:spPr>
              <a:xfrm>
                <a:off x="95790" y="5080"/>
                <a:ext cx="189420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I</a:t>
                </a:r>
              </a:p>
            </p:txBody>
          </p:sp>
        </p:grpSp>
        <p:grpSp>
          <p:nvGrpSpPr>
            <p:cNvPr id="330" name="Group 330"/>
            <p:cNvGrpSpPr/>
            <p:nvPr/>
          </p:nvGrpSpPr>
          <p:grpSpPr>
            <a:xfrm>
              <a:off x="4191000" y="2057400"/>
              <a:ext cx="381000" cy="381000"/>
              <a:chOff x="0" y="0"/>
              <a:chExt cx="381000" cy="381000"/>
            </a:xfrm>
          </p:grpSpPr>
          <p:sp>
            <p:nvSpPr>
              <p:cNvPr id="328" name="Shape 328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29" name="Shape 329"/>
              <p:cNvSpPr/>
              <p:nvPr/>
            </p:nvSpPr>
            <p:spPr>
              <a:xfrm>
                <a:off x="81559" y="5080"/>
                <a:ext cx="21788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L</a:t>
                </a:r>
              </a:p>
            </p:txBody>
          </p:sp>
        </p:grpSp>
        <p:sp>
          <p:nvSpPr>
            <p:cNvPr id="331" name="Shape 331"/>
            <p:cNvSpPr/>
            <p:nvPr/>
          </p:nvSpPr>
          <p:spPr>
            <a:xfrm flipH="1">
              <a:off x="1181099" y="190500"/>
              <a:ext cx="1257301" cy="4953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332" name="Shape 332"/>
            <p:cNvSpPr/>
            <p:nvPr/>
          </p:nvSpPr>
          <p:spPr>
            <a:xfrm>
              <a:off x="2819400" y="190499"/>
              <a:ext cx="1409700" cy="4953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333" name="Shape 333"/>
            <p:cNvSpPr/>
            <p:nvPr/>
          </p:nvSpPr>
          <p:spPr>
            <a:xfrm flipH="1">
              <a:off x="706437" y="1011237"/>
              <a:ext cx="3397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334" name="Shape 334"/>
            <p:cNvSpPr/>
            <p:nvPr/>
          </p:nvSpPr>
          <p:spPr>
            <a:xfrm>
              <a:off x="1316037" y="1011237"/>
              <a:ext cx="3397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335" name="Shape 335"/>
            <p:cNvSpPr/>
            <p:nvPr/>
          </p:nvSpPr>
          <p:spPr>
            <a:xfrm flipH="1">
              <a:off x="3830637" y="1011237"/>
              <a:ext cx="2635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336" name="Shape 336"/>
            <p:cNvSpPr/>
            <p:nvPr/>
          </p:nvSpPr>
          <p:spPr>
            <a:xfrm>
              <a:off x="4364037" y="1011237"/>
              <a:ext cx="4159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337" name="Shape 337"/>
            <p:cNvSpPr/>
            <p:nvPr/>
          </p:nvSpPr>
          <p:spPr>
            <a:xfrm flipH="1">
              <a:off x="190499" y="1697037"/>
              <a:ext cx="246064" cy="3603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338" name="Shape 338"/>
            <p:cNvSpPr/>
            <p:nvPr/>
          </p:nvSpPr>
          <p:spPr>
            <a:xfrm>
              <a:off x="706437" y="1697037"/>
              <a:ext cx="246064" cy="3603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339" name="Shape 339"/>
            <p:cNvSpPr/>
            <p:nvPr/>
          </p:nvSpPr>
          <p:spPr>
            <a:xfrm>
              <a:off x="1925637" y="1697037"/>
              <a:ext cx="246064" cy="3603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340" name="Shape 340"/>
            <p:cNvSpPr/>
            <p:nvPr/>
          </p:nvSpPr>
          <p:spPr>
            <a:xfrm flipH="1">
              <a:off x="3297237" y="1697037"/>
              <a:ext cx="2635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341" name="Shape 341"/>
            <p:cNvSpPr/>
            <p:nvPr/>
          </p:nvSpPr>
          <p:spPr>
            <a:xfrm flipH="1">
              <a:off x="2763837" y="2382837"/>
              <a:ext cx="263526" cy="4921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342" name="Shape 342"/>
            <p:cNvSpPr/>
            <p:nvPr/>
          </p:nvSpPr>
          <p:spPr>
            <a:xfrm flipH="1">
              <a:off x="4516437" y="1697037"/>
              <a:ext cx="2635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grpSp>
        <p:nvGrpSpPr>
          <p:cNvPr id="348" name="Group 348"/>
          <p:cNvGrpSpPr/>
          <p:nvPr/>
        </p:nvGrpSpPr>
        <p:grpSpPr>
          <a:xfrm>
            <a:off x="4495800" y="1981200"/>
            <a:ext cx="381000" cy="713741"/>
            <a:chOff x="0" y="0"/>
            <a:chExt cx="381000" cy="713740"/>
          </a:xfrm>
        </p:grpSpPr>
        <p:grpSp>
          <p:nvGrpSpPr>
            <p:cNvPr id="346" name="Group 346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344" name="Shape 344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190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45" name="Shape 345"/>
              <p:cNvSpPr/>
              <p:nvPr/>
            </p:nvSpPr>
            <p:spPr>
              <a:xfrm>
                <a:off x="62136" y="5080"/>
                <a:ext cx="256728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G</a:t>
                </a:r>
              </a:p>
            </p:txBody>
          </p:sp>
        </p:grpSp>
        <p:sp>
          <p:nvSpPr>
            <p:cNvPr id="347" name="Shape 347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1</a:t>
              </a:r>
            </a:p>
          </p:txBody>
        </p:sp>
      </p:grpSp>
      <p:grpSp>
        <p:nvGrpSpPr>
          <p:cNvPr id="353" name="Group 353"/>
          <p:cNvGrpSpPr/>
          <p:nvPr/>
        </p:nvGrpSpPr>
        <p:grpSpPr>
          <a:xfrm>
            <a:off x="3048000" y="2667000"/>
            <a:ext cx="381000" cy="713741"/>
            <a:chOff x="0" y="0"/>
            <a:chExt cx="381000" cy="713740"/>
          </a:xfrm>
        </p:grpSpPr>
        <p:grpSp>
          <p:nvGrpSpPr>
            <p:cNvPr id="351" name="Group 351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349" name="Shape 349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50" name="Shape 350"/>
              <p:cNvSpPr/>
              <p:nvPr/>
            </p:nvSpPr>
            <p:spPr>
              <a:xfrm>
                <a:off x="60909" y="5080"/>
                <a:ext cx="25918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D</a:t>
                </a:r>
              </a:p>
            </p:txBody>
          </p:sp>
        </p:grpSp>
        <p:sp>
          <p:nvSpPr>
            <p:cNvPr id="352" name="Shape 352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2</a:t>
              </a:r>
            </a:p>
          </p:txBody>
        </p:sp>
      </p:grpSp>
      <p:grpSp>
        <p:nvGrpSpPr>
          <p:cNvPr id="358" name="Group 358"/>
          <p:cNvGrpSpPr/>
          <p:nvPr/>
        </p:nvGrpSpPr>
        <p:grpSpPr>
          <a:xfrm>
            <a:off x="2438400" y="3352800"/>
            <a:ext cx="381000" cy="713741"/>
            <a:chOff x="0" y="0"/>
            <a:chExt cx="381000" cy="713740"/>
          </a:xfrm>
        </p:grpSpPr>
        <p:grpSp>
          <p:nvGrpSpPr>
            <p:cNvPr id="356" name="Group 356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354" name="Shape 354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55" name="Shape 355"/>
              <p:cNvSpPr/>
              <p:nvPr/>
            </p:nvSpPr>
            <p:spPr>
              <a:xfrm>
                <a:off x="71066" y="5080"/>
                <a:ext cx="238868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B</a:t>
                </a:r>
              </a:p>
            </p:txBody>
          </p:sp>
        </p:grpSp>
        <p:sp>
          <p:nvSpPr>
            <p:cNvPr id="357" name="Shape 357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3</a:t>
              </a:r>
            </a:p>
          </p:txBody>
        </p:sp>
      </p:grpSp>
      <p:grpSp>
        <p:nvGrpSpPr>
          <p:cNvPr id="363" name="Group 363"/>
          <p:cNvGrpSpPr/>
          <p:nvPr/>
        </p:nvGrpSpPr>
        <p:grpSpPr>
          <a:xfrm>
            <a:off x="2057400" y="4038600"/>
            <a:ext cx="381000" cy="713741"/>
            <a:chOff x="0" y="0"/>
            <a:chExt cx="381000" cy="713740"/>
          </a:xfrm>
        </p:grpSpPr>
        <p:grpSp>
          <p:nvGrpSpPr>
            <p:cNvPr id="361" name="Group 361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359" name="Shape 359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60" name="Shape 360"/>
              <p:cNvSpPr/>
              <p:nvPr/>
            </p:nvSpPr>
            <p:spPr>
              <a:xfrm>
                <a:off x="69894" y="5080"/>
                <a:ext cx="24121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A</a:t>
                </a:r>
              </a:p>
            </p:txBody>
          </p:sp>
        </p:grpSp>
        <p:sp>
          <p:nvSpPr>
            <p:cNvPr id="362" name="Shape 362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4</a:t>
              </a:r>
            </a:p>
          </p:txBody>
        </p:sp>
      </p:grpSp>
      <p:grpSp>
        <p:nvGrpSpPr>
          <p:cNvPr id="368" name="Group 368"/>
          <p:cNvGrpSpPr/>
          <p:nvPr/>
        </p:nvGrpSpPr>
        <p:grpSpPr>
          <a:xfrm>
            <a:off x="2819400" y="4038600"/>
            <a:ext cx="381000" cy="713741"/>
            <a:chOff x="0" y="0"/>
            <a:chExt cx="381000" cy="713740"/>
          </a:xfrm>
        </p:grpSpPr>
        <p:grpSp>
          <p:nvGrpSpPr>
            <p:cNvPr id="366" name="Group 366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364" name="Shape 364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65" name="Shape 365"/>
              <p:cNvSpPr/>
              <p:nvPr/>
            </p:nvSpPr>
            <p:spPr>
              <a:xfrm>
                <a:off x="69783" y="5080"/>
                <a:ext cx="2414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C</a:t>
                </a:r>
              </a:p>
            </p:txBody>
          </p:sp>
        </p:grpSp>
        <p:sp>
          <p:nvSpPr>
            <p:cNvPr id="367" name="Shape 367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5</a:t>
              </a:r>
            </a:p>
          </p:txBody>
        </p:sp>
      </p:grpSp>
      <p:grpSp>
        <p:nvGrpSpPr>
          <p:cNvPr id="373" name="Group 373"/>
          <p:cNvGrpSpPr/>
          <p:nvPr/>
        </p:nvGrpSpPr>
        <p:grpSpPr>
          <a:xfrm>
            <a:off x="3657600" y="3352800"/>
            <a:ext cx="381000" cy="713741"/>
            <a:chOff x="0" y="0"/>
            <a:chExt cx="381000" cy="713740"/>
          </a:xfrm>
        </p:grpSpPr>
        <p:grpSp>
          <p:nvGrpSpPr>
            <p:cNvPr id="371" name="Group 371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369" name="Shape 369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70" name="Shape 370"/>
              <p:cNvSpPr/>
              <p:nvPr/>
            </p:nvSpPr>
            <p:spPr>
              <a:xfrm>
                <a:off x="74303" y="5080"/>
                <a:ext cx="23239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E</a:t>
                </a:r>
              </a:p>
            </p:txBody>
          </p:sp>
        </p:grpSp>
        <p:sp>
          <p:nvSpPr>
            <p:cNvPr id="372" name="Shape 372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6</a:t>
              </a:r>
            </a:p>
          </p:txBody>
        </p:sp>
      </p:grpSp>
      <p:grpSp>
        <p:nvGrpSpPr>
          <p:cNvPr id="378" name="Group 378"/>
          <p:cNvGrpSpPr/>
          <p:nvPr/>
        </p:nvGrpSpPr>
        <p:grpSpPr>
          <a:xfrm>
            <a:off x="4038600" y="4038600"/>
            <a:ext cx="381000" cy="713741"/>
            <a:chOff x="0" y="0"/>
            <a:chExt cx="381000" cy="713740"/>
          </a:xfrm>
        </p:grpSpPr>
        <p:grpSp>
          <p:nvGrpSpPr>
            <p:cNvPr id="376" name="Group 376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374" name="Shape 374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75" name="Shape 375"/>
              <p:cNvSpPr/>
              <p:nvPr/>
            </p:nvSpPr>
            <p:spPr>
              <a:xfrm>
                <a:off x="78824" y="5080"/>
                <a:ext cx="22335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F</a:t>
                </a:r>
              </a:p>
            </p:txBody>
          </p:sp>
        </p:grpSp>
        <p:sp>
          <p:nvSpPr>
            <p:cNvPr id="377" name="Shape 377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7</a:t>
              </a:r>
            </a:p>
          </p:txBody>
        </p:sp>
      </p:grpSp>
      <p:grpSp>
        <p:nvGrpSpPr>
          <p:cNvPr id="381" name="Group 381"/>
          <p:cNvGrpSpPr/>
          <p:nvPr/>
        </p:nvGrpSpPr>
        <p:grpSpPr>
          <a:xfrm>
            <a:off x="853054" y="5658980"/>
            <a:ext cx="6402388" cy="459741"/>
            <a:chOff x="0" y="0"/>
            <a:chExt cx="6402387" cy="459740"/>
          </a:xfrm>
        </p:grpSpPr>
        <p:sp>
          <p:nvSpPr>
            <p:cNvPr id="379" name="Shape 379"/>
            <p:cNvSpPr/>
            <p:nvPr/>
          </p:nvSpPr>
          <p:spPr>
            <a:xfrm>
              <a:off x="0" y="39370"/>
              <a:ext cx="6402388" cy="3810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80" name="Shape 380"/>
            <p:cNvSpPr/>
            <p:nvPr/>
          </p:nvSpPr>
          <p:spPr>
            <a:xfrm>
              <a:off x="0" y="-1"/>
              <a:ext cx="2034590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G-D-B-A-C-E-F</a:t>
              </a:r>
            </a:p>
          </p:txBody>
        </p:sp>
      </p:grpSp>
      <p:grpSp>
        <p:nvGrpSpPr>
          <p:cNvPr id="386" name="Group 386"/>
          <p:cNvGrpSpPr/>
          <p:nvPr/>
        </p:nvGrpSpPr>
        <p:grpSpPr>
          <a:xfrm>
            <a:off x="6096000" y="2667000"/>
            <a:ext cx="381000" cy="713741"/>
            <a:chOff x="0" y="0"/>
            <a:chExt cx="381000" cy="713740"/>
          </a:xfrm>
        </p:grpSpPr>
        <p:grpSp>
          <p:nvGrpSpPr>
            <p:cNvPr id="384" name="Group 384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382" name="Shape 382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83" name="Shape 383"/>
              <p:cNvSpPr/>
              <p:nvPr/>
            </p:nvSpPr>
            <p:spPr>
              <a:xfrm>
                <a:off x="71234" y="5080"/>
                <a:ext cx="23853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K</a:t>
                </a:r>
              </a:p>
            </p:txBody>
          </p:sp>
        </p:grpSp>
        <p:sp>
          <p:nvSpPr>
            <p:cNvPr id="385" name="Shape 385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8</a:t>
              </a:r>
            </a:p>
          </p:txBody>
        </p:sp>
      </p:grpSp>
      <p:grpSp>
        <p:nvGrpSpPr>
          <p:cNvPr id="389" name="Group 389"/>
          <p:cNvGrpSpPr/>
          <p:nvPr/>
        </p:nvGrpSpPr>
        <p:grpSpPr>
          <a:xfrm>
            <a:off x="853054" y="5658980"/>
            <a:ext cx="6402388" cy="459741"/>
            <a:chOff x="0" y="0"/>
            <a:chExt cx="6402387" cy="459740"/>
          </a:xfrm>
        </p:grpSpPr>
        <p:sp>
          <p:nvSpPr>
            <p:cNvPr id="387" name="Shape 387"/>
            <p:cNvSpPr/>
            <p:nvPr/>
          </p:nvSpPr>
          <p:spPr>
            <a:xfrm>
              <a:off x="0" y="39370"/>
              <a:ext cx="6402388" cy="3810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88" name="Shape 388"/>
            <p:cNvSpPr/>
            <p:nvPr/>
          </p:nvSpPr>
          <p:spPr>
            <a:xfrm>
              <a:off x="0" y="-1"/>
              <a:ext cx="2324507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G-D-B-A-C-E-F-K</a:t>
              </a:r>
            </a:p>
          </p:txBody>
        </p:sp>
      </p:grpSp>
      <p:grpSp>
        <p:nvGrpSpPr>
          <p:cNvPr id="394" name="Group 394"/>
          <p:cNvGrpSpPr/>
          <p:nvPr/>
        </p:nvGrpSpPr>
        <p:grpSpPr>
          <a:xfrm>
            <a:off x="5562600" y="3352800"/>
            <a:ext cx="381000" cy="713741"/>
            <a:chOff x="0" y="0"/>
            <a:chExt cx="381000" cy="713740"/>
          </a:xfrm>
        </p:grpSpPr>
        <p:grpSp>
          <p:nvGrpSpPr>
            <p:cNvPr id="392" name="Group 392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390" name="Shape 390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91" name="Shape 391"/>
              <p:cNvSpPr/>
              <p:nvPr/>
            </p:nvSpPr>
            <p:spPr>
              <a:xfrm>
                <a:off x="90823" y="5080"/>
                <a:ext cx="19935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J</a:t>
                </a:r>
              </a:p>
            </p:txBody>
          </p:sp>
        </p:grpSp>
        <p:sp>
          <p:nvSpPr>
            <p:cNvPr id="393" name="Shape 393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9</a:t>
              </a:r>
            </a:p>
          </p:txBody>
        </p:sp>
      </p:grpSp>
      <p:grpSp>
        <p:nvGrpSpPr>
          <p:cNvPr id="397" name="Group 397"/>
          <p:cNvGrpSpPr/>
          <p:nvPr/>
        </p:nvGrpSpPr>
        <p:grpSpPr>
          <a:xfrm>
            <a:off x="853054" y="5658980"/>
            <a:ext cx="6402388" cy="459741"/>
            <a:chOff x="0" y="0"/>
            <a:chExt cx="6402387" cy="459740"/>
          </a:xfrm>
        </p:grpSpPr>
        <p:sp>
          <p:nvSpPr>
            <p:cNvPr id="395" name="Shape 395"/>
            <p:cNvSpPr/>
            <p:nvPr/>
          </p:nvSpPr>
          <p:spPr>
            <a:xfrm>
              <a:off x="0" y="39370"/>
              <a:ext cx="6402388" cy="3810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96" name="Shape 396"/>
            <p:cNvSpPr/>
            <p:nvPr/>
          </p:nvSpPr>
          <p:spPr>
            <a:xfrm>
              <a:off x="0" y="-1"/>
              <a:ext cx="2625587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G-D-B-A-C-E-F-K-H</a:t>
              </a:r>
            </a:p>
          </p:txBody>
        </p:sp>
      </p:grpSp>
      <p:grpSp>
        <p:nvGrpSpPr>
          <p:cNvPr id="402" name="Group 402"/>
          <p:cNvGrpSpPr/>
          <p:nvPr/>
        </p:nvGrpSpPr>
        <p:grpSpPr>
          <a:xfrm>
            <a:off x="5029200" y="4038600"/>
            <a:ext cx="381000" cy="713741"/>
            <a:chOff x="0" y="0"/>
            <a:chExt cx="381000" cy="713740"/>
          </a:xfrm>
        </p:grpSpPr>
        <p:grpSp>
          <p:nvGrpSpPr>
            <p:cNvPr id="400" name="Group 400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398" name="Shape 398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99" name="Shape 399"/>
              <p:cNvSpPr/>
              <p:nvPr/>
            </p:nvSpPr>
            <p:spPr>
              <a:xfrm>
                <a:off x="95790" y="5080"/>
                <a:ext cx="189420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I</a:t>
                </a:r>
              </a:p>
            </p:txBody>
          </p:sp>
        </p:grpSp>
        <p:sp>
          <p:nvSpPr>
            <p:cNvPr id="401" name="Shape 401"/>
            <p:cNvSpPr/>
            <p:nvPr/>
          </p:nvSpPr>
          <p:spPr>
            <a:xfrm>
              <a:off x="9525" y="381000"/>
              <a:ext cx="325994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10</a:t>
              </a:r>
            </a:p>
          </p:txBody>
        </p:sp>
      </p:grpSp>
      <p:grpSp>
        <p:nvGrpSpPr>
          <p:cNvPr id="405" name="Group 405"/>
          <p:cNvGrpSpPr/>
          <p:nvPr/>
        </p:nvGrpSpPr>
        <p:grpSpPr>
          <a:xfrm>
            <a:off x="853054" y="5658980"/>
            <a:ext cx="6402388" cy="459741"/>
            <a:chOff x="0" y="0"/>
            <a:chExt cx="6402387" cy="459740"/>
          </a:xfrm>
        </p:grpSpPr>
        <p:sp>
          <p:nvSpPr>
            <p:cNvPr id="403" name="Shape 403"/>
            <p:cNvSpPr/>
            <p:nvPr/>
          </p:nvSpPr>
          <p:spPr>
            <a:xfrm>
              <a:off x="0" y="39370"/>
              <a:ext cx="6402388" cy="3810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04" name="Shape 404"/>
            <p:cNvSpPr/>
            <p:nvPr/>
          </p:nvSpPr>
          <p:spPr>
            <a:xfrm>
              <a:off x="0" y="-1"/>
              <a:ext cx="2849275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G-D-B-A-C-E-F-K-H-J</a:t>
              </a:r>
            </a:p>
          </p:txBody>
        </p:sp>
      </p:grpSp>
      <p:grpSp>
        <p:nvGrpSpPr>
          <p:cNvPr id="410" name="Group 410"/>
          <p:cNvGrpSpPr/>
          <p:nvPr/>
        </p:nvGrpSpPr>
        <p:grpSpPr>
          <a:xfrm>
            <a:off x="4495800" y="4800600"/>
            <a:ext cx="381000" cy="713741"/>
            <a:chOff x="0" y="0"/>
            <a:chExt cx="381000" cy="713740"/>
          </a:xfrm>
        </p:grpSpPr>
        <p:grpSp>
          <p:nvGrpSpPr>
            <p:cNvPr id="408" name="Group 408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406" name="Shape 406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407" name="Shape 407"/>
              <p:cNvSpPr/>
              <p:nvPr/>
            </p:nvSpPr>
            <p:spPr>
              <a:xfrm>
                <a:off x="61244" y="5080"/>
                <a:ext cx="25851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H</a:t>
                </a:r>
              </a:p>
            </p:txBody>
          </p:sp>
        </p:grpSp>
        <p:sp>
          <p:nvSpPr>
            <p:cNvPr id="409" name="Shape 409"/>
            <p:cNvSpPr/>
            <p:nvPr/>
          </p:nvSpPr>
          <p:spPr>
            <a:xfrm>
              <a:off x="9525" y="381000"/>
              <a:ext cx="325994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11</a:t>
              </a:r>
            </a:p>
          </p:txBody>
        </p:sp>
      </p:grpSp>
      <p:grpSp>
        <p:nvGrpSpPr>
          <p:cNvPr id="413" name="Group 413"/>
          <p:cNvGrpSpPr/>
          <p:nvPr/>
        </p:nvGrpSpPr>
        <p:grpSpPr>
          <a:xfrm>
            <a:off x="853054" y="5658980"/>
            <a:ext cx="6402388" cy="459741"/>
            <a:chOff x="0" y="0"/>
            <a:chExt cx="6402387" cy="459740"/>
          </a:xfrm>
        </p:grpSpPr>
        <p:sp>
          <p:nvSpPr>
            <p:cNvPr id="411" name="Shape 411"/>
            <p:cNvSpPr/>
            <p:nvPr/>
          </p:nvSpPr>
          <p:spPr>
            <a:xfrm>
              <a:off x="0" y="39370"/>
              <a:ext cx="6402388" cy="3810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12" name="Shape 412"/>
            <p:cNvSpPr/>
            <p:nvPr/>
          </p:nvSpPr>
          <p:spPr>
            <a:xfrm>
              <a:off x="0" y="-1"/>
              <a:ext cx="3069392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G-D-B-A-C-E-F-K-H-J-I</a:t>
              </a:r>
            </a:p>
          </p:txBody>
        </p:sp>
      </p:grpSp>
      <p:grpSp>
        <p:nvGrpSpPr>
          <p:cNvPr id="418" name="Group 418"/>
          <p:cNvGrpSpPr/>
          <p:nvPr/>
        </p:nvGrpSpPr>
        <p:grpSpPr>
          <a:xfrm>
            <a:off x="6781800" y="3352800"/>
            <a:ext cx="381000" cy="713741"/>
            <a:chOff x="0" y="0"/>
            <a:chExt cx="381000" cy="713740"/>
          </a:xfrm>
        </p:grpSpPr>
        <p:grpSp>
          <p:nvGrpSpPr>
            <p:cNvPr id="416" name="Group 416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414" name="Shape 414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415" name="Shape 415"/>
              <p:cNvSpPr/>
              <p:nvPr/>
            </p:nvSpPr>
            <p:spPr>
              <a:xfrm>
                <a:off x="50360" y="5080"/>
                <a:ext cx="280280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M</a:t>
                </a:r>
              </a:p>
            </p:txBody>
          </p:sp>
        </p:grpSp>
        <p:sp>
          <p:nvSpPr>
            <p:cNvPr id="417" name="Shape 417"/>
            <p:cNvSpPr/>
            <p:nvPr/>
          </p:nvSpPr>
          <p:spPr>
            <a:xfrm>
              <a:off x="9525" y="381000"/>
              <a:ext cx="325994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12</a:t>
              </a:r>
            </a:p>
          </p:txBody>
        </p:sp>
      </p:grpSp>
      <p:grpSp>
        <p:nvGrpSpPr>
          <p:cNvPr id="421" name="Group 421"/>
          <p:cNvGrpSpPr/>
          <p:nvPr/>
        </p:nvGrpSpPr>
        <p:grpSpPr>
          <a:xfrm>
            <a:off x="853054" y="5658980"/>
            <a:ext cx="6402388" cy="459741"/>
            <a:chOff x="0" y="0"/>
            <a:chExt cx="6402387" cy="459740"/>
          </a:xfrm>
        </p:grpSpPr>
        <p:sp>
          <p:nvSpPr>
            <p:cNvPr id="419" name="Shape 419"/>
            <p:cNvSpPr/>
            <p:nvPr/>
          </p:nvSpPr>
          <p:spPr>
            <a:xfrm>
              <a:off x="0" y="39370"/>
              <a:ext cx="6402388" cy="3810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20" name="Shape 420"/>
            <p:cNvSpPr/>
            <p:nvPr/>
          </p:nvSpPr>
          <p:spPr>
            <a:xfrm>
              <a:off x="0" y="-1"/>
              <a:ext cx="3410655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G-D-B-A-C-E-F-K-H-J-I-M</a:t>
              </a:r>
            </a:p>
          </p:txBody>
        </p:sp>
      </p:grpSp>
      <p:grpSp>
        <p:nvGrpSpPr>
          <p:cNvPr id="426" name="Group 426"/>
          <p:cNvGrpSpPr/>
          <p:nvPr/>
        </p:nvGrpSpPr>
        <p:grpSpPr>
          <a:xfrm>
            <a:off x="6248400" y="4038600"/>
            <a:ext cx="381000" cy="713741"/>
            <a:chOff x="0" y="0"/>
            <a:chExt cx="381000" cy="713740"/>
          </a:xfrm>
        </p:grpSpPr>
        <p:grpSp>
          <p:nvGrpSpPr>
            <p:cNvPr id="424" name="Group 424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422" name="Shape 422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423" name="Shape 423"/>
              <p:cNvSpPr/>
              <p:nvPr/>
            </p:nvSpPr>
            <p:spPr>
              <a:xfrm>
                <a:off x="81559" y="5080"/>
                <a:ext cx="21788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L</a:t>
                </a:r>
              </a:p>
            </p:txBody>
          </p:sp>
        </p:grpSp>
        <p:sp>
          <p:nvSpPr>
            <p:cNvPr id="425" name="Shape 425"/>
            <p:cNvSpPr/>
            <p:nvPr/>
          </p:nvSpPr>
          <p:spPr>
            <a:xfrm>
              <a:off x="9525" y="381000"/>
              <a:ext cx="325994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13</a:t>
              </a:r>
            </a:p>
          </p:txBody>
        </p:sp>
      </p:grpSp>
      <p:grpSp>
        <p:nvGrpSpPr>
          <p:cNvPr id="429" name="Group 429"/>
          <p:cNvGrpSpPr/>
          <p:nvPr/>
        </p:nvGrpSpPr>
        <p:grpSpPr>
          <a:xfrm>
            <a:off x="853054" y="5666918"/>
            <a:ext cx="6402388" cy="459741"/>
            <a:chOff x="0" y="0"/>
            <a:chExt cx="6402387" cy="459740"/>
          </a:xfrm>
        </p:grpSpPr>
        <p:sp>
          <p:nvSpPr>
            <p:cNvPr id="427" name="Shape 427"/>
            <p:cNvSpPr/>
            <p:nvPr/>
          </p:nvSpPr>
          <p:spPr>
            <a:xfrm>
              <a:off x="0" y="39370"/>
              <a:ext cx="6402388" cy="3810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28" name="Shape 428"/>
            <p:cNvSpPr/>
            <p:nvPr/>
          </p:nvSpPr>
          <p:spPr>
            <a:xfrm>
              <a:off x="0" y="-1"/>
              <a:ext cx="3673039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G-D-B-A-C-E-F-K-H-J-I-M-L</a:t>
              </a:r>
            </a:p>
          </p:txBody>
        </p:sp>
      </p:grpSp>
      <p:grpSp>
        <p:nvGrpSpPr>
          <p:cNvPr id="436" name="Group 436"/>
          <p:cNvGrpSpPr/>
          <p:nvPr/>
        </p:nvGrpSpPr>
        <p:grpSpPr>
          <a:xfrm>
            <a:off x="2937413" y="47595"/>
            <a:ext cx="5215479" cy="1206531"/>
            <a:chOff x="0" y="0"/>
            <a:chExt cx="5215478" cy="1206530"/>
          </a:xfrm>
        </p:grpSpPr>
        <p:sp>
          <p:nvSpPr>
            <p:cNvPr id="430" name="Shape 430"/>
            <p:cNvSpPr/>
            <p:nvPr/>
          </p:nvSpPr>
          <p:spPr>
            <a:xfrm>
              <a:off x="945577" y="-1"/>
              <a:ext cx="4269902" cy="11428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4" h="20623" extrusionOk="0">
                  <a:moveTo>
                    <a:pt x="1919" y="6857"/>
                  </a:moveTo>
                  <a:cubicBezTo>
                    <a:pt x="744" y="7018"/>
                    <a:pt x="-110" y="8412"/>
                    <a:pt x="11" y="9971"/>
                  </a:cubicBezTo>
                  <a:cubicBezTo>
                    <a:pt x="81" y="10871"/>
                    <a:pt x="470" y="11672"/>
                    <a:pt x="1058" y="12130"/>
                  </a:cubicBezTo>
                  <a:lnTo>
                    <a:pt x="1047" y="12097"/>
                  </a:lnTo>
                  <a:cubicBezTo>
                    <a:pt x="237" y="13237"/>
                    <a:pt x="282" y="15025"/>
                    <a:pt x="1147" y="16091"/>
                  </a:cubicBezTo>
                  <a:cubicBezTo>
                    <a:pt x="1608" y="16659"/>
                    <a:pt x="2236" y="16931"/>
                    <a:pt x="2864" y="16834"/>
                  </a:cubicBezTo>
                  <a:lnTo>
                    <a:pt x="2853" y="16853"/>
                  </a:lnTo>
                  <a:cubicBezTo>
                    <a:pt x="3897" y="19265"/>
                    <a:pt x="6219" y="20100"/>
                    <a:pt x="8040" y="18718"/>
                  </a:cubicBezTo>
                  <a:cubicBezTo>
                    <a:pt x="8063" y="18700"/>
                    <a:pt x="8086" y="18683"/>
                    <a:pt x="8108" y="18665"/>
                  </a:cubicBezTo>
                  <a:lnTo>
                    <a:pt x="8102" y="18668"/>
                  </a:lnTo>
                  <a:cubicBezTo>
                    <a:pt x="9122" y="20688"/>
                    <a:pt x="11186" y="21231"/>
                    <a:pt x="12712" y="19881"/>
                  </a:cubicBezTo>
                  <a:cubicBezTo>
                    <a:pt x="13352" y="19315"/>
                    <a:pt x="13823" y="18473"/>
                    <a:pt x="14046" y="17498"/>
                  </a:cubicBezTo>
                  <a:lnTo>
                    <a:pt x="14050" y="17522"/>
                  </a:lnTo>
                  <a:cubicBezTo>
                    <a:pt x="15384" y="18621"/>
                    <a:pt x="17141" y="18085"/>
                    <a:pt x="17974" y="16325"/>
                  </a:cubicBezTo>
                  <a:cubicBezTo>
                    <a:pt x="18256" y="15729"/>
                    <a:pt x="18406" y="15039"/>
                    <a:pt x="18406" y="14336"/>
                  </a:cubicBezTo>
                  <a:lnTo>
                    <a:pt x="18400" y="14357"/>
                  </a:lnTo>
                  <a:cubicBezTo>
                    <a:pt x="20223" y="14013"/>
                    <a:pt x="21490" y="11783"/>
                    <a:pt x="21229" y="9377"/>
                  </a:cubicBezTo>
                  <a:cubicBezTo>
                    <a:pt x="21148" y="8627"/>
                    <a:pt x="20922" y="7918"/>
                    <a:pt x="20573" y="7318"/>
                  </a:cubicBezTo>
                  <a:lnTo>
                    <a:pt x="20566" y="7316"/>
                  </a:lnTo>
                  <a:cubicBezTo>
                    <a:pt x="21137" y="5554"/>
                    <a:pt x="20520" y="3512"/>
                    <a:pt x="19188" y="2756"/>
                  </a:cubicBezTo>
                  <a:cubicBezTo>
                    <a:pt x="19076" y="2693"/>
                    <a:pt x="18961" y="2640"/>
                    <a:pt x="18843" y="2597"/>
                  </a:cubicBezTo>
                  <a:lnTo>
                    <a:pt x="18852" y="2591"/>
                  </a:lnTo>
                  <a:cubicBezTo>
                    <a:pt x="18618" y="879"/>
                    <a:pt x="17375" y="-258"/>
                    <a:pt x="16075" y="50"/>
                  </a:cubicBezTo>
                  <a:cubicBezTo>
                    <a:pt x="15529" y="180"/>
                    <a:pt x="15034" y="555"/>
                    <a:pt x="14675" y="1113"/>
                  </a:cubicBezTo>
                  <a:lnTo>
                    <a:pt x="14679" y="1117"/>
                  </a:lnTo>
                  <a:cubicBezTo>
                    <a:pt x="13960" y="-129"/>
                    <a:pt x="12611" y="-369"/>
                    <a:pt x="11668" y="582"/>
                  </a:cubicBezTo>
                  <a:cubicBezTo>
                    <a:pt x="11406" y="845"/>
                    <a:pt x="11194" y="1183"/>
                    <a:pt x="11048" y="1572"/>
                  </a:cubicBezTo>
                  <a:lnTo>
                    <a:pt x="11055" y="1618"/>
                  </a:lnTo>
                  <a:cubicBezTo>
                    <a:pt x="10022" y="274"/>
                    <a:pt x="8360" y="291"/>
                    <a:pt x="7343" y="1657"/>
                  </a:cubicBezTo>
                  <a:cubicBezTo>
                    <a:pt x="7165" y="1895"/>
                    <a:pt x="7014" y="2167"/>
                    <a:pt x="6895" y="2463"/>
                  </a:cubicBezTo>
                  <a:lnTo>
                    <a:pt x="6887" y="2485"/>
                  </a:lnTo>
                  <a:cubicBezTo>
                    <a:pt x="5303" y="1260"/>
                    <a:pt x="3266" y="1962"/>
                    <a:pt x="2338" y="4053"/>
                  </a:cubicBezTo>
                  <a:cubicBezTo>
                    <a:pt x="1962" y="4900"/>
                    <a:pt x="1812" y="5889"/>
                    <a:pt x="1913" y="686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31" name="Shape 431"/>
            <p:cNvSpPr/>
            <p:nvPr/>
          </p:nvSpPr>
          <p:spPr>
            <a:xfrm>
              <a:off x="667641" y="895274"/>
              <a:ext cx="711730" cy="190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10800" y="0"/>
                  </a:ln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32" name="Shape 432"/>
            <p:cNvSpPr/>
            <p:nvPr/>
          </p:nvSpPr>
          <p:spPr>
            <a:xfrm>
              <a:off x="239417" y="1038360"/>
              <a:ext cx="474487" cy="127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33" name="Shape 433"/>
            <p:cNvSpPr/>
            <p:nvPr/>
          </p:nvSpPr>
          <p:spPr>
            <a:xfrm>
              <a:off x="0" y="1143030"/>
              <a:ext cx="237244" cy="63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34" name="Shape 434"/>
            <p:cNvSpPr/>
            <p:nvPr/>
          </p:nvSpPr>
          <p:spPr>
            <a:xfrm>
              <a:off x="1158070" y="61696"/>
              <a:ext cx="3917391" cy="9728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3555"/>
                  </a:moveTo>
                  <a:cubicBezTo>
                    <a:pt x="417" y="13915"/>
                    <a:pt x="899" y="14078"/>
                    <a:pt x="1381" y="14023"/>
                  </a:cubicBezTo>
                  <a:moveTo>
                    <a:pt x="2000" y="19344"/>
                  </a:moveTo>
                  <a:cubicBezTo>
                    <a:pt x="2207" y="19308"/>
                    <a:pt x="2410" y="19233"/>
                    <a:pt x="2604" y="19120"/>
                  </a:cubicBezTo>
                  <a:moveTo>
                    <a:pt x="7435" y="20578"/>
                  </a:moveTo>
                  <a:cubicBezTo>
                    <a:pt x="7532" y="20937"/>
                    <a:pt x="7654" y="21279"/>
                    <a:pt x="7799" y="21600"/>
                  </a:cubicBezTo>
                  <a:moveTo>
                    <a:pt x="14381" y="20160"/>
                  </a:moveTo>
                  <a:cubicBezTo>
                    <a:pt x="14456" y="19795"/>
                    <a:pt x="14505" y="19419"/>
                    <a:pt x="14527" y="19039"/>
                  </a:cubicBezTo>
                  <a:moveTo>
                    <a:pt x="19208" y="16270"/>
                  </a:moveTo>
                  <a:cubicBezTo>
                    <a:pt x="19208" y="14502"/>
                    <a:pt x="18520" y="12889"/>
                    <a:pt x="17436" y="12115"/>
                  </a:cubicBezTo>
                  <a:moveTo>
                    <a:pt x="20811" y="9204"/>
                  </a:moveTo>
                  <a:cubicBezTo>
                    <a:pt x="21153" y="8777"/>
                    <a:pt x="21423" y="8239"/>
                    <a:pt x="21600" y="7632"/>
                  </a:cubicBezTo>
                  <a:moveTo>
                    <a:pt x="19744" y="2561"/>
                  </a:moveTo>
                  <a:cubicBezTo>
                    <a:pt x="19747" y="2312"/>
                    <a:pt x="19733" y="2063"/>
                    <a:pt x="19702" y="1818"/>
                  </a:cubicBezTo>
                  <a:moveTo>
                    <a:pt x="15078" y="0"/>
                  </a:moveTo>
                  <a:cubicBezTo>
                    <a:pt x="14912" y="285"/>
                    <a:pt x="14776" y="604"/>
                    <a:pt x="14673" y="947"/>
                  </a:cubicBezTo>
                  <a:moveTo>
                    <a:pt x="11061" y="564"/>
                  </a:moveTo>
                  <a:cubicBezTo>
                    <a:pt x="10973" y="823"/>
                    <a:pt x="10907" y="1098"/>
                    <a:pt x="10865" y="1381"/>
                  </a:cubicBezTo>
                  <a:moveTo>
                    <a:pt x="7163" y="2480"/>
                  </a:moveTo>
                  <a:cubicBezTo>
                    <a:pt x="6949" y="2175"/>
                    <a:pt x="6711" y="1909"/>
                    <a:pt x="6454" y="1688"/>
                  </a:cubicBezTo>
                  <a:moveTo>
                    <a:pt x="946" y="7074"/>
                  </a:moveTo>
                  <a:cubicBezTo>
                    <a:pt x="973" y="7356"/>
                    <a:pt x="1014" y="7635"/>
                    <a:pt x="1070" y="7907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35" name="Shape 435"/>
            <p:cNvSpPr/>
            <p:nvPr/>
          </p:nvSpPr>
          <p:spPr>
            <a:xfrm>
              <a:off x="1534171" y="137375"/>
              <a:ext cx="2680257" cy="815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/>
            <a:p>
              <a:pPr lvl="0"/>
              <a:r>
                <a:rPr sz="1600">
                  <a:latin typeface="Tahoma"/>
                  <a:ea typeface="Tahoma"/>
                  <a:cs typeface="Tahoma"/>
                  <a:sym typeface="Tahoma"/>
                </a:rPr>
                <a:t>1. Visitar raiz</a:t>
              </a:r>
              <a:endParaRPr sz="1600">
                <a:solidFill>
                  <a:srgbClr val="002850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lvl="0"/>
              <a:r>
                <a:rPr sz="1600">
                  <a:latin typeface="Tahoma"/>
                  <a:ea typeface="Tahoma"/>
                  <a:cs typeface="Tahoma"/>
                  <a:sym typeface="Tahoma"/>
                </a:rPr>
                <a:t>2. Preorden al Subarbol Izq.</a:t>
              </a:r>
              <a:endParaRPr sz="1600">
                <a:solidFill>
                  <a:srgbClr val="002850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lvl="0"/>
              <a:r>
                <a:rPr sz="1600">
                  <a:latin typeface="Tahoma"/>
                  <a:ea typeface="Tahoma"/>
                  <a:cs typeface="Tahoma"/>
                  <a:sym typeface="Tahoma"/>
                </a:rPr>
                <a:t>3. Preorden al Subarbol Der.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8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6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1" fill="hold"/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4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9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4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7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2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7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0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5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3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8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6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" grpId="0" animBg="1" advAuto="0"/>
      <p:bldP spid="263" grpId="0" animBg="1" advAuto="0"/>
      <p:bldP spid="264" grpId="0" animBg="1" advAuto="0"/>
      <p:bldP spid="265" grpId="0" animBg="1" advAuto="0"/>
      <p:bldP spid="266" grpId="0" animBg="1" advAuto="0"/>
      <p:bldP spid="267" grpId="0" animBg="1" advAuto="0"/>
      <p:bldP spid="270" grpId="0" animBg="1" advAuto="0"/>
      <p:bldP spid="273" grpId="0" animBg="1" advAuto="0"/>
      <p:bldP spid="276" grpId="0" animBg="1" advAuto="0"/>
      <p:bldP spid="279" grpId="0" animBg="1" advAuto="0"/>
      <p:bldP spid="282" grpId="0" animBg="1" advAuto="0"/>
      <p:bldP spid="285" grpId="0" animBg="1" advAuto="0"/>
      <p:bldP spid="286" grpId="0" animBg="1" advAuto="0"/>
      <p:bldP spid="287" grpId="0" animBg="1" advAuto="0"/>
      <p:bldP spid="288" grpId="0" animBg="1" advAuto="0"/>
      <p:bldP spid="289" grpId="0" animBg="1" advAuto="0"/>
      <p:bldP spid="290" grpId="0" animBg="1" advAuto="0"/>
      <p:bldP spid="291" grpId="0" animBg="1" advAuto="0"/>
      <p:bldP spid="343" grpId="0" animBg="1" advAuto="0"/>
      <p:bldP spid="348" grpId="0" animBg="1" advAuto="0"/>
      <p:bldP spid="353" grpId="0" animBg="1" advAuto="0"/>
      <p:bldP spid="358" grpId="0" animBg="1" advAuto="0"/>
      <p:bldP spid="363" grpId="0" animBg="1" advAuto="0"/>
      <p:bldP spid="368" grpId="0" animBg="1" advAuto="0"/>
      <p:bldP spid="373" grpId="0" animBg="1" advAuto="0"/>
      <p:bldP spid="378" grpId="0" animBg="1" advAuto="0"/>
      <p:bldP spid="381" grpId="0" animBg="1" advAuto="0"/>
      <p:bldP spid="386" grpId="0" animBg="1" advAuto="0"/>
      <p:bldP spid="389" grpId="0" animBg="1" advAuto="0"/>
      <p:bldP spid="394" grpId="0" animBg="1" advAuto="0"/>
      <p:bldP spid="397" grpId="0" animBg="1" advAuto="0"/>
      <p:bldP spid="402" grpId="0" animBg="1" advAuto="0"/>
      <p:bldP spid="405" grpId="0" animBg="1" advAuto="0"/>
      <p:bldP spid="410" grpId="0" animBg="1" advAuto="0"/>
      <p:bldP spid="413" grpId="0" animBg="1" advAuto="0"/>
      <p:bldP spid="418" grpId="0" animBg="1" advAuto="0"/>
      <p:bldP spid="421" grpId="0" animBg="1" advAuto="0"/>
      <p:bldP spid="426" grpId="0" animBg="1" advAuto="0"/>
      <p:bldP spid="429" grpId="0" animBg="1" advAuto="0"/>
      <p:bldP spid="436" grpId="0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439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394683"/>
          </a:xfrm>
          <a:prstGeom prst="rect">
            <a:avLst/>
          </a:prstGeom>
          <a:solidFill>
            <a:srgbClr val="FFFFFF"/>
          </a:solidFill>
          <a:ln>
            <a:solidFill/>
            <a:miter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lvl="0">
              <a:lnSpc>
                <a:spcPct val="90000"/>
              </a:lnSpc>
              <a:spcBef>
                <a:spcPts val="6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&lt;ab&gt;::= nulo | &lt;nodo&gt;</a:t>
            </a:r>
          </a:p>
          <a:p>
            <a:pPr lvl="0">
              <a:lnSpc>
                <a:spcPct val="90000"/>
              </a:lnSpc>
              <a:spcBef>
                <a:spcPts val="6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&lt;nodoab&gt;::=&lt;contenido&gt;+&lt;izq&gt;+&lt;der&gt;</a:t>
            </a:r>
          </a:p>
          <a:p>
            <a:pPr lvl="0">
              <a:lnSpc>
                <a:spcPct val="90000"/>
              </a:lnSpc>
              <a:spcBef>
                <a:spcPts val="6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&lt;izq&gt;::=&lt;ab&gt;</a:t>
            </a:r>
          </a:p>
          <a:p>
            <a:pPr lvl="0">
              <a:lnSpc>
                <a:spcPct val="90000"/>
              </a:lnSpc>
              <a:spcBef>
                <a:spcPts val="6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&lt;der&gt;::=&lt;ab&gt;</a:t>
            </a:r>
          </a:p>
          <a:p>
            <a:pPr lvl="0">
              <a:lnSpc>
                <a:spcPct val="90000"/>
              </a:lnSpc>
              <a:spcBef>
                <a:spcPts val="6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&lt;contenido&gt;::&lt;&lt;dato&gt;&gt;|{&lt;&lt;dato&gt;&gt;}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48A48C6-D1B5-4A17-AD97-B1925DD8D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AB y NODOAB: DEFINICION FORMAL</a:t>
            </a:r>
            <a:endParaRPr lang="es-EC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442"/>
          <p:cNvSpPr>
            <a:spLocks noGrp="1"/>
          </p:cNvSpPr>
          <p:nvPr>
            <p:ph idx="1"/>
          </p:nvPr>
        </p:nvSpPr>
        <p:spPr>
          <a:xfrm>
            <a:off x="448768" y="1825625"/>
            <a:ext cx="78867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14312" lvl="0" indent="-214312">
              <a:lnSpc>
                <a:spcPct val="120000"/>
              </a:lnSpc>
              <a:spcBef>
                <a:spcPts val="400"/>
              </a:spcBef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Un árbol </a:t>
            </a:r>
            <a:r>
              <a:rPr sz="2000" dirty="0" err="1">
                <a:solidFill>
                  <a:srgbClr val="002850"/>
                </a:solidFill>
              </a:rPr>
              <a:t>binario</a:t>
            </a:r>
            <a:r>
              <a:rPr sz="2000" dirty="0">
                <a:solidFill>
                  <a:srgbClr val="002850"/>
                </a:solidFill>
              </a:rPr>
              <a:t>: conjunto de </a:t>
            </a:r>
            <a:r>
              <a:rPr sz="2000" dirty="0" err="1">
                <a:solidFill>
                  <a:srgbClr val="002850"/>
                </a:solidFill>
              </a:rPr>
              <a:t>nodos</a:t>
            </a:r>
            <a:endParaRPr sz="2000" dirty="0">
              <a:solidFill>
                <a:srgbClr val="002850"/>
              </a:solidFill>
            </a:endParaRPr>
          </a:p>
          <a:p>
            <a:pPr marL="640896" lvl="1" indent="-183696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Solo se </a:t>
            </a:r>
            <a:r>
              <a:rPr dirty="0" err="1">
                <a:solidFill>
                  <a:srgbClr val="002850"/>
                </a:solidFill>
              </a:rPr>
              <a:t>necesita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conocer</a:t>
            </a:r>
            <a:r>
              <a:rPr dirty="0">
                <a:solidFill>
                  <a:srgbClr val="002850"/>
                </a:solidFill>
              </a:rPr>
              <a:t> el </a:t>
            </a:r>
            <a:r>
              <a:rPr dirty="0" err="1">
                <a:solidFill>
                  <a:srgbClr val="002850"/>
                </a:solidFill>
              </a:rPr>
              <a:t>nodo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raíz</a:t>
            </a:r>
            <a:endParaRPr sz="2000" dirty="0">
              <a:solidFill>
                <a:srgbClr val="002850"/>
              </a:solidFill>
            </a:endParaRPr>
          </a:p>
          <a:p>
            <a:pPr marL="214312" lvl="0" indent="-214312">
              <a:lnSpc>
                <a:spcPct val="120000"/>
              </a:lnSpc>
              <a:spcBef>
                <a:spcPts val="400"/>
              </a:spcBef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Cada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nodo</a:t>
            </a:r>
            <a:endParaRPr sz="2000" dirty="0">
              <a:solidFill>
                <a:srgbClr val="002850"/>
              </a:solidFill>
            </a:endParaRPr>
          </a:p>
          <a:p>
            <a:pPr marL="640896" lvl="1" indent="-183696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Tiene </a:t>
            </a:r>
            <a:r>
              <a:rPr dirty="0" err="1">
                <a:solidFill>
                  <a:srgbClr val="002850"/>
                </a:solidFill>
              </a:rPr>
              <a:t>Contenido</a:t>
            </a:r>
            <a:r>
              <a:rPr dirty="0">
                <a:solidFill>
                  <a:srgbClr val="002850"/>
                </a:solidFill>
              </a:rPr>
              <a:t> y </a:t>
            </a:r>
          </a:p>
          <a:p>
            <a:pPr marL="640896" lvl="1" indent="-183696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Dos enlaces: árbol </a:t>
            </a:r>
            <a:r>
              <a:rPr dirty="0" err="1">
                <a:solidFill>
                  <a:srgbClr val="002850"/>
                </a:solidFill>
              </a:rPr>
              <a:t>hijo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izquierdo</a:t>
            </a:r>
            <a:r>
              <a:rPr dirty="0">
                <a:solidFill>
                  <a:srgbClr val="002850"/>
                </a:solidFill>
              </a:rPr>
              <a:t>, árbol </a:t>
            </a:r>
            <a:r>
              <a:rPr dirty="0" err="1">
                <a:solidFill>
                  <a:srgbClr val="002850"/>
                </a:solidFill>
              </a:rPr>
              <a:t>hijo</a:t>
            </a:r>
            <a:r>
              <a:rPr dirty="0">
                <a:solidFill>
                  <a:srgbClr val="002850"/>
                </a:solidFill>
              </a:rPr>
              <a:t> derecho</a:t>
            </a:r>
            <a:endParaRPr sz="2000" dirty="0">
              <a:solidFill>
                <a:srgbClr val="002850"/>
              </a:solidFill>
            </a:endParaRPr>
          </a:p>
          <a:p>
            <a:pPr marL="214312" lvl="0" indent="-214312">
              <a:lnSpc>
                <a:spcPct val="120000"/>
              </a:lnSpc>
              <a:spcBef>
                <a:spcPts val="400"/>
              </a:spcBef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Un </a:t>
            </a:r>
            <a:r>
              <a:rPr sz="2000" dirty="0" err="1">
                <a:solidFill>
                  <a:srgbClr val="002850"/>
                </a:solidFill>
              </a:rPr>
              <a:t>nodo</a:t>
            </a:r>
            <a:r>
              <a:rPr sz="2000" dirty="0">
                <a:solidFill>
                  <a:srgbClr val="002850"/>
                </a:solidFill>
              </a:rPr>
              <a:t> hoja, es </a:t>
            </a:r>
            <a:r>
              <a:rPr sz="2000" dirty="0" err="1">
                <a:solidFill>
                  <a:srgbClr val="002850"/>
                </a:solidFill>
              </a:rPr>
              <a:t>aquel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cuyos</a:t>
            </a:r>
            <a:r>
              <a:rPr sz="2000" dirty="0">
                <a:solidFill>
                  <a:srgbClr val="002850"/>
                </a:solidFill>
              </a:rPr>
              <a:t> dos enlaces </a:t>
            </a:r>
            <a:r>
              <a:rPr sz="2000" dirty="0" err="1">
                <a:solidFill>
                  <a:srgbClr val="002850"/>
                </a:solidFill>
              </a:rPr>
              <a:t>apunta</a:t>
            </a:r>
            <a:r>
              <a:rPr sz="2000" dirty="0">
                <a:solidFill>
                  <a:srgbClr val="002850"/>
                </a:solidFill>
              </a:rPr>
              <a:t> a null</a:t>
            </a:r>
          </a:p>
          <a:p>
            <a:pPr marL="640896" lvl="1" indent="-183696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Un </a:t>
            </a:r>
            <a:r>
              <a:rPr dirty="0" err="1">
                <a:solidFill>
                  <a:srgbClr val="002850"/>
                </a:solidFill>
              </a:rPr>
              <a:t>nodo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en</a:t>
            </a:r>
            <a:r>
              <a:rPr dirty="0">
                <a:solidFill>
                  <a:srgbClr val="002850"/>
                </a:solidFill>
              </a:rPr>
              <a:t> un árbol </a:t>
            </a:r>
            <a:r>
              <a:rPr dirty="0" err="1">
                <a:solidFill>
                  <a:srgbClr val="002850"/>
                </a:solidFill>
              </a:rPr>
              <a:t>tiene</a:t>
            </a:r>
            <a:r>
              <a:rPr dirty="0">
                <a:solidFill>
                  <a:srgbClr val="002850"/>
                </a:solidFill>
              </a:rPr>
              <a:t> mas </a:t>
            </a:r>
            <a:r>
              <a:rPr dirty="0" err="1">
                <a:solidFill>
                  <a:srgbClr val="002850"/>
                </a:solidFill>
              </a:rPr>
              <a:t>punteros</a:t>
            </a:r>
            <a:r>
              <a:rPr dirty="0">
                <a:solidFill>
                  <a:srgbClr val="002850"/>
                </a:solidFill>
              </a:rPr>
              <a:t> a null que un </a:t>
            </a:r>
            <a:r>
              <a:rPr dirty="0" err="1">
                <a:solidFill>
                  <a:srgbClr val="002850"/>
                </a:solidFill>
              </a:rPr>
              <a:t>nodo</a:t>
            </a:r>
            <a:r>
              <a:rPr dirty="0">
                <a:solidFill>
                  <a:srgbClr val="002850"/>
                </a:solidFill>
              </a:rPr>
              <a:t> de una </a:t>
            </a:r>
            <a:r>
              <a:rPr dirty="0" err="1">
                <a:solidFill>
                  <a:srgbClr val="002850"/>
                </a:solidFill>
              </a:rPr>
              <a:t>lista</a:t>
            </a:r>
            <a:endParaRPr dirty="0">
              <a:solidFill>
                <a:srgbClr val="002850"/>
              </a:solidFill>
            </a:endParaRPr>
          </a:p>
          <a:p>
            <a:pPr marL="214312" lvl="0" indent="-214312">
              <a:lnSpc>
                <a:spcPct val="120000"/>
              </a:lnSpc>
              <a:spcBef>
                <a:spcPts val="400"/>
              </a:spcBef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De un árbol solo se </a:t>
            </a:r>
            <a:r>
              <a:rPr sz="2000" dirty="0" err="1">
                <a:solidFill>
                  <a:srgbClr val="002850"/>
                </a:solidFill>
              </a:rPr>
              <a:t>necesita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conocer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su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raíz</a:t>
            </a:r>
            <a:endParaRPr sz="2000" dirty="0">
              <a:solidFill>
                <a:srgbClr val="002850"/>
              </a:solidFill>
            </a:endParaRPr>
          </a:p>
          <a:p>
            <a:pPr marL="640896" lvl="1" indent="-183696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La </a:t>
            </a:r>
            <a:r>
              <a:rPr dirty="0" err="1">
                <a:solidFill>
                  <a:srgbClr val="002850"/>
                </a:solidFill>
              </a:rPr>
              <a:t>raíz</a:t>
            </a:r>
            <a:r>
              <a:rPr dirty="0">
                <a:solidFill>
                  <a:srgbClr val="002850"/>
                </a:solidFill>
              </a:rPr>
              <a:t>, que es un </a:t>
            </a:r>
            <a:r>
              <a:rPr dirty="0" err="1">
                <a:solidFill>
                  <a:srgbClr val="002850"/>
                </a:solidFill>
              </a:rPr>
              <a:t>nodo</a:t>
            </a:r>
            <a:r>
              <a:rPr dirty="0">
                <a:solidFill>
                  <a:srgbClr val="002850"/>
                </a:solidFill>
              </a:rPr>
              <a:t>, </a:t>
            </a:r>
            <a:r>
              <a:rPr dirty="0" err="1">
                <a:solidFill>
                  <a:srgbClr val="002850"/>
                </a:solidFill>
              </a:rPr>
              <a:t>puede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definir</a:t>
            </a:r>
            <a:r>
              <a:rPr dirty="0">
                <a:solidFill>
                  <a:srgbClr val="002850"/>
                </a:solidFill>
              </a:rPr>
              <a:t> al árbol o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8E07AC3-3A87-4F75-90F9-88D1A60D1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AB Y NODOAB: DECLARACION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4283E0F-375B-4823-9439-FDE9D857D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1103" y="1579713"/>
            <a:ext cx="2752657" cy="138112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1163BFC-3DEA-47F0-BBEE-BE2ABB1F1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223" y="2932897"/>
            <a:ext cx="2895600" cy="781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4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4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2" grpId="0" build="p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Shape 447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 lnSpcReduction="10000"/>
          </a:bodyPr>
          <a:lstStyle/>
          <a:p>
            <a:pPr lvl="0">
              <a:lnSpc>
                <a:spcPct val="90000"/>
              </a:lnSpc>
              <a:defRPr sz="1800">
                <a:solidFill>
                  <a:srgbClr val="000000"/>
                </a:solidFill>
              </a:defRPr>
            </a:pPr>
            <a:r>
              <a:rPr sz="3200" dirty="0" err="1">
                <a:solidFill>
                  <a:srgbClr val="002850"/>
                </a:solidFill>
              </a:rPr>
              <a:t>Elemento</a:t>
            </a:r>
            <a:r>
              <a:rPr sz="3200" dirty="0">
                <a:solidFill>
                  <a:srgbClr val="002850"/>
                </a:solidFill>
              </a:rPr>
              <a:t> de un </a:t>
            </a:r>
            <a:r>
              <a:rPr sz="3200" dirty="0" err="1">
                <a:solidFill>
                  <a:srgbClr val="002850"/>
                </a:solidFill>
              </a:rPr>
              <a:t>árbol</a:t>
            </a:r>
            <a:r>
              <a:rPr sz="3200" dirty="0">
                <a:solidFill>
                  <a:srgbClr val="002850"/>
                </a:solidFill>
              </a:rPr>
              <a:t> que </a:t>
            </a:r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800" dirty="0" err="1">
                <a:solidFill>
                  <a:srgbClr val="002850"/>
                </a:solidFill>
              </a:rPr>
              <a:t>Almacena</a:t>
            </a:r>
            <a:r>
              <a:rPr sz="2800" dirty="0">
                <a:solidFill>
                  <a:srgbClr val="002850"/>
                </a:solidFill>
              </a:rPr>
              <a:t> </a:t>
            </a:r>
            <a:r>
              <a:rPr sz="2800" dirty="0" err="1">
                <a:solidFill>
                  <a:srgbClr val="002850"/>
                </a:solidFill>
              </a:rPr>
              <a:t>información</a:t>
            </a:r>
            <a:r>
              <a:rPr sz="2800" dirty="0">
                <a:solidFill>
                  <a:srgbClr val="002850"/>
                </a:solidFill>
              </a:rPr>
              <a:t> (</a:t>
            </a:r>
            <a:r>
              <a:rPr sz="2800" dirty="0" err="1">
                <a:solidFill>
                  <a:srgbClr val="002850"/>
                </a:solidFill>
              </a:rPr>
              <a:t>contenido</a:t>
            </a:r>
            <a:r>
              <a:rPr sz="2800" dirty="0">
                <a:solidFill>
                  <a:srgbClr val="002850"/>
                </a:solidFill>
              </a:rPr>
              <a:t>), </a:t>
            </a:r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800" dirty="0" err="1">
                <a:solidFill>
                  <a:srgbClr val="002850"/>
                </a:solidFill>
              </a:rPr>
              <a:t>Conoce</a:t>
            </a:r>
            <a:r>
              <a:rPr sz="2800" dirty="0">
                <a:solidFill>
                  <a:srgbClr val="002850"/>
                </a:solidFill>
              </a:rPr>
              <a:t> </a:t>
            </a:r>
            <a:r>
              <a:rPr sz="2800" dirty="0" err="1">
                <a:solidFill>
                  <a:srgbClr val="002850"/>
                </a:solidFill>
              </a:rPr>
              <a:t>hijo</a:t>
            </a:r>
            <a:r>
              <a:rPr sz="2800" dirty="0">
                <a:solidFill>
                  <a:srgbClr val="002850"/>
                </a:solidFill>
              </a:rPr>
              <a:t> </a:t>
            </a:r>
            <a:r>
              <a:rPr sz="2800" dirty="0" err="1">
                <a:solidFill>
                  <a:srgbClr val="002850"/>
                </a:solidFill>
              </a:rPr>
              <a:t>izq</a:t>
            </a:r>
            <a:r>
              <a:rPr sz="2800" dirty="0">
                <a:solidFill>
                  <a:srgbClr val="002850"/>
                </a:solidFill>
              </a:rPr>
              <a:t>. y derecho, ambos son </a:t>
            </a:r>
            <a:r>
              <a:rPr sz="2800" dirty="0" err="1">
                <a:solidFill>
                  <a:srgbClr val="002850"/>
                </a:solidFill>
              </a:rPr>
              <a:t>nodos</a:t>
            </a:r>
            <a:endParaRPr sz="2800" dirty="0">
              <a:solidFill>
                <a:srgbClr val="002850"/>
              </a:solidFill>
            </a:endParaRPr>
          </a:p>
          <a:p>
            <a:pPr lvl="0">
              <a:lnSpc>
                <a:spcPct val="90000"/>
              </a:lnSpc>
              <a:defRPr sz="1800">
                <a:solidFill>
                  <a:srgbClr val="000000"/>
                </a:solidFill>
              </a:defRPr>
            </a:pPr>
            <a:r>
              <a:rPr sz="3200" dirty="0" err="1">
                <a:solidFill>
                  <a:srgbClr val="002850"/>
                </a:solidFill>
              </a:rPr>
              <a:t>Operaciones</a:t>
            </a:r>
            <a:r>
              <a:rPr sz="3200" dirty="0">
                <a:solidFill>
                  <a:srgbClr val="002850"/>
                </a:solidFill>
              </a:rPr>
              <a:t> </a:t>
            </a:r>
            <a:r>
              <a:rPr sz="3200" dirty="0" err="1">
                <a:solidFill>
                  <a:srgbClr val="002850"/>
                </a:solidFill>
              </a:rPr>
              <a:t>Básicas</a:t>
            </a:r>
            <a:endParaRPr sz="3200" dirty="0">
              <a:solidFill>
                <a:srgbClr val="002850"/>
              </a:solidFill>
            </a:endParaRPr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800" dirty="0" err="1">
                <a:solidFill>
                  <a:srgbClr val="002850"/>
                </a:solidFill>
              </a:rPr>
              <a:t>Crear</a:t>
            </a:r>
            <a:r>
              <a:rPr sz="2800" dirty="0">
                <a:solidFill>
                  <a:srgbClr val="002850"/>
                </a:solidFill>
              </a:rPr>
              <a:t> un nuevo </a:t>
            </a:r>
            <a:r>
              <a:rPr sz="2800" dirty="0" err="1">
                <a:solidFill>
                  <a:srgbClr val="002850"/>
                </a:solidFill>
              </a:rPr>
              <a:t>nodo</a:t>
            </a:r>
            <a:r>
              <a:rPr sz="2800" dirty="0">
                <a:solidFill>
                  <a:srgbClr val="002850"/>
                </a:solidFill>
              </a:rPr>
              <a:t> hoja y </a:t>
            </a:r>
            <a:r>
              <a:rPr lang="es-EC" sz="2800" dirty="0">
                <a:solidFill>
                  <a:srgbClr val="002850"/>
                </a:solidFill>
              </a:rPr>
              <a:t>eliminar</a:t>
            </a:r>
            <a:r>
              <a:rPr sz="2800" dirty="0">
                <a:solidFill>
                  <a:srgbClr val="002850"/>
                </a:solidFill>
              </a:rPr>
              <a:t> hoja </a:t>
            </a:r>
            <a:r>
              <a:rPr sz="2800" dirty="0" err="1">
                <a:solidFill>
                  <a:srgbClr val="002850"/>
                </a:solidFill>
              </a:rPr>
              <a:t>existente</a:t>
            </a:r>
            <a:endParaRPr sz="2800" dirty="0">
              <a:solidFill>
                <a:srgbClr val="002850"/>
              </a:solidFill>
            </a:endParaRP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2400" i="1" dirty="0" err="1">
                <a:solidFill>
                  <a:srgbClr val="002850"/>
                </a:solidFill>
              </a:rPr>
              <a:t>NodoAB</a:t>
            </a:r>
            <a:r>
              <a:rPr sz="2400" i="1" dirty="0">
                <a:solidFill>
                  <a:srgbClr val="002850"/>
                </a:solidFill>
              </a:rPr>
              <a:t> </a:t>
            </a:r>
            <a:r>
              <a:rPr sz="2400" i="1" dirty="0" err="1">
                <a:solidFill>
                  <a:srgbClr val="002850"/>
                </a:solidFill>
              </a:rPr>
              <a:t>NodoAB_CrearHoja</a:t>
            </a:r>
            <a:r>
              <a:rPr sz="2400" i="1" dirty="0">
                <a:solidFill>
                  <a:srgbClr val="002850"/>
                </a:solidFill>
              </a:rPr>
              <a:t>(</a:t>
            </a:r>
            <a:r>
              <a:rPr lang="es-MX" sz="2400" i="1" dirty="0"/>
              <a:t>E</a:t>
            </a:r>
            <a:r>
              <a:rPr sz="2400" i="1" dirty="0">
                <a:solidFill>
                  <a:srgbClr val="002850"/>
                </a:solidFill>
              </a:rPr>
              <a:t> </a:t>
            </a:r>
            <a:r>
              <a:rPr lang="es-MX" sz="2400" i="1" dirty="0"/>
              <a:t>data</a:t>
            </a:r>
            <a:r>
              <a:rPr sz="2400" i="1" dirty="0">
                <a:solidFill>
                  <a:srgbClr val="002850"/>
                </a:solidFill>
              </a:rPr>
              <a:t>);</a:t>
            </a: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lang="es-MX" sz="2400" i="1" dirty="0" err="1">
                <a:solidFill>
                  <a:srgbClr val="002060"/>
                </a:solidFill>
              </a:rPr>
              <a:t>public</a:t>
            </a:r>
            <a:r>
              <a:rPr lang="es-MX" sz="2400" i="1" dirty="0"/>
              <a:t> </a:t>
            </a:r>
            <a:r>
              <a:rPr sz="2400" i="1" dirty="0">
                <a:solidFill>
                  <a:srgbClr val="002850"/>
                </a:solidFill>
              </a:rPr>
              <a:t>void </a:t>
            </a:r>
            <a:r>
              <a:rPr sz="2400" i="1" dirty="0" err="1">
                <a:solidFill>
                  <a:srgbClr val="002850"/>
                </a:solidFill>
              </a:rPr>
              <a:t>NodoAB</a:t>
            </a:r>
            <a:r>
              <a:rPr sz="2400" i="1" dirty="0">
                <a:solidFill>
                  <a:srgbClr val="002850"/>
                </a:solidFill>
              </a:rPr>
              <a:t>_</a:t>
            </a:r>
            <a:r>
              <a:rPr lang="es-EC" sz="2400" i="1" dirty="0" err="1">
                <a:solidFill>
                  <a:srgbClr val="002850"/>
                </a:solidFill>
              </a:rPr>
              <a:t>remove</a:t>
            </a:r>
            <a:r>
              <a:rPr sz="2400" i="1" dirty="0">
                <a:solidFill>
                  <a:srgbClr val="002850"/>
                </a:solidFill>
              </a:rPr>
              <a:t> (</a:t>
            </a:r>
            <a:r>
              <a:rPr sz="2400" i="1" dirty="0" err="1">
                <a:solidFill>
                  <a:srgbClr val="002850"/>
                </a:solidFill>
              </a:rPr>
              <a:t>NodoArbol</a:t>
            </a:r>
            <a:r>
              <a:rPr sz="2400" i="1" dirty="0">
                <a:solidFill>
                  <a:srgbClr val="002850"/>
                </a:solidFill>
              </a:rPr>
              <a:t> A);</a:t>
            </a:r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002850"/>
                </a:solidFill>
              </a:rPr>
              <a:t>Saber </a:t>
            </a:r>
            <a:r>
              <a:rPr sz="2800" dirty="0" err="1">
                <a:solidFill>
                  <a:srgbClr val="002850"/>
                </a:solidFill>
              </a:rPr>
              <a:t>si</a:t>
            </a:r>
            <a:r>
              <a:rPr sz="2800" dirty="0">
                <a:solidFill>
                  <a:srgbClr val="002850"/>
                </a:solidFill>
              </a:rPr>
              <a:t> el </a:t>
            </a:r>
            <a:r>
              <a:rPr sz="2800" dirty="0" err="1">
                <a:solidFill>
                  <a:srgbClr val="002850"/>
                </a:solidFill>
              </a:rPr>
              <a:t>nodo</a:t>
            </a:r>
            <a:r>
              <a:rPr sz="2800" dirty="0">
                <a:solidFill>
                  <a:srgbClr val="002850"/>
                </a:solidFill>
              </a:rPr>
              <a:t> </a:t>
            </a:r>
            <a:r>
              <a:rPr sz="2800" dirty="0" err="1">
                <a:solidFill>
                  <a:srgbClr val="002850"/>
                </a:solidFill>
              </a:rPr>
              <a:t>es</a:t>
            </a:r>
            <a:r>
              <a:rPr sz="2800" dirty="0">
                <a:solidFill>
                  <a:srgbClr val="002850"/>
                </a:solidFill>
              </a:rPr>
              <a:t> o no </a:t>
            </a:r>
            <a:r>
              <a:rPr sz="2800" dirty="0" err="1">
                <a:solidFill>
                  <a:srgbClr val="002850"/>
                </a:solidFill>
              </a:rPr>
              <a:t>hoja</a:t>
            </a:r>
            <a:endParaRPr sz="2800" dirty="0">
              <a:solidFill>
                <a:srgbClr val="002850"/>
              </a:solidFill>
            </a:endParaRP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lang="es-MX" sz="2400" i="1" dirty="0" err="1">
                <a:solidFill>
                  <a:srgbClr val="002060"/>
                </a:solidFill>
              </a:rPr>
              <a:t>public</a:t>
            </a:r>
            <a:r>
              <a:rPr lang="es-MX" sz="2400" i="1" dirty="0"/>
              <a:t> </a:t>
            </a:r>
            <a:r>
              <a:rPr sz="2400" i="1" dirty="0">
                <a:solidFill>
                  <a:srgbClr val="002850"/>
                </a:solidFill>
              </a:rPr>
              <a:t>bool</a:t>
            </a:r>
            <a:r>
              <a:rPr lang="es-MX" sz="2400" i="1" dirty="0" err="1">
                <a:solidFill>
                  <a:srgbClr val="002850"/>
                </a:solidFill>
              </a:rPr>
              <a:t>ean</a:t>
            </a:r>
            <a:r>
              <a:rPr sz="2400" i="1" dirty="0">
                <a:solidFill>
                  <a:srgbClr val="002850"/>
                </a:solidFill>
              </a:rPr>
              <a:t> </a:t>
            </a:r>
            <a:r>
              <a:rPr sz="2400" i="1" dirty="0" err="1">
                <a:solidFill>
                  <a:srgbClr val="002850"/>
                </a:solidFill>
              </a:rPr>
              <a:t>NodoAB_EsHoja</a:t>
            </a:r>
            <a:r>
              <a:rPr sz="2400" i="1" dirty="0">
                <a:solidFill>
                  <a:srgbClr val="002850"/>
                </a:solidFill>
              </a:rPr>
              <a:t>(</a:t>
            </a:r>
            <a:r>
              <a:rPr lang="es-MX" sz="2400" i="1" dirty="0"/>
              <a:t>E</a:t>
            </a:r>
            <a:r>
              <a:rPr sz="2400" i="1" dirty="0">
                <a:solidFill>
                  <a:srgbClr val="002850"/>
                </a:solidFill>
              </a:rPr>
              <a:t> </a:t>
            </a:r>
            <a:r>
              <a:rPr lang="es-MX" sz="2400" i="1" dirty="0">
                <a:solidFill>
                  <a:srgbClr val="002850"/>
                </a:solidFill>
              </a:rPr>
              <a:t>data</a:t>
            </a:r>
            <a:r>
              <a:rPr sz="2400" i="1" dirty="0">
                <a:solidFill>
                  <a:srgbClr val="002850"/>
                </a:solidFill>
              </a:rPr>
              <a:t>);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A2B2943-9D94-42CE-8B12-C6769CE79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NODOAB: OPERACIONES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" grpId="0" build="p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Shape 450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57175" lvl="0" indent="-257175">
              <a:lnSpc>
                <a:spcPct val="13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i="1" dirty="0" err="1">
                <a:solidFill>
                  <a:srgbClr val="002850"/>
                </a:solidFill>
              </a:rPr>
              <a:t>Consultas</a:t>
            </a:r>
            <a:r>
              <a:rPr sz="2400" i="1" dirty="0">
                <a:solidFill>
                  <a:srgbClr val="002850"/>
                </a:solidFill>
              </a:rPr>
              <a:t> de </a:t>
            </a:r>
            <a:r>
              <a:rPr sz="2400" i="1" dirty="0" err="1">
                <a:solidFill>
                  <a:srgbClr val="002850"/>
                </a:solidFill>
              </a:rPr>
              <a:t>los</a:t>
            </a:r>
            <a:r>
              <a:rPr sz="2400" i="1" dirty="0">
                <a:solidFill>
                  <a:srgbClr val="002850"/>
                </a:solidFill>
              </a:rPr>
              <a:t> </a:t>
            </a:r>
            <a:r>
              <a:rPr sz="2400" i="1" dirty="0" err="1">
                <a:solidFill>
                  <a:srgbClr val="002850"/>
                </a:solidFill>
              </a:rPr>
              <a:t>campos</a:t>
            </a:r>
            <a:r>
              <a:rPr sz="2400" i="1" dirty="0">
                <a:solidFill>
                  <a:srgbClr val="002850"/>
                </a:solidFill>
              </a:rPr>
              <a:t> de un </a:t>
            </a:r>
            <a:r>
              <a:rPr sz="2400" i="1" dirty="0" err="1">
                <a:solidFill>
                  <a:srgbClr val="002850"/>
                </a:solidFill>
              </a:rPr>
              <a:t>nodo</a:t>
            </a:r>
            <a:endParaRPr sz="2400" i="1" dirty="0">
              <a:solidFill>
                <a:srgbClr val="002850"/>
              </a:solidFill>
            </a:endParaRPr>
          </a:p>
          <a:p>
            <a:pPr marL="661307" lvl="1" indent="-204107">
              <a:lnSpc>
                <a:spcPct val="13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n-US" sz="2000" i="1" dirty="0"/>
              <a:t>public E </a:t>
            </a:r>
            <a:r>
              <a:rPr lang="en-US" sz="2000" i="1" dirty="0" err="1"/>
              <a:t>getData</a:t>
            </a:r>
            <a:r>
              <a:rPr lang="en-US" sz="2000" i="1" dirty="0"/>
              <a:t>()</a:t>
            </a:r>
            <a:endParaRPr sz="2000" i="1" dirty="0">
              <a:solidFill>
                <a:srgbClr val="002850"/>
              </a:solidFill>
            </a:endParaRPr>
          </a:p>
          <a:p>
            <a:pPr marL="661307" lvl="1" indent="-204107">
              <a:lnSpc>
                <a:spcPct val="13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n-US" sz="2000" i="1" dirty="0"/>
              <a:t>public Node&lt;E&gt; </a:t>
            </a:r>
            <a:r>
              <a:rPr lang="en-US" sz="2000" i="1" dirty="0" err="1"/>
              <a:t>getLeft</a:t>
            </a:r>
            <a:r>
              <a:rPr lang="en-US" sz="2000" i="1" dirty="0"/>
              <a:t>()</a:t>
            </a:r>
            <a:endParaRPr sz="2000" i="1" dirty="0">
              <a:solidFill>
                <a:srgbClr val="002850"/>
              </a:solidFill>
            </a:endParaRPr>
          </a:p>
          <a:p>
            <a:pPr marL="661307" lvl="1" indent="-204107">
              <a:lnSpc>
                <a:spcPct val="13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n-US" sz="2000" i="1" dirty="0"/>
              <a:t>public Node&lt;E&gt; </a:t>
            </a:r>
            <a:r>
              <a:rPr lang="en-US" sz="2000" i="1" dirty="0" err="1"/>
              <a:t>getRight</a:t>
            </a:r>
            <a:r>
              <a:rPr lang="en-US" sz="2000" i="1" dirty="0"/>
              <a:t>()</a:t>
            </a:r>
            <a:endParaRPr sz="2000" dirty="0">
              <a:solidFill>
                <a:srgbClr val="002850"/>
              </a:solidFill>
            </a:endParaRPr>
          </a:p>
          <a:p>
            <a:pPr marL="257175" lvl="0" indent="-257175">
              <a:lnSpc>
                <a:spcPct val="13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i="1" dirty="0" err="1">
                <a:solidFill>
                  <a:srgbClr val="002850"/>
                </a:solidFill>
              </a:rPr>
              <a:t>Cambiar</a:t>
            </a:r>
            <a:r>
              <a:rPr sz="2400" i="1" dirty="0">
                <a:solidFill>
                  <a:srgbClr val="002850"/>
                </a:solidFill>
              </a:rPr>
              <a:t> </a:t>
            </a:r>
            <a:r>
              <a:rPr sz="2400" i="1" dirty="0" err="1">
                <a:solidFill>
                  <a:srgbClr val="002850"/>
                </a:solidFill>
              </a:rPr>
              <a:t>los</a:t>
            </a:r>
            <a:r>
              <a:rPr sz="2400" i="1" dirty="0">
                <a:solidFill>
                  <a:srgbClr val="002850"/>
                </a:solidFill>
              </a:rPr>
              <a:t> </a:t>
            </a:r>
            <a:r>
              <a:rPr sz="2400" i="1" dirty="0" err="1">
                <a:solidFill>
                  <a:srgbClr val="002850"/>
                </a:solidFill>
              </a:rPr>
              <a:t>campos</a:t>
            </a:r>
            <a:r>
              <a:rPr sz="2400" i="1" dirty="0">
                <a:solidFill>
                  <a:srgbClr val="002850"/>
                </a:solidFill>
              </a:rPr>
              <a:t> de un </a:t>
            </a:r>
            <a:r>
              <a:rPr sz="2400" i="1" dirty="0" err="1">
                <a:solidFill>
                  <a:srgbClr val="002850"/>
                </a:solidFill>
              </a:rPr>
              <a:t>nodo</a:t>
            </a:r>
            <a:endParaRPr sz="2400" i="1" dirty="0">
              <a:solidFill>
                <a:srgbClr val="002850"/>
              </a:solidFill>
            </a:endParaRPr>
          </a:p>
          <a:p>
            <a:pPr marL="661307" lvl="1" indent="-204107">
              <a:lnSpc>
                <a:spcPct val="13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n-US" sz="2000" i="1" dirty="0"/>
              <a:t>public void </a:t>
            </a:r>
            <a:r>
              <a:rPr lang="en-US" sz="2000" i="1" dirty="0" err="1"/>
              <a:t>setData</a:t>
            </a:r>
            <a:r>
              <a:rPr lang="en-US" sz="2000" i="1" dirty="0"/>
              <a:t>(E data)</a:t>
            </a:r>
            <a:endParaRPr sz="2000" i="1" dirty="0">
              <a:solidFill>
                <a:srgbClr val="002850"/>
              </a:solidFill>
            </a:endParaRPr>
          </a:p>
          <a:p>
            <a:pPr marL="661307" lvl="1" indent="-204107">
              <a:lnSpc>
                <a:spcPct val="13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n-US" sz="2000" i="1" dirty="0"/>
              <a:t>public void </a:t>
            </a:r>
            <a:r>
              <a:rPr lang="en-US" sz="2000" i="1" dirty="0" err="1"/>
              <a:t>setLeft</a:t>
            </a:r>
            <a:r>
              <a:rPr lang="en-US" sz="2000" i="1" dirty="0"/>
              <a:t>(Node&lt;E&gt; left)</a:t>
            </a:r>
            <a:endParaRPr sz="2000" i="1" dirty="0">
              <a:solidFill>
                <a:srgbClr val="002850"/>
              </a:solidFill>
            </a:endParaRPr>
          </a:p>
          <a:p>
            <a:pPr marL="661307" lvl="1" indent="-204107">
              <a:lnSpc>
                <a:spcPct val="13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de-DE" sz="2000" i="1" dirty="0"/>
              <a:t>public void setRight(Node&lt;E&gt; right)</a:t>
            </a:r>
            <a:endParaRPr sz="2000" i="1" dirty="0">
              <a:solidFill>
                <a:srgbClr val="002850"/>
              </a:solidFill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F50D5066-6F0B-435D-B5C0-67D40A1C2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NODOAB: MAS OPERACIONES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Shape 457"/>
          <p:cNvSpPr>
            <a:spLocks noGrp="1"/>
          </p:cNvSpPr>
          <p:nvPr>
            <p:ph idx="1"/>
          </p:nvPr>
        </p:nvSpPr>
        <p:spPr>
          <a:xfrm>
            <a:off x="628650" y="1675724"/>
            <a:ext cx="78867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14312" lvl="0" indent="-214312">
              <a:spcBef>
                <a:spcPts val="400"/>
              </a:spcBef>
              <a:defRPr sz="1800">
                <a:solidFill>
                  <a:srgbClr val="000000"/>
                </a:solidFill>
              </a:defRPr>
            </a:pPr>
            <a:r>
              <a:rPr lang="es-EC" sz="2800" b="1" i="1" dirty="0">
                <a:solidFill>
                  <a:srgbClr val="002850"/>
                </a:solidFill>
              </a:rPr>
              <a:t>Añadir y eliminar nodos</a:t>
            </a:r>
            <a:r>
              <a:rPr lang="es-EC" sz="2800" i="1" dirty="0">
                <a:solidFill>
                  <a:srgbClr val="002850"/>
                </a:solidFill>
              </a:rPr>
              <a:t> </a:t>
            </a:r>
          </a:p>
          <a:p>
            <a:pPr marL="640896" lvl="1" indent="-183696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n-US" sz="2400" i="1" dirty="0"/>
              <a:t>public </a:t>
            </a:r>
            <a:r>
              <a:rPr lang="en-US" sz="2400" i="1" dirty="0" err="1"/>
              <a:t>boolean</a:t>
            </a:r>
            <a:r>
              <a:rPr lang="en-US" sz="2400" i="1" dirty="0"/>
              <a:t> add(E parent, E child);</a:t>
            </a:r>
            <a:endParaRPr sz="2400" i="1" dirty="0"/>
          </a:p>
          <a:p>
            <a:pPr marL="640896" lvl="1" indent="-183696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n-US" sz="2400" i="1" dirty="0"/>
              <a:t>public </a:t>
            </a:r>
            <a:r>
              <a:rPr lang="en-US" sz="2400" i="1" dirty="0" err="1"/>
              <a:t>boolean</a:t>
            </a:r>
            <a:r>
              <a:rPr lang="en-US" sz="2400" i="1" dirty="0"/>
              <a:t> remove(E data);</a:t>
            </a:r>
            <a:endParaRPr sz="2400" i="1" dirty="0">
              <a:solidFill>
                <a:srgbClr val="002850"/>
              </a:solidFill>
            </a:endParaRPr>
          </a:p>
          <a:p>
            <a:pPr marL="214312" lvl="0" indent="-214312">
              <a:lnSpc>
                <a:spcPct val="90000"/>
              </a:lnSpc>
              <a:spcBef>
                <a:spcPts val="400"/>
              </a:spcBef>
              <a:defRPr sz="1800">
                <a:solidFill>
                  <a:srgbClr val="000000"/>
                </a:solidFill>
              </a:defRPr>
            </a:pPr>
            <a:r>
              <a:rPr sz="2800" b="1" i="1" dirty="0">
                <a:solidFill>
                  <a:srgbClr val="002850"/>
                </a:solidFill>
              </a:rPr>
              <a:t>Estado del </a:t>
            </a:r>
            <a:r>
              <a:rPr lang="es-419" sz="2800" b="1" i="1" dirty="0">
                <a:solidFill>
                  <a:srgbClr val="002850"/>
                </a:solidFill>
              </a:rPr>
              <a:t>Á</a:t>
            </a:r>
            <a:r>
              <a:rPr sz="2800" b="1" i="1" dirty="0" err="1">
                <a:solidFill>
                  <a:srgbClr val="002850"/>
                </a:solidFill>
              </a:rPr>
              <a:t>rbol</a:t>
            </a:r>
            <a:endParaRPr sz="2800" b="1" i="1" dirty="0">
              <a:solidFill>
                <a:srgbClr val="002850"/>
              </a:solidFill>
            </a:endParaRPr>
          </a:p>
          <a:p>
            <a:pPr marL="640896" lvl="1" indent="-183696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n-US" sz="2400" i="1" dirty="0"/>
              <a:t>public </a:t>
            </a:r>
            <a:r>
              <a:rPr sz="2400" i="1" dirty="0" err="1"/>
              <a:t>bool</a:t>
            </a:r>
            <a:r>
              <a:rPr lang="en-US" sz="2400" i="1" dirty="0" err="1"/>
              <a:t>ean</a:t>
            </a:r>
            <a:r>
              <a:rPr sz="2400" i="1" dirty="0"/>
              <a:t> </a:t>
            </a:r>
            <a:r>
              <a:rPr lang="en-US" sz="2400" i="1" dirty="0" err="1"/>
              <a:t>isEmpty</a:t>
            </a:r>
            <a:r>
              <a:rPr sz="2400" i="1" dirty="0"/>
              <a:t>();</a:t>
            </a:r>
          </a:p>
          <a:p>
            <a:pPr marL="214312" lvl="0" indent="-214312">
              <a:lnSpc>
                <a:spcPct val="90000"/>
              </a:lnSpc>
              <a:spcBef>
                <a:spcPts val="400"/>
              </a:spcBef>
              <a:defRPr sz="1800">
                <a:solidFill>
                  <a:srgbClr val="000000"/>
                </a:solidFill>
              </a:defRPr>
            </a:pPr>
            <a:r>
              <a:rPr sz="2800" b="1" i="1" dirty="0">
                <a:solidFill>
                  <a:srgbClr val="002850"/>
                </a:solidFill>
              </a:rPr>
              <a:t>B</a:t>
            </a:r>
            <a:r>
              <a:rPr lang="es-419" sz="2800" b="1" i="1" dirty="0">
                <a:solidFill>
                  <a:srgbClr val="002850"/>
                </a:solidFill>
              </a:rPr>
              <a:t>ú</a:t>
            </a:r>
            <a:r>
              <a:rPr sz="2800" b="1" i="1" dirty="0" err="1">
                <a:solidFill>
                  <a:srgbClr val="002850"/>
                </a:solidFill>
              </a:rPr>
              <a:t>squeda</a:t>
            </a:r>
            <a:r>
              <a:rPr sz="2800" b="1" i="1" dirty="0">
                <a:solidFill>
                  <a:srgbClr val="002850"/>
                </a:solidFill>
              </a:rPr>
              <a:t> por </a:t>
            </a:r>
            <a:r>
              <a:rPr sz="2800" b="1" i="1" dirty="0" err="1">
                <a:solidFill>
                  <a:srgbClr val="002850"/>
                </a:solidFill>
              </a:rPr>
              <a:t>contenido</a:t>
            </a:r>
            <a:endParaRPr sz="2800" b="1" i="1" dirty="0">
              <a:solidFill>
                <a:srgbClr val="002850"/>
              </a:solidFill>
            </a:endParaRPr>
          </a:p>
          <a:p>
            <a:pPr marL="640896" lvl="1" indent="-183696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n-US" sz="2400" i="1" dirty="0"/>
              <a:t>private Node&lt;E&gt; </a:t>
            </a:r>
            <a:r>
              <a:rPr lang="en-US" sz="2400" i="1" dirty="0" err="1"/>
              <a:t>searchNode</a:t>
            </a:r>
            <a:r>
              <a:rPr lang="en-US" sz="2400" i="1" dirty="0"/>
              <a:t>(E data)</a:t>
            </a:r>
            <a:endParaRPr sz="2400" i="1" dirty="0">
              <a:solidFill>
                <a:srgbClr val="002850"/>
              </a:solidFill>
            </a:endParaRPr>
          </a:p>
          <a:p>
            <a:pPr marL="214312" lvl="0" indent="-214312">
              <a:lnSpc>
                <a:spcPct val="90000"/>
              </a:lnSpc>
              <a:spcBef>
                <a:spcPts val="400"/>
              </a:spcBef>
              <a:defRPr sz="1800">
                <a:solidFill>
                  <a:srgbClr val="000000"/>
                </a:solidFill>
              </a:defRPr>
            </a:pPr>
            <a:r>
              <a:rPr sz="2800" b="1" i="1" dirty="0" err="1">
                <a:solidFill>
                  <a:srgbClr val="002850"/>
                </a:solidFill>
              </a:rPr>
              <a:t>Recorridos</a:t>
            </a:r>
            <a:endParaRPr sz="2800" b="1" i="1" dirty="0">
              <a:solidFill>
                <a:srgbClr val="002850"/>
              </a:solidFill>
            </a:endParaRPr>
          </a:p>
          <a:p>
            <a:pPr marL="640896" lvl="1" indent="-183696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n-US" sz="2400" i="1" dirty="0"/>
              <a:t>public </a:t>
            </a:r>
            <a:r>
              <a:rPr sz="2400" i="1" dirty="0"/>
              <a:t>void</a:t>
            </a:r>
            <a:r>
              <a:rPr lang="es-419" sz="2400" i="1" dirty="0"/>
              <a:t> p</a:t>
            </a:r>
            <a:r>
              <a:rPr sz="2400" i="1" dirty="0" err="1"/>
              <a:t>reOrden</a:t>
            </a:r>
            <a:r>
              <a:rPr sz="2400" i="1" dirty="0"/>
              <a:t>();</a:t>
            </a:r>
          </a:p>
          <a:p>
            <a:pPr marL="640896" lvl="1" indent="-183696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n-US" sz="2400" i="1" dirty="0"/>
              <a:t>public void </a:t>
            </a:r>
            <a:r>
              <a:rPr lang="en-US" sz="2400" i="1" dirty="0" err="1"/>
              <a:t>p</a:t>
            </a:r>
            <a:r>
              <a:rPr sz="2400" i="1" dirty="0" err="1"/>
              <a:t>osOrden</a:t>
            </a:r>
            <a:r>
              <a:rPr sz="2400" i="1" dirty="0"/>
              <a:t>();</a:t>
            </a:r>
          </a:p>
          <a:p>
            <a:pPr marL="640896" lvl="1" indent="-183696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n-US" sz="2400" i="1" dirty="0"/>
              <a:t>public </a:t>
            </a:r>
            <a:r>
              <a:rPr sz="2400" i="1" dirty="0"/>
              <a:t>void </a:t>
            </a:r>
            <a:r>
              <a:rPr lang="es-419" sz="2400" i="1" dirty="0"/>
              <a:t>i</a:t>
            </a:r>
            <a:r>
              <a:rPr sz="2400" i="1" dirty="0" err="1"/>
              <a:t>nOrden</a:t>
            </a:r>
            <a:r>
              <a:rPr sz="2400" i="1" dirty="0"/>
              <a:t>();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F055BE8-39E8-4961-AA23-0BFAEC0C6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AB: OPERACIONES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Shape 460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 marL="257175" indent="-257175">
              <a:spcBef>
                <a:spcPts val="500"/>
              </a:spcBef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Un </a:t>
            </a:r>
            <a:r>
              <a:rPr sz="2400" dirty="0" err="1">
                <a:solidFill>
                  <a:srgbClr val="002850"/>
                </a:solidFill>
              </a:rPr>
              <a:t>Arbol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Vacío</a:t>
            </a:r>
            <a:r>
              <a:rPr sz="2400" dirty="0">
                <a:solidFill>
                  <a:srgbClr val="002850"/>
                </a:solidFill>
              </a:rPr>
              <a:t>, </a:t>
            </a:r>
            <a:r>
              <a:rPr sz="2400" dirty="0" err="1">
                <a:solidFill>
                  <a:srgbClr val="002850"/>
                </a:solidFill>
              </a:rPr>
              <a:t>es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aquel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cuyo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nodo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raíz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apunta</a:t>
            </a:r>
            <a:r>
              <a:rPr sz="2400" dirty="0">
                <a:solidFill>
                  <a:srgbClr val="002850"/>
                </a:solidFill>
              </a:rPr>
              <a:t> a NULL</a:t>
            </a:r>
          </a:p>
        </p:txBody>
      </p:sp>
      <p:sp>
        <p:nvSpPr>
          <p:cNvPr id="462" name="Shape 462"/>
          <p:cNvSpPr/>
          <p:nvPr/>
        </p:nvSpPr>
        <p:spPr>
          <a:xfrm>
            <a:off x="539750" y="3430587"/>
            <a:ext cx="7704138" cy="125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257175" lvl="0" indent="-257175">
              <a:spcBef>
                <a:spcPts val="500"/>
              </a:spcBef>
              <a:buClr>
                <a:srgbClr val="008080"/>
              </a:buClr>
              <a:buSzPct val="80000"/>
              <a:buFont typeface="Wingdings"/>
              <a:buChar char="▯"/>
            </a:pPr>
            <a:r>
              <a:rPr sz="2400" dirty="0">
                <a:solidFill>
                  <a:srgbClr val="002850"/>
                </a:solidFill>
              </a:rPr>
              <a:t>Para </a:t>
            </a:r>
            <a:r>
              <a:rPr sz="2400" dirty="0" err="1">
                <a:solidFill>
                  <a:srgbClr val="002850"/>
                </a:solidFill>
              </a:rPr>
              <a:t>crear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una</a:t>
            </a:r>
            <a:r>
              <a:rPr sz="2400" dirty="0">
                <a:solidFill>
                  <a:srgbClr val="002850"/>
                </a:solidFill>
              </a:rPr>
              <a:t> variable </a:t>
            </a:r>
            <a:r>
              <a:rPr sz="2400" dirty="0" err="1">
                <a:solidFill>
                  <a:srgbClr val="002850"/>
                </a:solidFill>
              </a:rPr>
              <a:t>tipo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Arbol</a:t>
            </a:r>
            <a:r>
              <a:rPr sz="2400" dirty="0">
                <a:solidFill>
                  <a:srgbClr val="002850"/>
                </a:solidFill>
              </a:rPr>
              <a:t>, y </a:t>
            </a:r>
            <a:r>
              <a:rPr sz="2400" dirty="0" err="1">
                <a:solidFill>
                  <a:srgbClr val="002850"/>
                </a:solidFill>
              </a:rPr>
              <a:t>empezarla</a:t>
            </a:r>
            <a:r>
              <a:rPr sz="2400" dirty="0">
                <a:solidFill>
                  <a:srgbClr val="002850"/>
                </a:solidFill>
              </a:rPr>
              <a:t> a </a:t>
            </a:r>
            <a:r>
              <a:rPr sz="2400" dirty="0" err="1">
                <a:solidFill>
                  <a:srgbClr val="002850"/>
                </a:solidFill>
              </a:rPr>
              <a:t>usar</a:t>
            </a:r>
            <a:r>
              <a:rPr sz="2400" dirty="0">
                <a:solidFill>
                  <a:srgbClr val="002850"/>
                </a:solidFill>
              </a:rPr>
              <a:t>:</a:t>
            </a: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buSzPct val="80000"/>
              <a:buFont typeface="Wingdings"/>
              <a:buChar char="▯"/>
            </a:pPr>
            <a:r>
              <a:rPr sz="2000" dirty="0" err="1">
                <a:solidFill>
                  <a:srgbClr val="002850"/>
                </a:solidFill>
              </a:rPr>
              <a:t>Instanciarlo</a:t>
            </a:r>
            <a:r>
              <a:rPr sz="2000" dirty="0">
                <a:solidFill>
                  <a:srgbClr val="002850"/>
                </a:solidFill>
              </a:rPr>
              <a:t> (</a:t>
            </a:r>
            <a:r>
              <a:rPr sz="2000" dirty="0" err="1">
                <a:solidFill>
                  <a:srgbClr val="002850"/>
                </a:solidFill>
              </a:rPr>
              <a:t>crear</a:t>
            </a:r>
            <a:r>
              <a:rPr sz="2000" dirty="0">
                <a:solidFill>
                  <a:srgbClr val="002850"/>
                </a:solidFill>
              </a:rPr>
              <a:t> variable)</a:t>
            </a:r>
          </a:p>
          <a:p>
            <a:pPr marL="257175" lvl="0" indent="-257175">
              <a:spcBef>
                <a:spcPts val="500"/>
              </a:spcBef>
              <a:buClr>
                <a:srgbClr val="008080"/>
              </a:buClr>
              <a:buSzPct val="80000"/>
              <a:buFont typeface="Wingdings"/>
              <a:buChar char="▯"/>
            </a:pPr>
            <a:r>
              <a:rPr sz="2400" dirty="0">
                <a:solidFill>
                  <a:srgbClr val="002850"/>
                </a:solidFill>
              </a:rPr>
              <a:t>Para </a:t>
            </a:r>
            <a:r>
              <a:rPr sz="2400" dirty="0" err="1">
                <a:solidFill>
                  <a:srgbClr val="002850"/>
                </a:solidFill>
              </a:rPr>
              <a:t>añadirle</a:t>
            </a:r>
            <a:r>
              <a:rPr sz="2400" dirty="0">
                <a:solidFill>
                  <a:srgbClr val="002850"/>
                </a:solidFill>
              </a:rPr>
              <a:t> una hoja al árbol, </a:t>
            </a:r>
            <a:r>
              <a:rPr sz="2400" dirty="0" err="1">
                <a:solidFill>
                  <a:srgbClr val="002850"/>
                </a:solidFill>
              </a:rPr>
              <a:t>crear</a:t>
            </a:r>
            <a:r>
              <a:rPr sz="2400" dirty="0">
                <a:solidFill>
                  <a:srgbClr val="002850"/>
                </a:solidFill>
              </a:rPr>
              <a:t> hoja:</a:t>
            </a:r>
          </a:p>
        </p:txBody>
      </p:sp>
      <p:grpSp>
        <p:nvGrpSpPr>
          <p:cNvPr id="467" name="Group 467"/>
          <p:cNvGrpSpPr/>
          <p:nvPr/>
        </p:nvGrpSpPr>
        <p:grpSpPr>
          <a:xfrm>
            <a:off x="6816914" y="4648517"/>
            <a:ext cx="457201" cy="459741"/>
            <a:chOff x="0" y="0"/>
            <a:chExt cx="457200" cy="459740"/>
          </a:xfrm>
        </p:grpSpPr>
        <p:sp>
          <p:nvSpPr>
            <p:cNvPr id="465" name="Shape 465"/>
            <p:cNvSpPr/>
            <p:nvPr/>
          </p:nvSpPr>
          <p:spPr>
            <a:xfrm>
              <a:off x="0" y="127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66" name="Shape 466"/>
            <p:cNvSpPr/>
            <p:nvPr/>
          </p:nvSpPr>
          <p:spPr>
            <a:xfrm>
              <a:off x="93335" y="0"/>
              <a:ext cx="270530" cy="459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1</a:t>
              </a:r>
            </a:p>
          </p:txBody>
        </p:sp>
      </p:grpSp>
      <p:grpSp>
        <p:nvGrpSpPr>
          <p:cNvPr id="473" name="Group 473"/>
          <p:cNvGrpSpPr/>
          <p:nvPr/>
        </p:nvGrpSpPr>
        <p:grpSpPr>
          <a:xfrm>
            <a:off x="6207315" y="5183188"/>
            <a:ext cx="381000" cy="400050"/>
            <a:chOff x="0" y="0"/>
            <a:chExt cx="381000" cy="400050"/>
          </a:xfrm>
        </p:grpSpPr>
        <p:sp>
          <p:nvSpPr>
            <p:cNvPr id="468" name="Shape 468"/>
            <p:cNvSpPr/>
            <p:nvPr/>
          </p:nvSpPr>
          <p:spPr>
            <a:xfrm flipH="1">
              <a:off x="188912" y="0"/>
              <a:ext cx="1" cy="3048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469" name="Shape 469"/>
            <p:cNvSpPr/>
            <p:nvPr/>
          </p:nvSpPr>
          <p:spPr>
            <a:xfrm>
              <a:off x="0" y="304800"/>
              <a:ext cx="381000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470" name="Shape 470"/>
            <p:cNvSpPr/>
            <p:nvPr/>
          </p:nvSpPr>
          <p:spPr>
            <a:xfrm>
              <a:off x="79375" y="333375"/>
              <a:ext cx="228600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471" name="Shape 471"/>
            <p:cNvSpPr/>
            <p:nvPr/>
          </p:nvSpPr>
          <p:spPr>
            <a:xfrm>
              <a:off x="117475" y="371475"/>
              <a:ext cx="152400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472" name="Shape 472"/>
            <p:cNvSpPr/>
            <p:nvPr/>
          </p:nvSpPr>
          <p:spPr>
            <a:xfrm>
              <a:off x="160337" y="400050"/>
              <a:ext cx="76201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grpSp>
        <p:nvGrpSpPr>
          <p:cNvPr id="479" name="Group 479"/>
          <p:cNvGrpSpPr/>
          <p:nvPr/>
        </p:nvGrpSpPr>
        <p:grpSpPr>
          <a:xfrm>
            <a:off x="7578915" y="5183188"/>
            <a:ext cx="381000" cy="400050"/>
            <a:chOff x="0" y="0"/>
            <a:chExt cx="381000" cy="400050"/>
          </a:xfrm>
        </p:grpSpPr>
        <p:sp>
          <p:nvSpPr>
            <p:cNvPr id="474" name="Shape 474"/>
            <p:cNvSpPr/>
            <p:nvPr/>
          </p:nvSpPr>
          <p:spPr>
            <a:xfrm flipH="1">
              <a:off x="188912" y="0"/>
              <a:ext cx="1" cy="3048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475" name="Shape 475"/>
            <p:cNvSpPr/>
            <p:nvPr/>
          </p:nvSpPr>
          <p:spPr>
            <a:xfrm>
              <a:off x="0" y="304800"/>
              <a:ext cx="381000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476" name="Shape 476"/>
            <p:cNvSpPr/>
            <p:nvPr/>
          </p:nvSpPr>
          <p:spPr>
            <a:xfrm>
              <a:off x="79375" y="333375"/>
              <a:ext cx="228600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477" name="Shape 477"/>
            <p:cNvSpPr/>
            <p:nvPr/>
          </p:nvSpPr>
          <p:spPr>
            <a:xfrm>
              <a:off x="117475" y="371475"/>
              <a:ext cx="152400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478" name="Shape 478"/>
            <p:cNvSpPr/>
            <p:nvPr/>
          </p:nvSpPr>
          <p:spPr>
            <a:xfrm>
              <a:off x="160337" y="400050"/>
              <a:ext cx="76201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484" name="Shape 484"/>
          <p:cNvSpPr/>
          <p:nvPr/>
        </p:nvSpPr>
        <p:spPr>
          <a:xfrm>
            <a:off x="6397815" y="5021883"/>
            <a:ext cx="463593" cy="3613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ln>
            <a:solidFill/>
            <a:miter/>
            <a:tailEnd type="stealth"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485" name="Shape 485"/>
          <p:cNvSpPr/>
          <p:nvPr/>
        </p:nvSpPr>
        <p:spPr>
          <a:xfrm>
            <a:off x="7236970" y="5011902"/>
            <a:ext cx="532446" cy="371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  <a:tailEnd type="stealth"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482" name="Shape 482"/>
          <p:cNvSpPr/>
          <p:nvPr/>
        </p:nvSpPr>
        <p:spPr>
          <a:xfrm>
            <a:off x="7016940" y="4292600"/>
            <a:ext cx="0" cy="381001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483" name="Shape 483"/>
          <p:cNvSpPr/>
          <p:nvPr/>
        </p:nvSpPr>
        <p:spPr>
          <a:xfrm>
            <a:off x="7093140" y="4216400"/>
            <a:ext cx="28690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1400"/>
              </a:spcBef>
              <a:defRPr sz="2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2400"/>
              <a:t>A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1D021C6-DE09-4BBD-B1BB-6EE2D4B14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AB: INSTANCIANDO Y CREANDO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0FB0AC3-028D-4430-B00F-3CAC1C8E04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50815" y="2275145"/>
            <a:ext cx="2682008" cy="115301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71124FF-8B7D-4B0A-9193-7BD2A78CBF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0276" y="5077750"/>
            <a:ext cx="3053562" cy="5054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6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46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" grpId="0" build="p" animBg="1" advAuto="0"/>
      <p:bldP spid="462" grpId="0" build="p" bldLvl="5" animBg="1" advAuto="0"/>
      <p:bldP spid="467" grpId="0" animBg="1" advAuto="0"/>
      <p:bldP spid="473" grpId="0" animBg="1" advAuto="0"/>
      <p:bldP spid="479" grpId="0" animBg="1" advAuto="0"/>
      <p:bldP spid="484" grpId="0" animBg="1" advAuto="0"/>
      <p:bldP spid="485" grpId="0" animBg="1" advAuto="0"/>
      <p:bldP spid="482" grpId="0" animBg="1" advAuto="0"/>
      <p:bldP spid="483" grpId="0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47C105C-1B9C-43CB-80A9-E3B0236BF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C"/>
          </a:p>
        </p:txBody>
      </p:sp>
      <p:grpSp>
        <p:nvGrpSpPr>
          <p:cNvPr id="539" name="Group 539"/>
          <p:cNvGrpSpPr/>
          <p:nvPr/>
        </p:nvGrpSpPr>
        <p:grpSpPr>
          <a:xfrm>
            <a:off x="2057400" y="1981200"/>
            <a:ext cx="5105400" cy="3200400"/>
            <a:chOff x="0" y="0"/>
            <a:chExt cx="5105400" cy="3200400"/>
          </a:xfrm>
        </p:grpSpPr>
        <p:grpSp>
          <p:nvGrpSpPr>
            <p:cNvPr id="490" name="Group 490"/>
            <p:cNvGrpSpPr/>
            <p:nvPr/>
          </p:nvGrpSpPr>
          <p:grpSpPr>
            <a:xfrm>
              <a:off x="2438400" y="0"/>
              <a:ext cx="381000" cy="381000"/>
              <a:chOff x="0" y="0"/>
              <a:chExt cx="381000" cy="381000"/>
            </a:xfrm>
          </p:grpSpPr>
          <p:sp>
            <p:nvSpPr>
              <p:cNvPr id="488" name="Shape 488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489" name="Shape 489"/>
              <p:cNvSpPr/>
              <p:nvPr/>
            </p:nvSpPr>
            <p:spPr>
              <a:xfrm>
                <a:off x="62136" y="5080"/>
                <a:ext cx="256728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G</a:t>
                </a:r>
              </a:p>
            </p:txBody>
          </p:sp>
        </p:grpSp>
        <p:grpSp>
          <p:nvGrpSpPr>
            <p:cNvPr id="493" name="Group 493"/>
            <p:cNvGrpSpPr/>
            <p:nvPr/>
          </p:nvGrpSpPr>
          <p:grpSpPr>
            <a:xfrm>
              <a:off x="990600" y="685800"/>
              <a:ext cx="381000" cy="381000"/>
              <a:chOff x="0" y="0"/>
              <a:chExt cx="381000" cy="381000"/>
            </a:xfrm>
          </p:grpSpPr>
          <p:sp>
            <p:nvSpPr>
              <p:cNvPr id="491" name="Shape 491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492" name="Shape 492"/>
              <p:cNvSpPr/>
              <p:nvPr/>
            </p:nvSpPr>
            <p:spPr>
              <a:xfrm>
                <a:off x="60909" y="5080"/>
                <a:ext cx="25918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D</a:t>
                </a:r>
              </a:p>
            </p:txBody>
          </p:sp>
        </p:grpSp>
        <p:grpSp>
          <p:nvGrpSpPr>
            <p:cNvPr id="496" name="Group 496"/>
            <p:cNvGrpSpPr/>
            <p:nvPr/>
          </p:nvGrpSpPr>
          <p:grpSpPr>
            <a:xfrm>
              <a:off x="4038600" y="685800"/>
              <a:ext cx="381000" cy="381000"/>
              <a:chOff x="0" y="0"/>
              <a:chExt cx="381000" cy="381000"/>
            </a:xfrm>
          </p:grpSpPr>
          <p:sp>
            <p:nvSpPr>
              <p:cNvPr id="494" name="Shape 494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495" name="Shape 495"/>
              <p:cNvSpPr/>
              <p:nvPr/>
            </p:nvSpPr>
            <p:spPr>
              <a:xfrm>
                <a:off x="71234" y="5080"/>
                <a:ext cx="23853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K</a:t>
                </a:r>
              </a:p>
            </p:txBody>
          </p:sp>
        </p:grpSp>
        <p:grpSp>
          <p:nvGrpSpPr>
            <p:cNvPr id="499" name="Group 499"/>
            <p:cNvGrpSpPr/>
            <p:nvPr/>
          </p:nvGrpSpPr>
          <p:grpSpPr>
            <a:xfrm>
              <a:off x="381000" y="1371600"/>
              <a:ext cx="381000" cy="381000"/>
              <a:chOff x="0" y="0"/>
              <a:chExt cx="381000" cy="381000"/>
            </a:xfrm>
          </p:grpSpPr>
          <p:sp>
            <p:nvSpPr>
              <p:cNvPr id="497" name="Shape 497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498" name="Shape 498"/>
              <p:cNvSpPr/>
              <p:nvPr/>
            </p:nvSpPr>
            <p:spPr>
              <a:xfrm>
                <a:off x="71066" y="5080"/>
                <a:ext cx="238868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B</a:t>
                </a:r>
              </a:p>
            </p:txBody>
          </p:sp>
        </p:grpSp>
        <p:grpSp>
          <p:nvGrpSpPr>
            <p:cNvPr id="502" name="Group 502"/>
            <p:cNvGrpSpPr/>
            <p:nvPr/>
          </p:nvGrpSpPr>
          <p:grpSpPr>
            <a:xfrm>
              <a:off x="1600200" y="1371600"/>
              <a:ext cx="381000" cy="381000"/>
              <a:chOff x="0" y="0"/>
              <a:chExt cx="381000" cy="381000"/>
            </a:xfrm>
          </p:grpSpPr>
          <p:sp>
            <p:nvSpPr>
              <p:cNvPr id="500" name="Shape 500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501" name="Shape 501"/>
              <p:cNvSpPr/>
              <p:nvPr/>
            </p:nvSpPr>
            <p:spPr>
              <a:xfrm>
                <a:off x="74303" y="5080"/>
                <a:ext cx="23239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E</a:t>
                </a:r>
              </a:p>
            </p:txBody>
          </p:sp>
        </p:grpSp>
        <p:grpSp>
          <p:nvGrpSpPr>
            <p:cNvPr id="505" name="Group 505"/>
            <p:cNvGrpSpPr/>
            <p:nvPr/>
          </p:nvGrpSpPr>
          <p:grpSpPr>
            <a:xfrm>
              <a:off x="3505200" y="1371600"/>
              <a:ext cx="381000" cy="381000"/>
              <a:chOff x="0" y="0"/>
              <a:chExt cx="381000" cy="381000"/>
            </a:xfrm>
          </p:grpSpPr>
          <p:sp>
            <p:nvSpPr>
              <p:cNvPr id="503" name="Shape 503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504" name="Shape 504"/>
              <p:cNvSpPr/>
              <p:nvPr/>
            </p:nvSpPr>
            <p:spPr>
              <a:xfrm>
                <a:off x="61244" y="5080"/>
                <a:ext cx="25851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H</a:t>
                </a:r>
              </a:p>
            </p:txBody>
          </p:sp>
        </p:grpSp>
        <p:grpSp>
          <p:nvGrpSpPr>
            <p:cNvPr id="508" name="Group 508"/>
            <p:cNvGrpSpPr/>
            <p:nvPr/>
          </p:nvGrpSpPr>
          <p:grpSpPr>
            <a:xfrm>
              <a:off x="4724400" y="1371600"/>
              <a:ext cx="381000" cy="381000"/>
              <a:chOff x="0" y="0"/>
              <a:chExt cx="381000" cy="381000"/>
            </a:xfrm>
          </p:grpSpPr>
          <p:sp>
            <p:nvSpPr>
              <p:cNvPr id="506" name="Shape 506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507" name="Shape 507"/>
              <p:cNvSpPr/>
              <p:nvPr/>
            </p:nvSpPr>
            <p:spPr>
              <a:xfrm>
                <a:off x="50360" y="5080"/>
                <a:ext cx="280280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M</a:t>
                </a:r>
              </a:p>
            </p:txBody>
          </p:sp>
        </p:grpSp>
        <p:grpSp>
          <p:nvGrpSpPr>
            <p:cNvPr id="511" name="Group 511"/>
            <p:cNvGrpSpPr/>
            <p:nvPr/>
          </p:nvGrpSpPr>
          <p:grpSpPr>
            <a:xfrm>
              <a:off x="0" y="2057400"/>
              <a:ext cx="381000" cy="381000"/>
              <a:chOff x="0" y="0"/>
              <a:chExt cx="381000" cy="381000"/>
            </a:xfrm>
          </p:grpSpPr>
          <p:sp>
            <p:nvSpPr>
              <p:cNvPr id="509" name="Shape 509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510" name="Shape 510"/>
              <p:cNvSpPr/>
              <p:nvPr/>
            </p:nvSpPr>
            <p:spPr>
              <a:xfrm>
                <a:off x="69894" y="5080"/>
                <a:ext cx="24121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A</a:t>
                </a:r>
              </a:p>
            </p:txBody>
          </p:sp>
        </p:grpSp>
        <p:grpSp>
          <p:nvGrpSpPr>
            <p:cNvPr id="514" name="Group 514"/>
            <p:cNvGrpSpPr/>
            <p:nvPr/>
          </p:nvGrpSpPr>
          <p:grpSpPr>
            <a:xfrm>
              <a:off x="762000" y="2057400"/>
              <a:ext cx="381000" cy="381000"/>
              <a:chOff x="0" y="0"/>
              <a:chExt cx="381000" cy="381000"/>
            </a:xfrm>
          </p:grpSpPr>
          <p:sp>
            <p:nvSpPr>
              <p:cNvPr id="512" name="Shape 512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513" name="Shape 513"/>
              <p:cNvSpPr/>
              <p:nvPr/>
            </p:nvSpPr>
            <p:spPr>
              <a:xfrm>
                <a:off x="69783" y="5080"/>
                <a:ext cx="2414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C</a:t>
                </a:r>
              </a:p>
            </p:txBody>
          </p:sp>
        </p:grpSp>
        <p:grpSp>
          <p:nvGrpSpPr>
            <p:cNvPr id="517" name="Group 517"/>
            <p:cNvGrpSpPr/>
            <p:nvPr/>
          </p:nvGrpSpPr>
          <p:grpSpPr>
            <a:xfrm>
              <a:off x="1981200" y="2057400"/>
              <a:ext cx="381000" cy="381000"/>
              <a:chOff x="0" y="0"/>
              <a:chExt cx="381000" cy="381000"/>
            </a:xfrm>
          </p:grpSpPr>
          <p:sp>
            <p:nvSpPr>
              <p:cNvPr id="515" name="Shape 515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516" name="Shape 516"/>
              <p:cNvSpPr/>
              <p:nvPr/>
            </p:nvSpPr>
            <p:spPr>
              <a:xfrm>
                <a:off x="78824" y="5080"/>
                <a:ext cx="22335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F</a:t>
                </a:r>
              </a:p>
            </p:txBody>
          </p:sp>
        </p:grpSp>
        <p:grpSp>
          <p:nvGrpSpPr>
            <p:cNvPr id="520" name="Group 520"/>
            <p:cNvGrpSpPr/>
            <p:nvPr/>
          </p:nvGrpSpPr>
          <p:grpSpPr>
            <a:xfrm>
              <a:off x="2971800" y="2057400"/>
              <a:ext cx="381000" cy="381000"/>
              <a:chOff x="0" y="0"/>
              <a:chExt cx="381000" cy="381000"/>
            </a:xfrm>
          </p:grpSpPr>
          <p:sp>
            <p:nvSpPr>
              <p:cNvPr id="518" name="Shape 518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519" name="Shape 519"/>
              <p:cNvSpPr/>
              <p:nvPr/>
            </p:nvSpPr>
            <p:spPr>
              <a:xfrm>
                <a:off x="90823" y="5080"/>
                <a:ext cx="19935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J</a:t>
                </a:r>
              </a:p>
            </p:txBody>
          </p:sp>
        </p:grpSp>
        <p:grpSp>
          <p:nvGrpSpPr>
            <p:cNvPr id="523" name="Group 523"/>
            <p:cNvGrpSpPr/>
            <p:nvPr/>
          </p:nvGrpSpPr>
          <p:grpSpPr>
            <a:xfrm>
              <a:off x="2438400" y="2819400"/>
              <a:ext cx="381000" cy="381000"/>
              <a:chOff x="0" y="0"/>
              <a:chExt cx="381000" cy="381000"/>
            </a:xfrm>
          </p:grpSpPr>
          <p:sp>
            <p:nvSpPr>
              <p:cNvPr id="521" name="Shape 521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522" name="Shape 522"/>
              <p:cNvSpPr/>
              <p:nvPr/>
            </p:nvSpPr>
            <p:spPr>
              <a:xfrm>
                <a:off x="95790" y="5080"/>
                <a:ext cx="189420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I</a:t>
                </a:r>
              </a:p>
            </p:txBody>
          </p:sp>
        </p:grpSp>
        <p:grpSp>
          <p:nvGrpSpPr>
            <p:cNvPr id="526" name="Group 526"/>
            <p:cNvGrpSpPr/>
            <p:nvPr/>
          </p:nvGrpSpPr>
          <p:grpSpPr>
            <a:xfrm>
              <a:off x="4191000" y="2057400"/>
              <a:ext cx="381000" cy="381000"/>
              <a:chOff x="0" y="0"/>
              <a:chExt cx="381000" cy="381000"/>
            </a:xfrm>
          </p:grpSpPr>
          <p:sp>
            <p:nvSpPr>
              <p:cNvPr id="524" name="Shape 524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DF6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525" name="Shape 525"/>
              <p:cNvSpPr/>
              <p:nvPr/>
            </p:nvSpPr>
            <p:spPr>
              <a:xfrm>
                <a:off x="81559" y="5080"/>
                <a:ext cx="21788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L</a:t>
                </a:r>
              </a:p>
            </p:txBody>
          </p:sp>
        </p:grpSp>
        <p:sp>
          <p:nvSpPr>
            <p:cNvPr id="527" name="Shape 527"/>
            <p:cNvSpPr/>
            <p:nvPr/>
          </p:nvSpPr>
          <p:spPr>
            <a:xfrm flipH="1">
              <a:off x="1181099" y="190500"/>
              <a:ext cx="1257301" cy="4953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28" name="Shape 528"/>
            <p:cNvSpPr/>
            <p:nvPr/>
          </p:nvSpPr>
          <p:spPr>
            <a:xfrm>
              <a:off x="2819400" y="190499"/>
              <a:ext cx="1409700" cy="4953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29" name="Shape 529"/>
            <p:cNvSpPr/>
            <p:nvPr/>
          </p:nvSpPr>
          <p:spPr>
            <a:xfrm flipH="1">
              <a:off x="706437" y="1011237"/>
              <a:ext cx="3397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30" name="Shape 530"/>
            <p:cNvSpPr/>
            <p:nvPr/>
          </p:nvSpPr>
          <p:spPr>
            <a:xfrm>
              <a:off x="1316037" y="1011237"/>
              <a:ext cx="3397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31" name="Shape 531"/>
            <p:cNvSpPr/>
            <p:nvPr/>
          </p:nvSpPr>
          <p:spPr>
            <a:xfrm flipH="1">
              <a:off x="3830637" y="1011237"/>
              <a:ext cx="2635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32" name="Shape 532"/>
            <p:cNvSpPr/>
            <p:nvPr/>
          </p:nvSpPr>
          <p:spPr>
            <a:xfrm>
              <a:off x="4364037" y="1011237"/>
              <a:ext cx="4159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33" name="Shape 533"/>
            <p:cNvSpPr/>
            <p:nvPr/>
          </p:nvSpPr>
          <p:spPr>
            <a:xfrm flipH="1">
              <a:off x="190499" y="1697037"/>
              <a:ext cx="246064" cy="3603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34" name="Shape 534"/>
            <p:cNvSpPr/>
            <p:nvPr/>
          </p:nvSpPr>
          <p:spPr>
            <a:xfrm>
              <a:off x="706437" y="1697037"/>
              <a:ext cx="246064" cy="3603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35" name="Shape 535"/>
            <p:cNvSpPr/>
            <p:nvPr/>
          </p:nvSpPr>
          <p:spPr>
            <a:xfrm>
              <a:off x="1925637" y="1697037"/>
              <a:ext cx="246064" cy="3603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36" name="Shape 536"/>
            <p:cNvSpPr/>
            <p:nvPr/>
          </p:nvSpPr>
          <p:spPr>
            <a:xfrm flipH="1">
              <a:off x="3297237" y="1697037"/>
              <a:ext cx="2635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37" name="Shape 537"/>
            <p:cNvSpPr/>
            <p:nvPr/>
          </p:nvSpPr>
          <p:spPr>
            <a:xfrm flipH="1">
              <a:off x="2763837" y="2382837"/>
              <a:ext cx="263526" cy="4921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38" name="Shape 538"/>
            <p:cNvSpPr/>
            <p:nvPr/>
          </p:nvSpPr>
          <p:spPr>
            <a:xfrm flipH="1">
              <a:off x="4516437" y="1697037"/>
              <a:ext cx="2635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grpSp>
        <p:nvGrpSpPr>
          <p:cNvPr id="544" name="Group 544"/>
          <p:cNvGrpSpPr/>
          <p:nvPr/>
        </p:nvGrpSpPr>
        <p:grpSpPr>
          <a:xfrm>
            <a:off x="4495800" y="1981200"/>
            <a:ext cx="381000" cy="713741"/>
            <a:chOff x="0" y="0"/>
            <a:chExt cx="381000" cy="713740"/>
          </a:xfrm>
        </p:grpSpPr>
        <p:grpSp>
          <p:nvGrpSpPr>
            <p:cNvPr id="542" name="Group 542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540" name="Shape 540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190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541" name="Shape 541"/>
              <p:cNvSpPr/>
              <p:nvPr/>
            </p:nvSpPr>
            <p:spPr>
              <a:xfrm>
                <a:off x="62136" y="5080"/>
                <a:ext cx="256728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G</a:t>
                </a:r>
              </a:p>
            </p:txBody>
          </p:sp>
        </p:grpSp>
        <p:sp>
          <p:nvSpPr>
            <p:cNvPr id="543" name="Shape 543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7</a:t>
              </a:r>
            </a:p>
          </p:txBody>
        </p:sp>
      </p:grpSp>
      <p:grpSp>
        <p:nvGrpSpPr>
          <p:cNvPr id="549" name="Group 549"/>
          <p:cNvGrpSpPr/>
          <p:nvPr/>
        </p:nvGrpSpPr>
        <p:grpSpPr>
          <a:xfrm>
            <a:off x="3048000" y="2667000"/>
            <a:ext cx="381000" cy="713741"/>
            <a:chOff x="0" y="0"/>
            <a:chExt cx="381000" cy="713740"/>
          </a:xfrm>
        </p:grpSpPr>
        <p:grpSp>
          <p:nvGrpSpPr>
            <p:cNvPr id="547" name="Group 547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545" name="Shape 545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546" name="Shape 546"/>
              <p:cNvSpPr/>
              <p:nvPr/>
            </p:nvSpPr>
            <p:spPr>
              <a:xfrm>
                <a:off x="60909" y="5080"/>
                <a:ext cx="25918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D</a:t>
                </a:r>
              </a:p>
            </p:txBody>
          </p:sp>
        </p:grpSp>
        <p:sp>
          <p:nvSpPr>
            <p:cNvPr id="548" name="Shape 548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4</a:t>
              </a:r>
            </a:p>
          </p:txBody>
        </p:sp>
      </p:grpSp>
      <p:grpSp>
        <p:nvGrpSpPr>
          <p:cNvPr id="554" name="Group 554"/>
          <p:cNvGrpSpPr/>
          <p:nvPr/>
        </p:nvGrpSpPr>
        <p:grpSpPr>
          <a:xfrm>
            <a:off x="2438400" y="3352800"/>
            <a:ext cx="381000" cy="713741"/>
            <a:chOff x="0" y="0"/>
            <a:chExt cx="381000" cy="713740"/>
          </a:xfrm>
        </p:grpSpPr>
        <p:grpSp>
          <p:nvGrpSpPr>
            <p:cNvPr id="552" name="Group 552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550" name="Shape 550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551" name="Shape 551"/>
              <p:cNvSpPr/>
              <p:nvPr/>
            </p:nvSpPr>
            <p:spPr>
              <a:xfrm>
                <a:off x="71066" y="5080"/>
                <a:ext cx="238868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B</a:t>
                </a:r>
              </a:p>
            </p:txBody>
          </p:sp>
        </p:grpSp>
        <p:sp>
          <p:nvSpPr>
            <p:cNvPr id="553" name="Shape 553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2</a:t>
              </a:r>
            </a:p>
          </p:txBody>
        </p:sp>
      </p:grpSp>
      <p:grpSp>
        <p:nvGrpSpPr>
          <p:cNvPr id="559" name="Group 559"/>
          <p:cNvGrpSpPr/>
          <p:nvPr/>
        </p:nvGrpSpPr>
        <p:grpSpPr>
          <a:xfrm>
            <a:off x="2057400" y="4038600"/>
            <a:ext cx="381000" cy="713741"/>
            <a:chOff x="0" y="0"/>
            <a:chExt cx="381000" cy="713740"/>
          </a:xfrm>
        </p:grpSpPr>
        <p:grpSp>
          <p:nvGrpSpPr>
            <p:cNvPr id="557" name="Group 557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555" name="Shape 555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556" name="Shape 556"/>
              <p:cNvSpPr/>
              <p:nvPr/>
            </p:nvSpPr>
            <p:spPr>
              <a:xfrm>
                <a:off x="69894" y="5080"/>
                <a:ext cx="24121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A</a:t>
                </a:r>
              </a:p>
            </p:txBody>
          </p:sp>
        </p:grpSp>
        <p:sp>
          <p:nvSpPr>
            <p:cNvPr id="558" name="Shape 558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1</a:t>
              </a:r>
            </a:p>
          </p:txBody>
        </p:sp>
      </p:grpSp>
      <p:grpSp>
        <p:nvGrpSpPr>
          <p:cNvPr id="564" name="Group 564"/>
          <p:cNvGrpSpPr/>
          <p:nvPr/>
        </p:nvGrpSpPr>
        <p:grpSpPr>
          <a:xfrm>
            <a:off x="2819400" y="4038600"/>
            <a:ext cx="381000" cy="713741"/>
            <a:chOff x="0" y="0"/>
            <a:chExt cx="381000" cy="713740"/>
          </a:xfrm>
        </p:grpSpPr>
        <p:grpSp>
          <p:nvGrpSpPr>
            <p:cNvPr id="562" name="Group 562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560" name="Shape 560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561" name="Shape 561"/>
              <p:cNvSpPr/>
              <p:nvPr/>
            </p:nvSpPr>
            <p:spPr>
              <a:xfrm>
                <a:off x="69783" y="5080"/>
                <a:ext cx="2414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C</a:t>
                </a:r>
              </a:p>
            </p:txBody>
          </p:sp>
        </p:grpSp>
        <p:sp>
          <p:nvSpPr>
            <p:cNvPr id="563" name="Shape 563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3</a:t>
              </a:r>
            </a:p>
          </p:txBody>
        </p:sp>
      </p:grpSp>
      <p:grpSp>
        <p:nvGrpSpPr>
          <p:cNvPr id="569" name="Group 569"/>
          <p:cNvGrpSpPr/>
          <p:nvPr/>
        </p:nvGrpSpPr>
        <p:grpSpPr>
          <a:xfrm>
            <a:off x="3657600" y="3352800"/>
            <a:ext cx="381000" cy="713741"/>
            <a:chOff x="0" y="0"/>
            <a:chExt cx="381000" cy="713740"/>
          </a:xfrm>
        </p:grpSpPr>
        <p:grpSp>
          <p:nvGrpSpPr>
            <p:cNvPr id="567" name="Group 567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565" name="Shape 565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566" name="Shape 566"/>
              <p:cNvSpPr/>
              <p:nvPr/>
            </p:nvSpPr>
            <p:spPr>
              <a:xfrm>
                <a:off x="74303" y="5080"/>
                <a:ext cx="23239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E</a:t>
                </a:r>
              </a:p>
            </p:txBody>
          </p:sp>
        </p:grpSp>
        <p:sp>
          <p:nvSpPr>
            <p:cNvPr id="568" name="Shape 568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5</a:t>
              </a:r>
            </a:p>
          </p:txBody>
        </p:sp>
      </p:grpSp>
      <p:grpSp>
        <p:nvGrpSpPr>
          <p:cNvPr id="574" name="Group 574"/>
          <p:cNvGrpSpPr/>
          <p:nvPr/>
        </p:nvGrpSpPr>
        <p:grpSpPr>
          <a:xfrm>
            <a:off x="4038600" y="4038600"/>
            <a:ext cx="381000" cy="713741"/>
            <a:chOff x="0" y="0"/>
            <a:chExt cx="381000" cy="713740"/>
          </a:xfrm>
        </p:grpSpPr>
        <p:grpSp>
          <p:nvGrpSpPr>
            <p:cNvPr id="572" name="Group 572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570" name="Shape 570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571" name="Shape 571"/>
              <p:cNvSpPr/>
              <p:nvPr/>
            </p:nvSpPr>
            <p:spPr>
              <a:xfrm>
                <a:off x="78824" y="5080"/>
                <a:ext cx="22335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F</a:t>
                </a:r>
              </a:p>
            </p:txBody>
          </p:sp>
        </p:grpSp>
        <p:sp>
          <p:nvSpPr>
            <p:cNvPr id="573" name="Shape 573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6</a:t>
              </a:r>
            </a:p>
          </p:txBody>
        </p:sp>
      </p:grpSp>
      <p:grpSp>
        <p:nvGrpSpPr>
          <p:cNvPr id="579" name="Group 579"/>
          <p:cNvGrpSpPr/>
          <p:nvPr/>
        </p:nvGrpSpPr>
        <p:grpSpPr>
          <a:xfrm>
            <a:off x="6096000" y="2667000"/>
            <a:ext cx="381000" cy="713741"/>
            <a:chOff x="0" y="0"/>
            <a:chExt cx="381000" cy="713740"/>
          </a:xfrm>
        </p:grpSpPr>
        <p:grpSp>
          <p:nvGrpSpPr>
            <p:cNvPr id="577" name="Group 577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575" name="Shape 575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576" name="Shape 576"/>
              <p:cNvSpPr/>
              <p:nvPr/>
            </p:nvSpPr>
            <p:spPr>
              <a:xfrm>
                <a:off x="71234" y="5080"/>
                <a:ext cx="23853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K</a:t>
                </a:r>
              </a:p>
            </p:txBody>
          </p:sp>
        </p:grpSp>
        <p:sp>
          <p:nvSpPr>
            <p:cNvPr id="578" name="Shape 578"/>
            <p:cNvSpPr/>
            <p:nvPr/>
          </p:nvSpPr>
          <p:spPr>
            <a:xfrm>
              <a:off x="9525" y="381000"/>
              <a:ext cx="325994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11</a:t>
              </a:r>
            </a:p>
          </p:txBody>
        </p:sp>
      </p:grpSp>
      <p:grpSp>
        <p:nvGrpSpPr>
          <p:cNvPr id="584" name="Group 584"/>
          <p:cNvGrpSpPr/>
          <p:nvPr/>
        </p:nvGrpSpPr>
        <p:grpSpPr>
          <a:xfrm>
            <a:off x="5562600" y="3352800"/>
            <a:ext cx="381000" cy="713741"/>
            <a:chOff x="0" y="0"/>
            <a:chExt cx="381000" cy="713740"/>
          </a:xfrm>
        </p:grpSpPr>
        <p:grpSp>
          <p:nvGrpSpPr>
            <p:cNvPr id="582" name="Group 582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580" name="Shape 580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581" name="Shape 581"/>
              <p:cNvSpPr/>
              <p:nvPr/>
            </p:nvSpPr>
            <p:spPr>
              <a:xfrm>
                <a:off x="90823" y="5080"/>
                <a:ext cx="19935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J</a:t>
                </a:r>
              </a:p>
            </p:txBody>
          </p:sp>
        </p:grpSp>
        <p:sp>
          <p:nvSpPr>
            <p:cNvPr id="583" name="Shape 583"/>
            <p:cNvSpPr/>
            <p:nvPr/>
          </p:nvSpPr>
          <p:spPr>
            <a:xfrm>
              <a:off x="9525" y="381000"/>
              <a:ext cx="325994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10</a:t>
              </a:r>
            </a:p>
          </p:txBody>
        </p:sp>
      </p:grpSp>
      <p:grpSp>
        <p:nvGrpSpPr>
          <p:cNvPr id="589" name="Group 589"/>
          <p:cNvGrpSpPr/>
          <p:nvPr/>
        </p:nvGrpSpPr>
        <p:grpSpPr>
          <a:xfrm>
            <a:off x="5029200" y="4038600"/>
            <a:ext cx="381000" cy="713741"/>
            <a:chOff x="0" y="0"/>
            <a:chExt cx="381000" cy="713740"/>
          </a:xfrm>
        </p:grpSpPr>
        <p:grpSp>
          <p:nvGrpSpPr>
            <p:cNvPr id="587" name="Group 587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585" name="Shape 585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586" name="Shape 586"/>
              <p:cNvSpPr/>
              <p:nvPr/>
            </p:nvSpPr>
            <p:spPr>
              <a:xfrm>
                <a:off x="95790" y="5080"/>
                <a:ext cx="189420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I</a:t>
                </a:r>
              </a:p>
            </p:txBody>
          </p:sp>
        </p:grpSp>
        <p:sp>
          <p:nvSpPr>
            <p:cNvPr id="588" name="Shape 588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9</a:t>
              </a:r>
            </a:p>
          </p:txBody>
        </p:sp>
      </p:grpSp>
      <p:grpSp>
        <p:nvGrpSpPr>
          <p:cNvPr id="594" name="Group 594"/>
          <p:cNvGrpSpPr/>
          <p:nvPr/>
        </p:nvGrpSpPr>
        <p:grpSpPr>
          <a:xfrm>
            <a:off x="4495800" y="4800600"/>
            <a:ext cx="381000" cy="713741"/>
            <a:chOff x="0" y="0"/>
            <a:chExt cx="381000" cy="713740"/>
          </a:xfrm>
        </p:grpSpPr>
        <p:grpSp>
          <p:nvGrpSpPr>
            <p:cNvPr id="592" name="Group 592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590" name="Shape 590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591" name="Shape 591"/>
              <p:cNvSpPr/>
              <p:nvPr/>
            </p:nvSpPr>
            <p:spPr>
              <a:xfrm>
                <a:off x="61244" y="5080"/>
                <a:ext cx="25851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H</a:t>
                </a:r>
              </a:p>
            </p:txBody>
          </p:sp>
        </p:grpSp>
        <p:sp>
          <p:nvSpPr>
            <p:cNvPr id="593" name="Shape 593"/>
            <p:cNvSpPr/>
            <p:nvPr/>
          </p:nvSpPr>
          <p:spPr>
            <a:xfrm>
              <a:off x="9525" y="381000"/>
              <a:ext cx="215067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8</a:t>
              </a:r>
            </a:p>
          </p:txBody>
        </p:sp>
      </p:grpSp>
      <p:grpSp>
        <p:nvGrpSpPr>
          <p:cNvPr id="599" name="Group 599"/>
          <p:cNvGrpSpPr/>
          <p:nvPr/>
        </p:nvGrpSpPr>
        <p:grpSpPr>
          <a:xfrm>
            <a:off x="6781800" y="3352800"/>
            <a:ext cx="381000" cy="713741"/>
            <a:chOff x="0" y="0"/>
            <a:chExt cx="381000" cy="713740"/>
          </a:xfrm>
        </p:grpSpPr>
        <p:grpSp>
          <p:nvGrpSpPr>
            <p:cNvPr id="597" name="Group 597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595" name="Shape 595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596" name="Shape 596"/>
              <p:cNvSpPr/>
              <p:nvPr/>
            </p:nvSpPr>
            <p:spPr>
              <a:xfrm>
                <a:off x="50360" y="5080"/>
                <a:ext cx="280280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M</a:t>
                </a:r>
              </a:p>
            </p:txBody>
          </p:sp>
        </p:grpSp>
        <p:sp>
          <p:nvSpPr>
            <p:cNvPr id="598" name="Shape 598"/>
            <p:cNvSpPr/>
            <p:nvPr/>
          </p:nvSpPr>
          <p:spPr>
            <a:xfrm>
              <a:off x="9525" y="381000"/>
              <a:ext cx="325994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13</a:t>
              </a:r>
            </a:p>
          </p:txBody>
        </p:sp>
      </p:grpSp>
      <p:grpSp>
        <p:nvGrpSpPr>
          <p:cNvPr id="604" name="Group 604"/>
          <p:cNvGrpSpPr/>
          <p:nvPr/>
        </p:nvGrpSpPr>
        <p:grpSpPr>
          <a:xfrm>
            <a:off x="6248400" y="4038600"/>
            <a:ext cx="381000" cy="713741"/>
            <a:chOff x="0" y="0"/>
            <a:chExt cx="381000" cy="713740"/>
          </a:xfrm>
        </p:grpSpPr>
        <p:grpSp>
          <p:nvGrpSpPr>
            <p:cNvPr id="602" name="Group 602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600" name="Shape 600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601" name="Shape 601"/>
              <p:cNvSpPr/>
              <p:nvPr/>
            </p:nvSpPr>
            <p:spPr>
              <a:xfrm>
                <a:off x="81559" y="5080"/>
                <a:ext cx="217882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L</a:t>
                </a:r>
              </a:p>
            </p:txBody>
          </p:sp>
        </p:grpSp>
        <p:sp>
          <p:nvSpPr>
            <p:cNvPr id="603" name="Shape 603"/>
            <p:cNvSpPr/>
            <p:nvPr/>
          </p:nvSpPr>
          <p:spPr>
            <a:xfrm>
              <a:off x="9525" y="381000"/>
              <a:ext cx="325994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12</a:t>
              </a:r>
            </a:p>
          </p:txBody>
        </p:sp>
      </p:grpSp>
      <p:sp>
        <p:nvSpPr>
          <p:cNvPr id="4" name="Título 3">
            <a:extLst>
              <a:ext uri="{FF2B5EF4-FFF2-40B4-BE49-F238E27FC236}">
                <a16:creationId xmlns:a16="http://schemas.microsoft.com/office/drawing/2014/main" id="{1519B38A-9982-4369-83B2-56569520D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EJEMPLO AB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" grpId="0" animBg="1" advAuto="0"/>
      <p:bldP spid="544" grpId="0" animBg="1" advAuto="0"/>
      <p:bldP spid="549" grpId="0" animBg="1" advAuto="0"/>
      <p:bldP spid="554" grpId="0" animBg="1" advAuto="0"/>
      <p:bldP spid="559" grpId="0" animBg="1" advAuto="0"/>
      <p:bldP spid="564" grpId="0" animBg="1" advAuto="0"/>
      <p:bldP spid="569" grpId="0" animBg="1" advAuto="0"/>
      <p:bldP spid="574" grpId="0" animBg="1" advAuto="0"/>
      <p:bldP spid="579" grpId="0" animBg="1" advAuto="0"/>
      <p:bldP spid="584" grpId="0" animBg="1" advAuto="0"/>
      <p:bldP spid="589" grpId="0" animBg="1" advAuto="0"/>
      <p:bldP spid="594" grpId="0" animBg="1" advAuto="0"/>
      <p:bldP spid="599" grpId="0" animBg="1" advAuto="0"/>
      <p:bldP spid="604" grpId="0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2B86AD7-7224-47E7-82DB-80FC7FACB7D2}"/>
              </a:ext>
            </a:extLst>
          </p:cNvPr>
          <p:cNvSpPr/>
          <p:nvPr/>
        </p:nvSpPr>
        <p:spPr>
          <a:xfrm>
            <a:off x="3112477" y="6100800"/>
            <a:ext cx="3270738" cy="7406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607" name="Shape 607"/>
          <p:cNvSpPr>
            <a:spLocks noGrp="1"/>
          </p:cNvSpPr>
          <p:nvPr>
            <p:ph idx="1"/>
          </p:nvPr>
        </p:nvSpPr>
        <p:spPr>
          <a:xfrm>
            <a:off x="628650" y="1495035"/>
            <a:ext cx="78867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Como </a:t>
            </a:r>
            <a:r>
              <a:rPr sz="2400" dirty="0" err="1">
                <a:solidFill>
                  <a:srgbClr val="002850"/>
                </a:solidFill>
              </a:rPr>
              <a:t>ya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revisamos</a:t>
            </a:r>
            <a:r>
              <a:rPr sz="2400" dirty="0">
                <a:solidFill>
                  <a:srgbClr val="002850"/>
                </a:solidFill>
              </a:rPr>
              <a:t>, las </a:t>
            </a:r>
            <a:r>
              <a:rPr sz="2400" dirty="0" err="1">
                <a:solidFill>
                  <a:srgbClr val="002850"/>
                </a:solidFill>
              </a:rPr>
              <a:t>operaciones</a:t>
            </a:r>
            <a:r>
              <a:rPr sz="2400" dirty="0">
                <a:solidFill>
                  <a:srgbClr val="002850"/>
                </a:solidFill>
              </a:rPr>
              <a:t> de </a:t>
            </a:r>
            <a:r>
              <a:rPr sz="2400" dirty="0" err="1">
                <a:solidFill>
                  <a:srgbClr val="002850"/>
                </a:solidFill>
              </a:rPr>
              <a:t>recorrido</a:t>
            </a:r>
            <a:r>
              <a:rPr sz="2400" dirty="0">
                <a:solidFill>
                  <a:srgbClr val="002850"/>
                </a:solidFill>
              </a:rPr>
              <a:t> son </a:t>
            </a:r>
            <a:r>
              <a:rPr sz="2400" dirty="0" err="1">
                <a:solidFill>
                  <a:srgbClr val="002850"/>
                </a:solidFill>
              </a:rPr>
              <a:t>recursivas</a:t>
            </a:r>
            <a:endParaRPr sz="2400" dirty="0">
              <a:solidFill>
                <a:srgbClr val="002850"/>
              </a:solidFill>
            </a:endParaRPr>
          </a:p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Ejemplo</a:t>
            </a:r>
            <a:r>
              <a:rPr sz="2400" dirty="0">
                <a:solidFill>
                  <a:srgbClr val="002850"/>
                </a:solidFill>
              </a:rPr>
              <a:t>: </a:t>
            </a:r>
            <a:r>
              <a:rPr sz="2400" dirty="0" err="1">
                <a:solidFill>
                  <a:srgbClr val="002850"/>
                </a:solidFill>
              </a:rPr>
              <a:t>EnOrden</a:t>
            </a:r>
            <a:endParaRPr sz="2400" dirty="0">
              <a:solidFill>
                <a:srgbClr val="002850"/>
              </a:solidFill>
            </a:endParaRP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Recorrer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EnOrden</a:t>
            </a:r>
            <a:r>
              <a:rPr sz="2000" dirty="0">
                <a:solidFill>
                  <a:srgbClr val="002850"/>
                </a:solidFill>
              </a:rPr>
              <a:t> al </a:t>
            </a:r>
            <a:r>
              <a:rPr sz="2000" dirty="0" err="1">
                <a:solidFill>
                  <a:srgbClr val="002850"/>
                </a:solidFill>
              </a:rPr>
              <a:t>subarbol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izquierdo</a:t>
            </a:r>
            <a:endParaRPr sz="2000" dirty="0">
              <a:solidFill>
                <a:srgbClr val="002850"/>
              </a:solidFill>
            </a:endParaRP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Visitar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nodo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raiz</a:t>
            </a:r>
            <a:endParaRPr sz="2000" dirty="0">
              <a:solidFill>
                <a:srgbClr val="002850"/>
              </a:solidFill>
            </a:endParaRP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Recorrer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EnOrden</a:t>
            </a:r>
            <a:r>
              <a:rPr sz="2000" dirty="0">
                <a:solidFill>
                  <a:srgbClr val="002850"/>
                </a:solidFill>
              </a:rPr>
              <a:t> al </a:t>
            </a:r>
            <a:r>
              <a:rPr sz="2000" dirty="0" err="1">
                <a:solidFill>
                  <a:srgbClr val="002850"/>
                </a:solidFill>
              </a:rPr>
              <a:t>subarbol</a:t>
            </a:r>
            <a:r>
              <a:rPr sz="2000" dirty="0">
                <a:solidFill>
                  <a:srgbClr val="002850"/>
                </a:solidFill>
              </a:rPr>
              <a:t> derecho</a:t>
            </a:r>
          </a:p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En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todo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algoritmo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recursivo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debemos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buscar</a:t>
            </a:r>
            <a:r>
              <a:rPr sz="2400" dirty="0">
                <a:solidFill>
                  <a:srgbClr val="002850"/>
                </a:solidFill>
              </a:rPr>
              <a:t> dos </a:t>
            </a:r>
            <a:r>
              <a:rPr sz="2400" dirty="0" err="1">
                <a:solidFill>
                  <a:srgbClr val="002850"/>
                </a:solidFill>
              </a:rPr>
              <a:t>casos</a:t>
            </a:r>
            <a:endParaRPr sz="2400" dirty="0">
              <a:solidFill>
                <a:srgbClr val="002850"/>
              </a:solidFill>
            </a:endParaRP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Básico</a:t>
            </a:r>
            <a:r>
              <a:rPr sz="2000" dirty="0">
                <a:solidFill>
                  <a:srgbClr val="002850"/>
                </a:solidFill>
              </a:rPr>
              <a:t>, para </a:t>
            </a:r>
            <a:r>
              <a:rPr sz="2000" dirty="0" err="1">
                <a:solidFill>
                  <a:srgbClr val="002850"/>
                </a:solidFill>
              </a:rPr>
              <a:t>terminar</a:t>
            </a:r>
            <a:r>
              <a:rPr sz="2000" dirty="0">
                <a:solidFill>
                  <a:srgbClr val="002850"/>
                </a:solidFill>
              </a:rPr>
              <a:t> la </a:t>
            </a:r>
            <a:r>
              <a:rPr sz="2000" dirty="0" err="1">
                <a:solidFill>
                  <a:srgbClr val="002850"/>
                </a:solidFill>
              </a:rPr>
              <a:t>recursividad</a:t>
            </a:r>
            <a:endParaRPr sz="2000" dirty="0">
              <a:solidFill>
                <a:srgbClr val="002850"/>
              </a:solidFill>
            </a:endParaRP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Recursivo</a:t>
            </a:r>
            <a:r>
              <a:rPr sz="2000" dirty="0">
                <a:solidFill>
                  <a:srgbClr val="002850"/>
                </a:solidFill>
              </a:rPr>
              <a:t>, </a:t>
            </a:r>
            <a:r>
              <a:rPr sz="2000" dirty="0" err="1">
                <a:solidFill>
                  <a:srgbClr val="002850"/>
                </a:solidFill>
              </a:rPr>
              <a:t>donde</a:t>
            </a:r>
            <a:r>
              <a:rPr sz="2000" dirty="0">
                <a:solidFill>
                  <a:srgbClr val="002850"/>
                </a:solidFill>
              </a:rPr>
              <a:t> la </a:t>
            </a:r>
            <a:r>
              <a:rPr sz="2000" dirty="0" err="1">
                <a:solidFill>
                  <a:srgbClr val="002850"/>
                </a:solidFill>
              </a:rPr>
              <a:t>función</a:t>
            </a:r>
            <a:r>
              <a:rPr sz="2000" dirty="0">
                <a:solidFill>
                  <a:srgbClr val="002850"/>
                </a:solidFill>
              </a:rPr>
              <a:t> se llama a </a:t>
            </a:r>
            <a:r>
              <a:rPr sz="2000" dirty="0" err="1">
                <a:solidFill>
                  <a:srgbClr val="002850"/>
                </a:solidFill>
              </a:rPr>
              <a:t>si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misma</a:t>
            </a:r>
            <a:endParaRPr sz="2000" dirty="0">
              <a:solidFill>
                <a:srgbClr val="002850"/>
              </a:solidFill>
            </a:endParaRPr>
          </a:p>
        </p:txBody>
      </p:sp>
      <p:grpSp>
        <p:nvGrpSpPr>
          <p:cNvPr id="610" name="Group 610"/>
          <p:cNvGrpSpPr/>
          <p:nvPr/>
        </p:nvGrpSpPr>
        <p:grpSpPr>
          <a:xfrm>
            <a:off x="468312" y="4884775"/>
            <a:ext cx="3692526" cy="1216025"/>
            <a:chOff x="0" y="0"/>
            <a:chExt cx="3692525" cy="1216025"/>
          </a:xfrm>
        </p:grpSpPr>
        <p:sp>
          <p:nvSpPr>
            <p:cNvPr id="608" name="Shape 608"/>
            <p:cNvSpPr/>
            <p:nvPr/>
          </p:nvSpPr>
          <p:spPr>
            <a:xfrm>
              <a:off x="0" y="0"/>
              <a:ext cx="3692525" cy="121602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>
                <a:spcBef>
                  <a:spcPts val="600"/>
                </a:spcBef>
                <a:defRPr>
                  <a:solidFill>
                    <a:srgbClr val="002850"/>
                  </a:solidFill>
                </a:defRPr>
              </a:pPr>
              <a:endParaRPr dirty="0"/>
            </a:p>
          </p:txBody>
        </p:sp>
        <p:sp>
          <p:nvSpPr>
            <p:cNvPr id="609" name="Shape 609"/>
            <p:cNvSpPr/>
            <p:nvPr/>
          </p:nvSpPr>
          <p:spPr>
            <a:xfrm>
              <a:off x="0" y="0"/>
              <a:ext cx="3692525" cy="1087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marL="342900" lvl="0" indent="-342900">
                <a:spcBef>
                  <a:spcPts val="400"/>
                </a:spcBef>
              </a:pPr>
              <a:r>
                <a:rPr sz="2000" b="1" dirty="0" err="1">
                  <a:solidFill>
                    <a:srgbClr val="002850"/>
                  </a:solidFill>
                </a:rPr>
                <a:t>Caso</a:t>
              </a:r>
              <a:r>
                <a:rPr sz="2000" b="1" dirty="0">
                  <a:solidFill>
                    <a:srgbClr val="002850"/>
                  </a:solidFill>
                </a:rPr>
                <a:t> </a:t>
              </a:r>
              <a:r>
                <a:rPr sz="2000" b="1" dirty="0" err="1">
                  <a:solidFill>
                    <a:srgbClr val="002850"/>
                  </a:solidFill>
                </a:rPr>
                <a:t>Básico</a:t>
              </a:r>
              <a:endParaRPr sz="3200" b="1" dirty="0">
                <a:solidFill>
                  <a:srgbClr val="002850"/>
                </a:solidFill>
              </a:endParaRPr>
            </a:p>
            <a:p>
              <a:pPr marL="214312" lvl="0" indent="-214312">
                <a:spcBef>
                  <a:spcPts val="400"/>
                </a:spcBef>
                <a:buClr>
                  <a:srgbClr val="008080"/>
                </a:buClr>
                <a:buSzPct val="80000"/>
                <a:buFont typeface="Wingdings"/>
                <a:buChar char="▯"/>
              </a:pPr>
              <a:r>
                <a:rPr sz="2000" dirty="0">
                  <a:solidFill>
                    <a:srgbClr val="002850"/>
                  </a:solidFill>
                </a:rPr>
                <a:t>Si </a:t>
              </a:r>
              <a:r>
                <a:rPr lang="es-MX" sz="2000" dirty="0" err="1">
                  <a:solidFill>
                    <a:srgbClr val="002850"/>
                  </a:solidFill>
                </a:rPr>
                <a:t>isEmpty</a:t>
              </a:r>
              <a:r>
                <a:rPr lang="es-MX" sz="2000" dirty="0">
                  <a:solidFill>
                    <a:srgbClr val="002850"/>
                  </a:solidFill>
                </a:rPr>
                <a:t>()</a:t>
              </a:r>
              <a:endParaRPr sz="2000" dirty="0">
                <a:solidFill>
                  <a:srgbClr val="002850"/>
                </a:solidFill>
              </a:endParaRPr>
            </a:p>
            <a:p>
              <a:pPr marL="717096" lvl="1" indent="-183696">
                <a:spcBef>
                  <a:spcPts val="400"/>
                </a:spcBef>
                <a:buClr>
                  <a:srgbClr val="0066FF"/>
                </a:buClr>
                <a:buSzPct val="80000"/>
                <a:buFont typeface="Wingdings"/>
                <a:buChar char="▯"/>
              </a:pPr>
              <a:r>
                <a:rPr dirty="0" err="1">
                  <a:solidFill>
                    <a:srgbClr val="002850"/>
                  </a:solidFill>
                </a:rPr>
                <a:t>Terminar</a:t>
              </a:r>
              <a:r>
                <a:rPr dirty="0">
                  <a:solidFill>
                    <a:srgbClr val="002850"/>
                  </a:solidFill>
                </a:rPr>
                <a:t> de </a:t>
              </a:r>
              <a:r>
                <a:rPr dirty="0" err="1">
                  <a:solidFill>
                    <a:srgbClr val="002850"/>
                  </a:solidFill>
                </a:rPr>
                <a:t>recorrer</a:t>
              </a:r>
              <a:endParaRPr dirty="0">
                <a:solidFill>
                  <a:srgbClr val="002850"/>
                </a:solidFill>
              </a:endParaRPr>
            </a:p>
          </p:txBody>
        </p:sp>
      </p:grpSp>
      <p:grpSp>
        <p:nvGrpSpPr>
          <p:cNvPr id="613" name="Group 613"/>
          <p:cNvGrpSpPr/>
          <p:nvPr/>
        </p:nvGrpSpPr>
        <p:grpSpPr>
          <a:xfrm>
            <a:off x="4572000" y="4723737"/>
            <a:ext cx="4332849" cy="1989140"/>
            <a:chOff x="0" y="0"/>
            <a:chExt cx="3692525" cy="1728788"/>
          </a:xfrm>
        </p:grpSpPr>
        <p:sp>
          <p:nvSpPr>
            <p:cNvPr id="611" name="Shape 611"/>
            <p:cNvSpPr/>
            <p:nvPr/>
          </p:nvSpPr>
          <p:spPr>
            <a:xfrm>
              <a:off x="0" y="0"/>
              <a:ext cx="3692525" cy="1728788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>
                <a:spcBef>
                  <a:spcPts val="600"/>
                </a:spcBef>
                <a:defRPr>
                  <a:solidFill>
                    <a:srgbClr val="002850"/>
                  </a:solidFill>
                </a:defRPr>
              </a:pPr>
              <a:endParaRPr/>
            </a:p>
          </p:txBody>
        </p:sp>
        <p:sp>
          <p:nvSpPr>
            <p:cNvPr id="612" name="Shape 612"/>
            <p:cNvSpPr/>
            <p:nvPr/>
          </p:nvSpPr>
          <p:spPr>
            <a:xfrm>
              <a:off x="0" y="0"/>
              <a:ext cx="3692525" cy="15157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marL="342900" lvl="0" indent="-342900">
                <a:spcBef>
                  <a:spcPts val="400"/>
                </a:spcBef>
              </a:pPr>
              <a:r>
                <a:rPr sz="2000" b="1" dirty="0" err="1">
                  <a:solidFill>
                    <a:srgbClr val="002850"/>
                  </a:solidFill>
                </a:rPr>
                <a:t>Caso</a:t>
              </a:r>
              <a:r>
                <a:rPr sz="2000" b="1" dirty="0">
                  <a:solidFill>
                    <a:srgbClr val="002850"/>
                  </a:solidFill>
                </a:rPr>
                <a:t> </a:t>
              </a:r>
              <a:r>
                <a:rPr sz="2000" b="1" dirty="0" err="1">
                  <a:solidFill>
                    <a:srgbClr val="002850"/>
                  </a:solidFill>
                </a:rPr>
                <a:t>Recursivo</a:t>
              </a:r>
              <a:endParaRPr sz="3200" b="1" dirty="0">
                <a:solidFill>
                  <a:srgbClr val="002850"/>
                </a:solidFill>
              </a:endParaRPr>
            </a:p>
            <a:p>
              <a:pPr marL="214312" lvl="0" indent="-214312">
                <a:spcBef>
                  <a:spcPts val="400"/>
                </a:spcBef>
                <a:buClr>
                  <a:srgbClr val="008080"/>
                </a:buClr>
                <a:buSzPct val="80000"/>
                <a:buFont typeface="Wingdings"/>
                <a:buChar char="▯"/>
              </a:pPr>
              <a:r>
                <a:rPr sz="2000" dirty="0">
                  <a:solidFill>
                    <a:srgbClr val="002850"/>
                  </a:solidFill>
                </a:rPr>
                <a:t>Si !</a:t>
              </a:r>
              <a:r>
                <a:rPr lang="es-MX" sz="2000" dirty="0" err="1">
                  <a:solidFill>
                    <a:srgbClr val="002850"/>
                  </a:solidFill>
                </a:rPr>
                <a:t>isEmpty</a:t>
              </a:r>
              <a:r>
                <a:rPr lang="es-MX" sz="2000" dirty="0">
                  <a:solidFill>
                    <a:srgbClr val="002850"/>
                  </a:solidFill>
                </a:rPr>
                <a:t>()</a:t>
              </a:r>
              <a:endParaRPr lang="en-US" sz="2000" dirty="0">
                <a:solidFill>
                  <a:srgbClr val="002850"/>
                </a:solidFill>
              </a:endParaRPr>
            </a:p>
            <a:p>
              <a:pPr marL="533400" lvl="1" indent="0">
                <a:spcBef>
                  <a:spcPts val="400"/>
                </a:spcBef>
                <a:buClr>
                  <a:srgbClr val="0066FF"/>
                </a:buClr>
                <a:buSzPct val="80000"/>
              </a:pPr>
              <a:r>
                <a:rPr lang="en-US" dirty="0" err="1">
                  <a:solidFill>
                    <a:srgbClr val="002850"/>
                  </a:solidFill>
                </a:rPr>
                <a:t>inorden</a:t>
              </a:r>
              <a:r>
                <a:rPr lang="en-US" dirty="0">
                  <a:solidFill>
                    <a:srgbClr val="002850"/>
                  </a:solidFill>
                </a:rPr>
                <a:t>(</a:t>
              </a:r>
              <a:r>
                <a:rPr lang="en-US" dirty="0" err="1">
                  <a:solidFill>
                    <a:srgbClr val="002850"/>
                  </a:solidFill>
                </a:rPr>
                <a:t>p.getLeft</a:t>
              </a:r>
              <a:r>
                <a:rPr lang="en-US" dirty="0">
                  <a:solidFill>
                    <a:srgbClr val="002850"/>
                  </a:solidFill>
                </a:rPr>
                <a:t>());</a:t>
              </a:r>
            </a:p>
            <a:p>
              <a:pPr marL="533400" lvl="1" indent="0">
                <a:spcBef>
                  <a:spcPts val="400"/>
                </a:spcBef>
                <a:buClr>
                  <a:srgbClr val="0066FF"/>
                </a:buClr>
                <a:buSzPct val="80000"/>
              </a:pPr>
              <a:r>
                <a:rPr lang="en-US" dirty="0" err="1">
                  <a:solidFill>
                    <a:srgbClr val="002850"/>
                  </a:solidFill>
                </a:rPr>
                <a:t>System.out.print</a:t>
              </a:r>
              <a:r>
                <a:rPr lang="en-US" dirty="0">
                  <a:solidFill>
                    <a:srgbClr val="002850"/>
                  </a:solidFill>
                </a:rPr>
                <a:t>(</a:t>
              </a:r>
              <a:r>
                <a:rPr lang="en-US" dirty="0" err="1">
                  <a:solidFill>
                    <a:srgbClr val="002850"/>
                  </a:solidFill>
                </a:rPr>
                <a:t>p.getData</a:t>
              </a:r>
              <a:r>
                <a:rPr lang="en-US" dirty="0">
                  <a:solidFill>
                    <a:srgbClr val="002850"/>
                  </a:solidFill>
                </a:rPr>
                <a:t>());</a:t>
              </a:r>
            </a:p>
            <a:p>
              <a:pPr marL="533400" lvl="1" indent="0">
                <a:spcBef>
                  <a:spcPts val="400"/>
                </a:spcBef>
                <a:buClr>
                  <a:srgbClr val="0066FF"/>
                </a:buClr>
                <a:buSzPct val="80000"/>
              </a:pPr>
              <a:r>
                <a:rPr lang="en-US" dirty="0" err="1">
                  <a:solidFill>
                    <a:srgbClr val="002850"/>
                  </a:solidFill>
                </a:rPr>
                <a:t>inorden</a:t>
              </a:r>
              <a:r>
                <a:rPr lang="en-US" dirty="0">
                  <a:solidFill>
                    <a:srgbClr val="002850"/>
                  </a:solidFill>
                </a:rPr>
                <a:t>(</a:t>
              </a:r>
              <a:r>
                <a:rPr lang="en-US" dirty="0" err="1">
                  <a:solidFill>
                    <a:srgbClr val="002850"/>
                  </a:solidFill>
                </a:rPr>
                <a:t>p.getRight</a:t>
              </a:r>
              <a:r>
                <a:rPr lang="en-US" dirty="0">
                  <a:solidFill>
                    <a:srgbClr val="002850"/>
                  </a:solidFill>
                </a:rPr>
                <a:t>());</a:t>
              </a:r>
              <a:endParaRPr dirty="0">
                <a:solidFill>
                  <a:srgbClr val="002850"/>
                </a:solidFill>
              </a:endParaRPr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7308D782-597A-458B-9A28-565319E2C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RECORRIDOS: IMPLEMENTACION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6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6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6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6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6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7" grpId="0" build="p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403E781-D485-469F-B7AD-D153B179BD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7180" y="1506681"/>
            <a:ext cx="5140704" cy="2747819"/>
          </a:xfrm>
          <a:prstGeom prst="rect">
            <a:avLst/>
          </a:prstGeom>
        </p:spPr>
      </p:pic>
      <p:sp>
        <p:nvSpPr>
          <p:cNvPr id="617" name="Shape 617"/>
          <p:cNvSpPr/>
          <p:nvPr/>
        </p:nvSpPr>
        <p:spPr>
          <a:xfrm>
            <a:off x="3466416" y="4158284"/>
            <a:ext cx="1880573" cy="20612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03" h="20867" extrusionOk="0">
                <a:moveTo>
                  <a:pt x="8117" y="1320"/>
                </a:moveTo>
                <a:cubicBezTo>
                  <a:pt x="10291" y="-505"/>
                  <a:pt x="11596" y="-49"/>
                  <a:pt x="13336" y="408"/>
                </a:cubicBezTo>
                <a:cubicBezTo>
                  <a:pt x="15075" y="864"/>
                  <a:pt x="17395" y="1472"/>
                  <a:pt x="18555" y="4058"/>
                </a:cubicBezTo>
                <a:cubicBezTo>
                  <a:pt x="19714" y="6644"/>
                  <a:pt x="21019" y="13185"/>
                  <a:pt x="20294" y="15923"/>
                </a:cubicBezTo>
                <a:cubicBezTo>
                  <a:pt x="19569" y="18661"/>
                  <a:pt x="17105" y="19878"/>
                  <a:pt x="14206" y="20487"/>
                </a:cubicBezTo>
                <a:cubicBezTo>
                  <a:pt x="11306" y="21095"/>
                  <a:pt x="5218" y="21095"/>
                  <a:pt x="2898" y="19574"/>
                </a:cubicBezTo>
                <a:cubicBezTo>
                  <a:pt x="579" y="18053"/>
                  <a:pt x="-581" y="14402"/>
                  <a:pt x="289" y="11360"/>
                </a:cubicBezTo>
                <a:cubicBezTo>
                  <a:pt x="1159" y="8318"/>
                  <a:pt x="5942" y="3146"/>
                  <a:pt x="8117" y="1320"/>
                </a:cubicBezTo>
                <a:close/>
              </a:path>
            </a:pathLst>
          </a:custGeom>
          <a:solidFill>
            <a:srgbClr val="00FF00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18" name="Shape 618"/>
          <p:cNvSpPr/>
          <p:nvPr/>
        </p:nvSpPr>
        <p:spPr>
          <a:xfrm>
            <a:off x="3541092" y="4975556"/>
            <a:ext cx="1053944" cy="1152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28" h="20423" extrusionOk="0">
                <a:moveTo>
                  <a:pt x="2168" y="3842"/>
                </a:moveTo>
                <a:cubicBezTo>
                  <a:pt x="3805" y="1937"/>
                  <a:pt x="7077" y="-287"/>
                  <a:pt x="10023" y="31"/>
                </a:cubicBezTo>
                <a:cubicBezTo>
                  <a:pt x="12968" y="348"/>
                  <a:pt x="18532" y="2572"/>
                  <a:pt x="19841" y="5748"/>
                </a:cubicBezTo>
                <a:cubicBezTo>
                  <a:pt x="21150" y="8925"/>
                  <a:pt x="20168" y="16866"/>
                  <a:pt x="17877" y="19089"/>
                </a:cubicBezTo>
                <a:cubicBezTo>
                  <a:pt x="15586" y="21313"/>
                  <a:pt x="9041" y="20360"/>
                  <a:pt x="6095" y="19089"/>
                </a:cubicBezTo>
                <a:cubicBezTo>
                  <a:pt x="3150" y="17819"/>
                  <a:pt x="859" y="14007"/>
                  <a:pt x="205" y="11466"/>
                </a:cubicBezTo>
                <a:cubicBezTo>
                  <a:pt x="-450" y="8925"/>
                  <a:pt x="532" y="5748"/>
                  <a:pt x="2168" y="3842"/>
                </a:cubicBezTo>
                <a:close/>
              </a:path>
            </a:pathLst>
          </a:custGeom>
          <a:solidFill>
            <a:srgbClr val="ADFFAD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19" name="Shape 619"/>
          <p:cNvSpPr/>
          <p:nvPr/>
        </p:nvSpPr>
        <p:spPr>
          <a:xfrm>
            <a:off x="3670299" y="5708649"/>
            <a:ext cx="304802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E7FFE7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20" name="Shape 620"/>
          <p:cNvSpPr/>
          <p:nvPr/>
        </p:nvSpPr>
        <p:spPr>
          <a:xfrm>
            <a:off x="4203699" y="5708649"/>
            <a:ext cx="304802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DD"/>
          </a:solidFill>
          <a:ln>
            <a:solidFill>
              <a:srgbClr val="CCCCFF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21" name="Shape 621"/>
          <p:cNvSpPr/>
          <p:nvPr/>
        </p:nvSpPr>
        <p:spPr>
          <a:xfrm>
            <a:off x="4615391" y="5019784"/>
            <a:ext cx="821422" cy="11471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958" h="20979" extrusionOk="0">
                <a:moveTo>
                  <a:pt x="2263" y="2844"/>
                </a:moveTo>
                <a:cubicBezTo>
                  <a:pt x="3806" y="2147"/>
                  <a:pt x="7200" y="-408"/>
                  <a:pt x="9669" y="57"/>
                </a:cubicBezTo>
                <a:cubicBezTo>
                  <a:pt x="12137" y="521"/>
                  <a:pt x="15532" y="3308"/>
                  <a:pt x="17075" y="5631"/>
                </a:cubicBezTo>
                <a:cubicBezTo>
                  <a:pt x="18617" y="7953"/>
                  <a:pt x="18617" y="11902"/>
                  <a:pt x="18926" y="13992"/>
                </a:cubicBezTo>
                <a:cubicBezTo>
                  <a:pt x="19235" y="16082"/>
                  <a:pt x="21086" y="17011"/>
                  <a:pt x="18926" y="18173"/>
                </a:cubicBezTo>
                <a:cubicBezTo>
                  <a:pt x="16766" y="19334"/>
                  <a:pt x="9052" y="21192"/>
                  <a:pt x="5966" y="20960"/>
                </a:cubicBezTo>
                <a:cubicBezTo>
                  <a:pt x="2880" y="20727"/>
                  <a:pt x="1337" y="18405"/>
                  <a:pt x="412" y="16779"/>
                </a:cubicBezTo>
                <a:cubicBezTo>
                  <a:pt x="-514" y="15153"/>
                  <a:pt x="412" y="13295"/>
                  <a:pt x="412" y="11205"/>
                </a:cubicBezTo>
                <a:cubicBezTo>
                  <a:pt x="412" y="9115"/>
                  <a:pt x="103" y="5631"/>
                  <a:pt x="412" y="4237"/>
                </a:cubicBezTo>
                <a:cubicBezTo>
                  <a:pt x="720" y="2844"/>
                  <a:pt x="720" y="3540"/>
                  <a:pt x="2263" y="2844"/>
                </a:cubicBezTo>
                <a:close/>
              </a:path>
            </a:pathLst>
          </a:custGeom>
          <a:solidFill>
            <a:srgbClr val="FFFF99"/>
          </a:solidFill>
          <a:ln>
            <a:solidFill>
              <a:srgbClr val="FFCC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22" name="Shape 622"/>
          <p:cNvSpPr/>
          <p:nvPr/>
        </p:nvSpPr>
        <p:spPr>
          <a:xfrm>
            <a:off x="4632324" y="5708649"/>
            <a:ext cx="304802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E7FFE7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23" name="Shape 623"/>
          <p:cNvSpPr/>
          <p:nvPr/>
        </p:nvSpPr>
        <p:spPr>
          <a:xfrm>
            <a:off x="5089524" y="5708649"/>
            <a:ext cx="304802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DD"/>
          </a:solidFill>
          <a:ln>
            <a:solidFill>
              <a:srgbClr val="CCCCFF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24" name="Shape 624"/>
          <p:cNvSpPr/>
          <p:nvPr/>
        </p:nvSpPr>
        <p:spPr>
          <a:xfrm>
            <a:off x="5452269" y="4027959"/>
            <a:ext cx="1874551" cy="22762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754" h="20270" extrusionOk="0">
                <a:moveTo>
                  <a:pt x="2939" y="3431"/>
                </a:moveTo>
                <a:cubicBezTo>
                  <a:pt x="3774" y="491"/>
                  <a:pt x="4490" y="1169"/>
                  <a:pt x="5803" y="717"/>
                </a:cubicBezTo>
                <a:cubicBezTo>
                  <a:pt x="7116" y="265"/>
                  <a:pt x="8906" y="-640"/>
                  <a:pt x="10815" y="717"/>
                </a:cubicBezTo>
                <a:cubicBezTo>
                  <a:pt x="12724" y="2074"/>
                  <a:pt x="16185" y="5806"/>
                  <a:pt x="17259" y="8859"/>
                </a:cubicBezTo>
                <a:cubicBezTo>
                  <a:pt x="18333" y="11913"/>
                  <a:pt x="20004" y="17454"/>
                  <a:pt x="17259" y="19037"/>
                </a:cubicBezTo>
                <a:cubicBezTo>
                  <a:pt x="14514" y="20621"/>
                  <a:pt x="3177" y="20960"/>
                  <a:pt x="791" y="18359"/>
                </a:cubicBezTo>
                <a:cubicBezTo>
                  <a:pt x="-1596" y="15758"/>
                  <a:pt x="2103" y="6372"/>
                  <a:pt x="2939" y="3431"/>
                </a:cubicBezTo>
                <a:close/>
              </a:path>
            </a:pathLst>
          </a:custGeom>
          <a:solidFill>
            <a:srgbClr val="EEE800"/>
          </a:solidFill>
          <a:ln>
            <a:solidFill>
              <a:srgbClr val="FFCC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25" name="Shape 625"/>
          <p:cNvSpPr/>
          <p:nvPr/>
        </p:nvSpPr>
        <p:spPr>
          <a:xfrm>
            <a:off x="5455192" y="4979856"/>
            <a:ext cx="845318" cy="1200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95" h="20622" extrusionOk="0">
                <a:moveTo>
                  <a:pt x="3908" y="739"/>
                </a:moveTo>
                <a:cubicBezTo>
                  <a:pt x="5388" y="-352"/>
                  <a:pt x="6867" y="-134"/>
                  <a:pt x="9234" y="739"/>
                </a:cubicBezTo>
                <a:cubicBezTo>
                  <a:pt x="11601" y="1612"/>
                  <a:pt x="16632" y="2921"/>
                  <a:pt x="18111" y="5975"/>
                </a:cubicBezTo>
                <a:cubicBezTo>
                  <a:pt x="19590" y="9030"/>
                  <a:pt x="20774" y="16884"/>
                  <a:pt x="18111" y="19066"/>
                </a:cubicBezTo>
                <a:cubicBezTo>
                  <a:pt x="15448" y="21248"/>
                  <a:pt x="5092" y="21030"/>
                  <a:pt x="2133" y="19066"/>
                </a:cubicBezTo>
                <a:cubicBezTo>
                  <a:pt x="-826" y="17103"/>
                  <a:pt x="62" y="10339"/>
                  <a:pt x="358" y="7284"/>
                </a:cubicBezTo>
                <a:cubicBezTo>
                  <a:pt x="653" y="4230"/>
                  <a:pt x="2429" y="1830"/>
                  <a:pt x="3908" y="739"/>
                </a:cubicBezTo>
                <a:close/>
              </a:path>
            </a:pathLst>
          </a:custGeom>
          <a:solidFill>
            <a:srgbClr val="ADFFAD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26" name="Shape 626"/>
          <p:cNvSpPr/>
          <p:nvPr/>
        </p:nvSpPr>
        <p:spPr>
          <a:xfrm>
            <a:off x="6003924" y="5708649"/>
            <a:ext cx="304802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DD"/>
          </a:solidFill>
          <a:ln>
            <a:solidFill>
              <a:srgbClr val="CCCCFF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27" name="Shape 627"/>
          <p:cNvSpPr/>
          <p:nvPr/>
        </p:nvSpPr>
        <p:spPr>
          <a:xfrm>
            <a:off x="5394324" y="5708649"/>
            <a:ext cx="304802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E7FFE7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28" name="Shape 628"/>
          <p:cNvSpPr/>
          <p:nvPr/>
        </p:nvSpPr>
        <p:spPr>
          <a:xfrm>
            <a:off x="6357825" y="4907738"/>
            <a:ext cx="929956" cy="12811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27" h="20364" extrusionOk="0">
                <a:moveTo>
                  <a:pt x="1902" y="2637"/>
                </a:moveTo>
                <a:cubicBezTo>
                  <a:pt x="3236" y="1022"/>
                  <a:pt x="5636" y="-593"/>
                  <a:pt x="8302" y="214"/>
                </a:cubicBezTo>
                <a:cubicBezTo>
                  <a:pt x="10969" y="1022"/>
                  <a:pt x="16302" y="4454"/>
                  <a:pt x="17902" y="7482"/>
                </a:cubicBezTo>
                <a:cubicBezTo>
                  <a:pt x="19502" y="10510"/>
                  <a:pt x="20569" y="16364"/>
                  <a:pt x="17902" y="18383"/>
                </a:cubicBezTo>
                <a:cubicBezTo>
                  <a:pt x="15236" y="20401"/>
                  <a:pt x="4836" y="21007"/>
                  <a:pt x="1902" y="19594"/>
                </a:cubicBezTo>
                <a:cubicBezTo>
                  <a:pt x="-1031" y="18181"/>
                  <a:pt x="302" y="12730"/>
                  <a:pt x="302" y="9904"/>
                </a:cubicBezTo>
                <a:cubicBezTo>
                  <a:pt x="302" y="7078"/>
                  <a:pt x="569" y="4252"/>
                  <a:pt x="1902" y="2637"/>
                </a:cubicBezTo>
                <a:close/>
              </a:path>
            </a:pathLst>
          </a:custGeom>
          <a:solidFill>
            <a:srgbClr val="FFFF99"/>
          </a:solidFill>
          <a:ln>
            <a:solidFill>
              <a:srgbClr val="FFCC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29" name="Shape 629"/>
          <p:cNvSpPr/>
          <p:nvPr/>
        </p:nvSpPr>
        <p:spPr>
          <a:xfrm>
            <a:off x="6384924" y="5708649"/>
            <a:ext cx="304802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E7FFE7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30" name="Shape 630"/>
          <p:cNvSpPr/>
          <p:nvPr/>
        </p:nvSpPr>
        <p:spPr>
          <a:xfrm>
            <a:off x="6918324" y="5708649"/>
            <a:ext cx="304802" cy="30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DD"/>
          </a:solidFill>
          <a:ln>
            <a:solidFill>
              <a:srgbClr val="CCCCFF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714" name="Group 714"/>
          <p:cNvGrpSpPr/>
          <p:nvPr/>
        </p:nvGrpSpPr>
        <p:grpSpPr>
          <a:xfrm>
            <a:off x="3717925" y="3803649"/>
            <a:ext cx="3429000" cy="2133601"/>
            <a:chOff x="0" y="0"/>
            <a:chExt cx="3429000" cy="2133599"/>
          </a:xfrm>
        </p:grpSpPr>
        <p:grpSp>
          <p:nvGrpSpPr>
            <p:cNvPr id="633" name="Group 633"/>
            <p:cNvGrpSpPr/>
            <p:nvPr/>
          </p:nvGrpSpPr>
          <p:grpSpPr>
            <a:xfrm>
              <a:off x="1416050" y="-1"/>
              <a:ext cx="450851" cy="461964"/>
              <a:chOff x="0" y="0"/>
              <a:chExt cx="450850" cy="461962"/>
            </a:xfrm>
          </p:grpSpPr>
          <p:sp>
            <p:nvSpPr>
              <p:cNvPr id="631" name="Shape 631"/>
              <p:cNvSpPr/>
              <p:nvPr/>
            </p:nvSpPr>
            <p:spPr>
              <a:xfrm>
                <a:off x="-1" y="-1"/>
                <a:ext cx="450852" cy="461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99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632" name="Shape 632"/>
              <p:cNvSpPr/>
              <p:nvPr/>
            </p:nvSpPr>
            <p:spPr>
              <a:xfrm>
                <a:off x="112496" y="77311"/>
                <a:ext cx="225858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A</a:t>
                </a:r>
              </a:p>
            </p:txBody>
          </p:sp>
        </p:grpSp>
        <p:grpSp>
          <p:nvGrpSpPr>
            <p:cNvPr id="636" name="Group 636"/>
            <p:cNvGrpSpPr/>
            <p:nvPr/>
          </p:nvGrpSpPr>
          <p:grpSpPr>
            <a:xfrm>
              <a:off x="603249" y="671512"/>
              <a:ext cx="452439" cy="463551"/>
              <a:chOff x="0" y="0"/>
              <a:chExt cx="452437" cy="463550"/>
            </a:xfrm>
          </p:grpSpPr>
          <p:sp>
            <p:nvSpPr>
              <p:cNvPr id="634" name="Shape 634"/>
              <p:cNvSpPr/>
              <p:nvPr/>
            </p:nvSpPr>
            <p:spPr>
              <a:xfrm>
                <a:off x="-1" y="-1"/>
                <a:ext cx="452439" cy="4635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99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635" name="Shape 635"/>
              <p:cNvSpPr/>
              <p:nvPr/>
            </p:nvSpPr>
            <p:spPr>
              <a:xfrm>
                <a:off x="113160" y="78104"/>
                <a:ext cx="226118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B</a:t>
                </a:r>
              </a:p>
            </p:txBody>
          </p:sp>
        </p:grpSp>
        <p:grpSp>
          <p:nvGrpSpPr>
            <p:cNvPr id="639" name="Group 639"/>
            <p:cNvGrpSpPr/>
            <p:nvPr/>
          </p:nvGrpSpPr>
          <p:grpSpPr>
            <a:xfrm>
              <a:off x="2292350" y="628650"/>
              <a:ext cx="450851" cy="463551"/>
              <a:chOff x="0" y="0"/>
              <a:chExt cx="450850" cy="463550"/>
            </a:xfrm>
          </p:grpSpPr>
          <p:sp>
            <p:nvSpPr>
              <p:cNvPr id="637" name="Shape 637"/>
              <p:cNvSpPr/>
              <p:nvPr/>
            </p:nvSpPr>
            <p:spPr>
              <a:xfrm>
                <a:off x="-1" y="-1"/>
                <a:ext cx="450852" cy="4635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99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638" name="Shape 638"/>
              <p:cNvSpPr/>
              <p:nvPr/>
            </p:nvSpPr>
            <p:spPr>
              <a:xfrm>
                <a:off x="114015" y="78104"/>
                <a:ext cx="222820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C</a:t>
                </a:r>
              </a:p>
            </p:txBody>
          </p:sp>
        </p:grpSp>
        <p:grpSp>
          <p:nvGrpSpPr>
            <p:cNvPr id="642" name="Group 642"/>
            <p:cNvGrpSpPr/>
            <p:nvPr/>
          </p:nvGrpSpPr>
          <p:grpSpPr>
            <a:xfrm>
              <a:off x="152400" y="1366837"/>
              <a:ext cx="450851" cy="461963"/>
              <a:chOff x="0" y="0"/>
              <a:chExt cx="450850" cy="461962"/>
            </a:xfrm>
          </p:grpSpPr>
          <p:sp>
            <p:nvSpPr>
              <p:cNvPr id="640" name="Shape 640"/>
              <p:cNvSpPr/>
              <p:nvPr/>
            </p:nvSpPr>
            <p:spPr>
              <a:xfrm>
                <a:off x="-1" y="-1"/>
                <a:ext cx="450852" cy="461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99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641" name="Shape 641"/>
              <p:cNvSpPr/>
              <p:nvPr/>
            </p:nvSpPr>
            <p:spPr>
              <a:xfrm>
                <a:off x="106028" y="77311"/>
                <a:ext cx="238794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D</a:t>
                </a:r>
              </a:p>
            </p:txBody>
          </p:sp>
        </p:grpSp>
        <p:grpSp>
          <p:nvGrpSpPr>
            <p:cNvPr id="645" name="Group 645"/>
            <p:cNvGrpSpPr/>
            <p:nvPr/>
          </p:nvGrpSpPr>
          <p:grpSpPr>
            <a:xfrm>
              <a:off x="1073150" y="1371599"/>
              <a:ext cx="450851" cy="461964"/>
              <a:chOff x="0" y="0"/>
              <a:chExt cx="450850" cy="461962"/>
            </a:xfrm>
          </p:grpSpPr>
          <p:sp>
            <p:nvSpPr>
              <p:cNvPr id="643" name="Shape 643"/>
              <p:cNvSpPr/>
              <p:nvPr/>
            </p:nvSpPr>
            <p:spPr>
              <a:xfrm>
                <a:off x="-1" y="-1"/>
                <a:ext cx="450852" cy="461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99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644" name="Shape 644"/>
              <p:cNvSpPr/>
              <p:nvPr/>
            </p:nvSpPr>
            <p:spPr>
              <a:xfrm>
                <a:off x="118660" y="77311"/>
                <a:ext cx="213530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E</a:t>
                </a:r>
              </a:p>
            </p:txBody>
          </p:sp>
        </p:grpSp>
        <p:grpSp>
          <p:nvGrpSpPr>
            <p:cNvPr id="648" name="Group 648"/>
            <p:cNvGrpSpPr/>
            <p:nvPr/>
          </p:nvGrpSpPr>
          <p:grpSpPr>
            <a:xfrm>
              <a:off x="1835150" y="1366837"/>
              <a:ext cx="450851" cy="461963"/>
              <a:chOff x="0" y="0"/>
              <a:chExt cx="450850" cy="461962"/>
            </a:xfrm>
          </p:grpSpPr>
          <p:sp>
            <p:nvSpPr>
              <p:cNvPr id="646" name="Shape 646"/>
              <p:cNvSpPr/>
              <p:nvPr/>
            </p:nvSpPr>
            <p:spPr>
              <a:xfrm>
                <a:off x="-1" y="-1"/>
                <a:ext cx="450852" cy="461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99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647" name="Shape 647"/>
              <p:cNvSpPr/>
              <p:nvPr/>
            </p:nvSpPr>
            <p:spPr>
              <a:xfrm>
                <a:off x="121699" y="77311"/>
                <a:ext cx="207452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F</a:t>
                </a:r>
              </a:p>
            </p:txBody>
          </p:sp>
        </p:grpSp>
        <p:grpSp>
          <p:nvGrpSpPr>
            <p:cNvPr id="651" name="Group 651"/>
            <p:cNvGrpSpPr/>
            <p:nvPr/>
          </p:nvGrpSpPr>
          <p:grpSpPr>
            <a:xfrm>
              <a:off x="2819400" y="1366837"/>
              <a:ext cx="450851" cy="461963"/>
              <a:chOff x="0" y="0"/>
              <a:chExt cx="450850" cy="461962"/>
            </a:xfrm>
          </p:grpSpPr>
          <p:sp>
            <p:nvSpPr>
              <p:cNvPr id="649" name="Shape 649"/>
              <p:cNvSpPr/>
              <p:nvPr/>
            </p:nvSpPr>
            <p:spPr>
              <a:xfrm>
                <a:off x="-1" y="-1"/>
                <a:ext cx="450852" cy="461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99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650" name="Shape 650"/>
              <p:cNvSpPr/>
              <p:nvPr/>
            </p:nvSpPr>
            <p:spPr>
              <a:xfrm>
                <a:off x="107114" y="77311"/>
                <a:ext cx="236622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G</a:t>
                </a:r>
              </a:p>
            </p:txBody>
          </p:sp>
        </p:grpSp>
        <p:sp>
          <p:nvSpPr>
            <p:cNvPr id="652" name="Shape 652"/>
            <p:cNvSpPr/>
            <p:nvPr/>
          </p:nvSpPr>
          <p:spPr>
            <a:xfrm flipH="1">
              <a:off x="989012" y="395287"/>
              <a:ext cx="492126" cy="34448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653" name="Shape 653"/>
            <p:cNvSpPr/>
            <p:nvPr/>
          </p:nvSpPr>
          <p:spPr>
            <a:xfrm flipH="1">
              <a:off x="536574" y="1066799"/>
              <a:ext cx="133351" cy="3683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654" name="Shape 654"/>
            <p:cNvSpPr/>
            <p:nvPr/>
          </p:nvSpPr>
          <p:spPr>
            <a:xfrm>
              <a:off x="1800225" y="393700"/>
              <a:ext cx="558800" cy="30321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655" name="Shape 655"/>
            <p:cNvSpPr/>
            <p:nvPr/>
          </p:nvSpPr>
          <p:spPr>
            <a:xfrm>
              <a:off x="2676524" y="1023937"/>
              <a:ext cx="209551" cy="41116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656" name="Shape 656"/>
            <p:cNvSpPr/>
            <p:nvPr/>
          </p:nvSpPr>
          <p:spPr>
            <a:xfrm flipH="1">
              <a:off x="2219325" y="1023937"/>
              <a:ext cx="139701" cy="41116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657" name="Shape 657"/>
            <p:cNvSpPr/>
            <p:nvPr/>
          </p:nvSpPr>
          <p:spPr>
            <a:xfrm>
              <a:off x="989012" y="1066800"/>
              <a:ext cx="150814" cy="3730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663" name="Group 663"/>
            <p:cNvGrpSpPr/>
            <p:nvPr/>
          </p:nvGrpSpPr>
          <p:grpSpPr>
            <a:xfrm>
              <a:off x="0" y="1904999"/>
              <a:ext cx="228600" cy="228601"/>
              <a:chOff x="0" y="0"/>
              <a:chExt cx="228600" cy="228600"/>
            </a:xfrm>
          </p:grpSpPr>
          <p:sp>
            <p:nvSpPr>
              <p:cNvPr id="658" name="Shape 658"/>
              <p:cNvSpPr/>
              <p:nvPr/>
            </p:nvSpPr>
            <p:spPr>
              <a:xfrm flipH="1">
                <a:off x="113347" y="-1"/>
                <a:ext cx="1" cy="17417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59" name="Shape 659"/>
              <p:cNvSpPr/>
              <p:nvPr/>
            </p:nvSpPr>
            <p:spPr>
              <a:xfrm>
                <a:off x="0" y="174171"/>
                <a:ext cx="228600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60" name="Shape 660"/>
              <p:cNvSpPr/>
              <p:nvPr/>
            </p:nvSpPr>
            <p:spPr>
              <a:xfrm>
                <a:off x="47625" y="190500"/>
                <a:ext cx="13716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61" name="Shape 661"/>
              <p:cNvSpPr/>
              <p:nvPr/>
            </p:nvSpPr>
            <p:spPr>
              <a:xfrm>
                <a:off x="70484" y="212271"/>
                <a:ext cx="91442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62" name="Shape 662"/>
              <p:cNvSpPr/>
              <p:nvPr/>
            </p:nvSpPr>
            <p:spPr>
              <a:xfrm>
                <a:off x="96202" y="228600"/>
                <a:ext cx="4572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grpSp>
          <p:nvGrpSpPr>
            <p:cNvPr id="669" name="Group 669"/>
            <p:cNvGrpSpPr/>
            <p:nvPr/>
          </p:nvGrpSpPr>
          <p:grpSpPr>
            <a:xfrm>
              <a:off x="533400" y="1904999"/>
              <a:ext cx="228600" cy="228601"/>
              <a:chOff x="0" y="0"/>
              <a:chExt cx="228600" cy="228600"/>
            </a:xfrm>
          </p:grpSpPr>
          <p:sp>
            <p:nvSpPr>
              <p:cNvPr id="664" name="Shape 664"/>
              <p:cNvSpPr/>
              <p:nvPr/>
            </p:nvSpPr>
            <p:spPr>
              <a:xfrm flipH="1">
                <a:off x="113347" y="-1"/>
                <a:ext cx="1" cy="17417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65" name="Shape 665"/>
              <p:cNvSpPr/>
              <p:nvPr/>
            </p:nvSpPr>
            <p:spPr>
              <a:xfrm>
                <a:off x="0" y="174171"/>
                <a:ext cx="228600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66" name="Shape 666"/>
              <p:cNvSpPr/>
              <p:nvPr/>
            </p:nvSpPr>
            <p:spPr>
              <a:xfrm>
                <a:off x="47625" y="190500"/>
                <a:ext cx="13716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67" name="Shape 667"/>
              <p:cNvSpPr/>
              <p:nvPr/>
            </p:nvSpPr>
            <p:spPr>
              <a:xfrm>
                <a:off x="70484" y="212271"/>
                <a:ext cx="91442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68" name="Shape 668"/>
              <p:cNvSpPr/>
              <p:nvPr/>
            </p:nvSpPr>
            <p:spPr>
              <a:xfrm>
                <a:off x="96202" y="228600"/>
                <a:ext cx="4572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grpSp>
          <p:nvGrpSpPr>
            <p:cNvPr id="675" name="Group 675"/>
            <p:cNvGrpSpPr/>
            <p:nvPr/>
          </p:nvGrpSpPr>
          <p:grpSpPr>
            <a:xfrm>
              <a:off x="990600" y="1904999"/>
              <a:ext cx="228600" cy="228601"/>
              <a:chOff x="0" y="0"/>
              <a:chExt cx="228600" cy="228600"/>
            </a:xfrm>
          </p:grpSpPr>
          <p:sp>
            <p:nvSpPr>
              <p:cNvPr id="670" name="Shape 670"/>
              <p:cNvSpPr/>
              <p:nvPr/>
            </p:nvSpPr>
            <p:spPr>
              <a:xfrm flipH="1">
                <a:off x="113347" y="-1"/>
                <a:ext cx="1" cy="17417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71" name="Shape 671"/>
              <p:cNvSpPr/>
              <p:nvPr/>
            </p:nvSpPr>
            <p:spPr>
              <a:xfrm>
                <a:off x="0" y="174171"/>
                <a:ext cx="228600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72" name="Shape 672"/>
              <p:cNvSpPr/>
              <p:nvPr/>
            </p:nvSpPr>
            <p:spPr>
              <a:xfrm>
                <a:off x="47625" y="190500"/>
                <a:ext cx="13716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73" name="Shape 673"/>
              <p:cNvSpPr/>
              <p:nvPr/>
            </p:nvSpPr>
            <p:spPr>
              <a:xfrm>
                <a:off x="70484" y="212271"/>
                <a:ext cx="91442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74" name="Shape 674"/>
              <p:cNvSpPr/>
              <p:nvPr/>
            </p:nvSpPr>
            <p:spPr>
              <a:xfrm>
                <a:off x="96202" y="228600"/>
                <a:ext cx="4572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grpSp>
          <p:nvGrpSpPr>
            <p:cNvPr id="681" name="Group 681"/>
            <p:cNvGrpSpPr/>
            <p:nvPr/>
          </p:nvGrpSpPr>
          <p:grpSpPr>
            <a:xfrm>
              <a:off x="1676400" y="1904999"/>
              <a:ext cx="228600" cy="228601"/>
              <a:chOff x="0" y="0"/>
              <a:chExt cx="228600" cy="228600"/>
            </a:xfrm>
          </p:grpSpPr>
          <p:sp>
            <p:nvSpPr>
              <p:cNvPr id="676" name="Shape 676"/>
              <p:cNvSpPr/>
              <p:nvPr/>
            </p:nvSpPr>
            <p:spPr>
              <a:xfrm flipH="1">
                <a:off x="113347" y="-1"/>
                <a:ext cx="1" cy="17417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77" name="Shape 677"/>
              <p:cNvSpPr/>
              <p:nvPr/>
            </p:nvSpPr>
            <p:spPr>
              <a:xfrm>
                <a:off x="0" y="174171"/>
                <a:ext cx="228600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78" name="Shape 678"/>
              <p:cNvSpPr/>
              <p:nvPr/>
            </p:nvSpPr>
            <p:spPr>
              <a:xfrm>
                <a:off x="47625" y="190500"/>
                <a:ext cx="13716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79" name="Shape 679"/>
              <p:cNvSpPr/>
              <p:nvPr/>
            </p:nvSpPr>
            <p:spPr>
              <a:xfrm>
                <a:off x="70484" y="212271"/>
                <a:ext cx="91442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80" name="Shape 680"/>
              <p:cNvSpPr/>
              <p:nvPr/>
            </p:nvSpPr>
            <p:spPr>
              <a:xfrm>
                <a:off x="96202" y="228600"/>
                <a:ext cx="4572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grpSp>
          <p:nvGrpSpPr>
            <p:cNvPr id="687" name="Group 687"/>
            <p:cNvGrpSpPr/>
            <p:nvPr/>
          </p:nvGrpSpPr>
          <p:grpSpPr>
            <a:xfrm>
              <a:off x="1447800" y="1904999"/>
              <a:ext cx="228600" cy="228601"/>
              <a:chOff x="0" y="0"/>
              <a:chExt cx="228600" cy="228600"/>
            </a:xfrm>
          </p:grpSpPr>
          <p:sp>
            <p:nvSpPr>
              <p:cNvPr id="682" name="Shape 682"/>
              <p:cNvSpPr/>
              <p:nvPr/>
            </p:nvSpPr>
            <p:spPr>
              <a:xfrm flipH="1">
                <a:off x="113347" y="-1"/>
                <a:ext cx="1" cy="17417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83" name="Shape 683"/>
              <p:cNvSpPr/>
              <p:nvPr/>
            </p:nvSpPr>
            <p:spPr>
              <a:xfrm>
                <a:off x="0" y="174171"/>
                <a:ext cx="228600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84" name="Shape 684"/>
              <p:cNvSpPr/>
              <p:nvPr/>
            </p:nvSpPr>
            <p:spPr>
              <a:xfrm>
                <a:off x="47625" y="190500"/>
                <a:ext cx="13716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85" name="Shape 685"/>
              <p:cNvSpPr/>
              <p:nvPr/>
            </p:nvSpPr>
            <p:spPr>
              <a:xfrm>
                <a:off x="70484" y="212271"/>
                <a:ext cx="91442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86" name="Shape 686"/>
              <p:cNvSpPr/>
              <p:nvPr/>
            </p:nvSpPr>
            <p:spPr>
              <a:xfrm>
                <a:off x="96202" y="228600"/>
                <a:ext cx="4572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grpSp>
          <p:nvGrpSpPr>
            <p:cNvPr id="693" name="Group 693"/>
            <p:cNvGrpSpPr/>
            <p:nvPr/>
          </p:nvGrpSpPr>
          <p:grpSpPr>
            <a:xfrm>
              <a:off x="2286000" y="1904999"/>
              <a:ext cx="228600" cy="228601"/>
              <a:chOff x="0" y="0"/>
              <a:chExt cx="228600" cy="228600"/>
            </a:xfrm>
          </p:grpSpPr>
          <p:sp>
            <p:nvSpPr>
              <p:cNvPr id="688" name="Shape 688"/>
              <p:cNvSpPr/>
              <p:nvPr/>
            </p:nvSpPr>
            <p:spPr>
              <a:xfrm flipH="1">
                <a:off x="113347" y="-1"/>
                <a:ext cx="1" cy="17417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89" name="Shape 689"/>
              <p:cNvSpPr/>
              <p:nvPr/>
            </p:nvSpPr>
            <p:spPr>
              <a:xfrm>
                <a:off x="0" y="174171"/>
                <a:ext cx="228600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90" name="Shape 690"/>
              <p:cNvSpPr/>
              <p:nvPr/>
            </p:nvSpPr>
            <p:spPr>
              <a:xfrm>
                <a:off x="47625" y="190500"/>
                <a:ext cx="13716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91" name="Shape 691"/>
              <p:cNvSpPr/>
              <p:nvPr/>
            </p:nvSpPr>
            <p:spPr>
              <a:xfrm>
                <a:off x="70484" y="212271"/>
                <a:ext cx="91442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92" name="Shape 692"/>
              <p:cNvSpPr/>
              <p:nvPr/>
            </p:nvSpPr>
            <p:spPr>
              <a:xfrm>
                <a:off x="96202" y="228600"/>
                <a:ext cx="4572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grpSp>
          <p:nvGrpSpPr>
            <p:cNvPr id="699" name="Group 699"/>
            <p:cNvGrpSpPr/>
            <p:nvPr/>
          </p:nvGrpSpPr>
          <p:grpSpPr>
            <a:xfrm>
              <a:off x="2667000" y="1904999"/>
              <a:ext cx="228600" cy="228601"/>
              <a:chOff x="0" y="0"/>
              <a:chExt cx="228600" cy="228600"/>
            </a:xfrm>
          </p:grpSpPr>
          <p:sp>
            <p:nvSpPr>
              <p:cNvPr id="694" name="Shape 694"/>
              <p:cNvSpPr/>
              <p:nvPr/>
            </p:nvSpPr>
            <p:spPr>
              <a:xfrm flipH="1">
                <a:off x="113347" y="-1"/>
                <a:ext cx="1" cy="17417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95" name="Shape 695"/>
              <p:cNvSpPr/>
              <p:nvPr/>
            </p:nvSpPr>
            <p:spPr>
              <a:xfrm>
                <a:off x="0" y="174171"/>
                <a:ext cx="228600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96" name="Shape 696"/>
              <p:cNvSpPr/>
              <p:nvPr/>
            </p:nvSpPr>
            <p:spPr>
              <a:xfrm>
                <a:off x="47625" y="190500"/>
                <a:ext cx="13716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97" name="Shape 697"/>
              <p:cNvSpPr/>
              <p:nvPr/>
            </p:nvSpPr>
            <p:spPr>
              <a:xfrm>
                <a:off x="70484" y="212271"/>
                <a:ext cx="91442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98" name="Shape 698"/>
              <p:cNvSpPr/>
              <p:nvPr/>
            </p:nvSpPr>
            <p:spPr>
              <a:xfrm>
                <a:off x="96202" y="228600"/>
                <a:ext cx="4572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grpSp>
          <p:nvGrpSpPr>
            <p:cNvPr id="705" name="Group 705"/>
            <p:cNvGrpSpPr/>
            <p:nvPr/>
          </p:nvGrpSpPr>
          <p:grpSpPr>
            <a:xfrm>
              <a:off x="3200400" y="1904999"/>
              <a:ext cx="228600" cy="228601"/>
              <a:chOff x="0" y="0"/>
              <a:chExt cx="228600" cy="228600"/>
            </a:xfrm>
          </p:grpSpPr>
          <p:sp>
            <p:nvSpPr>
              <p:cNvPr id="700" name="Shape 700"/>
              <p:cNvSpPr/>
              <p:nvPr/>
            </p:nvSpPr>
            <p:spPr>
              <a:xfrm flipH="1">
                <a:off x="113347" y="-1"/>
                <a:ext cx="1" cy="17417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701" name="Shape 701"/>
              <p:cNvSpPr/>
              <p:nvPr/>
            </p:nvSpPr>
            <p:spPr>
              <a:xfrm>
                <a:off x="0" y="174171"/>
                <a:ext cx="228600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702" name="Shape 702"/>
              <p:cNvSpPr/>
              <p:nvPr/>
            </p:nvSpPr>
            <p:spPr>
              <a:xfrm>
                <a:off x="47625" y="190500"/>
                <a:ext cx="13716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703" name="Shape 703"/>
              <p:cNvSpPr/>
              <p:nvPr/>
            </p:nvSpPr>
            <p:spPr>
              <a:xfrm>
                <a:off x="70484" y="212271"/>
                <a:ext cx="91442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704" name="Shape 704"/>
              <p:cNvSpPr/>
              <p:nvPr/>
            </p:nvSpPr>
            <p:spPr>
              <a:xfrm>
                <a:off x="96202" y="228600"/>
                <a:ext cx="4572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sp>
          <p:nvSpPr>
            <p:cNvPr id="706" name="Shape 706"/>
            <p:cNvSpPr/>
            <p:nvPr/>
          </p:nvSpPr>
          <p:spPr>
            <a:xfrm flipH="1">
              <a:off x="112712" y="1760537"/>
              <a:ext cx="106364" cy="1444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707" name="Shape 707"/>
            <p:cNvSpPr/>
            <p:nvPr/>
          </p:nvSpPr>
          <p:spPr>
            <a:xfrm>
              <a:off x="536574" y="1760537"/>
              <a:ext cx="109539" cy="1444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708" name="Shape 708"/>
            <p:cNvSpPr/>
            <p:nvPr/>
          </p:nvSpPr>
          <p:spPr>
            <a:xfrm flipH="1">
              <a:off x="1103312" y="1765299"/>
              <a:ext cx="36513" cy="1397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709" name="Shape 709"/>
            <p:cNvSpPr/>
            <p:nvPr/>
          </p:nvSpPr>
          <p:spPr>
            <a:xfrm>
              <a:off x="1457324" y="1765300"/>
              <a:ext cx="103189" cy="1397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710" name="Shape 710"/>
            <p:cNvSpPr/>
            <p:nvPr/>
          </p:nvSpPr>
          <p:spPr>
            <a:xfrm flipH="1">
              <a:off x="1789112" y="1760537"/>
              <a:ext cx="112714" cy="1444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711" name="Shape 711"/>
            <p:cNvSpPr/>
            <p:nvPr/>
          </p:nvSpPr>
          <p:spPr>
            <a:xfrm>
              <a:off x="2219324" y="1760537"/>
              <a:ext cx="179389" cy="1444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712" name="Shape 712"/>
            <p:cNvSpPr/>
            <p:nvPr/>
          </p:nvSpPr>
          <p:spPr>
            <a:xfrm flipH="1">
              <a:off x="2779712" y="1760537"/>
              <a:ext cx="106364" cy="1444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713" name="Shape 713"/>
            <p:cNvSpPr/>
            <p:nvPr/>
          </p:nvSpPr>
          <p:spPr>
            <a:xfrm>
              <a:off x="3203574" y="1760537"/>
              <a:ext cx="109539" cy="1444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715" name="Shape 715"/>
          <p:cNvSpPr/>
          <p:nvPr/>
        </p:nvSpPr>
        <p:spPr>
          <a:xfrm>
            <a:off x="380999" y="4267200"/>
            <a:ext cx="2338498" cy="380365"/>
          </a:xfrm>
          <a:prstGeom prst="rect">
            <a:avLst/>
          </a:prstGeom>
          <a:solidFill>
            <a:srgbClr val="FFFFFF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/>
            <a:r>
              <a:t>Arbol Vacio!, Terminar</a:t>
            </a:r>
          </a:p>
        </p:txBody>
      </p:sp>
      <p:grpSp>
        <p:nvGrpSpPr>
          <p:cNvPr id="720" name="Group 720"/>
          <p:cNvGrpSpPr/>
          <p:nvPr/>
        </p:nvGrpSpPr>
        <p:grpSpPr>
          <a:xfrm>
            <a:off x="3870325" y="5175249"/>
            <a:ext cx="450851" cy="794704"/>
            <a:chOff x="0" y="0"/>
            <a:chExt cx="450850" cy="794702"/>
          </a:xfrm>
        </p:grpSpPr>
        <p:grpSp>
          <p:nvGrpSpPr>
            <p:cNvPr id="718" name="Group 718"/>
            <p:cNvGrpSpPr/>
            <p:nvPr/>
          </p:nvGrpSpPr>
          <p:grpSpPr>
            <a:xfrm>
              <a:off x="0" y="-1"/>
              <a:ext cx="450851" cy="461964"/>
              <a:chOff x="0" y="0"/>
              <a:chExt cx="450850" cy="461962"/>
            </a:xfrm>
          </p:grpSpPr>
          <p:sp>
            <p:nvSpPr>
              <p:cNvPr id="716" name="Shape 716"/>
              <p:cNvSpPr/>
              <p:nvPr/>
            </p:nvSpPr>
            <p:spPr>
              <a:xfrm>
                <a:off x="-1" y="-1"/>
                <a:ext cx="450852" cy="461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99FF"/>
              </a:solidFill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17" name="Shape 717"/>
              <p:cNvSpPr/>
              <p:nvPr/>
            </p:nvSpPr>
            <p:spPr>
              <a:xfrm>
                <a:off x="106028" y="77311"/>
                <a:ext cx="238794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D</a:t>
                </a:r>
              </a:p>
            </p:txBody>
          </p:sp>
        </p:grpSp>
        <p:sp>
          <p:nvSpPr>
            <p:cNvPr id="719" name="Shape 719"/>
            <p:cNvSpPr/>
            <p:nvPr/>
          </p:nvSpPr>
          <p:spPr>
            <a:xfrm>
              <a:off x="95250" y="461962"/>
              <a:ext cx="215067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1</a:t>
              </a:r>
            </a:p>
          </p:txBody>
        </p:sp>
      </p:grpSp>
      <p:sp>
        <p:nvSpPr>
          <p:cNvPr id="721" name="Shape 721"/>
          <p:cNvSpPr/>
          <p:nvPr/>
        </p:nvSpPr>
        <p:spPr>
          <a:xfrm>
            <a:off x="304800" y="4267200"/>
            <a:ext cx="2667000" cy="8382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22" name="Shape 722"/>
          <p:cNvSpPr/>
          <p:nvPr/>
        </p:nvSpPr>
        <p:spPr>
          <a:xfrm>
            <a:off x="457199" y="4343400"/>
            <a:ext cx="2338498" cy="380365"/>
          </a:xfrm>
          <a:prstGeom prst="rect">
            <a:avLst/>
          </a:prstGeom>
          <a:solidFill>
            <a:srgbClr val="FFFFFF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/>
            <a:r>
              <a:t>Arbol Vacio!, Terminar</a:t>
            </a:r>
          </a:p>
        </p:txBody>
      </p:sp>
      <p:grpSp>
        <p:nvGrpSpPr>
          <p:cNvPr id="727" name="Group 727"/>
          <p:cNvGrpSpPr/>
          <p:nvPr/>
        </p:nvGrpSpPr>
        <p:grpSpPr>
          <a:xfrm>
            <a:off x="4327525" y="4489449"/>
            <a:ext cx="450851" cy="794704"/>
            <a:chOff x="0" y="0"/>
            <a:chExt cx="450850" cy="794702"/>
          </a:xfrm>
        </p:grpSpPr>
        <p:grpSp>
          <p:nvGrpSpPr>
            <p:cNvPr id="725" name="Group 725"/>
            <p:cNvGrpSpPr/>
            <p:nvPr/>
          </p:nvGrpSpPr>
          <p:grpSpPr>
            <a:xfrm>
              <a:off x="0" y="-1"/>
              <a:ext cx="450851" cy="461964"/>
              <a:chOff x="0" y="0"/>
              <a:chExt cx="450850" cy="461962"/>
            </a:xfrm>
          </p:grpSpPr>
          <p:sp>
            <p:nvSpPr>
              <p:cNvPr id="723" name="Shape 723"/>
              <p:cNvSpPr/>
              <p:nvPr/>
            </p:nvSpPr>
            <p:spPr>
              <a:xfrm>
                <a:off x="-1" y="-1"/>
                <a:ext cx="450852" cy="461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99FF"/>
              </a:solidFill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24" name="Shape 724"/>
              <p:cNvSpPr/>
              <p:nvPr/>
            </p:nvSpPr>
            <p:spPr>
              <a:xfrm>
                <a:off x="112366" y="77311"/>
                <a:ext cx="226118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B</a:t>
                </a:r>
              </a:p>
            </p:txBody>
          </p:sp>
        </p:grpSp>
        <p:sp>
          <p:nvSpPr>
            <p:cNvPr id="726" name="Shape 726"/>
            <p:cNvSpPr/>
            <p:nvPr/>
          </p:nvSpPr>
          <p:spPr>
            <a:xfrm>
              <a:off x="95250" y="461962"/>
              <a:ext cx="215067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2</a:t>
              </a:r>
            </a:p>
          </p:txBody>
        </p:sp>
      </p:grpSp>
      <p:sp>
        <p:nvSpPr>
          <p:cNvPr id="728" name="Shape 728"/>
          <p:cNvSpPr/>
          <p:nvPr/>
        </p:nvSpPr>
        <p:spPr>
          <a:xfrm>
            <a:off x="381000" y="4191000"/>
            <a:ext cx="2667000" cy="8382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29" name="Shape 729"/>
          <p:cNvSpPr/>
          <p:nvPr/>
        </p:nvSpPr>
        <p:spPr>
          <a:xfrm>
            <a:off x="457199" y="4343400"/>
            <a:ext cx="2338498" cy="380365"/>
          </a:xfrm>
          <a:prstGeom prst="rect">
            <a:avLst/>
          </a:prstGeom>
          <a:solidFill>
            <a:srgbClr val="FFFFFF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/>
            <a:r>
              <a:t>Arbol Vacio!, Terminar</a:t>
            </a:r>
          </a:p>
        </p:txBody>
      </p:sp>
      <p:grpSp>
        <p:nvGrpSpPr>
          <p:cNvPr id="734" name="Group 734"/>
          <p:cNvGrpSpPr/>
          <p:nvPr/>
        </p:nvGrpSpPr>
        <p:grpSpPr>
          <a:xfrm>
            <a:off x="4791075" y="5175249"/>
            <a:ext cx="450851" cy="794704"/>
            <a:chOff x="0" y="0"/>
            <a:chExt cx="450850" cy="794702"/>
          </a:xfrm>
        </p:grpSpPr>
        <p:grpSp>
          <p:nvGrpSpPr>
            <p:cNvPr id="732" name="Group 732"/>
            <p:cNvGrpSpPr/>
            <p:nvPr/>
          </p:nvGrpSpPr>
          <p:grpSpPr>
            <a:xfrm>
              <a:off x="0" y="-1"/>
              <a:ext cx="450851" cy="461964"/>
              <a:chOff x="0" y="0"/>
              <a:chExt cx="450850" cy="461962"/>
            </a:xfrm>
          </p:grpSpPr>
          <p:sp>
            <p:nvSpPr>
              <p:cNvPr id="730" name="Shape 730"/>
              <p:cNvSpPr/>
              <p:nvPr/>
            </p:nvSpPr>
            <p:spPr>
              <a:xfrm>
                <a:off x="-1" y="-1"/>
                <a:ext cx="450852" cy="461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99FF"/>
              </a:solidFill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31" name="Shape 731"/>
              <p:cNvSpPr/>
              <p:nvPr/>
            </p:nvSpPr>
            <p:spPr>
              <a:xfrm>
                <a:off x="118660" y="77311"/>
                <a:ext cx="213530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E</a:t>
                </a:r>
              </a:p>
            </p:txBody>
          </p:sp>
        </p:grpSp>
        <p:sp>
          <p:nvSpPr>
            <p:cNvPr id="733" name="Shape 733"/>
            <p:cNvSpPr/>
            <p:nvPr/>
          </p:nvSpPr>
          <p:spPr>
            <a:xfrm>
              <a:off x="95250" y="461962"/>
              <a:ext cx="215067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3</a:t>
              </a:r>
            </a:p>
          </p:txBody>
        </p:sp>
      </p:grpSp>
      <p:sp>
        <p:nvSpPr>
          <p:cNvPr id="735" name="Shape 735"/>
          <p:cNvSpPr/>
          <p:nvPr/>
        </p:nvSpPr>
        <p:spPr>
          <a:xfrm>
            <a:off x="381000" y="4191000"/>
            <a:ext cx="2667000" cy="8382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36" name="Shape 736"/>
          <p:cNvSpPr/>
          <p:nvPr/>
        </p:nvSpPr>
        <p:spPr>
          <a:xfrm>
            <a:off x="457199" y="4343400"/>
            <a:ext cx="2338498" cy="380365"/>
          </a:xfrm>
          <a:prstGeom prst="rect">
            <a:avLst/>
          </a:prstGeom>
          <a:solidFill>
            <a:srgbClr val="FFFFFF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/>
            <a:r>
              <a:t>Arbol Vacio!, Terminar</a:t>
            </a:r>
          </a:p>
        </p:txBody>
      </p:sp>
      <p:grpSp>
        <p:nvGrpSpPr>
          <p:cNvPr id="741" name="Group 741"/>
          <p:cNvGrpSpPr/>
          <p:nvPr/>
        </p:nvGrpSpPr>
        <p:grpSpPr>
          <a:xfrm>
            <a:off x="5137150" y="3803649"/>
            <a:ext cx="450851" cy="794704"/>
            <a:chOff x="0" y="0"/>
            <a:chExt cx="450850" cy="794702"/>
          </a:xfrm>
        </p:grpSpPr>
        <p:grpSp>
          <p:nvGrpSpPr>
            <p:cNvPr id="739" name="Group 739"/>
            <p:cNvGrpSpPr/>
            <p:nvPr/>
          </p:nvGrpSpPr>
          <p:grpSpPr>
            <a:xfrm>
              <a:off x="0" y="-1"/>
              <a:ext cx="450851" cy="461964"/>
              <a:chOff x="0" y="0"/>
              <a:chExt cx="450850" cy="461962"/>
            </a:xfrm>
          </p:grpSpPr>
          <p:sp>
            <p:nvSpPr>
              <p:cNvPr id="737" name="Shape 737"/>
              <p:cNvSpPr/>
              <p:nvPr/>
            </p:nvSpPr>
            <p:spPr>
              <a:xfrm>
                <a:off x="-1" y="-1"/>
                <a:ext cx="450852" cy="461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99FF"/>
              </a:solidFill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38" name="Shape 738"/>
              <p:cNvSpPr/>
              <p:nvPr/>
            </p:nvSpPr>
            <p:spPr>
              <a:xfrm>
                <a:off x="112496" y="77311"/>
                <a:ext cx="225858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A</a:t>
                </a:r>
              </a:p>
            </p:txBody>
          </p:sp>
        </p:grpSp>
        <p:sp>
          <p:nvSpPr>
            <p:cNvPr id="740" name="Shape 740"/>
            <p:cNvSpPr/>
            <p:nvPr/>
          </p:nvSpPr>
          <p:spPr>
            <a:xfrm>
              <a:off x="95250" y="461962"/>
              <a:ext cx="215067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4</a:t>
              </a:r>
            </a:p>
          </p:txBody>
        </p:sp>
      </p:grpSp>
      <p:grpSp>
        <p:nvGrpSpPr>
          <p:cNvPr id="746" name="Group 746"/>
          <p:cNvGrpSpPr/>
          <p:nvPr/>
        </p:nvGrpSpPr>
        <p:grpSpPr>
          <a:xfrm>
            <a:off x="5546725" y="5175249"/>
            <a:ext cx="450851" cy="794704"/>
            <a:chOff x="0" y="0"/>
            <a:chExt cx="450850" cy="794702"/>
          </a:xfrm>
        </p:grpSpPr>
        <p:grpSp>
          <p:nvGrpSpPr>
            <p:cNvPr id="744" name="Group 744"/>
            <p:cNvGrpSpPr/>
            <p:nvPr/>
          </p:nvGrpSpPr>
          <p:grpSpPr>
            <a:xfrm>
              <a:off x="0" y="-1"/>
              <a:ext cx="450851" cy="461964"/>
              <a:chOff x="0" y="0"/>
              <a:chExt cx="450850" cy="461962"/>
            </a:xfrm>
          </p:grpSpPr>
          <p:sp>
            <p:nvSpPr>
              <p:cNvPr id="742" name="Shape 742"/>
              <p:cNvSpPr/>
              <p:nvPr/>
            </p:nvSpPr>
            <p:spPr>
              <a:xfrm>
                <a:off x="-1" y="-1"/>
                <a:ext cx="450852" cy="461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99FF"/>
              </a:solidFill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43" name="Shape 743"/>
              <p:cNvSpPr/>
              <p:nvPr/>
            </p:nvSpPr>
            <p:spPr>
              <a:xfrm>
                <a:off x="121699" y="77311"/>
                <a:ext cx="207452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F</a:t>
                </a:r>
              </a:p>
            </p:txBody>
          </p:sp>
        </p:grpSp>
        <p:sp>
          <p:nvSpPr>
            <p:cNvPr id="745" name="Shape 745"/>
            <p:cNvSpPr/>
            <p:nvPr/>
          </p:nvSpPr>
          <p:spPr>
            <a:xfrm>
              <a:off x="95250" y="461962"/>
              <a:ext cx="215067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5</a:t>
              </a:r>
            </a:p>
          </p:txBody>
        </p:sp>
      </p:grpSp>
      <p:sp>
        <p:nvSpPr>
          <p:cNvPr id="747" name="Shape 747"/>
          <p:cNvSpPr/>
          <p:nvPr/>
        </p:nvSpPr>
        <p:spPr>
          <a:xfrm>
            <a:off x="381000" y="4191000"/>
            <a:ext cx="2667000" cy="8382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48" name="Shape 748"/>
          <p:cNvSpPr/>
          <p:nvPr/>
        </p:nvSpPr>
        <p:spPr>
          <a:xfrm>
            <a:off x="457199" y="4343400"/>
            <a:ext cx="2338498" cy="380365"/>
          </a:xfrm>
          <a:prstGeom prst="rect">
            <a:avLst/>
          </a:prstGeom>
          <a:solidFill>
            <a:srgbClr val="FFFFFF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/>
            <a:r>
              <a:t>Arbol Vacio!, Terminar</a:t>
            </a:r>
          </a:p>
        </p:txBody>
      </p:sp>
      <p:grpSp>
        <p:nvGrpSpPr>
          <p:cNvPr id="753" name="Group 753"/>
          <p:cNvGrpSpPr/>
          <p:nvPr/>
        </p:nvGrpSpPr>
        <p:grpSpPr>
          <a:xfrm>
            <a:off x="6003925" y="4444999"/>
            <a:ext cx="450851" cy="794704"/>
            <a:chOff x="0" y="0"/>
            <a:chExt cx="450850" cy="794702"/>
          </a:xfrm>
        </p:grpSpPr>
        <p:grpSp>
          <p:nvGrpSpPr>
            <p:cNvPr id="751" name="Group 751"/>
            <p:cNvGrpSpPr/>
            <p:nvPr/>
          </p:nvGrpSpPr>
          <p:grpSpPr>
            <a:xfrm>
              <a:off x="0" y="-1"/>
              <a:ext cx="450851" cy="461964"/>
              <a:chOff x="0" y="0"/>
              <a:chExt cx="450850" cy="461962"/>
            </a:xfrm>
          </p:grpSpPr>
          <p:sp>
            <p:nvSpPr>
              <p:cNvPr id="749" name="Shape 749"/>
              <p:cNvSpPr/>
              <p:nvPr/>
            </p:nvSpPr>
            <p:spPr>
              <a:xfrm>
                <a:off x="-1" y="-1"/>
                <a:ext cx="450852" cy="461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99FF"/>
              </a:solidFill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50" name="Shape 750"/>
              <p:cNvSpPr/>
              <p:nvPr/>
            </p:nvSpPr>
            <p:spPr>
              <a:xfrm>
                <a:off x="114015" y="77311"/>
                <a:ext cx="222820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C</a:t>
                </a:r>
              </a:p>
            </p:txBody>
          </p:sp>
        </p:grpSp>
        <p:sp>
          <p:nvSpPr>
            <p:cNvPr id="752" name="Shape 752"/>
            <p:cNvSpPr/>
            <p:nvPr/>
          </p:nvSpPr>
          <p:spPr>
            <a:xfrm>
              <a:off x="95250" y="461962"/>
              <a:ext cx="215067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6</a:t>
              </a:r>
            </a:p>
          </p:txBody>
        </p:sp>
      </p:grpSp>
      <p:sp>
        <p:nvSpPr>
          <p:cNvPr id="754" name="Shape 754"/>
          <p:cNvSpPr/>
          <p:nvPr/>
        </p:nvSpPr>
        <p:spPr>
          <a:xfrm>
            <a:off x="381000" y="4191000"/>
            <a:ext cx="2667000" cy="8382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55" name="Shape 755"/>
          <p:cNvSpPr/>
          <p:nvPr/>
        </p:nvSpPr>
        <p:spPr>
          <a:xfrm>
            <a:off x="457199" y="4343400"/>
            <a:ext cx="2338498" cy="380365"/>
          </a:xfrm>
          <a:prstGeom prst="rect">
            <a:avLst/>
          </a:prstGeom>
          <a:solidFill>
            <a:srgbClr val="FFFFFF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/>
            <a:r>
              <a:t>Arbol Vacio!, Terminar</a:t>
            </a:r>
          </a:p>
        </p:txBody>
      </p:sp>
      <p:grpSp>
        <p:nvGrpSpPr>
          <p:cNvPr id="760" name="Group 760"/>
          <p:cNvGrpSpPr/>
          <p:nvPr/>
        </p:nvGrpSpPr>
        <p:grpSpPr>
          <a:xfrm>
            <a:off x="6537325" y="5175249"/>
            <a:ext cx="450851" cy="794704"/>
            <a:chOff x="0" y="0"/>
            <a:chExt cx="450850" cy="794702"/>
          </a:xfrm>
        </p:grpSpPr>
        <p:grpSp>
          <p:nvGrpSpPr>
            <p:cNvPr id="758" name="Group 758"/>
            <p:cNvGrpSpPr/>
            <p:nvPr/>
          </p:nvGrpSpPr>
          <p:grpSpPr>
            <a:xfrm>
              <a:off x="0" y="-1"/>
              <a:ext cx="450851" cy="461964"/>
              <a:chOff x="0" y="0"/>
              <a:chExt cx="450850" cy="461962"/>
            </a:xfrm>
          </p:grpSpPr>
          <p:sp>
            <p:nvSpPr>
              <p:cNvPr id="756" name="Shape 756"/>
              <p:cNvSpPr/>
              <p:nvPr/>
            </p:nvSpPr>
            <p:spPr>
              <a:xfrm>
                <a:off x="-1" y="-1"/>
                <a:ext cx="450852" cy="461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99FF"/>
              </a:solidFill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57" name="Shape 757"/>
              <p:cNvSpPr/>
              <p:nvPr/>
            </p:nvSpPr>
            <p:spPr>
              <a:xfrm>
                <a:off x="107114" y="77311"/>
                <a:ext cx="236622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G</a:t>
                </a:r>
              </a:p>
            </p:txBody>
          </p:sp>
        </p:grpSp>
        <p:sp>
          <p:nvSpPr>
            <p:cNvPr id="759" name="Shape 759"/>
            <p:cNvSpPr/>
            <p:nvPr/>
          </p:nvSpPr>
          <p:spPr>
            <a:xfrm>
              <a:off x="95250" y="461962"/>
              <a:ext cx="215067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7</a:t>
              </a:r>
            </a:p>
          </p:txBody>
        </p:sp>
      </p:grpSp>
      <p:sp>
        <p:nvSpPr>
          <p:cNvPr id="761" name="Shape 761"/>
          <p:cNvSpPr/>
          <p:nvPr/>
        </p:nvSpPr>
        <p:spPr>
          <a:xfrm>
            <a:off x="381000" y="4191000"/>
            <a:ext cx="2667000" cy="8382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62" name="Shape 762"/>
          <p:cNvSpPr/>
          <p:nvPr/>
        </p:nvSpPr>
        <p:spPr>
          <a:xfrm>
            <a:off x="457199" y="4343400"/>
            <a:ext cx="2338498" cy="380365"/>
          </a:xfrm>
          <a:prstGeom prst="rect">
            <a:avLst/>
          </a:prstGeom>
          <a:solidFill>
            <a:srgbClr val="FFFFFF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/>
            <a:r>
              <a:t>Arbol Vacio!, Terminar</a:t>
            </a:r>
          </a:p>
        </p:txBody>
      </p:sp>
      <p:sp>
        <p:nvSpPr>
          <p:cNvPr id="763" name="Shape 763"/>
          <p:cNvSpPr/>
          <p:nvPr/>
        </p:nvSpPr>
        <p:spPr>
          <a:xfrm>
            <a:off x="457200" y="4343400"/>
            <a:ext cx="2667000" cy="8382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64" name="Shape 764"/>
          <p:cNvSpPr/>
          <p:nvPr/>
        </p:nvSpPr>
        <p:spPr>
          <a:xfrm>
            <a:off x="609599" y="5645150"/>
            <a:ext cx="2338498" cy="380365"/>
          </a:xfrm>
          <a:prstGeom prst="rect">
            <a:avLst/>
          </a:prstGeom>
          <a:solidFill>
            <a:srgbClr val="FFFFFF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/>
            <a:r>
              <a:t>Arbol Vacio!, Terminar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0A98B5B-522B-4826-BA84-4DC4880F2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OPERACION INORDEN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fill="hold"/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9" fill="hold"/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4" fill="hold"/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9" fill="hold"/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0" fill="hold"/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3" fill="hold"/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7" fill="hold"/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2" fill="hold"/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8" fill="hold"/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1" fill="hold"/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5" fill="hold"/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0" fill="hold"/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5" fill="hold"/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1" fill="hold"/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4" fill="hold"/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8" fill="hold"/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3" fill="hold"/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" grpId="0" animBg="1" advAuto="0"/>
      <p:bldP spid="618" grpId="0" animBg="1" advAuto="0"/>
      <p:bldP spid="619" grpId="0" animBg="1" advAuto="0"/>
      <p:bldP spid="620" grpId="0" animBg="1" advAuto="0"/>
      <p:bldP spid="621" grpId="0" animBg="1" advAuto="0"/>
      <p:bldP spid="622" grpId="0" animBg="1" advAuto="0"/>
      <p:bldP spid="623" grpId="0" animBg="1" advAuto="0"/>
      <p:bldP spid="624" grpId="0" animBg="1" advAuto="0"/>
      <p:bldP spid="625" grpId="0" animBg="1" advAuto="0"/>
      <p:bldP spid="626" grpId="0" animBg="1" advAuto="0"/>
      <p:bldP spid="627" grpId="0" animBg="1" advAuto="0"/>
      <p:bldP spid="628" grpId="0" animBg="1" advAuto="0"/>
      <p:bldP spid="629" grpId="0" animBg="1" advAuto="0"/>
      <p:bldP spid="630" grpId="0" animBg="1" advAuto="0"/>
      <p:bldP spid="714" grpId="0" animBg="1" advAuto="0"/>
      <p:bldP spid="715" grpId="0" animBg="1" advAuto="0"/>
      <p:bldP spid="720" grpId="0" animBg="1" advAuto="0"/>
      <p:bldP spid="721" grpId="0" animBg="1" advAuto="0"/>
      <p:bldP spid="722" grpId="0" animBg="1" advAuto="0"/>
      <p:bldP spid="727" grpId="0" animBg="1" advAuto="0"/>
      <p:bldP spid="728" grpId="0" animBg="1" advAuto="0"/>
      <p:bldP spid="729" grpId="0" animBg="1" advAuto="0"/>
      <p:bldP spid="734" grpId="0" animBg="1" advAuto="0"/>
      <p:bldP spid="735" grpId="0" animBg="1" advAuto="0"/>
      <p:bldP spid="736" grpId="0" animBg="1" advAuto="0"/>
      <p:bldP spid="741" grpId="0" animBg="1" advAuto="0"/>
      <p:bldP spid="746" grpId="0" animBg="1" advAuto="0"/>
      <p:bldP spid="747" grpId="0" animBg="1" advAuto="0"/>
      <p:bldP spid="748" grpId="0" animBg="1" advAuto="0"/>
      <p:bldP spid="753" grpId="0" animBg="1" advAuto="0"/>
      <p:bldP spid="754" grpId="0" animBg="1" advAuto="0"/>
      <p:bldP spid="755" grpId="0" animBg="1" advAuto="0"/>
      <p:bldP spid="760" grpId="0" animBg="1" advAuto="0"/>
      <p:bldP spid="761" grpId="0" animBg="1" advAuto="0"/>
      <p:bldP spid="762" grpId="0" animBg="1" advAuto="0"/>
      <p:bldP spid="763" grpId="0" animBg="1" advAuto="0"/>
      <p:bldP spid="764" grpId="0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Shape 767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300037" lvl="0" indent="-300037"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lang="es-419" sz="2800" dirty="0">
                <a:solidFill>
                  <a:srgbClr val="002850"/>
                </a:solidFill>
              </a:rPr>
              <a:t>Ya sabemos lo de las expresiones, cierto?</a:t>
            </a:r>
          </a:p>
          <a:p>
            <a:pPr marL="778328" lvl="1" indent="-244928">
              <a:lnSpc>
                <a:spcPct val="12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s-419" sz="2400" dirty="0">
                <a:solidFill>
                  <a:srgbClr val="002850"/>
                </a:solidFill>
              </a:rPr>
              <a:t>InFija, operador en medio</a:t>
            </a:r>
          </a:p>
          <a:p>
            <a:pPr marL="778328" lvl="1" indent="-244928">
              <a:lnSpc>
                <a:spcPct val="12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s-419" sz="2400" dirty="0">
                <a:solidFill>
                  <a:srgbClr val="002850"/>
                </a:solidFill>
              </a:rPr>
              <a:t>PreFija, operador antes de dos operandos</a:t>
            </a:r>
          </a:p>
          <a:p>
            <a:pPr marL="778328" lvl="1" indent="-244928">
              <a:lnSpc>
                <a:spcPct val="12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s-419" sz="2400" dirty="0">
                <a:solidFill>
                  <a:srgbClr val="002850"/>
                </a:solidFill>
              </a:rPr>
              <a:t>PosFija, operador luego de dos operandos</a:t>
            </a:r>
          </a:p>
          <a:p>
            <a:pPr marL="300037" lvl="0" indent="-300037"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lang="es-419" sz="2800" dirty="0">
                <a:solidFill>
                  <a:srgbClr val="002850"/>
                </a:solidFill>
              </a:rPr>
              <a:t>Para evaluar una expresión dada, podríamos</a:t>
            </a:r>
          </a:p>
          <a:p>
            <a:pPr marL="778328" lvl="1" indent="-244928">
              <a:lnSpc>
                <a:spcPct val="12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s-419" sz="2400" dirty="0">
                <a:solidFill>
                  <a:srgbClr val="002850"/>
                </a:solidFill>
              </a:rPr>
              <a:t>Pasarla a posfija y usar solo pilas</a:t>
            </a:r>
          </a:p>
          <a:p>
            <a:pPr marL="778328" lvl="1" indent="-244928">
              <a:lnSpc>
                <a:spcPct val="12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s-419" sz="2400" dirty="0">
                <a:solidFill>
                  <a:srgbClr val="002850"/>
                </a:solidFill>
              </a:rPr>
              <a:t>Pasarla a posfija y usar pilas y </a:t>
            </a:r>
            <a:r>
              <a:rPr lang="es-419" sz="2400" u="sng" dirty="0">
                <a:solidFill>
                  <a:srgbClr val="002850"/>
                </a:solidFill>
              </a:rPr>
              <a:t>un árbol de expresión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EBFCD71-95C2-4987-848E-93628FD3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APLICACIÓN: EVALUACION DE EXPRESIONES 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6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7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7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7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7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7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7" grpId="0" build="p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Shape 770"/>
          <p:cNvSpPr>
            <a:spLocks noGrp="1"/>
          </p:cNvSpPr>
          <p:nvPr>
            <p:ph idx="1"/>
          </p:nvPr>
        </p:nvSpPr>
        <p:spPr>
          <a:xfrm>
            <a:off x="628650" y="1569817"/>
            <a:ext cx="78867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lvl="0">
              <a:lnSpc>
                <a:spcPct val="110000"/>
              </a:lnSpc>
              <a:defRPr sz="1800">
                <a:solidFill>
                  <a:srgbClr val="000000"/>
                </a:solidFill>
              </a:defRPr>
            </a:pPr>
            <a:r>
              <a:rPr lang="es-419" sz="3200" dirty="0">
                <a:solidFill>
                  <a:srgbClr val="002850"/>
                </a:solidFill>
              </a:rPr>
              <a:t>Árboles que representan expresiones en memoria</a:t>
            </a:r>
          </a:p>
          <a:p>
            <a:pPr marL="742950" lvl="1" indent="-285750">
              <a:lnSpc>
                <a:spcPct val="110000"/>
              </a:lnSpc>
              <a:spcBef>
                <a:spcPts val="6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s-419" sz="2800" dirty="0">
                <a:solidFill>
                  <a:srgbClr val="002850"/>
                </a:solidFill>
              </a:rPr>
              <a:t>Todos los operadores tienen dos operandos</a:t>
            </a:r>
          </a:p>
          <a:p>
            <a:pPr marL="1162050" lvl="2" indent="-228600">
              <a:lnSpc>
                <a:spcPct val="110000"/>
              </a:lnSpc>
              <a:spcBef>
                <a:spcPts val="5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lang="es-419" sz="2400" i="1" dirty="0">
                <a:solidFill>
                  <a:srgbClr val="002850"/>
                </a:solidFill>
              </a:rPr>
              <a:t>La raíz puede contener el operador</a:t>
            </a:r>
          </a:p>
          <a:p>
            <a:pPr marL="1162050" lvl="2" indent="-228600">
              <a:lnSpc>
                <a:spcPct val="110000"/>
              </a:lnSpc>
              <a:spcBef>
                <a:spcPts val="5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lang="es-419" sz="2400" i="1" dirty="0">
                <a:solidFill>
                  <a:srgbClr val="002850"/>
                </a:solidFill>
              </a:rPr>
              <a:t>Hijo izquierdo: operando 1, Hijo derecho:  operando 2</a:t>
            </a:r>
          </a:p>
          <a:p>
            <a:pPr marL="742950" lvl="1" indent="-285750">
              <a:lnSpc>
                <a:spcPct val="110000"/>
              </a:lnSpc>
              <a:spcBef>
                <a:spcPts val="6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s-419" sz="2800" dirty="0">
                <a:solidFill>
                  <a:srgbClr val="002850"/>
                </a:solidFill>
              </a:rPr>
              <a:t>Ejemplo: (</a:t>
            </a:r>
            <a:r>
              <a:rPr lang="es-419" sz="2800" dirty="0" err="1">
                <a:solidFill>
                  <a:srgbClr val="002850"/>
                </a:solidFill>
              </a:rPr>
              <a:t>a+b</a:t>
            </a:r>
            <a:r>
              <a:rPr lang="es-419" sz="2800" dirty="0">
                <a:solidFill>
                  <a:srgbClr val="002850"/>
                </a:solidFill>
              </a:rPr>
              <a:t>)</a:t>
            </a:r>
          </a:p>
        </p:txBody>
      </p:sp>
      <p:grpSp>
        <p:nvGrpSpPr>
          <p:cNvPr id="782" name="Group 782"/>
          <p:cNvGrpSpPr/>
          <p:nvPr/>
        </p:nvGrpSpPr>
        <p:grpSpPr>
          <a:xfrm>
            <a:off x="1752599" y="4867592"/>
            <a:ext cx="1828801" cy="1145541"/>
            <a:chOff x="0" y="0"/>
            <a:chExt cx="1828800" cy="1145540"/>
          </a:xfrm>
        </p:grpSpPr>
        <p:grpSp>
          <p:nvGrpSpPr>
            <p:cNvPr id="773" name="Group 773"/>
            <p:cNvGrpSpPr/>
            <p:nvPr/>
          </p:nvGrpSpPr>
          <p:grpSpPr>
            <a:xfrm>
              <a:off x="685799" y="-1"/>
              <a:ext cx="457201" cy="459742"/>
              <a:chOff x="0" y="0"/>
              <a:chExt cx="457200" cy="459740"/>
            </a:xfrm>
          </p:grpSpPr>
          <p:sp>
            <p:nvSpPr>
              <p:cNvPr id="771" name="Shape 771"/>
              <p:cNvSpPr/>
              <p:nvPr/>
            </p:nvSpPr>
            <p:spPr>
              <a:xfrm>
                <a:off x="0" y="127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99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72" name="Shape 772"/>
              <p:cNvSpPr/>
              <p:nvPr/>
            </p:nvSpPr>
            <p:spPr>
              <a:xfrm>
                <a:off x="65653" y="0"/>
                <a:ext cx="325894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+</a:t>
                </a:r>
              </a:p>
            </p:txBody>
          </p:sp>
        </p:grpSp>
        <p:grpSp>
          <p:nvGrpSpPr>
            <p:cNvPr id="776" name="Group 776"/>
            <p:cNvGrpSpPr/>
            <p:nvPr/>
          </p:nvGrpSpPr>
          <p:grpSpPr>
            <a:xfrm>
              <a:off x="-1" y="685799"/>
              <a:ext cx="457201" cy="459742"/>
              <a:chOff x="0" y="0"/>
              <a:chExt cx="457200" cy="459740"/>
            </a:xfrm>
          </p:grpSpPr>
          <p:sp>
            <p:nvSpPr>
              <p:cNvPr id="774" name="Shape 774"/>
              <p:cNvSpPr/>
              <p:nvPr/>
            </p:nvSpPr>
            <p:spPr>
              <a:xfrm>
                <a:off x="0" y="127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75" name="Shape 775"/>
              <p:cNvSpPr/>
              <p:nvPr/>
            </p:nvSpPr>
            <p:spPr>
              <a:xfrm>
                <a:off x="96534" y="0"/>
                <a:ext cx="264132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a</a:t>
                </a:r>
              </a:p>
            </p:txBody>
          </p:sp>
        </p:grpSp>
        <p:grpSp>
          <p:nvGrpSpPr>
            <p:cNvPr id="779" name="Group 779"/>
            <p:cNvGrpSpPr/>
            <p:nvPr/>
          </p:nvGrpSpPr>
          <p:grpSpPr>
            <a:xfrm>
              <a:off x="1371599" y="685799"/>
              <a:ext cx="457201" cy="459742"/>
              <a:chOff x="0" y="0"/>
              <a:chExt cx="457200" cy="459740"/>
            </a:xfrm>
          </p:grpSpPr>
          <p:sp>
            <p:nvSpPr>
              <p:cNvPr id="777" name="Shape 777"/>
              <p:cNvSpPr/>
              <p:nvPr/>
            </p:nvSpPr>
            <p:spPr>
              <a:xfrm>
                <a:off x="0" y="127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78" name="Shape 778"/>
              <p:cNvSpPr/>
              <p:nvPr/>
            </p:nvSpPr>
            <p:spPr>
              <a:xfrm>
                <a:off x="92293" y="0"/>
                <a:ext cx="272614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b</a:t>
                </a:r>
              </a:p>
            </p:txBody>
          </p:sp>
        </p:grpSp>
        <p:sp>
          <p:nvSpPr>
            <p:cNvPr id="780" name="Shape 780"/>
            <p:cNvSpPr/>
            <p:nvPr/>
          </p:nvSpPr>
          <p:spPr>
            <a:xfrm flipH="1">
              <a:off x="390525" y="391795"/>
              <a:ext cx="361950" cy="361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781" name="Shape 781"/>
            <p:cNvSpPr/>
            <p:nvPr/>
          </p:nvSpPr>
          <p:spPr>
            <a:xfrm>
              <a:off x="1076325" y="391795"/>
              <a:ext cx="361950" cy="361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783" name="Shape 783"/>
          <p:cNvSpPr/>
          <p:nvPr/>
        </p:nvSpPr>
        <p:spPr>
          <a:xfrm>
            <a:off x="5939472" y="4093229"/>
            <a:ext cx="1194753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1400"/>
              </a:spcBef>
              <a:defRPr sz="2400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3366"/>
                </a:solidFill>
              </a:rPr>
              <a:t>(</a:t>
            </a:r>
            <a:r>
              <a:rPr sz="2400" dirty="0" err="1">
                <a:solidFill>
                  <a:srgbClr val="003366"/>
                </a:solidFill>
              </a:rPr>
              <a:t>a+b</a:t>
            </a:r>
            <a:r>
              <a:rPr sz="2400" dirty="0">
                <a:solidFill>
                  <a:srgbClr val="003366"/>
                </a:solidFill>
              </a:rPr>
              <a:t>)*c</a:t>
            </a:r>
          </a:p>
        </p:txBody>
      </p:sp>
      <p:grpSp>
        <p:nvGrpSpPr>
          <p:cNvPr id="803" name="Group 803"/>
          <p:cNvGrpSpPr/>
          <p:nvPr/>
        </p:nvGrpSpPr>
        <p:grpSpPr>
          <a:xfrm>
            <a:off x="4933949" y="4537392"/>
            <a:ext cx="2590801" cy="1831341"/>
            <a:chOff x="0" y="0"/>
            <a:chExt cx="2590800" cy="1831340"/>
          </a:xfrm>
        </p:grpSpPr>
        <p:grpSp>
          <p:nvGrpSpPr>
            <p:cNvPr id="786" name="Group 786"/>
            <p:cNvGrpSpPr/>
            <p:nvPr/>
          </p:nvGrpSpPr>
          <p:grpSpPr>
            <a:xfrm>
              <a:off x="685799" y="685799"/>
              <a:ext cx="457201" cy="459742"/>
              <a:chOff x="0" y="0"/>
              <a:chExt cx="457200" cy="459740"/>
            </a:xfrm>
          </p:grpSpPr>
          <p:sp>
            <p:nvSpPr>
              <p:cNvPr id="784" name="Shape 784"/>
              <p:cNvSpPr/>
              <p:nvPr/>
            </p:nvSpPr>
            <p:spPr>
              <a:xfrm>
                <a:off x="0" y="127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99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85" name="Shape 785"/>
              <p:cNvSpPr/>
              <p:nvPr/>
            </p:nvSpPr>
            <p:spPr>
              <a:xfrm>
                <a:off x="65653" y="0"/>
                <a:ext cx="325894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+</a:t>
                </a:r>
              </a:p>
            </p:txBody>
          </p:sp>
        </p:grpSp>
        <p:grpSp>
          <p:nvGrpSpPr>
            <p:cNvPr id="789" name="Group 789"/>
            <p:cNvGrpSpPr/>
            <p:nvPr/>
          </p:nvGrpSpPr>
          <p:grpSpPr>
            <a:xfrm>
              <a:off x="-1" y="1371599"/>
              <a:ext cx="457201" cy="459742"/>
              <a:chOff x="0" y="0"/>
              <a:chExt cx="457200" cy="459740"/>
            </a:xfrm>
          </p:grpSpPr>
          <p:sp>
            <p:nvSpPr>
              <p:cNvPr id="787" name="Shape 787"/>
              <p:cNvSpPr/>
              <p:nvPr/>
            </p:nvSpPr>
            <p:spPr>
              <a:xfrm>
                <a:off x="0" y="127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88" name="Shape 788"/>
              <p:cNvSpPr/>
              <p:nvPr/>
            </p:nvSpPr>
            <p:spPr>
              <a:xfrm>
                <a:off x="96534" y="0"/>
                <a:ext cx="264132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a</a:t>
                </a:r>
              </a:p>
            </p:txBody>
          </p:sp>
        </p:grpSp>
        <p:grpSp>
          <p:nvGrpSpPr>
            <p:cNvPr id="792" name="Group 792"/>
            <p:cNvGrpSpPr/>
            <p:nvPr/>
          </p:nvGrpSpPr>
          <p:grpSpPr>
            <a:xfrm>
              <a:off x="1371599" y="1371599"/>
              <a:ext cx="457201" cy="459742"/>
              <a:chOff x="0" y="0"/>
              <a:chExt cx="457200" cy="459740"/>
            </a:xfrm>
          </p:grpSpPr>
          <p:sp>
            <p:nvSpPr>
              <p:cNvPr id="790" name="Shape 790"/>
              <p:cNvSpPr/>
              <p:nvPr/>
            </p:nvSpPr>
            <p:spPr>
              <a:xfrm>
                <a:off x="0" y="127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91" name="Shape 791"/>
              <p:cNvSpPr/>
              <p:nvPr/>
            </p:nvSpPr>
            <p:spPr>
              <a:xfrm>
                <a:off x="92293" y="0"/>
                <a:ext cx="272614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b</a:t>
                </a:r>
              </a:p>
            </p:txBody>
          </p:sp>
        </p:grpSp>
        <p:sp>
          <p:nvSpPr>
            <p:cNvPr id="793" name="Shape 793"/>
            <p:cNvSpPr/>
            <p:nvPr/>
          </p:nvSpPr>
          <p:spPr>
            <a:xfrm flipH="1">
              <a:off x="390525" y="1077594"/>
              <a:ext cx="361950" cy="361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794" name="Shape 794"/>
            <p:cNvSpPr/>
            <p:nvPr/>
          </p:nvSpPr>
          <p:spPr>
            <a:xfrm>
              <a:off x="1076325" y="1077594"/>
              <a:ext cx="361950" cy="361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797" name="Group 797"/>
            <p:cNvGrpSpPr/>
            <p:nvPr/>
          </p:nvGrpSpPr>
          <p:grpSpPr>
            <a:xfrm>
              <a:off x="2133599" y="685799"/>
              <a:ext cx="457201" cy="459742"/>
              <a:chOff x="0" y="0"/>
              <a:chExt cx="457200" cy="459740"/>
            </a:xfrm>
          </p:grpSpPr>
          <p:sp>
            <p:nvSpPr>
              <p:cNvPr id="795" name="Shape 795"/>
              <p:cNvSpPr/>
              <p:nvPr/>
            </p:nvSpPr>
            <p:spPr>
              <a:xfrm>
                <a:off x="0" y="127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96" name="Shape 796"/>
              <p:cNvSpPr/>
              <p:nvPr/>
            </p:nvSpPr>
            <p:spPr>
              <a:xfrm>
                <a:off x="106208" y="0"/>
                <a:ext cx="244784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c</a:t>
                </a:r>
              </a:p>
            </p:txBody>
          </p:sp>
        </p:grpSp>
        <p:grpSp>
          <p:nvGrpSpPr>
            <p:cNvPr id="800" name="Group 800"/>
            <p:cNvGrpSpPr/>
            <p:nvPr/>
          </p:nvGrpSpPr>
          <p:grpSpPr>
            <a:xfrm>
              <a:off x="1447799" y="-1"/>
              <a:ext cx="457201" cy="459742"/>
              <a:chOff x="0" y="0"/>
              <a:chExt cx="457200" cy="459740"/>
            </a:xfrm>
          </p:grpSpPr>
          <p:sp>
            <p:nvSpPr>
              <p:cNvPr id="798" name="Shape 798"/>
              <p:cNvSpPr/>
              <p:nvPr/>
            </p:nvSpPr>
            <p:spPr>
              <a:xfrm>
                <a:off x="0" y="127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99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99" name="Shape 799"/>
              <p:cNvSpPr/>
              <p:nvPr/>
            </p:nvSpPr>
            <p:spPr>
              <a:xfrm>
                <a:off x="93335" y="0"/>
                <a:ext cx="270530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*</a:t>
                </a:r>
              </a:p>
            </p:txBody>
          </p:sp>
        </p:grpSp>
        <p:sp>
          <p:nvSpPr>
            <p:cNvPr id="801" name="Shape 801"/>
            <p:cNvSpPr/>
            <p:nvPr/>
          </p:nvSpPr>
          <p:spPr>
            <a:xfrm flipH="1">
              <a:off x="1076325" y="391795"/>
              <a:ext cx="438151" cy="361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802" name="Shape 802"/>
            <p:cNvSpPr/>
            <p:nvPr/>
          </p:nvSpPr>
          <p:spPr>
            <a:xfrm>
              <a:off x="1838325" y="391795"/>
              <a:ext cx="361950" cy="361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D6CED489-0225-4D05-A0EC-F6E235FCF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ARBOL DE EXPRESION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7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0" grpId="0" build="p" animBg="1" advAuto="0"/>
      <p:bldP spid="782" grpId="0" animBg="1" advAuto="0"/>
      <p:bldP spid="783" grpId="0" animBg="1" advAuto="0"/>
      <p:bldP spid="803" grpId="0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Shape 806"/>
          <p:cNvSpPr>
            <a:spLocks noGrp="1"/>
          </p:cNvSpPr>
          <p:nvPr>
            <p:ph idx="1"/>
          </p:nvPr>
        </p:nvSpPr>
        <p:spPr>
          <a:xfrm>
            <a:off x="628650" y="1624707"/>
            <a:ext cx="78867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300037" lvl="0" indent="-300037"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 dirty="0" err="1">
                <a:solidFill>
                  <a:srgbClr val="002850"/>
                </a:solidFill>
              </a:rPr>
              <a:t>Construya</a:t>
            </a:r>
            <a:r>
              <a:rPr sz="2800" dirty="0">
                <a:solidFill>
                  <a:srgbClr val="002850"/>
                </a:solidFill>
              </a:rPr>
              <a:t> </a:t>
            </a:r>
            <a:r>
              <a:rPr lang="es-419" sz="2800" dirty="0">
                <a:solidFill>
                  <a:srgbClr val="002850"/>
                </a:solidFill>
              </a:rPr>
              <a:t>á</a:t>
            </a:r>
            <a:r>
              <a:rPr sz="2800" dirty="0" err="1">
                <a:solidFill>
                  <a:srgbClr val="002850"/>
                </a:solidFill>
              </a:rPr>
              <a:t>rboles</a:t>
            </a:r>
            <a:r>
              <a:rPr sz="2800" dirty="0">
                <a:solidFill>
                  <a:srgbClr val="002850"/>
                </a:solidFill>
              </a:rPr>
              <a:t> de </a:t>
            </a:r>
            <a:r>
              <a:rPr sz="2800" dirty="0" err="1">
                <a:solidFill>
                  <a:srgbClr val="002850"/>
                </a:solidFill>
              </a:rPr>
              <a:t>expresi</a:t>
            </a:r>
            <a:r>
              <a:rPr lang="es-419" sz="2800" dirty="0" err="1">
                <a:solidFill>
                  <a:srgbClr val="002850"/>
                </a:solidFill>
              </a:rPr>
              <a:t>ó</a:t>
            </a:r>
            <a:r>
              <a:rPr sz="2800" dirty="0">
                <a:solidFill>
                  <a:srgbClr val="002850"/>
                </a:solidFill>
              </a:rPr>
              <a:t>n para:</a:t>
            </a:r>
          </a:p>
          <a:p>
            <a:pPr marL="702128" lvl="1" indent="-244928"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[X+(Y*Z)] * (A-B)</a:t>
            </a:r>
          </a:p>
          <a:p>
            <a:pPr marL="300037" lvl="0" indent="-300037"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 dirty="0" err="1">
                <a:solidFill>
                  <a:srgbClr val="002850"/>
                </a:solidFill>
              </a:rPr>
              <a:t>Deducir</a:t>
            </a:r>
            <a:r>
              <a:rPr sz="2800" dirty="0">
                <a:solidFill>
                  <a:srgbClr val="002850"/>
                </a:solidFill>
              </a:rPr>
              <a:t> las </a:t>
            </a:r>
            <a:r>
              <a:rPr sz="2800" dirty="0" err="1">
                <a:solidFill>
                  <a:srgbClr val="002850"/>
                </a:solidFill>
              </a:rPr>
              <a:t>expresiones</a:t>
            </a:r>
            <a:r>
              <a:rPr sz="2800" dirty="0">
                <a:solidFill>
                  <a:srgbClr val="002850"/>
                </a:solidFill>
              </a:rPr>
              <a:t> de los </a:t>
            </a:r>
            <a:r>
              <a:rPr sz="2800" dirty="0" err="1">
                <a:solidFill>
                  <a:srgbClr val="002850"/>
                </a:solidFill>
              </a:rPr>
              <a:t>siguientes</a:t>
            </a:r>
            <a:r>
              <a:rPr sz="2800" dirty="0">
                <a:solidFill>
                  <a:srgbClr val="002850"/>
                </a:solidFill>
              </a:rPr>
              <a:t> A.B.</a:t>
            </a:r>
          </a:p>
        </p:txBody>
      </p:sp>
      <p:grpSp>
        <p:nvGrpSpPr>
          <p:cNvPr id="838" name="Group 838"/>
          <p:cNvGrpSpPr/>
          <p:nvPr/>
        </p:nvGrpSpPr>
        <p:grpSpPr>
          <a:xfrm>
            <a:off x="2057400" y="3006088"/>
            <a:ext cx="3657600" cy="3126741"/>
            <a:chOff x="0" y="0"/>
            <a:chExt cx="3657600" cy="3126740"/>
          </a:xfrm>
        </p:grpSpPr>
        <p:grpSp>
          <p:nvGrpSpPr>
            <p:cNvPr id="809" name="Group 809"/>
            <p:cNvGrpSpPr/>
            <p:nvPr/>
          </p:nvGrpSpPr>
          <p:grpSpPr>
            <a:xfrm>
              <a:off x="762000" y="-1"/>
              <a:ext cx="381000" cy="459742"/>
              <a:chOff x="0" y="0"/>
              <a:chExt cx="381000" cy="459740"/>
            </a:xfrm>
          </p:grpSpPr>
          <p:sp>
            <p:nvSpPr>
              <p:cNvPr id="807" name="Shape 807"/>
              <p:cNvSpPr/>
              <p:nvPr/>
            </p:nvSpPr>
            <p:spPr>
              <a:xfrm>
                <a:off x="0" y="3936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808" name="Shape 808"/>
              <p:cNvSpPr/>
              <p:nvPr/>
            </p:nvSpPr>
            <p:spPr>
              <a:xfrm>
                <a:off x="27553" y="0"/>
                <a:ext cx="325894" cy="459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+</a:t>
                </a:r>
              </a:p>
            </p:txBody>
          </p:sp>
        </p:grpSp>
        <p:grpSp>
          <p:nvGrpSpPr>
            <p:cNvPr id="812" name="Group 812"/>
            <p:cNvGrpSpPr/>
            <p:nvPr/>
          </p:nvGrpSpPr>
          <p:grpSpPr>
            <a:xfrm>
              <a:off x="0" y="685799"/>
              <a:ext cx="381000" cy="459742"/>
              <a:chOff x="0" y="0"/>
              <a:chExt cx="381000" cy="459740"/>
            </a:xfrm>
          </p:grpSpPr>
          <p:sp>
            <p:nvSpPr>
              <p:cNvPr id="810" name="Shape 810"/>
              <p:cNvSpPr/>
              <p:nvPr/>
            </p:nvSpPr>
            <p:spPr>
              <a:xfrm>
                <a:off x="0" y="3936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811" name="Shape 811"/>
              <p:cNvSpPr/>
              <p:nvPr/>
            </p:nvSpPr>
            <p:spPr>
              <a:xfrm>
                <a:off x="58434" y="0"/>
                <a:ext cx="264132" cy="459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a</a:t>
                </a:r>
              </a:p>
            </p:txBody>
          </p:sp>
        </p:grpSp>
        <p:grpSp>
          <p:nvGrpSpPr>
            <p:cNvPr id="815" name="Group 815"/>
            <p:cNvGrpSpPr/>
            <p:nvPr/>
          </p:nvGrpSpPr>
          <p:grpSpPr>
            <a:xfrm>
              <a:off x="1524000" y="685799"/>
              <a:ext cx="381000" cy="459742"/>
              <a:chOff x="0" y="0"/>
              <a:chExt cx="381000" cy="459740"/>
            </a:xfrm>
          </p:grpSpPr>
          <p:sp>
            <p:nvSpPr>
              <p:cNvPr id="813" name="Shape 813"/>
              <p:cNvSpPr/>
              <p:nvPr/>
            </p:nvSpPr>
            <p:spPr>
              <a:xfrm>
                <a:off x="0" y="3936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814" name="Shape 814"/>
              <p:cNvSpPr/>
              <p:nvPr/>
            </p:nvSpPr>
            <p:spPr>
              <a:xfrm>
                <a:off x="55235" y="0"/>
                <a:ext cx="270530" cy="459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*</a:t>
                </a:r>
              </a:p>
            </p:txBody>
          </p:sp>
        </p:grpSp>
        <p:grpSp>
          <p:nvGrpSpPr>
            <p:cNvPr id="818" name="Group 818"/>
            <p:cNvGrpSpPr/>
            <p:nvPr/>
          </p:nvGrpSpPr>
          <p:grpSpPr>
            <a:xfrm>
              <a:off x="990600" y="1371599"/>
              <a:ext cx="381000" cy="459742"/>
              <a:chOff x="0" y="0"/>
              <a:chExt cx="381000" cy="459740"/>
            </a:xfrm>
          </p:grpSpPr>
          <p:sp>
            <p:nvSpPr>
              <p:cNvPr id="816" name="Shape 816"/>
              <p:cNvSpPr/>
              <p:nvPr/>
            </p:nvSpPr>
            <p:spPr>
              <a:xfrm>
                <a:off x="0" y="3936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817" name="Shape 817"/>
              <p:cNvSpPr/>
              <p:nvPr/>
            </p:nvSpPr>
            <p:spPr>
              <a:xfrm>
                <a:off x="54193" y="0"/>
                <a:ext cx="272614" cy="459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b</a:t>
                </a:r>
              </a:p>
            </p:txBody>
          </p:sp>
        </p:grpSp>
        <p:grpSp>
          <p:nvGrpSpPr>
            <p:cNvPr id="821" name="Group 821"/>
            <p:cNvGrpSpPr/>
            <p:nvPr/>
          </p:nvGrpSpPr>
          <p:grpSpPr>
            <a:xfrm>
              <a:off x="2133600" y="1371599"/>
              <a:ext cx="381000" cy="459742"/>
              <a:chOff x="0" y="0"/>
              <a:chExt cx="381000" cy="459740"/>
            </a:xfrm>
          </p:grpSpPr>
          <p:sp>
            <p:nvSpPr>
              <p:cNvPr id="819" name="Shape 819"/>
              <p:cNvSpPr/>
              <p:nvPr/>
            </p:nvSpPr>
            <p:spPr>
              <a:xfrm>
                <a:off x="0" y="3936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820" name="Shape 820"/>
              <p:cNvSpPr/>
              <p:nvPr/>
            </p:nvSpPr>
            <p:spPr>
              <a:xfrm>
                <a:off x="83065" y="0"/>
                <a:ext cx="214870" cy="459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-</a:t>
                </a:r>
              </a:p>
            </p:txBody>
          </p:sp>
        </p:grpSp>
        <p:grpSp>
          <p:nvGrpSpPr>
            <p:cNvPr id="824" name="Group 824"/>
            <p:cNvGrpSpPr/>
            <p:nvPr/>
          </p:nvGrpSpPr>
          <p:grpSpPr>
            <a:xfrm>
              <a:off x="2667000" y="1981199"/>
              <a:ext cx="381000" cy="459742"/>
              <a:chOff x="0" y="0"/>
              <a:chExt cx="381000" cy="459740"/>
            </a:xfrm>
          </p:grpSpPr>
          <p:sp>
            <p:nvSpPr>
              <p:cNvPr id="822" name="Shape 822"/>
              <p:cNvSpPr/>
              <p:nvPr/>
            </p:nvSpPr>
            <p:spPr>
              <a:xfrm>
                <a:off x="0" y="3936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823" name="Shape 823"/>
              <p:cNvSpPr/>
              <p:nvPr/>
            </p:nvSpPr>
            <p:spPr>
              <a:xfrm>
                <a:off x="27553" y="0"/>
                <a:ext cx="325894" cy="459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+</a:t>
                </a:r>
              </a:p>
            </p:txBody>
          </p:sp>
        </p:grpSp>
        <p:grpSp>
          <p:nvGrpSpPr>
            <p:cNvPr id="827" name="Group 827"/>
            <p:cNvGrpSpPr/>
            <p:nvPr/>
          </p:nvGrpSpPr>
          <p:grpSpPr>
            <a:xfrm>
              <a:off x="2133600" y="2666999"/>
              <a:ext cx="381000" cy="459742"/>
              <a:chOff x="0" y="0"/>
              <a:chExt cx="381000" cy="459740"/>
            </a:xfrm>
          </p:grpSpPr>
          <p:sp>
            <p:nvSpPr>
              <p:cNvPr id="825" name="Shape 825"/>
              <p:cNvSpPr/>
              <p:nvPr/>
            </p:nvSpPr>
            <p:spPr>
              <a:xfrm>
                <a:off x="0" y="3936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826" name="Shape 826"/>
              <p:cNvSpPr/>
              <p:nvPr/>
            </p:nvSpPr>
            <p:spPr>
              <a:xfrm>
                <a:off x="68108" y="0"/>
                <a:ext cx="244784" cy="459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c</a:t>
                </a:r>
              </a:p>
            </p:txBody>
          </p:sp>
        </p:grpSp>
        <p:grpSp>
          <p:nvGrpSpPr>
            <p:cNvPr id="830" name="Group 830"/>
            <p:cNvGrpSpPr/>
            <p:nvPr/>
          </p:nvGrpSpPr>
          <p:grpSpPr>
            <a:xfrm>
              <a:off x="3276600" y="2666999"/>
              <a:ext cx="381000" cy="459742"/>
              <a:chOff x="0" y="0"/>
              <a:chExt cx="381000" cy="459740"/>
            </a:xfrm>
          </p:grpSpPr>
          <p:sp>
            <p:nvSpPr>
              <p:cNvPr id="828" name="Shape 828"/>
              <p:cNvSpPr/>
              <p:nvPr/>
            </p:nvSpPr>
            <p:spPr>
              <a:xfrm>
                <a:off x="0" y="3936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829" name="Shape 829"/>
              <p:cNvSpPr/>
              <p:nvPr/>
            </p:nvSpPr>
            <p:spPr>
              <a:xfrm>
                <a:off x="54193" y="0"/>
                <a:ext cx="272614" cy="459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d</a:t>
                </a:r>
              </a:p>
            </p:txBody>
          </p:sp>
        </p:grpSp>
        <p:sp>
          <p:nvSpPr>
            <p:cNvPr id="831" name="Shape 831"/>
            <p:cNvSpPr/>
            <p:nvPr/>
          </p:nvSpPr>
          <p:spPr>
            <a:xfrm flipH="1">
              <a:off x="2459037" y="2346007"/>
              <a:ext cx="2635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832" name="Shape 832"/>
            <p:cNvSpPr/>
            <p:nvPr/>
          </p:nvSpPr>
          <p:spPr>
            <a:xfrm>
              <a:off x="2992437" y="2346007"/>
              <a:ext cx="3397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833" name="Shape 833"/>
            <p:cNvSpPr/>
            <p:nvPr/>
          </p:nvSpPr>
          <p:spPr>
            <a:xfrm>
              <a:off x="2459037" y="1736407"/>
              <a:ext cx="263526" cy="3397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834" name="Shape 834"/>
            <p:cNvSpPr/>
            <p:nvPr/>
          </p:nvSpPr>
          <p:spPr>
            <a:xfrm>
              <a:off x="1849437" y="1050607"/>
              <a:ext cx="3397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835" name="Shape 835"/>
            <p:cNvSpPr/>
            <p:nvPr/>
          </p:nvSpPr>
          <p:spPr>
            <a:xfrm flipH="1">
              <a:off x="1316037" y="1050607"/>
              <a:ext cx="2635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836" name="Shape 836"/>
            <p:cNvSpPr/>
            <p:nvPr/>
          </p:nvSpPr>
          <p:spPr>
            <a:xfrm>
              <a:off x="1087437" y="364807"/>
              <a:ext cx="4921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837" name="Shape 837"/>
            <p:cNvSpPr/>
            <p:nvPr/>
          </p:nvSpPr>
          <p:spPr>
            <a:xfrm flipH="1">
              <a:off x="325437" y="364807"/>
              <a:ext cx="492126" cy="415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A2A147C5-5293-42B1-B00E-A846C8EE1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EJERCICIO EN CLASE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0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6" grpId="0" build="p" animBg="1" advAuto="0"/>
      <p:bldP spid="838" grpId="0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Shape 841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300037" lvl="0" indent="-300037"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La expresion se transforma a la expresion posfija</a:t>
            </a:r>
          </a:p>
          <a:p>
            <a:pPr marL="702128" lvl="1" indent="-244928">
              <a:lnSpc>
                <a:spcPct val="12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Esto, ya sabemos como hacer</a:t>
            </a:r>
          </a:p>
          <a:p>
            <a:pPr marL="300037" lvl="0" indent="-300037"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 i="1">
                <a:solidFill>
                  <a:srgbClr val="002850"/>
                </a:solidFill>
              </a:rPr>
              <a:t>Crear un arbol de expresion</a:t>
            </a:r>
            <a:endParaRPr sz="2800">
              <a:solidFill>
                <a:srgbClr val="002850"/>
              </a:solidFill>
            </a:endParaRPr>
          </a:p>
          <a:p>
            <a:pPr marL="702128" lvl="1" indent="-244928">
              <a:lnSpc>
                <a:spcPct val="12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Para esto se va a usar una pila y un arbol de caracteres</a:t>
            </a:r>
          </a:p>
          <a:p>
            <a:pPr marL="300037" lvl="0" indent="-300037"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Usando el arbol, evaluar la expresion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1337F36-A7CE-419D-AD18-69DC7D5AB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EVALUAR UNA EXPRESION ARTIMETICA EN INFIJA</a:t>
            </a:r>
            <a:endParaRPr lang="es-EC" dirty="0"/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8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8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8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1" grpId="0" build="p" animBg="1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Shape 844"/>
          <p:cNvSpPr>
            <a:spLocks noGrp="1"/>
          </p:cNvSpPr>
          <p:nvPr>
            <p:ph idx="1"/>
          </p:nvPr>
        </p:nvSpPr>
        <p:spPr>
          <a:xfrm>
            <a:off x="543352" y="1642741"/>
            <a:ext cx="78867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Los </a:t>
            </a:r>
            <a:r>
              <a:rPr sz="2400" dirty="0" err="1">
                <a:solidFill>
                  <a:srgbClr val="002850"/>
                </a:solidFill>
              </a:rPr>
              <a:t>operandos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seran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siempre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nodos</a:t>
            </a:r>
            <a:r>
              <a:rPr sz="2400" dirty="0">
                <a:solidFill>
                  <a:srgbClr val="002850"/>
                </a:solidFill>
              </a:rPr>
              <a:t> hoja del arbol</a:t>
            </a: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Al </a:t>
            </a:r>
            <a:r>
              <a:rPr sz="2000" dirty="0" err="1">
                <a:solidFill>
                  <a:srgbClr val="002850"/>
                </a:solidFill>
              </a:rPr>
              <a:t>revisar</a:t>
            </a:r>
            <a:r>
              <a:rPr sz="2000" dirty="0">
                <a:solidFill>
                  <a:srgbClr val="002850"/>
                </a:solidFill>
              </a:rPr>
              <a:t> un operando, </a:t>
            </a:r>
            <a:r>
              <a:rPr sz="2000" dirty="0" err="1">
                <a:solidFill>
                  <a:srgbClr val="002850"/>
                </a:solidFill>
              </a:rPr>
              <a:t>creo</a:t>
            </a:r>
            <a:r>
              <a:rPr sz="2000" dirty="0">
                <a:solidFill>
                  <a:srgbClr val="002850"/>
                </a:solidFill>
              </a:rPr>
              <a:t> una </a:t>
            </a:r>
            <a:r>
              <a:rPr sz="2000" dirty="0" err="1">
                <a:solidFill>
                  <a:srgbClr val="002850"/>
                </a:solidFill>
              </a:rPr>
              <a:t>nueva</a:t>
            </a:r>
            <a:r>
              <a:rPr sz="2000" dirty="0">
                <a:solidFill>
                  <a:srgbClr val="002850"/>
                </a:solidFill>
              </a:rPr>
              <a:t> hoja y la </a:t>
            </a:r>
            <a:r>
              <a:rPr sz="2000" dirty="0" err="1">
                <a:solidFill>
                  <a:srgbClr val="002850"/>
                </a:solidFill>
              </a:rPr>
              <a:t>recuerdo</a:t>
            </a:r>
            <a:endParaRPr sz="2000" dirty="0">
              <a:solidFill>
                <a:srgbClr val="002850"/>
              </a:solidFill>
            </a:endParaRPr>
          </a:p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Los </a:t>
            </a:r>
            <a:r>
              <a:rPr sz="2400" dirty="0" err="1">
                <a:solidFill>
                  <a:srgbClr val="002850"/>
                </a:solidFill>
              </a:rPr>
              <a:t>operadores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seran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nodos</a:t>
            </a:r>
            <a:r>
              <a:rPr sz="2400" dirty="0">
                <a:solidFill>
                  <a:srgbClr val="002850"/>
                </a:solidFill>
              </a:rPr>
              <a:t> padre</a:t>
            </a: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Al </a:t>
            </a:r>
            <a:r>
              <a:rPr sz="2000" dirty="0" err="1">
                <a:solidFill>
                  <a:srgbClr val="002850"/>
                </a:solidFill>
              </a:rPr>
              <a:t>revisar</a:t>
            </a:r>
            <a:r>
              <a:rPr sz="2000" dirty="0">
                <a:solidFill>
                  <a:srgbClr val="002850"/>
                </a:solidFill>
              </a:rPr>
              <a:t> un </a:t>
            </a:r>
            <a:r>
              <a:rPr sz="2000" dirty="0" err="1">
                <a:solidFill>
                  <a:srgbClr val="002850"/>
                </a:solidFill>
              </a:rPr>
              <a:t>operador</a:t>
            </a:r>
            <a:r>
              <a:rPr sz="2000" dirty="0">
                <a:solidFill>
                  <a:srgbClr val="002850"/>
                </a:solidFill>
              </a:rPr>
              <a:t>, </a:t>
            </a:r>
            <a:r>
              <a:rPr sz="2000" dirty="0" err="1">
                <a:solidFill>
                  <a:srgbClr val="002850"/>
                </a:solidFill>
              </a:rPr>
              <a:t>recuerdo</a:t>
            </a:r>
            <a:r>
              <a:rPr sz="2000" dirty="0">
                <a:solidFill>
                  <a:srgbClr val="002850"/>
                </a:solidFill>
              </a:rPr>
              <a:t> las dos </a:t>
            </a:r>
            <a:r>
              <a:rPr sz="2000" dirty="0" err="1">
                <a:solidFill>
                  <a:srgbClr val="002850"/>
                </a:solidFill>
              </a:rPr>
              <a:t>ultimas</a:t>
            </a:r>
            <a:r>
              <a:rPr sz="2000" dirty="0">
                <a:solidFill>
                  <a:srgbClr val="002850"/>
                </a:solidFill>
              </a:rPr>
              <a:t> hojas </a:t>
            </a:r>
            <a:r>
              <a:rPr sz="2000" dirty="0" err="1">
                <a:solidFill>
                  <a:srgbClr val="002850"/>
                </a:solidFill>
              </a:rPr>
              <a:t>creadas</a:t>
            </a:r>
            <a:r>
              <a:rPr sz="2000" dirty="0">
                <a:solidFill>
                  <a:srgbClr val="002850"/>
                </a:solidFill>
              </a:rPr>
              <a:t> y uno </a:t>
            </a:r>
            <a:r>
              <a:rPr sz="2000" dirty="0" err="1">
                <a:solidFill>
                  <a:srgbClr val="002850"/>
                </a:solidFill>
              </a:rPr>
              <a:t>todo</a:t>
            </a:r>
            <a:endParaRPr sz="2000" dirty="0">
              <a:solidFill>
                <a:srgbClr val="002850"/>
              </a:solidFill>
            </a:endParaRP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No </a:t>
            </a:r>
            <a:r>
              <a:rPr sz="2000" dirty="0" err="1">
                <a:solidFill>
                  <a:srgbClr val="002850"/>
                </a:solidFill>
              </a:rPr>
              <a:t>debo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olvidar</a:t>
            </a:r>
            <a:r>
              <a:rPr sz="2000" dirty="0">
                <a:solidFill>
                  <a:srgbClr val="002850"/>
                </a:solidFill>
              </a:rPr>
              <a:t> el nuevo </a:t>
            </a:r>
            <a:r>
              <a:rPr sz="2000" dirty="0" err="1">
                <a:solidFill>
                  <a:srgbClr val="002850"/>
                </a:solidFill>
              </a:rPr>
              <a:t>arbolito</a:t>
            </a:r>
            <a:r>
              <a:rPr sz="2000" dirty="0">
                <a:solidFill>
                  <a:srgbClr val="002850"/>
                </a:solidFill>
              </a:rPr>
              <a:t> que he </a:t>
            </a:r>
            <a:r>
              <a:rPr sz="2000" dirty="0" err="1">
                <a:solidFill>
                  <a:srgbClr val="002850"/>
                </a:solidFill>
              </a:rPr>
              <a:t>creado</a:t>
            </a:r>
            <a:endParaRPr sz="2000" dirty="0">
              <a:solidFill>
                <a:srgbClr val="002850"/>
              </a:solidFill>
            </a:endParaRPr>
          </a:p>
        </p:txBody>
      </p:sp>
      <p:sp>
        <p:nvSpPr>
          <p:cNvPr id="845" name="Shape 845"/>
          <p:cNvSpPr/>
          <p:nvPr/>
        </p:nvSpPr>
        <p:spPr>
          <a:xfrm>
            <a:off x="381000" y="3865196"/>
            <a:ext cx="1738422" cy="469265"/>
          </a:xfrm>
          <a:prstGeom prst="rect">
            <a:avLst/>
          </a:prstGeom>
          <a:solidFill>
            <a:srgbClr val="CCFFFF"/>
          </a:solidFill>
          <a:ln>
            <a:solidFill>
              <a:srgbClr val="00CCFF"/>
            </a:solidFill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400"/>
              </a:spcBef>
              <a:defRPr sz="2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2400"/>
              <a:t>A*B-C*D+H</a:t>
            </a:r>
          </a:p>
        </p:txBody>
      </p:sp>
      <p:sp>
        <p:nvSpPr>
          <p:cNvPr id="846" name="Shape 846"/>
          <p:cNvSpPr/>
          <p:nvPr/>
        </p:nvSpPr>
        <p:spPr>
          <a:xfrm>
            <a:off x="2438400" y="3865196"/>
            <a:ext cx="1736934" cy="469265"/>
          </a:xfrm>
          <a:prstGeom prst="rect">
            <a:avLst/>
          </a:prstGeom>
          <a:solidFill>
            <a:srgbClr val="E7FFE7"/>
          </a:solidFill>
          <a:ln>
            <a:solidFill>
              <a:srgbClr val="00FF00"/>
            </a:solidFill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400"/>
              </a:spcBef>
              <a:defRPr sz="2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2400"/>
              <a:t>AB*CD*-H+</a:t>
            </a:r>
          </a:p>
        </p:txBody>
      </p:sp>
      <p:sp>
        <p:nvSpPr>
          <p:cNvPr id="847" name="Shape 847"/>
          <p:cNvSpPr/>
          <p:nvPr/>
        </p:nvSpPr>
        <p:spPr>
          <a:xfrm flipV="1">
            <a:off x="2627312" y="4330333"/>
            <a:ext cx="1" cy="609601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850" name="Group 850"/>
          <p:cNvGrpSpPr/>
          <p:nvPr/>
        </p:nvGrpSpPr>
        <p:grpSpPr>
          <a:xfrm>
            <a:off x="1905000" y="5984825"/>
            <a:ext cx="304801" cy="332741"/>
            <a:chOff x="0" y="0"/>
            <a:chExt cx="304800" cy="332740"/>
          </a:xfrm>
        </p:grpSpPr>
        <p:sp>
          <p:nvSpPr>
            <p:cNvPr id="848" name="Shape 848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849" name="Shape 849"/>
            <p:cNvSpPr/>
            <p:nvPr/>
          </p:nvSpPr>
          <p:spPr>
            <a:xfrm>
              <a:off x="39409" y="-1"/>
              <a:ext cx="225982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A</a:t>
              </a:r>
            </a:p>
          </p:txBody>
        </p:sp>
      </p:grpSp>
      <p:grpSp>
        <p:nvGrpSpPr>
          <p:cNvPr id="854" name="Group 854"/>
          <p:cNvGrpSpPr/>
          <p:nvPr/>
        </p:nvGrpSpPr>
        <p:grpSpPr>
          <a:xfrm>
            <a:off x="685799" y="4703396"/>
            <a:ext cx="914401" cy="1447800"/>
            <a:chOff x="0" y="0"/>
            <a:chExt cx="914400" cy="1447799"/>
          </a:xfrm>
        </p:grpSpPr>
        <p:sp>
          <p:nvSpPr>
            <p:cNvPr id="851" name="Shape 851"/>
            <p:cNvSpPr/>
            <p:nvPr/>
          </p:nvSpPr>
          <p:spPr>
            <a:xfrm flipH="1">
              <a:off x="-1" y="76200"/>
              <a:ext cx="2" cy="13716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852" name="Shape 852"/>
            <p:cNvSpPr/>
            <p:nvPr/>
          </p:nvSpPr>
          <p:spPr>
            <a:xfrm>
              <a:off x="0" y="1447800"/>
              <a:ext cx="914400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853" name="Shape 853"/>
            <p:cNvSpPr/>
            <p:nvPr/>
          </p:nvSpPr>
          <p:spPr>
            <a:xfrm flipV="1">
              <a:off x="914399" y="0"/>
              <a:ext cx="1" cy="14478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855" name="Shape 855"/>
          <p:cNvSpPr/>
          <p:nvPr/>
        </p:nvSpPr>
        <p:spPr>
          <a:xfrm>
            <a:off x="685800" y="5922596"/>
            <a:ext cx="914400" cy="228600"/>
          </a:xfrm>
          <a:prstGeom prst="rect">
            <a:avLst/>
          </a:prstGeom>
          <a:solidFill>
            <a:srgbClr val="99CCFF"/>
          </a:solidFill>
          <a:ln>
            <a:solidFill/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46" name="Shape 1046"/>
          <p:cNvSpPr/>
          <p:nvPr/>
        </p:nvSpPr>
        <p:spPr>
          <a:xfrm>
            <a:off x="1604962" y="6094641"/>
            <a:ext cx="296473" cy="370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  <a:headEnd type="oval"/>
            <a:tailEnd type="stealth"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857" name="Shape 857"/>
          <p:cNvSpPr/>
          <p:nvPr/>
        </p:nvSpPr>
        <p:spPr>
          <a:xfrm flipV="1">
            <a:off x="2819400" y="4330333"/>
            <a:ext cx="0" cy="609601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860" name="Group 860"/>
          <p:cNvGrpSpPr/>
          <p:nvPr/>
        </p:nvGrpSpPr>
        <p:grpSpPr>
          <a:xfrm>
            <a:off x="1905000" y="5603825"/>
            <a:ext cx="304801" cy="332741"/>
            <a:chOff x="0" y="0"/>
            <a:chExt cx="304800" cy="332740"/>
          </a:xfrm>
        </p:grpSpPr>
        <p:sp>
          <p:nvSpPr>
            <p:cNvPr id="858" name="Shape 858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859" name="Shape 859"/>
            <p:cNvSpPr/>
            <p:nvPr/>
          </p:nvSpPr>
          <p:spPr>
            <a:xfrm>
              <a:off x="40451" y="-1"/>
              <a:ext cx="223898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B</a:t>
              </a:r>
            </a:p>
          </p:txBody>
        </p:sp>
      </p:grpSp>
      <p:sp>
        <p:nvSpPr>
          <p:cNvPr id="861" name="Shape 861"/>
          <p:cNvSpPr/>
          <p:nvPr/>
        </p:nvSpPr>
        <p:spPr>
          <a:xfrm>
            <a:off x="685800" y="5693996"/>
            <a:ext cx="914400" cy="228600"/>
          </a:xfrm>
          <a:prstGeom prst="rect">
            <a:avLst/>
          </a:prstGeom>
          <a:solidFill>
            <a:srgbClr val="99CCFF"/>
          </a:solidFill>
          <a:ln>
            <a:solidFill/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47" name="Shape 1047"/>
          <p:cNvSpPr/>
          <p:nvPr/>
        </p:nvSpPr>
        <p:spPr>
          <a:xfrm>
            <a:off x="1604962" y="5776738"/>
            <a:ext cx="295415" cy="123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200" y="14400"/>
                  <a:pt x="14400" y="7200"/>
                  <a:pt x="21600" y="0"/>
                </a:cubicBezTo>
              </a:path>
            </a:pathLst>
          </a:custGeom>
          <a:ln>
            <a:solidFill/>
            <a:miter/>
            <a:headEnd type="oval"/>
            <a:tailEnd type="stealth"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863" name="Shape 863"/>
          <p:cNvSpPr/>
          <p:nvPr/>
        </p:nvSpPr>
        <p:spPr>
          <a:xfrm flipV="1">
            <a:off x="2979737" y="4330333"/>
            <a:ext cx="1" cy="609601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869" name="Group 869"/>
          <p:cNvGrpSpPr/>
          <p:nvPr/>
        </p:nvGrpSpPr>
        <p:grpSpPr>
          <a:xfrm>
            <a:off x="685800" y="4703396"/>
            <a:ext cx="914400" cy="1447801"/>
            <a:chOff x="0" y="0"/>
            <a:chExt cx="914400" cy="1447800"/>
          </a:xfrm>
        </p:grpSpPr>
        <p:sp>
          <p:nvSpPr>
            <p:cNvPr id="864" name="Shape 864"/>
            <p:cNvSpPr/>
            <p:nvPr/>
          </p:nvSpPr>
          <p:spPr>
            <a:xfrm>
              <a:off x="7937" y="990600"/>
              <a:ext cx="906463" cy="2286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868" name="Group 868"/>
            <p:cNvGrpSpPr/>
            <p:nvPr/>
          </p:nvGrpSpPr>
          <p:grpSpPr>
            <a:xfrm>
              <a:off x="-1" y="0"/>
              <a:ext cx="914402" cy="1447800"/>
              <a:chOff x="0" y="0"/>
              <a:chExt cx="914400" cy="1447799"/>
            </a:xfrm>
          </p:grpSpPr>
          <p:sp>
            <p:nvSpPr>
              <p:cNvPr id="865" name="Shape 865"/>
              <p:cNvSpPr/>
              <p:nvPr/>
            </p:nvSpPr>
            <p:spPr>
              <a:xfrm flipH="1">
                <a:off x="-1" y="76200"/>
                <a:ext cx="2" cy="13716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866" name="Shape 866"/>
              <p:cNvSpPr/>
              <p:nvPr/>
            </p:nvSpPr>
            <p:spPr>
              <a:xfrm>
                <a:off x="0" y="1447800"/>
                <a:ext cx="914400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867" name="Shape 867"/>
              <p:cNvSpPr/>
              <p:nvPr/>
            </p:nvSpPr>
            <p:spPr>
              <a:xfrm flipV="1">
                <a:off x="914399" y="0"/>
                <a:ext cx="1" cy="14478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</p:grpSp>
      <p:grpSp>
        <p:nvGrpSpPr>
          <p:cNvPr id="877" name="Group 877"/>
          <p:cNvGrpSpPr/>
          <p:nvPr/>
        </p:nvGrpSpPr>
        <p:grpSpPr>
          <a:xfrm>
            <a:off x="685800" y="4703396"/>
            <a:ext cx="914400" cy="1447801"/>
            <a:chOff x="0" y="0"/>
            <a:chExt cx="914400" cy="1447800"/>
          </a:xfrm>
        </p:grpSpPr>
        <p:sp>
          <p:nvSpPr>
            <p:cNvPr id="870" name="Shape 870"/>
            <p:cNvSpPr/>
            <p:nvPr/>
          </p:nvSpPr>
          <p:spPr>
            <a:xfrm>
              <a:off x="0" y="1219200"/>
              <a:ext cx="914400" cy="2286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876" name="Group 876"/>
            <p:cNvGrpSpPr/>
            <p:nvPr/>
          </p:nvGrpSpPr>
          <p:grpSpPr>
            <a:xfrm>
              <a:off x="0" y="0"/>
              <a:ext cx="914400" cy="1447801"/>
              <a:chOff x="0" y="0"/>
              <a:chExt cx="914400" cy="1447800"/>
            </a:xfrm>
          </p:grpSpPr>
          <p:sp>
            <p:nvSpPr>
              <p:cNvPr id="871" name="Shape 871"/>
              <p:cNvSpPr/>
              <p:nvPr/>
            </p:nvSpPr>
            <p:spPr>
              <a:xfrm>
                <a:off x="7937" y="990600"/>
                <a:ext cx="906463" cy="22860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grpSp>
            <p:nvGrpSpPr>
              <p:cNvPr id="875" name="Group 875"/>
              <p:cNvGrpSpPr/>
              <p:nvPr/>
            </p:nvGrpSpPr>
            <p:grpSpPr>
              <a:xfrm>
                <a:off x="-1" y="0"/>
                <a:ext cx="914402" cy="1447800"/>
                <a:chOff x="0" y="0"/>
                <a:chExt cx="914400" cy="1447799"/>
              </a:xfrm>
            </p:grpSpPr>
            <p:sp>
              <p:nvSpPr>
                <p:cNvPr id="872" name="Shape 872"/>
                <p:cNvSpPr/>
                <p:nvPr/>
              </p:nvSpPr>
              <p:spPr>
                <a:xfrm flipH="1">
                  <a:off x="-1" y="76200"/>
                  <a:ext cx="2" cy="137160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873" name="Shape 873"/>
                <p:cNvSpPr/>
                <p:nvPr/>
              </p:nvSpPr>
              <p:spPr>
                <a:xfrm>
                  <a:off x="0" y="1447800"/>
                  <a:ext cx="914400" cy="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874" name="Shape 874"/>
                <p:cNvSpPr/>
                <p:nvPr/>
              </p:nvSpPr>
              <p:spPr>
                <a:xfrm flipV="1">
                  <a:off x="914399" y="0"/>
                  <a:ext cx="1" cy="144780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</p:grpSp>
        </p:grpSp>
      </p:grpSp>
      <p:grpSp>
        <p:nvGrpSpPr>
          <p:cNvPr id="880" name="Group 880"/>
          <p:cNvGrpSpPr/>
          <p:nvPr/>
        </p:nvGrpSpPr>
        <p:grpSpPr>
          <a:xfrm>
            <a:off x="2895600" y="5680025"/>
            <a:ext cx="304801" cy="332741"/>
            <a:chOff x="0" y="0"/>
            <a:chExt cx="304800" cy="332740"/>
          </a:xfrm>
        </p:grpSpPr>
        <p:sp>
          <p:nvSpPr>
            <p:cNvPr id="878" name="Shape 878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FF9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879" name="Shape 879"/>
            <p:cNvSpPr/>
            <p:nvPr/>
          </p:nvSpPr>
          <p:spPr>
            <a:xfrm>
              <a:off x="44866" y="-1"/>
              <a:ext cx="215068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*</a:t>
              </a:r>
            </a:p>
          </p:txBody>
        </p:sp>
      </p:grpSp>
      <p:grpSp>
        <p:nvGrpSpPr>
          <p:cNvPr id="883" name="Group 883"/>
          <p:cNvGrpSpPr/>
          <p:nvPr/>
        </p:nvGrpSpPr>
        <p:grpSpPr>
          <a:xfrm>
            <a:off x="3276600" y="6061025"/>
            <a:ext cx="304801" cy="332741"/>
            <a:chOff x="0" y="0"/>
            <a:chExt cx="304800" cy="332740"/>
          </a:xfrm>
        </p:grpSpPr>
        <p:sp>
          <p:nvSpPr>
            <p:cNvPr id="881" name="Shape 881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882" name="Shape 882"/>
            <p:cNvSpPr/>
            <p:nvPr/>
          </p:nvSpPr>
          <p:spPr>
            <a:xfrm>
              <a:off x="40451" y="-1"/>
              <a:ext cx="223898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B</a:t>
              </a:r>
            </a:p>
          </p:txBody>
        </p:sp>
      </p:grpSp>
      <p:sp>
        <p:nvSpPr>
          <p:cNvPr id="1048" name="Shape 1048"/>
          <p:cNvSpPr/>
          <p:nvPr/>
        </p:nvSpPr>
        <p:spPr>
          <a:xfrm>
            <a:off x="3159085" y="5957481"/>
            <a:ext cx="157997" cy="157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grpSp>
        <p:nvGrpSpPr>
          <p:cNvPr id="887" name="Group 887"/>
          <p:cNvGrpSpPr/>
          <p:nvPr/>
        </p:nvGrpSpPr>
        <p:grpSpPr>
          <a:xfrm>
            <a:off x="2590800" y="6105475"/>
            <a:ext cx="304801" cy="332741"/>
            <a:chOff x="0" y="0"/>
            <a:chExt cx="304800" cy="332740"/>
          </a:xfrm>
        </p:grpSpPr>
        <p:sp>
          <p:nvSpPr>
            <p:cNvPr id="885" name="Shape 885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886" name="Shape 886"/>
            <p:cNvSpPr/>
            <p:nvPr/>
          </p:nvSpPr>
          <p:spPr>
            <a:xfrm>
              <a:off x="39409" y="-1"/>
              <a:ext cx="225982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A</a:t>
              </a:r>
            </a:p>
          </p:txBody>
        </p:sp>
      </p:grpSp>
      <p:sp>
        <p:nvSpPr>
          <p:cNvPr id="1049" name="Shape 1049"/>
          <p:cNvSpPr/>
          <p:nvPr/>
        </p:nvSpPr>
        <p:spPr>
          <a:xfrm>
            <a:off x="2855912" y="5996522"/>
            <a:ext cx="84535" cy="117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889" name="Shape 889"/>
          <p:cNvSpPr/>
          <p:nvPr/>
        </p:nvSpPr>
        <p:spPr>
          <a:xfrm>
            <a:off x="685800" y="5922596"/>
            <a:ext cx="914400" cy="228600"/>
          </a:xfrm>
          <a:prstGeom prst="rect">
            <a:avLst/>
          </a:prstGeom>
          <a:solidFill>
            <a:srgbClr val="99CCFF"/>
          </a:solidFill>
          <a:ln>
            <a:solidFill/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50" name="Shape 1050"/>
          <p:cNvSpPr/>
          <p:nvPr/>
        </p:nvSpPr>
        <p:spPr>
          <a:xfrm>
            <a:off x="1604962" y="5862033"/>
            <a:ext cx="1286659" cy="1286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200" y="14400"/>
                  <a:pt x="14400" y="7200"/>
                  <a:pt x="21600" y="0"/>
                </a:cubicBezTo>
              </a:path>
            </a:pathLst>
          </a:custGeom>
          <a:ln>
            <a:solidFill/>
            <a:miter/>
            <a:headEnd type="oval"/>
            <a:tailEnd type="stealth"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891" name="Shape 891"/>
          <p:cNvSpPr/>
          <p:nvPr/>
        </p:nvSpPr>
        <p:spPr>
          <a:xfrm flipV="1">
            <a:off x="3148012" y="4322396"/>
            <a:ext cx="1" cy="609600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894" name="Group 894"/>
          <p:cNvGrpSpPr/>
          <p:nvPr/>
        </p:nvGrpSpPr>
        <p:grpSpPr>
          <a:xfrm>
            <a:off x="2133600" y="5299025"/>
            <a:ext cx="304801" cy="332741"/>
            <a:chOff x="0" y="0"/>
            <a:chExt cx="304800" cy="332740"/>
          </a:xfrm>
        </p:grpSpPr>
        <p:sp>
          <p:nvSpPr>
            <p:cNvPr id="892" name="Shape 892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893" name="Shape 893"/>
            <p:cNvSpPr/>
            <p:nvPr/>
          </p:nvSpPr>
          <p:spPr>
            <a:xfrm>
              <a:off x="39310" y="-1"/>
              <a:ext cx="226180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C</a:t>
              </a:r>
            </a:p>
          </p:txBody>
        </p:sp>
      </p:grpSp>
      <p:sp>
        <p:nvSpPr>
          <p:cNvPr id="895" name="Shape 895"/>
          <p:cNvSpPr/>
          <p:nvPr/>
        </p:nvSpPr>
        <p:spPr>
          <a:xfrm>
            <a:off x="685800" y="5693996"/>
            <a:ext cx="914400" cy="228600"/>
          </a:xfrm>
          <a:prstGeom prst="rect">
            <a:avLst/>
          </a:prstGeom>
          <a:solidFill>
            <a:srgbClr val="99CCFF"/>
          </a:solidFill>
          <a:ln>
            <a:solidFill/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51" name="Shape 1051"/>
          <p:cNvSpPr/>
          <p:nvPr/>
        </p:nvSpPr>
        <p:spPr>
          <a:xfrm>
            <a:off x="1539874" y="5510557"/>
            <a:ext cx="595587" cy="1786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200" y="14400"/>
                  <a:pt x="14400" y="7200"/>
                  <a:pt x="21600" y="0"/>
                </a:cubicBezTo>
              </a:path>
            </a:pathLst>
          </a:custGeom>
          <a:ln>
            <a:solidFill/>
            <a:miter/>
            <a:headEnd type="oval"/>
            <a:tailEnd type="stealth"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897" name="Shape 897"/>
          <p:cNvSpPr/>
          <p:nvPr/>
        </p:nvSpPr>
        <p:spPr>
          <a:xfrm flipV="1">
            <a:off x="3328987" y="4328746"/>
            <a:ext cx="1" cy="609600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900" name="Group 900"/>
          <p:cNvGrpSpPr/>
          <p:nvPr/>
        </p:nvGrpSpPr>
        <p:grpSpPr>
          <a:xfrm>
            <a:off x="2133600" y="4918025"/>
            <a:ext cx="304801" cy="332741"/>
            <a:chOff x="0" y="0"/>
            <a:chExt cx="304800" cy="332740"/>
          </a:xfrm>
        </p:grpSpPr>
        <p:sp>
          <p:nvSpPr>
            <p:cNvPr id="898" name="Shape 898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899" name="Shape 899"/>
            <p:cNvSpPr/>
            <p:nvPr/>
          </p:nvSpPr>
          <p:spPr>
            <a:xfrm>
              <a:off x="31422" y="-1"/>
              <a:ext cx="241956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D</a:t>
              </a:r>
            </a:p>
          </p:txBody>
        </p:sp>
      </p:grpSp>
      <p:sp>
        <p:nvSpPr>
          <p:cNvPr id="901" name="Shape 901"/>
          <p:cNvSpPr/>
          <p:nvPr/>
        </p:nvSpPr>
        <p:spPr>
          <a:xfrm>
            <a:off x="685800" y="5465396"/>
            <a:ext cx="914400" cy="228600"/>
          </a:xfrm>
          <a:prstGeom prst="rect">
            <a:avLst/>
          </a:prstGeom>
          <a:solidFill>
            <a:srgbClr val="99CCFF"/>
          </a:solidFill>
          <a:ln>
            <a:solidFill/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52" name="Shape 1052"/>
          <p:cNvSpPr/>
          <p:nvPr/>
        </p:nvSpPr>
        <p:spPr>
          <a:xfrm>
            <a:off x="1417759" y="5146882"/>
            <a:ext cx="724041" cy="3137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200" y="14400"/>
                  <a:pt x="14400" y="7200"/>
                  <a:pt x="21600" y="0"/>
                </a:cubicBezTo>
              </a:path>
            </a:pathLst>
          </a:custGeom>
          <a:ln>
            <a:solidFill/>
            <a:miter/>
            <a:headEnd type="oval"/>
            <a:tailEnd type="stealth"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903" name="Shape 903"/>
          <p:cNvSpPr/>
          <p:nvPr/>
        </p:nvSpPr>
        <p:spPr>
          <a:xfrm flipV="1">
            <a:off x="3529012" y="4335096"/>
            <a:ext cx="1" cy="609600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909" name="Group 909"/>
          <p:cNvGrpSpPr/>
          <p:nvPr/>
        </p:nvGrpSpPr>
        <p:grpSpPr>
          <a:xfrm>
            <a:off x="685800" y="4703396"/>
            <a:ext cx="914400" cy="1447801"/>
            <a:chOff x="0" y="0"/>
            <a:chExt cx="914400" cy="1447800"/>
          </a:xfrm>
        </p:grpSpPr>
        <p:sp>
          <p:nvSpPr>
            <p:cNvPr id="904" name="Shape 904"/>
            <p:cNvSpPr/>
            <p:nvPr/>
          </p:nvSpPr>
          <p:spPr>
            <a:xfrm>
              <a:off x="0" y="762000"/>
              <a:ext cx="914400" cy="2286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908" name="Group 908"/>
            <p:cNvGrpSpPr/>
            <p:nvPr/>
          </p:nvGrpSpPr>
          <p:grpSpPr>
            <a:xfrm>
              <a:off x="-1" y="0"/>
              <a:ext cx="914402" cy="1447800"/>
              <a:chOff x="0" y="0"/>
              <a:chExt cx="914400" cy="1447799"/>
            </a:xfrm>
          </p:grpSpPr>
          <p:sp>
            <p:nvSpPr>
              <p:cNvPr id="905" name="Shape 905"/>
              <p:cNvSpPr/>
              <p:nvPr/>
            </p:nvSpPr>
            <p:spPr>
              <a:xfrm flipH="1">
                <a:off x="-1" y="76200"/>
                <a:ext cx="2" cy="13716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906" name="Shape 906"/>
              <p:cNvSpPr/>
              <p:nvPr/>
            </p:nvSpPr>
            <p:spPr>
              <a:xfrm>
                <a:off x="0" y="1447800"/>
                <a:ext cx="914400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907" name="Shape 907"/>
              <p:cNvSpPr/>
              <p:nvPr/>
            </p:nvSpPr>
            <p:spPr>
              <a:xfrm flipV="1">
                <a:off x="914399" y="0"/>
                <a:ext cx="1" cy="14478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</p:grpSp>
      <p:grpSp>
        <p:nvGrpSpPr>
          <p:cNvPr id="917" name="Group 917"/>
          <p:cNvGrpSpPr/>
          <p:nvPr/>
        </p:nvGrpSpPr>
        <p:grpSpPr>
          <a:xfrm>
            <a:off x="685800" y="4703396"/>
            <a:ext cx="914400" cy="1447801"/>
            <a:chOff x="0" y="0"/>
            <a:chExt cx="914400" cy="1447800"/>
          </a:xfrm>
        </p:grpSpPr>
        <p:sp>
          <p:nvSpPr>
            <p:cNvPr id="910" name="Shape 910"/>
            <p:cNvSpPr/>
            <p:nvPr/>
          </p:nvSpPr>
          <p:spPr>
            <a:xfrm>
              <a:off x="0" y="990600"/>
              <a:ext cx="914400" cy="2286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916" name="Group 916"/>
            <p:cNvGrpSpPr/>
            <p:nvPr/>
          </p:nvGrpSpPr>
          <p:grpSpPr>
            <a:xfrm>
              <a:off x="0" y="0"/>
              <a:ext cx="914400" cy="1447801"/>
              <a:chOff x="0" y="0"/>
              <a:chExt cx="914400" cy="1447800"/>
            </a:xfrm>
          </p:grpSpPr>
          <p:sp>
            <p:nvSpPr>
              <p:cNvPr id="911" name="Shape 911"/>
              <p:cNvSpPr/>
              <p:nvPr/>
            </p:nvSpPr>
            <p:spPr>
              <a:xfrm>
                <a:off x="0" y="762000"/>
                <a:ext cx="914400" cy="22860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grpSp>
            <p:nvGrpSpPr>
              <p:cNvPr id="915" name="Group 915"/>
              <p:cNvGrpSpPr/>
              <p:nvPr/>
            </p:nvGrpSpPr>
            <p:grpSpPr>
              <a:xfrm>
                <a:off x="-1" y="0"/>
                <a:ext cx="914402" cy="1447800"/>
                <a:chOff x="0" y="0"/>
                <a:chExt cx="914400" cy="1447799"/>
              </a:xfrm>
            </p:grpSpPr>
            <p:sp>
              <p:nvSpPr>
                <p:cNvPr id="912" name="Shape 912"/>
                <p:cNvSpPr/>
                <p:nvPr/>
              </p:nvSpPr>
              <p:spPr>
                <a:xfrm flipH="1">
                  <a:off x="-1" y="76200"/>
                  <a:ext cx="2" cy="137160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913" name="Shape 913"/>
                <p:cNvSpPr/>
                <p:nvPr/>
              </p:nvSpPr>
              <p:spPr>
                <a:xfrm>
                  <a:off x="0" y="1447800"/>
                  <a:ext cx="914400" cy="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914" name="Shape 914"/>
                <p:cNvSpPr/>
                <p:nvPr/>
              </p:nvSpPr>
              <p:spPr>
                <a:xfrm flipV="1">
                  <a:off x="914399" y="0"/>
                  <a:ext cx="1" cy="144780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</p:grpSp>
        </p:grpSp>
      </p:grpSp>
      <p:grpSp>
        <p:nvGrpSpPr>
          <p:cNvPr id="920" name="Group 920"/>
          <p:cNvGrpSpPr/>
          <p:nvPr/>
        </p:nvGrpSpPr>
        <p:grpSpPr>
          <a:xfrm>
            <a:off x="4343400" y="5299025"/>
            <a:ext cx="304801" cy="332741"/>
            <a:chOff x="0" y="0"/>
            <a:chExt cx="304800" cy="332740"/>
          </a:xfrm>
        </p:grpSpPr>
        <p:sp>
          <p:nvSpPr>
            <p:cNvPr id="918" name="Shape 918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FF9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919" name="Shape 919"/>
            <p:cNvSpPr/>
            <p:nvPr/>
          </p:nvSpPr>
          <p:spPr>
            <a:xfrm>
              <a:off x="44866" y="-1"/>
              <a:ext cx="215068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*</a:t>
              </a:r>
            </a:p>
          </p:txBody>
        </p:sp>
      </p:grpSp>
      <p:grpSp>
        <p:nvGrpSpPr>
          <p:cNvPr id="923" name="Group 923"/>
          <p:cNvGrpSpPr/>
          <p:nvPr/>
        </p:nvGrpSpPr>
        <p:grpSpPr>
          <a:xfrm>
            <a:off x="4648200" y="5756225"/>
            <a:ext cx="304801" cy="332741"/>
            <a:chOff x="0" y="0"/>
            <a:chExt cx="304800" cy="332740"/>
          </a:xfrm>
        </p:grpSpPr>
        <p:sp>
          <p:nvSpPr>
            <p:cNvPr id="921" name="Shape 921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922" name="Shape 922"/>
            <p:cNvSpPr/>
            <p:nvPr/>
          </p:nvSpPr>
          <p:spPr>
            <a:xfrm>
              <a:off x="31422" y="-1"/>
              <a:ext cx="241956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D</a:t>
              </a:r>
            </a:p>
          </p:txBody>
        </p:sp>
      </p:grpSp>
      <p:grpSp>
        <p:nvGrpSpPr>
          <p:cNvPr id="926" name="Group 926"/>
          <p:cNvGrpSpPr/>
          <p:nvPr/>
        </p:nvGrpSpPr>
        <p:grpSpPr>
          <a:xfrm>
            <a:off x="4114800" y="5756225"/>
            <a:ext cx="304801" cy="332741"/>
            <a:chOff x="0" y="0"/>
            <a:chExt cx="304800" cy="332740"/>
          </a:xfrm>
        </p:grpSpPr>
        <p:sp>
          <p:nvSpPr>
            <p:cNvPr id="924" name="Shape 924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925" name="Shape 925"/>
            <p:cNvSpPr/>
            <p:nvPr/>
          </p:nvSpPr>
          <p:spPr>
            <a:xfrm>
              <a:off x="39310" y="-1"/>
              <a:ext cx="226180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C</a:t>
              </a:r>
            </a:p>
          </p:txBody>
        </p:sp>
      </p:grpSp>
      <p:sp>
        <p:nvSpPr>
          <p:cNvPr id="1053" name="Shape 1053"/>
          <p:cNvSpPr/>
          <p:nvPr/>
        </p:nvSpPr>
        <p:spPr>
          <a:xfrm>
            <a:off x="4603353" y="5626725"/>
            <a:ext cx="86334" cy="129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1054" name="Shape 1054"/>
          <p:cNvSpPr/>
          <p:nvPr/>
        </p:nvSpPr>
        <p:spPr>
          <a:xfrm>
            <a:off x="4350384" y="5631607"/>
            <a:ext cx="62311" cy="1246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929" name="Shape 929"/>
          <p:cNvSpPr/>
          <p:nvPr/>
        </p:nvSpPr>
        <p:spPr>
          <a:xfrm>
            <a:off x="685800" y="5693996"/>
            <a:ext cx="914400" cy="228600"/>
          </a:xfrm>
          <a:prstGeom prst="rect">
            <a:avLst/>
          </a:prstGeom>
          <a:solidFill>
            <a:srgbClr val="99CCFF"/>
          </a:solidFill>
          <a:ln>
            <a:solidFill/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55" name="Shape 1055"/>
          <p:cNvSpPr/>
          <p:nvPr/>
        </p:nvSpPr>
        <p:spPr>
          <a:xfrm>
            <a:off x="1604962" y="5481385"/>
            <a:ext cx="2734495" cy="2796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200" y="14400"/>
                  <a:pt x="14400" y="7200"/>
                  <a:pt x="21600" y="0"/>
                </a:cubicBezTo>
              </a:path>
            </a:pathLst>
          </a:custGeom>
          <a:ln>
            <a:solidFill/>
            <a:miter/>
            <a:headEnd type="oval"/>
            <a:tailEnd type="stealth"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931" name="Shape 931"/>
          <p:cNvSpPr/>
          <p:nvPr/>
        </p:nvSpPr>
        <p:spPr>
          <a:xfrm flipV="1">
            <a:off x="3686175" y="4322396"/>
            <a:ext cx="0" cy="609600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939" name="Group 939"/>
          <p:cNvGrpSpPr/>
          <p:nvPr/>
        </p:nvGrpSpPr>
        <p:grpSpPr>
          <a:xfrm>
            <a:off x="685800" y="4703396"/>
            <a:ext cx="914400" cy="1447801"/>
            <a:chOff x="0" y="0"/>
            <a:chExt cx="914400" cy="1447800"/>
          </a:xfrm>
        </p:grpSpPr>
        <p:sp>
          <p:nvSpPr>
            <p:cNvPr id="932" name="Shape 932"/>
            <p:cNvSpPr/>
            <p:nvPr/>
          </p:nvSpPr>
          <p:spPr>
            <a:xfrm>
              <a:off x="0" y="990600"/>
              <a:ext cx="914400" cy="2286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938" name="Group 938"/>
            <p:cNvGrpSpPr/>
            <p:nvPr/>
          </p:nvGrpSpPr>
          <p:grpSpPr>
            <a:xfrm>
              <a:off x="0" y="0"/>
              <a:ext cx="914400" cy="1447801"/>
              <a:chOff x="0" y="0"/>
              <a:chExt cx="914400" cy="1447800"/>
            </a:xfrm>
          </p:grpSpPr>
          <p:sp>
            <p:nvSpPr>
              <p:cNvPr id="933" name="Shape 933"/>
              <p:cNvSpPr/>
              <p:nvPr/>
            </p:nvSpPr>
            <p:spPr>
              <a:xfrm>
                <a:off x="0" y="762000"/>
                <a:ext cx="914400" cy="22860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grpSp>
            <p:nvGrpSpPr>
              <p:cNvPr id="937" name="Group 937"/>
              <p:cNvGrpSpPr/>
              <p:nvPr/>
            </p:nvGrpSpPr>
            <p:grpSpPr>
              <a:xfrm>
                <a:off x="-1" y="0"/>
                <a:ext cx="914402" cy="1447800"/>
                <a:chOff x="0" y="0"/>
                <a:chExt cx="914400" cy="1447799"/>
              </a:xfrm>
            </p:grpSpPr>
            <p:sp>
              <p:nvSpPr>
                <p:cNvPr id="934" name="Shape 934"/>
                <p:cNvSpPr/>
                <p:nvPr/>
              </p:nvSpPr>
              <p:spPr>
                <a:xfrm flipH="1">
                  <a:off x="-1" y="76200"/>
                  <a:ext cx="2" cy="137160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935" name="Shape 935"/>
                <p:cNvSpPr/>
                <p:nvPr/>
              </p:nvSpPr>
              <p:spPr>
                <a:xfrm>
                  <a:off x="0" y="1447800"/>
                  <a:ext cx="914400" cy="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936" name="Shape 936"/>
                <p:cNvSpPr/>
                <p:nvPr/>
              </p:nvSpPr>
              <p:spPr>
                <a:xfrm flipV="1">
                  <a:off x="914399" y="0"/>
                  <a:ext cx="1" cy="144780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</p:grpSp>
        </p:grpSp>
      </p:grpSp>
      <p:grpSp>
        <p:nvGrpSpPr>
          <p:cNvPr id="949" name="Group 949"/>
          <p:cNvGrpSpPr/>
          <p:nvPr/>
        </p:nvGrpSpPr>
        <p:grpSpPr>
          <a:xfrm>
            <a:off x="685800" y="4703396"/>
            <a:ext cx="914400" cy="1447801"/>
            <a:chOff x="0" y="0"/>
            <a:chExt cx="914400" cy="1447800"/>
          </a:xfrm>
        </p:grpSpPr>
        <p:sp>
          <p:nvSpPr>
            <p:cNvPr id="940" name="Shape 940"/>
            <p:cNvSpPr/>
            <p:nvPr/>
          </p:nvSpPr>
          <p:spPr>
            <a:xfrm>
              <a:off x="0" y="1219200"/>
              <a:ext cx="914400" cy="2286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948" name="Group 948"/>
            <p:cNvGrpSpPr/>
            <p:nvPr/>
          </p:nvGrpSpPr>
          <p:grpSpPr>
            <a:xfrm>
              <a:off x="0" y="0"/>
              <a:ext cx="914400" cy="1447801"/>
              <a:chOff x="0" y="0"/>
              <a:chExt cx="914400" cy="1447800"/>
            </a:xfrm>
          </p:grpSpPr>
          <p:sp>
            <p:nvSpPr>
              <p:cNvPr id="941" name="Shape 941"/>
              <p:cNvSpPr/>
              <p:nvPr/>
            </p:nvSpPr>
            <p:spPr>
              <a:xfrm>
                <a:off x="0" y="990600"/>
                <a:ext cx="914400" cy="22860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grpSp>
            <p:nvGrpSpPr>
              <p:cNvPr id="947" name="Group 947"/>
              <p:cNvGrpSpPr/>
              <p:nvPr/>
            </p:nvGrpSpPr>
            <p:grpSpPr>
              <a:xfrm>
                <a:off x="0" y="0"/>
                <a:ext cx="914400" cy="1447801"/>
                <a:chOff x="0" y="0"/>
                <a:chExt cx="914400" cy="1447800"/>
              </a:xfrm>
            </p:grpSpPr>
            <p:sp>
              <p:nvSpPr>
                <p:cNvPr id="942" name="Shape 942"/>
                <p:cNvSpPr/>
                <p:nvPr/>
              </p:nvSpPr>
              <p:spPr>
                <a:xfrm>
                  <a:off x="0" y="762000"/>
                  <a:ext cx="914400" cy="2286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grpSp>
              <p:nvGrpSpPr>
                <p:cNvPr id="946" name="Group 946"/>
                <p:cNvGrpSpPr/>
                <p:nvPr/>
              </p:nvGrpSpPr>
              <p:grpSpPr>
                <a:xfrm>
                  <a:off x="-1" y="0"/>
                  <a:ext cx="914402" cy="1447800"/>
                  <a:chOff x="0" y="0"/>
                  <a:chExt cx="914400" cy="1447799"/>
                </a:xfrm>
              </p:grpSpPr>
              <p:sp>
                <p:nvSpPr>
                  <p:cNvPr id="943" name="Shape 943"/>
                  <p:cNvSpPr/>
                  <p:nvPr/>
                </p:nvSpPr>
                <p:spPr>
                  <a:xfrm flipH="1">
                    <a:off x="-1" y="76200"/>
                    <a:ext cx="2" cy="1371600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lvl="0" defTabSz="457200">
                      <a:defRPr sz="1200"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/>
                  </a:p>
                </p:txBody>
              </p:sp>
              <p:sp>
                <p:nvSpPr>
                  <p:cNvPr id="944" name="Shape 944"/>
                  <p:cNvSpPr/>
                  <p:nvPr/>
                </p:nvSpPr>
                <p:spPr>
                  <a:xfrm>
                    <a:off x="0" y="1447800"/>
                    <a:ext cx="914400" cy="0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lvl="0" defTabSz="457200">
                      <a:defRPr sz="1200"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/>
                  </a:p>
                </p:txBody>
              </p:sp>
              <p:sp>
                <p:nvSpPr>
                  <p:cNvPr id="945" name="Shape 945"/>
                  <p:cNvSpPr/>
                  <p:nvPr/>
                </p:nvSpPr>
                <p:spPr>
                  <a:xfrm flipV="1">
                    <a:off x="914399" y="0"/>
                    <a:ext cx="1" cy="1447800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lvl="0" defTabSz="457200">
                      <a:defRPr sz="1200"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/>
                  </a:p>
                </p:txBody>
              </p:sp>
            </p:grpSp>
          </p:grpSp>
        </p:grpSp>
      </p:grpSp>
      <p:grpSp>
        <p:nvGrpSpPr>
          <p:cNvPr id="952" name="Group 952"/>
          <p:cNvGrpSpPr/>
          <p:nvPr/>
        </p:nvGrpSpPr>
        <p:grpSpPr>
          <a:xfrm>
            <a:off x="5562600" y="5070425"/>
            <a:ext cx="304801" cy="332741"/>
            <a:chOff x="0" y="0"/>
            <a:chExt cx="304800" cy="332740"/>
          </a:xfrm>
        </p:grpSpPr>
        <p:sp>
          <p:nvSpPr>
            <p:cNvPr id="950" name="Shape 950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FF9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951" name="Shape 951"/>
            <p:cNvSpPr/>
            <p:nvPr/>
          </p:nvSpPr>
          <p:spPr>
            <a:xfrm>
              <a:off x="63420" y="-1"/>
              <a:ext cx="177960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-</a:t>
              </a:r>
            </a:p>
          </p:txBody>
        </p:sp>
      </p:grpSp>
      <p:grpSp>
        <p:nvGrpSpPr>
          <p:cNvPr id="964" name="Group 964"/>
          <p:cNvGrpSpPr/>
          <p:nvPr/>
        </p:nvGrpSpPr>
        <p:grpSpPr>
          <a:xfrm>
            <a:off x="5791200" y="5527625"/>
            <a:ext cx="838201" cy="789941"/>
            <a:chOff x="0" y="0"/>
            <a:chExt cx="838200" cy="789940"/>
          </a:xfrm>
        </p:grpSpPr>
        <p:grpSp>
          <p:nvGrpSpPr>
            <p:cNvPr id="955" name="Group 955"/>
            <p:cNvGrpSpPr/>
            <p:nvPr/>
          </p:nvGrpSpPr>
          <p:grpSpPr>
            <a:xfrm>
              <a:off x="228600" y="-1"/>
              <a:ext cx="304801" cy="332741"/>
              <a:chOff x="0" y="0"/>
              <a:chExt cx="304800" cy="332740"/>
            </a:xfrm>
          </p:grpSpPr>
          <p:sp>
            <p:nvSpPr>
              <p:cNvPr id="953" name="Shape 953"/>
              <p:cNvSpPr/>
              <p:nvPr/>
            </p:nvSpPr>
            <p:spPr>
              <a:xfrm>
                <a:off x="-1" y="139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99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954" name="Shape 954"/>
              <p:cNvSpPr/>
              <p:nvPr/>
            </p:nvSpPr>
            <p:spPr>
              <a:xfrm>
                <a:off x="44866" y="-1"/>
                <a:ext cx="215068" cy="332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600"/>
                  <a:t>*</a:t>
                </a:r>
              </a:p>
            </p:txBody>
          </p:sp>
        </p:grpSp>
        <p:grpSp>
          <p:nvGrpSpPr>
            <p:cNvPr id="958" name="Group 958"/>
            <p:cNvGrpSpPr/>
            <p:nvPr/>
          </p:nvGrpSpPr>
          <p:grpSpPr>
            <a:xfrm>
              <a:off x="533400" y="457199"/>
              <a:ext cx="304801" cy="332741"/>
              <a:chOff x="0" y="0"/>
              <a:chExt cx="304800" cy="332740"/>
            </a:xfrm>
          </p:grpSpPr>
          <p:sp>
            <p:nvSpPr>
              <p:cNvPr id="956" name="Shape 956"/>
              <p:cNvSpPr/>
              <p:nvPr/>
            </p:nvSpPr>
            <p:spPr>
              <a:xfrm>
                <a:off x="-1" y="139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957" name="Shape 957"/>
              <p:cNvSpPr/>
              <p:nvPr/>
            </p:nvSpPr>
            <p:spPr>
              <a:xfrm>
                <a:off x="31422" y="-1"/>
                <a:ext cx="241956" cy="332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600"/>
                  <a:t>D</a:t>
                </a:r>
              </a:p>
            </p:txBody>
          </p:sp>
        </p:grpSp>
        <p:grpSp>
          <p:nvGrpSpPr>
            <p:cNvPr id="961" name="Group 961"/>
            <p:cNvGrpSpPr/>
            <p:nvPr/>
          </p:nvGrpSpPr>
          <p:grpSpPr>
            <a:xfrm>
              <a:off x="0" y="457199"/>
              <a:ext cx="304801" cy="332741"/>
              <a:chOff x="0" y="0"/>
              <a:chExt cx="304800" cy="332740"/>
            </a:xfrm>
          </p:grpSpPr>
          <p:sp>
            <p:nvSpPr>
              <p:cNvPr id="959" name="Shape 959"/>
              <p:cNvSpPr/>
              <p:nvPr/>
            </p:nvSpPr>
            <p:spPr>
              <a:xfrm>
                <a:off x="-1" y="139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960" name="Shape 960"/>
              <p:cNvSpPr/>
              <p:nvPr/>
            </p:nvSpPr>
            <p:spPr>
              <a:xfrm>
                <a:off x="39310" y="-1"/>
                <a:ext cx="226180" cy="332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600"/>
                  <a:t>C</a:t>
                </a:r>
              </a:p>
            </p:txBody>
          </p:sp>
        </p:grpSp>
        <p:sp>
          <p:nvSpPr>
            <p:cNvPr id="962" name="Shape 962"/>
            <p:cNvSpPr/>
            <p:nvPr/>
          </p:nvSpPr>
          <p:spPr>
            <a:xfrm>
              <a:off x="488949" y="274320"/>
              <a:ext cx="196852" cy="1968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963" name="Shape 963"/>
            <p:cNvSpPr/>
            <p:nvPr/>
          </p:nvSpPr>
          <p:spPr>
            <a:xfrm flipH="1">
              <a:off x="152399" y="274320"/>
              <a:ext cx="120652" cy="1968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1056" name="Shape 1056"/>
          <p:cNvSpPr/>
          <p:nvPr/>
        </p:nvSpPr>
        <p:spPr>
          <a:xfrm>
            <a:off x="5806875" y="5364008"/>
            <a:ext cx="118169" cy="163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grpSp>
        <p:nvGrpSpPr>
          <p:cNvPr id="977" name="Group 977"/>
          <p:cNvGrpSpPr/>
          <p:nvPr/>
        </p:nvGrpSpPr>
        <p:grpSpPr>
          <a:xfrm>
            <a:off x="4724400" y="5559375"/>
            <a:ext cx="990601" cy="758191"/>
            <a:chOff x="0" y="0"/>
            <a:chExt cx="990600" cy="758190"/>
          </a:xfrm>
        </p:grpSpPr>
        <p:grpSp>
          <p:nvGrpSpPr>
            <p:cNvPr id="968" name="Group 968"/>
            <p:cNvGrpSpPr/>
            <p:nvPr/>
          </p:nvGrpSpPr>
          <p:grpSpPr>
            <a:xfrm>
              <a:off x="304800" y="-1"/>
              <a:ext cx="304801" cy="332741"/>
              <a:chOff x="0" y="0"/>
              <a:chExt cx="304800" cy="332740"/>
            </a:xfrm>
          </p:grpSpPr>
          <p:sp>
            <p:nvSpPr>
              <p:cNvPr id="966" name="Shape 966"/>
              <p:cNvSpPr/>
              <p:nvPr/>
            </p:nvSpPr>
            <p:spPr>
              <a:xfrm>
                <a:off x="-1" y="139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99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967" name="Shape 967"/>
              <p:cNvSpPr/>
              <p:nvPr/>
            </p:nvSpPr>
            <p:spPr>
              <a:xfrm>
                <a:off x="44866" y="-1"/>
                <a:ext cx="215068" cy="332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600"/>
                  <a:t>*</a:t>
                </a:r>
              </a:p>
            </p:txBody>
          </p:sp>
        </p:grpSp>
        <p:grpSp>
          <p:nvGrpSpPr>
            <p:cNvPr id="971" name="Group 971"/>
            <p:cNvGrpSpPr/>
            <p:nvPr/>
          </p:nvGrpSpPr>
          <p:grpSpPr>
            <a:xfrm>
              <a:off x="685800" y="380999"/>
              <a:ext cx="304801" cy="332741"/>
              <a:chOff x="0" y="0"/>
              <a:chExt cx="304800" cy="332740"/>
            </a:xfrm>
          </p:grpSpPr>
          <p:sp>
            <p:nvSpPr>
              <p:cNvPr id="969" name="Shape 969"/>
              <p:cNvSpPr/>
              <p:nvPr/>
            </p:nvSpPr>
            <p:spPr>
              <a:xfrm>
                <a:off x="-1" y="139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970" name="Shape 970"/>
              <p:cNvSpPr/>
              <p:nvPr/>
            </p:nvSpPr>
            <p:spPr>
              <a:xfrm>
                <a:off x="40451" y="-1"/>
                <a:ext cx="223898" cy="332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600"/>
                  <a:t>B</a:t>
                </a:r>
              </a:p>
            </p:txBody>
          </p:sp>
        </p:grpSp>
        <p:sp>
          <p:nvSpPr>
            <p:cNvPr id="972" name="Shape 972"/>
            <p:cNvSpPr/>
            <p:nvPr/>
          </p:nvSpPr>
          <p:spPr>
            <a:xfrm>
              <a:off x="565150" y="274320"/>
              <a:ext cx="165101" cy="1651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975" name="Group 975"/>
            <p:cNvGrpSpPr/>
            <p:nvPr/>
          </p:nvGrpSpPr>
          <p:grpSpPr>
            <a:xfrm>
              <a:off x="0" y="425449"/>
              <a:ext cx="304801" cy="332741"/>
              <a:chOff x="0" y="0"/>
              <a:chExt cx="304800" cy="332740"/>
            </a:xfrm>
          </p:grpSpPr>
          <p:sp>
            <p:nvSpPr>
              <p:cNvPr id="973" name="Shape 973"/>
              <p:cNvSpPr/>
              <p:nvPr/>
            </p:nvSpPr>
            <p:spPr>
              <a:xfrm>
                <a:off x="-1" y="139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974" name="Shape 974"/>
              <p:cNvSpPr/>
              <p:nvPr/>
            </p:nvSpPr>
            <p:spPr>
              <a:xfrm>
                <a:off x="39409" y="-1"/>
                <a:ext cx="225982" cy="332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600"/>
                  <a:t>A</a:t>
                </a:r>
              </a:p>
            </p:txBody>
          </p:sp>
        </p:grpSp>
        <p:sp>
          <p:nvSpPr>
            <p:cNvPr id="976" name="Shape 976"/>
            <p:cNvSpPr/>
            <p:nvPr/>
          </p:nvSpPr>
          <p:spPr>
            <a:xfrm flipH="1">
              <a:off x="260349" y="274320"/>
              <a:ext cx="88902" cy="2095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1057" name="Shape 1057"/>
          <p:cNvSpPr/>
          <p:nvPr/>
        </p:nvSpPr>
        <p:spPr>
          <a:xfrm>
            <a:off x="5294620" y="5364990"/>
            <a:ext cx="329890" cy="4673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979" name="Shape 979"/>
          <p:cNvSpPr/>
          <p:nvPr/>
        </p:nvSpPr>
        <p:spPr>
          <a:xfrm>
            <a:off x="685800" y="5922596"/>
            <a:ext cx="914400" cy="228600"/>
          </a:xfrm>
          <a:prstGeom prst="rect">
            <a:avLst/>
          </a:prstGeom>
          <a:solidFill>
            <a:srgbClr val="99CCFF"/>
          </a:solidFill>
          <a:ln>
            <a:solidFill/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58" name="Shape 1058"/>
          <p:cNvSpPr/>
          <p:nvPr/>
        </p:nvSpPr>
        <p:spPr>
          <a:xfrm>
            <a:off x="1604962" y="5263887"/>
            <a:ext cx="3955230" cy="6921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200" y="14400"/>
                  <a:pt x="14400" y="7200"/>
                  <a:pt x="21600" y="0"/>
                </a:cubicBezTo>
              </a:path>
            </a:pathLst>
          </a:custGeom>
          <a:ln>
            <a:solidFill/>
            <a:miter/>
            <a:headEnd type="oval"/>
            <a:tailEnd type="stealth"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981" name="Shape 981"/>
          <p:cNvSpPr/>
          <p:nvPr/>
        </p:nvSpPr>
        <p:spPr>
          <a:xfrm flipV="1">
            <a:off x="3838575" y="4322396"/>
            <a:ext cx="0" cy="609600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984" name="Group 984"/>
          <p:cNvGrpSpPr/>
          <p:nvPr/>
        </p:nvGrpSpPr>
        <p:grpSpPr>
          <a:xfrm>
            <a:off x="1905000" y="5451425"/>
            <a:ext cx="304801" cy="332741"/>
            <a:chOff x="0" y="0"/>
            <a:chExt cx="304800" cy="332740"/>
          </a:xfrm>
        </p:grpSpPr>
        <p:sp>
          <p:nvSpPr>
            <p:cNvPr id="982" name="Shape 982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983" name="Shape 983"/>
            <p:cNvSpPr/>
            <p:nvPr/>
          </p:nvSpPr>
          <p:spPr>
            <a:xfrm>
              <a:off x="31720" y="-1"/>
              <a:ext cx="241360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H</a:t>
              </a:r>
            </a:p>
          </p:txBody>
        </p:sp>
      </p:grpSp>
      <p:sp>
        <p:nvSpPr>
          <p:cNvPr id="985" name="Shape 985"/>
          <p:cNvSpPr/>
          <p:nvPr/>
        </p:nvSpPr>
        <p:spPr>
          <a:xfrm>
            <a:off x="685800" y="5693996"/>
            <a:ext cx="914400" cy="228600"/>
          </a:xfrm>
          <a:prstGeom prst="rect">
            <a:avLst/>
          </a:prstGeom>
          <a:solidFill>
            <a:srgbClr val="99CCFF"/>
          </a:solidFill>
          <a:ln>
            <a:solidFill/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59" name="Shape 1059"/>
          <p:cNvSpPr/>
          <p:nvPr/>
        </p:nvSpPr>
        <p:spPr>
          <a:xfrm>
            <a:off x="1604962" y="5649849"/>
            <a:ext cx="298579" cy="62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200" y="14400"/>
                  <a:pt x="14400" y="7200"/>
                  <a:pt x="21600" y="0"/>
                </a:cubicBezTo>
              </a:path>
            </a:pathLst>
          </a:custGeom>
          <a:ln>
            <a:solidFill/>
            <a:miter/>
            <a:headEnd type="oval"/>
            <a:tailEnd type="stealth"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987" name="Shape 987"/>
          <p:cNvSpPr/>
          <p:nvPr/>
        </p:nvSpPr>
        <p:spPr>
          <a:xfrm flipV="1">
            <a:off x="4038600" y="4322396"/>
            <a:ext cx="0" cy="609600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995" name="Group 995"/>
          <p:cNvGrpSpPr/>
          <p:nvPr/>
        </p:nvGrpSpPr>
        <p:grpSpPr>
          <a:xfrm>
            <a:off x="685800" y="4703396"/>
            <a:ext cx="914400" cy="1447801"/>
            <a:chOff x="0" y="0"/>
            <a:chExt cx="914400" cy="1447800"/>
          </a:xfrm>
        </p:grpSpPr>
        <p:sp>
          <p:nvSpPr>
            <p:cNvPr id="988" name="Shape 988"/>
            <p:cNvSpPr/>
            <p:nvPr/>
          </p:nvSpPr>
          <p:spPr>
            <a:xfrm>
              <a:off x="0" y="990600"/>
              <a:ext cx="914400" cy="2286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994" name="Group 994"/>
            <p:cNvGrpSpPr/>
            <p:nvPr/>
          </p:nvGrpSpPr>
          <p:grpSpPr>
            <a:xfrm>
              <a:off x="0" y="0"/>
              <a:ext cx="914400" cy="1447801"/>
              <a:chOff x="0" y="0"/>
              <a:chExt cx="914400" cy="1447800"/>
            </a:xfrm>
          </p:grpSpPr>
          <p:sp>
            <p:nvSpPr>
              <p:cNvPr id="989" name="Shape 989"/>
              <p:cNvSpPr/>
              <p:nvPr/>
            </p:nvSpPr>
            <p:spPr>
              <a:xfrm>
                <a:off x="0" y="762000"/>
                <a:ext cx="914400" cy="22860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grpSp>
            <p:nvGrpSpPr>
              <p:cNvPr id="993" name="Group 993"/>
              <p:cNvGrpSpPr/>
              <p:nvPr/>
            </p:nvGrpSpPr>
            <p:grpSpPr>
              <a:xfrm>
                <a:off x="-1" y="0"/>
                <a:ext cx="914402" cy="1447800"/>
                <a:chOff x="0" y="0"/>
                <a:chExt cx="914400" cy="1447799"/>
              </a:xfrm>
            </p:grpSpPr>
            <p:sp>
              <p:nvSpPr>
                <p:cNvPr id="990" name="Shape 990"/>
                <p:cNvSpPr/>
                <p:nvPr/>
              </p:nvSpPr>
              <p:spPr>
                <a:xfrm flipH="1">
                  <a:off x="-1" y="76200"/>
                  <a:ext cx="2" cy="137160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991" name="Shape 991"/>
                <p:cNvSpPr/>
                <p:nvPr/>
              </p:nvSpPr>
              <p:spPr>
                <a:xfrm>
                  <a:off x="0" y="1447800"/>
                  <a:ext cx="914400" cy="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992" name="Shape 992"/>
                <p:cNvSpPr/>
                <p:nvPr/>
              </p:nvSpPr>
              <p:spPr>
                <a:xfrm flipV="1">
                  <a:off x="914399" y="0"/>
                  <a:ext cx="1" cy="144780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</p:grpSp>
        </p:grpSp>
      </p:grpSp>
      <p:grpSp>
        <p:nvGrpSpPr>
          <p:cNvPr id="1005" name="Group 1005"/>
          <p:cNvGrpSpPr/>
          <p:nvPr/>
        </p:nvGrpSpPr>
        <p:grpSpPr>
          <a:xfrm>
            <a:off x="685800" y="4703396"/>
            <a:ext cx="914400" cy="1447801"/>
            <a:chOff x="0" y="0"/>
            <a:chExt cx="914400" cy="1447800"/>
          </a:xfrm>
        </p:grpSpPr>
        <p:sp>
          <p:nvSpPr>
            <p:cNvPr id="996" name="Shape 996"/>
            <p:cNvSpPr/>
            <p:nvPr/>
          </p:nvSpPr>
          <p:spPr>
            <a:xfrm>
              <a:off x="0" y="1219200"/>
              <a:ext cx="914400" cy="2286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1004" name="Group 1004"/>
            <p:cNvGrpSpPr/>
            <p:nvPr/>
          </p:nvGrpSpPr>
          <p:grpSpPr>
            <a:xfrm>
              <a:off x="0" y="0"/>
              <a:ext cx="914400" cy="1447801"/>
              <a:chOff x="0" y="0"/>
              <a:chExt cx="914400" cy="1447800"/>
            </a:xfrm>
          </p:grpSpPr>
          <p:sp>
            <p:nvSpPr>
              <p:cNvPr id="997" name="Shape 997"/>
              <p:cNvSpPr/>
              <p:nvPr/>
            </p:nvSpPr>
            <p:spPr>
              <a:xfrm>
                <a:off x="0" y="990600"/>
                <a:ext cx="914400" cy="22860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grpSp>
            <p:nvGrpSpPr>
              <p:cNvPr id="1003" name="Group 1003"/>
              <p:cNvGrpSpPr/>
              <p:nvPr/>
            </p:nvGrpSpPr>
            <p:grpSpPr>
              <a:xfrm>
                <a:off x="0" y="0"/>
                <a:ext cx="914400" cy="1447801"/>
                <a:chOff x="0" y="0"/>
                <a:chExt cx="914400" cy="1447800"/>
              </a:xfrm>
            </p:grpSpPr>
            <p:sp>
              <p:nvSpPr>
                <p:cNvPr id="998" name="Shape 998"/>
                <p:cNvSpPr/>
                <p:nvPr/>
              </p:nvSpPr>
              <p:spPr>
                <a:xfrm>
                  <a:off x="0" y="762000"/>
                  <a:ext cx="914400" cy="2286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grpSp>
              <p:nvGrpSpPr>
                <p:cNvPr id="1002" name="Group 1002"/>
                <p:cNvGrpSpPr/>
                <p:nvPr/>
              </p:nvGrpSpPr>
              <p:grpSpPr>
                <a:xfrm>
                  <a:off x="-1" y="0"/>
                  <a:ext cx="914402" cy="1447800"/>
                  <a:chOff x="0" y="0"/>
                  <a:chExt cx="914400" cy="1447799"/>
                </a:xfrm>
              </p:grpSpPr>
              <p:sp>
                <p:nvSpPr>
                  <p:cNvPr id="999" name="Shape 999"/>
                  <p:cNvSpPr/>
                  <p:nvPr/>
                </p:nvSpPr>
                <p:spPr>
                  <a:xfrm flipH="1">
                    <a:off x="-1" y="76200"/>
                    <a:ext cx="2" cy="1371600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lvl="0" defTabSz="457200">
                      <a:defRPr sz="1200"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/>
                  </a:p>
                </p:txBody>
              </p:sp>
              <p:sp>
                <p:nvSpPr>
                  <p:cNvPr id="1000" name="Shape 1000"/>
                  <p:cNvSpPr/>
                  <p:nvPr/>
                </p:nvSpPr>
                <p:spPr>
                  <a:xfrm>
                    <a:off x="0" y="1447800"/>
                    <a:ext cx="914400" cy="0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lvl="0" defTabSz="457200">
                      <a:defRPr sz="1200"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/>
                  </a:p>
                </p:txBody>
              </p:sp>
              <p:sp>
                <p:nvSpPr>
                  <p:cNvPr id="1001" name="Shape 1001"/>
                  <p:cNvSpPr/>
                  <p:nvPr/>
                </p:nvSpPr>
                <p:spPr>
                  <a:xfrm flipV="1">
                    <a:off x="914399" y="0"/>
                    <a:ext cx="1" cy="1447800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lvl="0" defTabSz="457200">
                      <a:defRPr sz="1200"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/>
                  </a:p>
                </p:txBody>
              </p:sp>
            </p:grpSp>
          </p:grpSp>
        </p:grpSp>
      </p:grpSp>
      <p:grpSp>
        <p:nvGrpSpPr>
          <p:cNvPr id="1008" name="Group 1008"/>
          <p:cNvGrpSpPr/>
          <p:nvPr/>
        </p:nvGrpSpPr>
        <p:grpSpPr>
          <a:xfrm>
            <a:off x="7620000" y="4003625"/>
            <a:ext cx="304801" cy="332741"/>
            <a:chOff x="0" y="0"/>
            <a:chExt cx="304800" cy="332740"/>
          </a:xfrm>
        </p:grpSpPr>
        <p:sp>
          <p:nvSpPr>
            <p:cNvPr id="1006" name="Shape 1006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FF9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007" name="Shape 1007"/>
            <p:cNvSpPr/>
            <p:nvPr/>
          </p:nvSpPr>
          <p:spPr>
            <a:xfrm>
              <a:off x="26412" y="-1"/>
              <a:ext cx="251976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+</a:t>
              </a:r>
            </a:p>
          </p:txBody>
        </p:sp>
      </p:grpSp>
      <p:grpSp>
        <p:nvGrpSpPr>
          <p:cNvPr id="1038" name="Group 1038"/>
          <p:cNvGrpSpPr/>
          <p:nvPr/>
        </p:nvGrpSpPr>
        <p:grpSpPr>
          <a:xfrm>
            <a:off x="6096000" y="4460825"/>
            <a:ext cx="1905001" cy="1247141"/>
            <a:chOff x="0" y="0"/>
            <a:chExt cx="1905000" cy="1247140"/>
          </a:xfrm>
        </p:grpSpPr>
        <p:grpSp>
          <p:nvGrpSpPr>
            <p:cNvPr id="1011" name="Group 1011"/>
            <p:cNvGrpSpPr/>
            <p:nvPr/>
          </p:nvGrpSpPr>
          <p:grpSpPr>
            <a:xfrm>
              <a:off x="838200" y="-1"/>
              <a:ext cx="304801" cy="332741"/>
              <a:chOff x="0" y="0"/>
              <a:chExt cx="304800" cy="332740"/>
            </a:xfrm>
          </p:grpSpPr>
          <p:sp>
            <p:nvSpPr>
              <p:cNvPr id="1009" name="Shape 1009"/>
              <p:cNvSpPr/>
              <p:nvPr/>
            </p:nvSpPr>
            <p:spPr>
              <a:xfrm>
                <a:off x="-1" y="139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99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010" name="Shape 1010"/>
              <p:cNvSpPr/>
              <p:nvPr/>
            </p:nvSpPr>
            <p:spPr>
              <a:xfrm>
                <a:off x="63420" y="-1"/>
                <a:ext cx="177960" cy="332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600"/>
                  <a:t>-</a:t>
                </a:r>
              </a:p>
            </p:txBody>
          </p:sp>
        </p:grpSp>
        <p:grpSp>
          <p:nvGrpSpPr>
            <p:cNvPr id="1023" name="Group 1023"/>
            <p:cNvGrpSpPr/>
            <p:nvPr/>
          </p:nvGrpSpPr>
          <p:grpSpPr>
            <a:xfrm>
              <a:off x="1066800" y="457199"/>
              <a:ext cx="838201" cy="789941"/>
              <a:chOff x="0" y="0"/>
              <a:chExt cx="838200" cy="789940"/>
            </a:xfrm>
          </p:grpSpPr>
          <p:grpSp>
            <p:nvGrpSpPr>
              <p:cNvPr id="1014" name="Group 1014"/>
              <p:cNvGrpSpPr/>
              <p:nvPr/>
            </p:nvGrpSpPr>
            <p:grpSpPr>
              <a:xfrm>
                <a:off x="228600" y="-1"/>
                <a:ext cx="304801" cy="332741"/>
                <a:chOff x="0" y="0"/>
                <a:chExt cx="304800" cy="332740"/>
              </a:xfrm>
            </p:grpSpPr>
            <p:sp>
              <p:nvSpPr>
                <p:cNvPr id="1012" name="Shape 1012"/>
                <p:cNvSpPr/>
                <p:nvPr/>
              </p:nvSpPr>
              <p:spPr>
                <a:xfrm>
                  <a:off x="-1" y="13969"/>
                  <a:ext cx="304802" cy="30480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FF99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013" name="Shape 1013"/>
                <p:cNvSpPr/>
                <p:nvPr/>
              </p:nvSpPr>
              <p:spPr>
                <a:xfrm>
                  <a:off x="44866" y="-1"/>
                  <a:ext cx="215068" cy="3327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none" lIns="0" tIns="0" rIns="0" bIns="0" numCol="1" anchor="ctr">
                  <a:spAutoFit/>
                </a:bodyPr>
                <a:lstStyle>
                  <a:lvl1pPr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600"/>
                    <a:t>*</a:t>
                  </a:r>
                </a:p>
              </p:txBody>
            </p:sp>
          </p:grpSp>
          <p:grpSp>
            <p:nvGrpSpPr>
              <p:cNvPr id="1017" name="Group 1017"/>
              <p:cNvGrpSpPr/>
              <p:nvPr/>
            </p:nvGrpSpPr>
            <p:grpSpPr>
              <a:xfrm>
                <a:off x="533400" y="457199"/>
                <a:ext cx="304801" cy="332741"/>
                <a:chOff x="0" y="0"/>
                <a:chExt cx="304800" cy="332740"/>
              </a:xfrm>
            </p:grpSpPr>
            <p:sp>
              <p:nvSpPr>
                <p:cNvPr id="1015" name="Shape 1015"/>
                <p:cNvSpPr/>
                <p:nvPr/>
              </p:nvSpPr>
              <p:spPr>
                <a:xfrm>
                  <a:off x="-1" y="13969"/>
                  <a:ext cx="304802" cy="30480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016" name="Shape 1016"/>
                <p:cNvSpPr/>
                <p:nvPr/>
              </p:nvSpPr>
              <p:spPr>
                <a:xfrm>
                  <a:off x="31422" y="-1"/>
                  <a:ext cx="241956" cy="3327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none" lIns="0" tIns="0" rIns="0" bIns="0" numCol="1" anchor="ctr">
                  <a:spAutoFit/>
                </a:bodyPr>
                <a:lstStyle>
                  <a:lvl1pPr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600"/>
                    <a:t>D</a:t>
                  </a:r>
                </a:p>
              </p:txBody>
            </p:sp>
          </p:grpSp>
          <p:grpSp>
            <p:nvGrpSpPr>
              <p:cNvPr id="1020" name="Group 1020"/>
              <p:cNvGrpSpPr/>
              <p:nvPr/>
            </p:nvGrpSpPr>
            <p:grpSpPr>
              <a:xfrm>
                <a:off x="0" y="457199"/>
                <a:ext cx="304801" cy="332741"/>
                <a:chOff x="0" y="0"/>
                <a:chExt cx="304800" cy="332740"/>
              </a:xfrm>
            </p:grpSpPr>
            <p:sp>
              <p:nvSpPr>
                <p:cNvPr id="1018" name="Shape 1018"/>
                <p:cNvSpPr/>
                <p:nvPr/>
              </p:nvSpPr>
              <p:spPr>
                <a:xfrm>
                  <a:off x="-1" y="13969"/>
                  <a:ext cx="304802" cy="30480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019" name="Shape 1019"/>
                <p:cNvSpPr/>
                <p:nvPr/>
              </p:nvSpPr>
              <p:spPr>
                <a:xfrm>
                  <a:off x="39310" y="-1"/>
                  <a:ext cx="226180" cy="3327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none" lIns="0" tIns="0" rIns="0" bIns="0" numCol="1" anchor="ctr">
                  <a:spAutoFit/>
                </a:bodyPr>
                <a:lstStyle>
                  <a:lvl1pPr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600"/>
                    <a:t>C</a:t>
                  </a:r>
                </a:p>
              </p:txBody>
            </p:sp>
          </p:grpSp>
          <p:sp>
            <p:nvSpPr>
              <p:cNvPr id="1021" name="Shape 1021"/>
              <p:cNvSpPr/>
              <p:nvPr/>
            </p:nvSpPr>
            <p:spPr>
              <a:xfrm>
                <a:off x="488949" y="274320"/>
                <a:ext cx="196852" cy="1968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1022" name="Shape 1022"/>
              <p:cNvSpPr/>
              <p:nvPr/>
            </p:nvSpPr>
            <p:spPr>
              <a:xfrm flipH="1">
                <a:off x="152399" y="274320"/>
                <a:ext cx="120652" cy="19685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sp>
          <p:nvSpPr>
            <p:cNvPr id="1024" name="Shape 1024"/>
            <p:cNvSpPr/>
            <p:nvPr/>
          </p:nvSpPr>
          <p:spPr>
            <a:xfrm>
              <a:off x="1098550" y="274319"/>
              <a:ext cx="349251" cy="19685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036" name="Group 1036"/>
            <p:cNvGrpSpPr/>
            <p:nvPr/>
          </p:nvGrpSpPr>
          <p:grpSpPr>
            <a:xfrm>
              <a:off x="0" y="488949"/>
              <a:ext cx="990601" cy="758191"/>
              <a:chOff x="0" y="0"/>
              <a:chExt cx="990600" cy="758190"/>
            </a:xfrm>
          </p:grpSpPr>
          <p:grpSp>
            <p:nvGrpSpPr>
              <p:cNvPr id="1027" name="Group 1027"/>
              <p:cNvGrpSpPr/>
              <p:nvPr/>
            </p:nvGrpSpPr>
            <p:grpSpPr>
              <a:xfrm>
                <a:off x="304800" y="-1"/>
                <a:ext cx="304801" cy="332741"/>
                <a:chOff x="0" y="0"/>
                <a:chExt cx="304800" cy="332740"/>
              </a:xfrm>
            </p:grpSpPr>
            <p:sp>
              <p:nvSpPr>
                <p:cNvPr id="1025" name="Shape 1025"/>
                <p:cNvSpPr/>
                <p:nvPr/>
              </p:nvSpPr>
              <p:spPr>
                <a:xfrm>
                  <a:off x="-1" y="13969"/>
                  <a:ext cx="304802" cy="30480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FF99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026" name="Shape 1026"/>
                <p:cNvSpPr/>
                <p:nvPr/>
              </p:nvSpPr>
              <p:spPr>
                <a:xfrm>
                  <a:off x="44866" y="-1"/>
                  <a:ext cx="215068" cy="3327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none" lIns="0" tIns="0" rIns="0" bIns="0" numCol="1" anchor="ctr">
                  <a:spAutoFit/>
                </a:bodyPr>
                <a:lstStyle>
                  <a:lvl1pPr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600"/>
                    <a:t>*</a:t>
                  </a:r>
                </a:p>
              </p:txBody>
            </p:sp>
          </p:grpSp>
          <p:grpSp>
            <p:nvGrpSpPr>
              <p:cNvPr id="1030" name="Group 1030"/>
              <p:cNvGrpSpPr/>
              <p:nvPr/>
            </p:nvGrpSpPr>
            <p:grpSpPr>
              <a:xfrm>
                <a:off x="685800" y="380999"/>
                <a:ext cx="304801" cy="332741"/>
                <a:chOff x="0" y="0"/>
                <a:chExt cx="304800" cy="332740"/>
              </a:xfrm>
            </p:grpSpPr>
            <p:sp>
              <p:nvSpPr>
                <p:cNvPr id="1028" name="Shape 1028"/>
                <p:cNvSpPr/>
                <p:nvPr/>
              </p:nvSpPr>
              <p:spPr>
                <a:xfrm>
                  <a:off x="-1" y="13969"/>
                  <a:ext cx="304802" cy="30480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029" name="Shape 1029"/>
                <p:cNvSpPr/>
                <p:nvPr/>
              </p:nvSpPr>
              <p:spPr>
                <a:xfrm>
                  <a:off x="40451" y="-1"/>
                  <a:ext cx="223898" cy="3327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none" lIns="0" tIns="0" rIns="0" bIns="0" numCol="1" anchor="ctr">
                  <a:spAutoFit/>
                </a:bodyPr>
                <a:lstStyle>
                  <a:lvl1pPr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600"/>
                    <a:t>B</a:t>
                  </a:r>
                </a:p>
              </p:txBody>
            </p:sp>
          </p:grpSp>
          <p:sp>
            <p:nvSpPr>
              <p:cNvPr id="1031" name="Shape 1031"/>
              <p:cNvSpPr/>
              <p:nvPr/>
            </p:nvSpPr>
            <p:spPr>
              <a:xfrm>
                <a:off x="565150" y="274320"/>
                <a:ext cx="165101" cy="16510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grpSp>
            <p:nvGrpSpPr>
              <p:cNvPr id="1034" name="Group 1034"/>
              <p:cNvGrpSpPr/>
              <p:nvPr/>
            </p:nvGrpSpPr>
            <p:grpSpPr>
              <a:xfrm>
                <a:off x="0" y="425449"/>
                <a:ext cx="304801" cy="332741"/>
                <a:chOff x="0" y="0"/>
                <a:chExt cx="304800" cy="332740"/>
              </a:xfrm>
            </p:grpSpPr>
            <p:sp>
              <p:nvSpPr>
                <p:cNvPr id="1032" name="Shape 1032"/>
                <p:cNvSpPr/>
                <p:nvPr/>
              </p:nvSpPr>
              <p:spPr>
                <a:xfrm>
                  <a:off x="-1" y="13969"/>
                  <a:ext cx="304802" cy="30480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033" name="Shape 1033"/>
                <p:cNvSpPr/>
                <p:nvPr/>
              </p:nvSpPr>
              <p:spPr>
                <a:xfrm>
                  <a:off x="39409" y="-1"/>
                  <a:ext cx="225982" cy="3327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none" lIns="0" tIns="0" rIns="0" bIns="0" numCol="1" anchor="ctr">
                  <a:spAutoFit/>
                </a:bodyPr>
                <a:lstStyle>
                  <a:lvl1pPr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600"/>
                    <a:t>A</a:t>
                  </a:r>
                </a:p>
              </p:txBody>
            </p:sp>
          </p:grpSp>
          <p:sp>
            <p:nvSpPr>
              <p:cNvPr id="1035" name="Shape 1035"/>
              <p:cNvSpPr/>
              <p:nvPr/>
            </p:nvSpPr>
            <p:spPr>
              <a:xfrm flipH="1">
                <a:off x="260349" y="274320"/>
                <a:ext cx="88902" cy="2095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sp>
          <p:nvSpPr>
            <p:cNvPr id="1037" name="Shape 1037"/>
            <p:cNvSpPr/>
            <p:nvPr/>
          </p:nvSpPr>
          <p:spPr>
            <a:xfrm flipH="1">
              <a:off x="457200" y="274319"/>
              <a:ext cx="425450" cy="2286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grpSp>
        <p:nvGrpSpPr>
          <p:cNvPr id="1041" name="Group 1041"/>
          <p:cNvGrpSpPr/>
          <p:nvPr/>
        </p:nvGrpSpPr>
        <p:grpSpPr>
          <a:xfrm>
            <a:off x="8153400" y="4460825"/>
            <a:ext cx="304801" cy="332741"/>
            <a:chOff x="0" y="0"/>
            <a:chExt cx="304800" cy="332740"/>
          </a:xfrm>
        </p:grpSpPr>
        <p:sp>
          <p:nvSpPr>
            <p:cNvPr id="1039" name="Shape 1039"/>
            <p:cNvSpPr/>
            <p:nvPr/>
          </p:nvSpPr>
          <p:spPr>
            <a:xfrm>
              <a:off x="-1" y="13969"/>
              <a:ext cx="304802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040" name="Shape 1040"/>
            <p:cNvSpPr/>
            <p:nvPr/>
          </p:nvSpPr>
          <p:spPr>
            <a:xfrm>
              <a:off x="31720" y="-1"/>
              <a:ext cx="241360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H</a:t>
              </a:r>
            </a:p>
          </p:txBody>
        </p:sp>
      </p:grpSp>
      <p:sp>
        <p:nvSpPr>
          <p:cNvPr id="1060" name="Shape 1060"/>
          <p:cNvSpPr/>
          <p:nvPr/>
        </p:nvSpPr>
        <p:spPr>
          <a:xfrm>
            <a:off x="7287694" y="4328913"/>
            <a:ext cx="358897" cy="4533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1061" name="Shape 1061"/>
          <p:cNvSpPr/>
          <p:nvPr/>
        </p:nvSpPr>
        <p:spPr>
          <a:xfrm>
            <a:off x="7898606" y="4278172"/>
            <a:ext cx="286545" cy="2456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1044" name="Shape 1044"/>
          <p:cNvSpPr/>
          <p:nvPr/>
        </p:nvSpPr>
        <p:spPr>
          <a:xfrm>
            <a:off x="685800" y="5922596"/>
            <a:ext cx="914400" cy="228600"/>
          </a:xfrm>
          <a:prstGeom prst="rect">
            <a:avLst/>
          </a:prstGeom>
          <a:solidFill>
            <a:srgbClr val="99CCFF"/>
          </a:solidFill>
          <a:ln>
            <a:solidFill/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62" name="Shape 1062"/>
          <p:cNvSpPr/>
          <p:nvPr/>
        </p:nvSpPr>
        <p:spPr>
          <a:xfrm>
            <a:off x="1565793" y="4212598"/>
            <a:ext cx="6055325" cy="17052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200" y="14400"/>
                  <a:pt x="14400" y="7200"/>
                  <a:pt x="21600" y="0"/>
                </a:cubicBezTo>
              </a:path>
            </a:pathLst>
          </a:custGeom>
          <a:ln>
            <a:solidFill/>
            <a:miter/>
            <a:headEnd type="oval"/>
            <a:tailEnd type="stealth"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C5DFDE8-E4FA-4B26-A165-EF409044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CREAR UN ARBOL DE EXPRESION</a:t>
            </a:r>
            <a:endParaRPr lang="es-EC" dirty="0"/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3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8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8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8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8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0" fill="hold"/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5" fill="hold"/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8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8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1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2" dur="5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6" fill="hold"/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5" fill="hold"/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8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8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1" fill="hold"/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2" dur="5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6" fill="hold"/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2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3" dur="5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7" fill="hold"/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8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8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5" fill="hold"/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1" fill="hold"/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7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8" dur="500"/>
                                        <p:tgtEl>
                                          <p:spTgt spid="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2" fill="hold"/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8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8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0" fill="hold"/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9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9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6" fill="hold"/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2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3" dur="5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7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5" fill="hold"/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1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0" fill="hold"/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9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9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6" fill="hold"/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7" dur="5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1" fill="hold"/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0" fill="hold"/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6" fill="hold"/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1" fill="hold"/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9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9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7" fill="hold"/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8" dur="5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2" fill="hold"/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00" fill="hold"/>
                                        <p:tgtEl>
                                          <p:spTgt spid="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00" fill="hold"/>
                                        <p:tgtEl>
                                          <p:spTgt spid="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500" fill="hold"/>
                                        <p:tgtEl>
                                          <p:spTgt spid="9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500" fill="hold"/>
                                        <p:tgtEl>
                                          <p:spTgt spid="9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0" fill="hold"/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1" dur="500" fill="hold"/>
                                        <p:tgtEl>
                                          <p:spTgt spid="9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500" fill="hold"/>
                                        <p:tgtEl>
                                          <p:spTgt spid="9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6" fill="hold"/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7" fill="hold"/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00" fill="hold"/>
                                        <p:tgtEl>
                                          <p:spTgt spid="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00" fill="hold"/>
                                        <p:tgtEl>
                                          <p:spTgt spid="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3" fill="hold"/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4" dur="500"/>
                                        <p:tgtEl>
                                          <p:spTgt spid="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8" fill="hold"/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9" fill="hold"/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0" dur="500" fill="hold"/>
                                        <p:tgtEl>
                                          <p:spTgt spid="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5" fill="hold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6" dur="5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0" fill="hold"/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1" dur="500" fill="hold"/>
                                        <p:tgtEl>
                                          <p:spTgt spid="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2" dur="500" fill="hold"/>
                                        <p:tgtEl>
                                          <p:spTgt spid="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6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7" dur="500"/>
                                        <p:tgtEl>
                                          <p:spTgt spid="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>
                      <p:stCondLst>
                        <p:cond delay="indefinite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1" fill="hold"/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2" dur="500" fill="hold"/>
                                        <p:tgtEl>
                                          <p:spTgt spid="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3" dur="500" fill="hold"/>
                                        <p:tgtEl>
                                          <p:spTgt spid="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4" dur="500" fill="hold"/>
                                        <p:tgtEl>
                                          <p:spTgt spid="9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500" fill="hold"/>
                                        <p:tgtEl>
                                          <p:spTgt spid="9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indefinite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9" fill="hold"/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0" dur="500" fill="hold"/>
                                        <p:tgtEl>
                                          <p:spTgt spid="9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1" dur="500" fill="hold"/>
                                        <p:tgtEl>
                                          <p:spTgt spid="9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5" fill="hold"/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6" dur="500" fill="hold"/>
                                        <p:tgtEl>
                                          <p:spTgt spid="9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7" dur="500" fill="hold"/>
                                        <p:tgtEl>
                                          <p:spTgt spid="9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indefinite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1" fill="hold"/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2" dur="500"/>
                                        <p:tgtEl>
                                          <p:spTgt spid="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6" fill="hold"/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7" dur="500" fill="hold"/>
                                        <p:tgtEl>
                                          <p:spTgt spid="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8" dur="500" fill="hold"/>
                                        <p:tgtEl>
                                          <p:spTgt spid="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00" fill="hold"/>
                                        <p:tgtEl>
                                          <p:spTgt spid="9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0" dur="500" fill="hold"/>
                                        <p:tgtEl>
                                          <p:spTgt spid="9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4" fill="hold"/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5" dur="500" fill="hold"/>
                                        <p:tgtEl>
                                          <p:spTgt spid="1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500" fill="hold"/>
                                        <p:tgtEl>
                                          <p:spTgt spid="1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0" fill="hold"/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9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0" dur="500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1" dur="500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indefinite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5" fill="hold"/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6" dur="500"/>
                                        <p:tgtEl>
                                          <p:spTgt spid="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0" fill="hold"/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1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2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3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>
                      <p:stCondLst>
                        <p:cond delay="indefinite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7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8" dur="500"/>
                                        <p:tgtEl>
                                          <p:spTgt spid="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9" fill="hold">
                      <p:stCondLst>
                        <p:cond delay="indefinite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id="45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2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3" dur="50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4" dur="50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8" fill="hold"/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9" dur="500"/>
                                        <p:tgtEl>
                                          <p:spTgt spid="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4" grpId="0" build="p" animBg="1" advAuto="0"/>
      <p:bldP spid="845" grpId="0" animBg="1" advAuto="0"/>
      <p:bldP spid="846" grpId="0" animBg="1" advAuto="0"/>
      <p:bldP spid="847" grpId="0" animBg="1" advAuto="0"/>
      <p:bldP spid="850" grpId="0" animBg="1" advAuto="0"/>
      <p:bldP spid="850" grpId="1" animBg="1" advAuto="0"/>
      <p:bldP spid="854" grpId="0" animBg="1" advAuto="0"/>
      <p:bldP spid="855" grpId="0" animBg="1" advAuto="0"/>
      <p:bldP spid="1046" grpId="0" animBg="1" advAuto="0"/>
      <p:bldP spid="1046" grpId="1" animBg="1" advAuto="0"/>
      <p:bldP spid="857" grpId="0" animBg="1" advAuto="0"/>
      <p:bldP spid="860" grpId="0" animBg="1" advAuto="0"/>
      <p:bldP spid="860" grpId="1" animBg="1" advAuto="0"/>
      <p:bldP spid="861" grpId="0" animBg="1" advAuto="0"/>
      <p:bldP spid="1047" grpId="0" animBg="1" advAuto="0"/>
      <p:bldP spid="1047" grpId="1" animBg="1" advAuto="0"/>
      <p:bldP spid="863" grpId="0" animBg="1" advAuto="0"/>
      <p:bldP spid="869" grpId="0" animBg="1" advAuto="0"/>
      <p:bldP spid="877" grpId="0" animBg="1" advAuto="0"/>
      <p:bldP spid="880" grpId="0" animBg="1" advAuto="0"/>
      <p:bldP spid="880" grpId="1" animBg="1" advAuto="0"/>
      <p:bldP spid="883" grpId="0" animBg="1" advAuto="0"/>
      <p:bldP spid="883" grpId="1" animBg="1" advAuto="0"/>
      <p:bldP spid="1048" grpId="0" animBg="1" advAuto="0"/>
      <p:bldP spid="1048" grpId="1" animBg="1" advAuto="0"/>
      <p:bldP spid="887" grpId="0" animBg="1" advAuto="0"/>
      <p:bldP spid="887" grpId="1" animBg="1" advAuto="0"/>
      <p:bldP spid="1049" grpId="0" animBg="1" advAuto="0"/>
      <p:bldP spid="1049" grpId="1" animBg="1" advAuto="0"/>
      <p:bldP spid="889" grpId="0" animBg="1" advAuto="0"/>
      <p:bldP spid="1050" grpId="0" animBg="1" advAuto="0"/>
      <p:bldP spid="1050" grpId="1" animBg="1" advAuto="0"/>
      <p:bldP spid="891" grpId="0" animBg="1" advAuto="0"/>
      <p:bldP spid="894" grpId="0" animBg="1" advAuto="0"/>
      <p:bldP spid="894" grpId="1" animBg="1" advAuto="0"/>
      <p:bldP spid="895" grpId="0" animBg="1" advAuto="0"/>
      <p:bldP spid="1051" grpId="0" animBg="1" advAuto="0"/>
      <p:bldP spid="1051" grpId="1" animBg="1" advAuto="0"/>
      <p:bldP spid="897" grpId="0" animBg="1" advAuto="0"/>
      <p:bldP spid="900" grpId="0" animBg="1" advAuto="0"/>
      <p:bldP spid="900" grpId="1" animBg="1" advAuto="0"/>
      <p:bldP spid="901" grpId="0" animBg="1" advAuto="0"/>
      <p:bldP spid="1052" grpId="0" animBg="1" advAuto="0"/>
      <p:bldP spid="1052" grpId="1" animBg="1" advAuto="0"/>
      <p:bldP spid="903" grpId="0" animBg="1" advAuto="0"/>
      <p:bldP spid="909" grpId="0" animBg="1" advAuto="0"/>
      <p:bldP spid="917" grpId="0" animBg="1" advAuto="0"/>
      <p:bldP spid="920" grpId="0" animBg="1" advAuto="0"/>
      <p:bldP spid="920" grpId="1" animBg="1" advAuto="0"/>
      <p:bldP spid="923" grpId="0" animBg="1" advAuto="0"/>
      <p:bldP spid="923" grpId="1" animBg="1" advAuto="0"/>
      <p:bldP spid="926" grpId="0" animBg="1" advAuto="0"/>
      <p:bldP spid="926" grpId="1" animBg="1" advAuto="0"/>
      <p:bldP spid="1053" grpId="0" animBg="1" advAuto="0"/>
      <p:bldP spid="1053" grpId="1" animBg="1" advAuto="0"/>
      <p:bldP spid="1054" grpId="0" animBg="1" advAuto="0"/>
      <p:bldP spid="1054" grpId="1" animBg="1" advAuto="0"/>
      <p:bldP spid="929" grpId="0" animBg="1" advAuto="0"/>
      <p:bldP spid="1055" grpId="0" animBg="1" advAuto="0"/>
      <p:bldP spid="1055" grpId="1" animBg="1" advAuto="0"/>
      <p:bldP spid="931" grpId="0" animBg="1" advAuto="0"/>
      <p:bldP spid="939" grpId="0" animBg="1" advAuto="0"/>
      <p:bldP spid="949" grpId="0" animBg="1" advAuto="0"/>
      <p:bldP spid="952" grpId="0" animBg="1" advAuto="0"/>
      <p:bldP spid="952" grpId="1" animBg="1" advAuto="0"/>
      <p:bldP spid="964" grpId="0" animBg="1" advAuto="0"/>
      <p:bldP spid="964" grpId="1" animBg="1" advAuto="0"/>
      <p:bldP spid="1056" grpId="0" animBg="1" advAuto="0"/>
      <p:bldP spid="1056" grpId="1" animBg="1" advAuto="0"/>
      <p:bldP spid="977" grpId="0" animBg="1" advAuto="0"/>
      <p:bldP spid="977" grpId="1" animBg="1" advAuto="0"/>
      <p:bldP spid="1057" grpId="0" animBg="1" advAuto="0"/>
      <p:bldP spid="1057" grpId="1" animBg="1" advAuto="0"/>
      <p:bldP spid="979" grpId="0" animBg="1" advAuto="0"/>
      <p:bldP spid="1058" grpId="0" animBg="1" advAuto="0"/>
      <p:bldP spid="1058" grpId="1" animBg="1" advAuto="0"/>
      <p:bldP spid="981" grpId="0" animBg="1" advAuto="0"/>
      <p:bldP spid="984" grpId="0" animBg="1" advAuto="0"/>
      <p:bldP spid="984" grpId="1" animBg="1" advAuto="0"/>
      <p:bldP spid="985" grpId="0" animBg="1" advAuto="0"/>
      <p:bldP spid="1059" grpId="0" animBg="1" advAuto="0"/>
      <p:bldP spid="1059" grpId="1" animBg="1" advAuto="0"/>
      <p:bldP spid="987" grpId="0" animBg="1" advAuto="0"/>
      <p:bldP spid="995" grpId="0" animBg="1" advAuto="0"/>
      <p:bldP spid="1005" grpId="0" animBg="1" advAuto="0"/>
      <p:bldP spid="1008" grpId="0" animBg="1" advAuto="0"/>
      <p:bldP spid="1038" grpId="0" animBg="1" advAuto="0"/>
      <p:bldP spid="1041" grpId="0" animBg="1" advAuto="0"/>
      <p:bldP spid="1060" grpId="0" animBg="1" advAuto="0"/>
      <p:bldP spid="1061" grpId="0" animBg="1" advAuto="0"/>
      <p:bldP spid="1044" grpId="0" animBg="1" advAuto="0"/>
      <p:bldP spid="1062" grpId="0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Shape 1064"/>
          <p:cNvSpPr/>
          <p:nvPr/>
        </p:nvSpPr>
        <p:spPr>
          <a:xfrm>
            <a:off x="478121" y="3261017"/>
            <a:ext cx="2093938" cy="17648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67" h="20011" extrusionOk="0">
                <a:moveTo>
                  <a:pt x="2603" y="1139"/>
                </a:moveTo>
                <a:cubicBezTo>
                  <a:pt x="4907" y="-1199"/>
                  <a:pt x="11723" y="471"/>
                  <a:pt x="14699" y="2475"/>
                </a:cubicBezTo>
                <a:cubicBezTo>
                  <a:pt x="17675" y="4479"/>
                  <a:pt x="20651" y="10269"/>
                  <a:pt x="20459" y="13164"/>
                </a:cubicBezTo>
                <a:cubicBezTo>
                  <a:pt x="20267" y="16059"/>
                  <a:pt x="16811" y="19288"/>
                  <a:pt x="13547" y="19844"/>
                </a:cubicBezTo>
                <a:cubicBezTo>
                  <a:pt x="10283" y="20401"/>
                  <a:pt x="2699" y="19622"/>
                  <a:pt x="875" y="16504"/>
                </a:cubicBezTo>
                <a:cubicBezTo>
                  <a:pt x="-949" y="13387"/>
                  <a:pt x="299" y="3477"/>
                  <a:pt x="2603" y="1139"/>
                </a:cubicBezTo>
                <a:close/>
              </a:path>
            </a:pathLst>
          </a:custGeom>
          <a:solidFill>
            <a:srgbClr val="EEE800"/>
          </a:solidFill>
          <a:ln>
            <a:solidFill>
              <a:srgbClr val="FFCC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67" name="Shape 1067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192881" lvl="0" indent="-192881">
              <a:spcBef>
                <a:spcPts val="400"/>
              </a:spcBef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2850"/>
                </a:solidFill>
              </a:rPr>
              <a:t>Lo ideal es recuperar los dos operandos, el operador, y ejecutar la opcion</a:t>
            </a:r>
          </a:p>
          <a:p>
            <a:pPr marL="192881" lvl="0" indent="-192881">
              <a:spcBef>
                <a:spcPts val="400"/>
              </a:spcBef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2850"/>
                </a:solidFill>
              </a:rPr>
              <a:t>Que recorrido es el ideal?</a:t>
            </a:r>
          </a:p>
          <a:p>
            <a:pPr marL="696685" lvl="1" indent="-163285">
              <a:spcBef>
                <a:spcPts val="3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1600" b="1">
                <a:solidFill>
                  <a:srgbClr val="002850"/>
                </a:solidFill>
              </a:rPr>
              <a:t>PostOrden</a:t>
            </a:r>
          </a:p>
        </p:txBody>
      </p:sp>
      <p:sp>
        <p:nvSpPr>
          <p:cNvPr id="1066" name="Shape 1066"/>
          <p:cNvSpPr/>
          <p:nvPr/>
        </p:nvSpPr>
        <p:spPr>
          <a:xfrm>
            <a:off x="2421265" y="3208272"/>
            <a:ext cx="608076" cy="699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152" h="19198" extrusionOk="0">
                <a:moveTo>
                  <a:pt x="540" y="4818"/>
                </a:moveTo>
                <a:cubicBezTo>
                  <a:pt x="2540" y="2031"/>
                  <a:pt x="14540" y="-1453"/>
                  <a:pt x="17340" y="637"/>
                </a:cubicBezTo>
                <a:cubicBezTo>
                  <a:pt x="20140" y="2728"/>
                  <a:pt x="19340" y="14573"/>
                  <a:pt x="17340" y="17360"/>
                </a:cubicBezTo>
                <a:cubicBezTo>
                  <a:pt x="15340" y="20147"/>
                  <a:pt x="8140" y="19450"/>
                  <a:pt x="5340" y="17360"/>
                </a:cubicBezTo>
                <a:cubicBezTo>
                  <a:pt x="2540" y="15270"/>
                  <a:pt x="-1460" y="7605"/>
                  <a:pt x="540" y="4818"/>
                </a:cubicBezTo>
                <a:close/>
              </a:path>
            </a:pathLst>
          </a:custGeom>
          <a:solidFill>
            <a:srgbClr val="99CCFF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68" name="Shape 1068"/>
          <p:cNvSpPr/>
          <p:nvPr/>
        </p:nvSpPr>
        <p:spPr>
          <a:xfrm>
            <a:off x="489404" y="3688395"/>
            <a:ext cx="1077458" cy="10927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361" h="20424" extrusionOk="0">
                <a:moveTo>
                  <a:pt x="831" y="11400"/>
                </a:moveTo>
                <a:cubicBezTo>
                  <a:pt x="-609" y="14011"/>
                  <a:pt x="111" y="14485"/>
                  <a:pt x="831" y="15672"/>
                </a:cubicBezTo>
                <a:cubicBezTo>
                  <a:pt x="1551" y="16859"/>
                  <a:pt x="2271" y="17809"/>
                  <a:pt x="5151" y="18521"/>
                </a:cubicBezTo>
                <a:cubicBezTo>
                  <a:pt x="8031" y="19233"/>
                  <a:pt x="15711" y="21369"/>
                  <a:pt x="18111" y="19945"/>
                </a:cubicBezTo>
                <a:cubicBezTo>
                  <a:pt x="20511" y="18521"/>
                  <a:pt x="20991" y="13299"/>
                  <a:pt x="19551" y="9976"/>
                </a:cubicBezTo>
                <a:cubicBezTo>
                  <a:pt x="18111" y="6653"/>
                  <a:pt x="12591" y="-231"/>
                  <a:pt x="9471" y="6"/>
                </a:cubicBezTo>
                <a:cubicBezTo>
                  <a:pt x="6351" y="244"/>
                  <a:pt x="2271" y="8789"/>
                  <a:pt x="831" y="11400"/>
                </a:cubicBezTo>
                <a:close/>
              </a:path>
            </a:pathLst>
          </a:custGeom>
          <a:solidFill>
            <a:srgbClr val="FFFF99"/>
          </a:solidFill>
          <a:ln>
            <a:solidFill>
              <a:srgbClr val="CCCCFF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69" name="Shape 1069"/>
          <p:cNvSpPr/>
          <p:nvPr/>
        </p:nvSpPr>
        <p:spPr>
          <a:xfrm>
            <a:off x="441910" y="4218941"/>
            <a:ext cx="482014" cy="4734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19" h="20133" extrusionOk="0">
                <a:moveTo>
                  <a:pt x="3705" y="3375"/>
                </a:moveTo>
                <a:cubicBezTo>
                  <a:pt x="5248" y="675"/>
                  <a:pt x="7305" y="-405"/>
                  <a:pt x="9876" y="135"/>
                </a:cubicBezTo>
                <a:cubicBezTo>
                  <a:pt x="12448" y="675"/>
                  <a:pt x="18105" y="3375"/>
                  <a:pt x="19133" y="6615"/>
                </a:cubicBezTo>
                <a:cubicBezTo>
                  <a:pt x="20162" y="9855"/>
                  <a:pt x="19133" y="17955"/>
                  <a:pt x="16048" y="19575"/>
                </a:cubicBezTo>
                <a:cubicBezTo>
                  <a:pt x="12962" y="21195"/>
                  <a:pt x="2676" y="19035"/>
                  <a:pt x="619" y="16335"/>
                </a:cubicBezTo>
                <a:cubicBezTo>
                  <a:pt x="-1438" y="13635"/>
                  <a:pt x="2162" y="6075"/>
                  <a:pt x="3705" y="3375"/>
                </a:cubicBezTo>
                <a:close/>
              </a:path>
            </a:pathLst>
          </a:custGeom>
          <a:solidFill>
            <a:srgbClr val="FFFFDD"/>
          </a:solidFill>
          <a:ln>
            <a:solidFill>
              <a:srgbClr val="FFCC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70" name="Shape 1070"/>
          <p:cNvSpPr/>
          <p:nvPr/>
        </p:nvSpPr>
        <p:spPr>
          <a:xfrm>
            <a:off x="1104321" y="4141625"/>
            <a:ext cx="454429" cy="5581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22" h="20197" extrusionOk="0">
                <a:moveTo>
                  <a:pt x="1645" y="2913"/>
                </a:moveTo>
                <a:cubicBezTo>
                  <a:pt x="3265" y="156"/>
                  <a:pt x="8665" y="-304"/>
                  <a:pt x="11365" y="156"/>
                </a:cubicBezTo>
                <a:cubicBezTo>
                  <a:pt x="14065" y="615"/>
                  <a:pt x="16765" y="2453"/>
                  <a:pt x="17845" y="5670"/>
                </a:cubicBezTo>
                <a:cubicBezTo>
                  <a:pt x="18925" y="8887"/>
                  <a:pt x="20545" y="17619"/>
                  <a:pt x="17845" y="19458"/>
                </a:cubicBezTo>
                <a:cubicBezTo>
                  <a:pt x="15145" y="21296"/>
                  <a:pt x="4345" y="19458"/>
                  <a:pt x="1645" y="16700"/>
                </a:cubicBezTo>
                <a:cubicBezTo>
                  <a:pt x="-1055" y="13943"/>
                  <a:pt x="25" y="5670"/>
                  <a:pt x="1645" y="2913"/>
                </a:cubicBezTo>
                <a:close/>
              </a:path>
            </a:pathLst>
          </a:custGeom>
          <a:solidFill>
            <a:srgbClr val="D5FFD5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71" name="Shape 1071"/>
          <p:cNvSpPr/>
          <p:nvPr/>
        </p:nvSpPr>
        <p:spPr>
          <a:xfrm>
            <a:off x="1545335" y="3684272"/>
            <a:ext cx="974824" cy="11479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19" h="20771" extrusionOk="0">
                <a:moveTo>
                  <a:pt x="1138" y="15246"/>
                </a:moveTo>
                <a:cubicBezTo>
                  <a:pt x="-969" y="13408"/>
                  <a:pt x="348" y="12259"/>
                  <a:pt x="1138" y="9731"/>
                </a:cubicBezTo>
                <a:cubicBezTo>
                  <a:pt x="1929" y="7204"/>
                  <a:pt x="3246" y="770"/>
                  <a:pt x="5880" y="80"/>
                </a:cubicBezTo>
                <a:cubicBezTo>
                  <a:pt x="8514" y="-609"/>
                  <a:pt x="14572" y="3297"/>
                  <a:pt x="16943" y="5595"/>
                </a:cubicBezTo>
                <a:cubicBezTo>
                  <a:pt x="19314" y="7893"/>
                  <a:pt x="20631" y="11340"/>
                  <a:pt x="20104" y="13868"/>
                </a:cubicBezTo>
                <a:cubicBezTo>
                  <a:pt x="19577" y="16395"/>
                  <a:pt x="16943" y="20531"/>
                  <a:pt x="13782" y="20761"/>
                </a:cubicBezTo>
                <a:cubicBezTo>
                  <a:pt x="10621" y="20991"/>
                  <a:pt x="3246" y="17085"/>
                  <a:pt x="1138" y="15246"/>
                </a:cubicBezTo>
                <a:close/>
              </a:path>
            </a:pathLst>
          </a:custGeom>
          <a:solidFill>
            <a:srgbClr val="ADFFAD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72" name="Shape 1072"/>
          <p:cNvSpPr/>
          <p:nvPr/>
        </p:nvSpPr>
        <p:spPr>
          <a:xfrm>
            <a:off x="1517242" y="4208991"/>
            <a:ext cx="540850" cy="5477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42" h="20252" extrusionOk="0">
                <a:moveTo>
                  <a:pt x="3135" y="3303"/>
                </a:moveTo>
                <a:cubicBezTo>
                  <a:pt x="5055" y="955"/>
                  <a:pt x="8895" y="-923"/>
                  <a:pt x="11775" y="486"/>
                </a:cubicBezTo>
                <a:cubicBezTo>
                  <a:pt x="14655" y="1894"/>
                  <a:pt x="20895" y="8468"/>
                  <a:pt x="20415" y="11755"/>
                </a:cubicBezTo>
                <a:cubicBezTo>
                  <a:pt x="19935" y="15042"/>
                  <a:pt x="12255" y="19738"/>
                  <a:pt x="8895" y="20207"/>
                </a:cubicBezTo>
                <a:cubicBezTo>
                  <a:pt x="5535" y="20677"/>
                  <a:pt x="1215" y="17390"/>
                  <a:pt x="255" y="14573"/>
                </a:cubicBezTo>
                <a:cubicBezTo>
                  <a:pt x="-705" y="11755"/>
                  <a:pt x="1215" y="5651"/>
                  <a:pt x="3135" y="3303"/>
                </a:cubicBezTo>
                <a:close/>
              </a:path>
            </a:pathLst>
          </a:custGeom>
          <a:solidFill>
            <a:srgbClr val="FFFFDD"/>
          </a:solidFill>
          <a:ln>
            <a:solidFill>
              <a:srgbClr val="FFCC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73" name="Shape 1073"/>
          <p:cNvSpPr/>
          <p:nvPr/>
        </p:nvSpPr>
        <p:spPr>
          <a:xfrm>
            <a:off x="2055409" y="4192786"/>
            <a:ext cx="465947" cy="5638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320" h="20403" extrusionOk="0">
                <a:moveTo>
                  <a:pt x="87" y="6576"/>
                </a:moveTo>
                <a:cubicBezTo>
                  <a:pt x="641" y="4278"/>
                  <a:pt x="3964" y="1980"/>
                  <a:pt x="6733" y="1061"/>
                </a:cubicBezTo>
                <a:cubicBezTo>
                  <a:pt x="9502" y="142"/>
                  <a:pt x="14487" y="-777"/>
                  <a:pt x="16702" y="1061"/>
                </a:cubicBezTo>
                <a:cubicBezTo>
                  <a:pt x="18918" y="2900"/>
                  <a:pt x="21133" y="8874"/>
                  <a:pt x="20025" y="12091"/>
                </a:cubicBezTo>
                <a:cubicBezTo>
                  <a:pt x="18918" y="15308"/>
                  <a:pt x="12825" y="19904"/>
                  <a:pt x="10056" y="20363"/>
                </a:cubicBezTo>
                <a:cubicBezTo>
                  <a:pt x="7287" y="20823"/>
                  <a:pt x="5071" y="17146"/>
                  <a:pt x="3410" y="14849"/>
                </a:cubicBezTo>
                <a:cubicBezTo>
                  <a:pt x="1748" y="12551"/>
                  <a:pt x="-467" y="8874"/>
                  <a:pt x="87" y="6576"/>
                </a:cubicBezTo>
                <a:close/>
              </a:path>
            </a:pathLst>
          </a:custGeom>
          <a:solidFill>
            <a:srgbClr val="E7FFE7"/>
          </a:solidFill>
          <a:ln>
            <a:solidFill>
              <a:srgbClr val="00FF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1112" name="Group 1112"/>
          <p:cNvGrpSpPr/>
          <p:nvPr/>
        </p:nvGrpSpPr>
        <p:grpSpPr>
          <a:xfrm>
            <a:off x="533399" y="2912745"/>
            <a:ext cx="2362201" cy="1704341"/>
            <a:chOff x="0" y="0"/>
            <a:chExt cx="2362200" cy="1704339"/>
          </a:xfrm>
        </p:grpSpPr>
        <p:grpSp>
          <p:nvGrpSpPr>
            <p:cNvPr id="1076" name="Group 1076"/>
            <p:cNvGrpSpPr/>
            <p:nvPr/>
          </p:nvGrpSpPr>
          <p:grpSpPr>
            <a:xfrm>
              <a:off x="1524000" y="-1"/>
              <a:ext cx="304801" cy="332741"/>
              <a:chOff x="0" y="0"/>
              <a:chExt cx="304800" cy="332740"/>
            </a:xfrm>
          </p:grpSpPr>
          <p:sp>
            <p:nvSpPr>
              <p:cNvPr id="1074" name="Shape 1074"/>
              <p:cNvSpPr/>
              <p:nvPr/>
            </p:nvSpPr>
            <p:spPr>
              <a:xfrm>
                <a:off x="-1" y="139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99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075" name="Shape 1075"/>
              <p:cNvSpPr/>
              <p:nvPr/>
            </p:nvSpPr>
            <p:spPr>
              <a:xfrm>
                <a:off x="26412" y="-1"/>
                <a:ext cx="251976" cy="332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600"/>
                  <a:t>+</a:t>
                </a:r>
              </a:p>
            </p:txBody>
          </p:sp>
        </p:grpSp>
        <p:grpSp>
          <p:nvGrpSpPr>
            <p:cNvPr id="1106" name="Group 1106"/>
            <p:cNvGrpSpPr/>
            <p:nvPr/>
          </p:nvGrpSpPr>
          <p:grpSpPr>
            <a:xfrm>
              <a:off x="0" y="457199"/>
              <a:ext cx="1905001" cy="1247141"/>
              <a:chOff x="0" y="0"/>
              <a:chExt cx="1905000" cy="1247140"/>
            </a:xfrm>
          </p:grpSpPr>
          <p:grpSp>
            <p:nvGrpSpPr>
              <p:cNvPr id="1079" name="Group 1079"/>
              <p:cNvGrpSpPr/>
              <p:nvPr/>
            </p:nvGrpSpPr>
            <p:grpSpPr>
              <a:xfrm>
                <a:off x="838200" y="-1"/>
                <a:ext cx="304801" cy="332741"/>
                <a:chOff x="0" y="0"/>
                <a:chExt cx="304800" cy="332740"/>
              </a:xfrm>
            </p:grpSpPr>
            <p:sp>
              <p:nvSpPr>
                <p:cNvPr id="1077" name="Shape 1077"/>
                <p:cNvSpPr/>
                <p:nvPr/>
              </p:nvSpPr>
              <p:spPr>
                <a:xfrm>
                  <a:off x="-1" y="13969"/>
                  <a:ext cx="304802" cy="30480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FF99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078" name="Shape 1078"/>
                <p:cNvSpPr/>
                <p:nvPr/>
              </p:nvSpPr>
              <p:spPr>
                <a:xfrm>
                  <a:off x="63420" y="-1"/>
                  <a:ext cx="177960" cy="3327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none" lIns="0" tIns="0" rIns="0" bIns="0" numCol="1" anchor="ctr">
                  <a:spAutoFit/>
                </a:bodyPr>
                <a:lstStyle>
                  <a:lvl1pPr algn="ctr">
                    <a:defRPr sz="16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600"/>
                    <a:t>-</a:t>
                  </a:r>
                </a:p>
              </p:txBody>
            </p:sp>
          </p:grpSp>
          <p:grpSp>
            <p:nvGrpSpPr>
              <p:cNvPr id="1091" name="Group 1091"/>
              <p:cNvGrpSpPr/>
              <p:nvPr/>
            </p:nvGrpSpPr>
            <p:grpSpPr>
              <a:xfrm>
                <a:off x="1066800" y="457199"/>
                <a:ext cx="838201" cy="789941"/>
                <a:chOff x="0" y="0"/>
                <a:chExt cx="838200" cy="789940"/>
              </a:xfrm>
            </p:grpSpPr>
            <p:grpSp>
              <p:nvGrpSpPr>
                <p:cNvPr id="1082" name="Group 1082"/>
                <p:cNvGrpSpPr/>
                <p:nvPr/>
              </p:nvGrpSpPr>
              <p:grpSpPr>
                <a:xfrm>
                  <a:off x="228600" y="-1"/>
                  <a:ext cx="304801" cy="332741"/>
                  <a:chOff x="0" y="0"/>
                  <a:chExt cx="304800" cy="332740"/>
                </a:xfrm>
              </p:grpSpPr>
              <p:sp>
                <p:nvSpPr>
                  <p:cNvPr id="1080" name="Shape 1080"/>
                  <p:cNvSpPr/>
                  <p:nvPr/>
                </p:nvSpPr>
                <p:spPr>
                  <a:xfrm>
                    <a:off x="-1" y="13969"/>
                    <a:ext cx="304802" cy="30480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rgbClr val="FFFF99"/>
                  </a:solidFill>
                  <a:ln w="952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 algn="ctr"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pPr>
                    <a:endParaRPr/>
                  </a:p>
                </p:txBody>
              </p:sp>
              <p:sp>
                <p:nvSpPr>
                  <p:cNvPr id="1081" name="Shape 1081"/>
                  <p:cNvSpPr/>
                  <p:nvPr/>
                </p:nvSpPr>
                <p:spPr>
                  <a:xfrm>
                    <a:off x="44866" y="-1"/>
                    <a:ext cx="215068" cy="33274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none" lIns="0" tIns="0" rIns="0" bIns="0" numCol="1" anchor="ctr">
                    <a:spAutoFit/>
                  </a:bodyPr>
                  <a:lstStyle>
                    <a:lvl1pPr algn="ctr"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lvl1pPr>
                  </a:lstStyle>
                  <a:p>
                    <a:pPr lvl="0">
                      <a:defRPr sz="1800"/>
                    </a:pPr>
                    <a:r>
                      <a:rPr sz="1600"/>
                      <a:t>*</a:t>
                    </a:r>
                  </a:p>
                </p:txBody>
              </p:sp>
            </p:grpSp>
            <p:grpSp>
              <p:nvGrpSpPr>
                <p:cNvPr id="1085" name="Group 1085"/>
                <p:cNvGrpSpPr/>
                <p:nvPr/>
              </p:nvGrpSpPr>
              <p:grpSpPr>
                <a:xfrm>
                  <a:off x="533400" y="457199"/>
                  <a:ext cx="304801" cy="332741"/>
                  <a:chOff x="0" y="0"/>
                  <a:chExt cx="304800" cy="332740"/>
                </a:xfrm>
              </p:grpSpPr>
              <p:sp>
                <p:nvSpPr>
                  <p:cNvPr id="1083" name="Shape 1083"/>
                  <p:cNvSpPr/>
                  <p:nvPr/>
                </p:nvSpPr>
                <p:spPr>
                  <a:xfrm>
                    <a:off x="-1" y="13969"/>
                    <a:ext cx="304802" cy="30480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rgbClr val="CCFFFF"/>
                  </a:solidFill>
                  <a:ln w="952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 algn="ctr"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pPr>
                    <a:endParaRPr/>
                  </a:p>
                </p:txBody>
              </p:sp>
              <p:sp>
                <p:nvSpPr>
                  <p:cNvPr id="1084" name="Shape 1084"/>
                  <p:cNvSpPr/>
                  <p:nvPr/>
                </p:nvSpPr>
                <p:spPr>
                  <a:xfrm>
                    <a:off x="31422" y="-1"/>
                    <a:ext cx="241956" cy="33274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none" lIns="0" tIns="0" rIns="0" bIns="0" numCol="1" anchor="ctr">
                    <a:spAutoFit/>
                  </a:bodyPr>
                  <a:lstStyle>
                    <a:lvl1pPr algn="ctr"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lvl1pPr>
                  </a:lstStyle>
                  <a:p>
                    <a:pPr lvl="0">
                      <a:defRPr sz="1800"/>
                    </a:pPr>
                    <a:r>
                      <a:rPr sz="1600"/>
                      <a:t>D</a:t>
                    </a:r>
                  </a:p>
                </p:txBody>
              </p:sp>
            </p:grpSp>
            <p:grpSp>
              <p:nvGrpSpPr>
                <p:cNvPr id="1088" name="Group 1088"/>
                <p:cNvGrpSpPr/>
                <p:nvPr/>
              </p:nvGrpSpPr>
              <p:grpSpPr>
                <a:xfrm>
                  <a:off x="0" y="457199"/>
                  <a:ext cx="304801" cy="332741"/>
                  <a:chOff x="0" y="0"/>
                  <a:chExt cx="304800" cy="332740"/>
                </a:xfrm>
              </p:grpSpPr>
              <p:sp>
                <p:nvSpPr>
                  <p:cNvPr id="1086" name="Shape 1086"/>
                  <p:cNvSpPr/>
                  <p:nvPr/>
                </p:nvSpPr>
                <p:spPr>
                  <a:xfrm>
                    <a:off x="-1" y="13969"/>
                    <a:ext cx="304802" cy="30480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rgbClr val="CCFFFF"/>
                  </a:solidFill>
                  <a:ln w="952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 algn="ctr"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pPr>
                    <a:endParaRPr/>
                  </a:p>
                </p:txBody>
              </p:sp>
              <p:sp>
                <p:nvSpPr>
                  <p:cNvPr id="1087" name="Shape 1087"/>
                  <p:cNvSpPr/>
                  <p:nvPr/>
                </p:nvSpPr>
                <p:spPr>
                  <a:xfrm>
                    <a:off x="39310" y="-1"/>
                    <a:ext cx="226180" cy="33274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none" lIns="0" tIns="0" rIns="0" bIns="0" numCol="1" anchor="ctr">
                    <a:spAutoFit/>
                  </a:bodyPr>
                  <a:lstStyle>
                    <a:lvl1pPr algn="ctr"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lvl1pPr>
                  </a:lstStyle>
                  <a:p>
                    <a:pPr lvl="0">
                      <a:defRPr sz="1800"/>
                    </a:pPr>
                    <a:r>
                      <a:rPr sz="1600"/>
                      <a:t>C</a:t>
                    </a:r>
                  </a:p>
                </p:txBody>
              </p:sp>
            </p:grpSp>
            <p:sp>
              <p:nvSpPr>
                <p:cNvPr id="1089" name="Shape 1089"/>
                <p:cNvSpPr/>
                <p:nvPr/>
              </p:nvSpPr>
              <p:spPr>
                <a:xfrm>
                  <a:off x="488949" y="274320"/>
                  <a:ext cx="196852" cy="19685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1090" name="Shape 1090"/>
                <p:cNvSpPr/>
                <p:nvPr/>
              </p:nvSpPr>
              <p:spPr>
                <a:xfrm flipH="1">
                  <a:off x="152399" y="274320"/>
                  <a:ext cx="120652" cy="19685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</p:grpSp>
          <p:sp>
            <p:nvSpPr>
              <p:cNvPr id="1092" name="Shape 1092"/>
              <p:cNvSpPr/>
              <p:nvPr/>
            </p:nvSpPr>
            <p:spPr>
              <a:xfrm>
                <a:off x="1098550" y="274319"/>
                <a:ext cx="349251" cy="19685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grpSp>
            <p:nvGrpSpPr>
              <p:cNvPr id="1104" name="Group 1104"/>
              <p:cNvGrpSpPr/>
              <p:nvPr/>
            </p:nvGrpSpPr>
            <p:grpSpPr>
              <a:xfrm>
                <a:off x="0" y="488949"/>
                <a:ext cx="990601" cy="758191"/>
                <a:chOff x="0" y="0"/>
                <a:chExt cx="990600" cy="758190"/>
              </a:xfrm>
            </p:grpSpPr>
            <p:grpSp>
              <p:nvGrpSpPr>
                <p:cNvPr id="1095" name="Group 1095"/>
                <p:cNvGrpSpPr/>
                <p:nvPr/>
              </p:nvGrpSpPr>
              <p:grpSpPr>
                <a:xfrm>
                  <a:off x="304800" y="-1"/>
                  <a:ext cx="304801" cy="332741"/>
                  <a:chOff x="0" y="0"/>
                  <a:chExt cx="304800" cy="332740"/>
                </a:xfrm>
              </p:grpSpPr>
              <p:sp>
                <p:nvSpPr>
                  <p:cNvPr id="1093" name="Shape 1093"/>
                  <p:cNvSpPr/>
                  <p:nvPr/>
                </p:nvSpPr>
                <p:spPr>
                  <a:xfrm>
                    <a:off x="-1" y="13969"/>
                    <a:ext cx="304802" cy="30480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rgbClr val="FFFF99"/>
                  </a:solidFill>
                  <a:ln w="952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 algn="ctr"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pPr>
                    <a:endParaRPr/>
                  </a:p>
                </p:txBody>
              </p:sp>
              <p:sp>
                <p:nvSpPr>
                  <p:cNvPr id="1094" name="Shape 1094"/>
                  <p:cNvSpPr/>
                  <p:nvPr/>
                </p:nvSpPr>
                <p:spPr>
                  <a:xfrm>
                    <a:off x="44866" y="-1"/>
                    <a:ext cx="215068" cy="33274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none" lIns="0" tIns="0" rIns="0" bIns="0" numCol="1" anchor="ctr">
                    <a:spAutoFit/>
                  </a:bodyPr>
                  <a:lstStyle>
                    <a:lvl1pPr algn="ctr"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lvl1pPr>
                  </a:lstStyle>
                  <a:p>
                    <a:pPr lvl="0">
                      <a:defRPr sz="1800"/>
                    </a:pPr>
                    <a:r>
                      <a:rPr sz="1600"/>
                      <a:t>*</a:t>
                    </a:r>
                  </a:p>
                </p:txBody>
              </p:sp>
            </p:grpSp>
            <p:grpSp>
              <p:nvGrpSpPr>
                <p:cNvPr id="1098" name="Group 1098"/>
                <p:cNvGrpSpPr/>
                <p:nvPr/>
              </p:nvGrpSpPr>
              <p:grpSpPr>
                <a:xfrm>
                  <a:off x="685800" y="380999"/>
                  <a:ext cx="304801" cy="332741"/>
                  <a:chOff x="0" y="0"/>
                  <a:chExt cx="304800" cy="332740"/>
                </a:xfrm>
              </p:grpSpPr>
              <p:sp>
                <p:nvSpPr>
                  <p:cNvPr id="1096" name="Shape 1096"/>
                  <p:cNvSpPr/>
                  <p:nvPr/>
                </p:nvSpPr>
                <p:spPr>
                  <a:xfrm>
                    <a:off x="-1" y="13969"/>
                    <a:ext cx="304802" cy="30480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rgbClr val="CCFFFF"/>
                  </a:solidFill>
                  <a:ln w="952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 algn="ctr"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pPr>
                    <a:endParaRPr/>
                  </a:p>
                </p:txBody>
              </p:sp>
              <p:sp>
                <p:nvSpPr>
                  <p:cNvPr id="1097" name="Shape 1097"/>
                  <p:cNvSpPr/>
                  <p:nvPr/>
                </p:nvSpPr>
                <p:spPr>
                  <a:xfrm>
                    <a:off x="40451" y="-1"/>
                    <a:ext cx="223898" cy="33274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none" lIns="0" tIns="0" rIns="0" bIns="0" numCol="1" anchor="ctr">
                    <a:spAutoFit/>
                  </a:bodyPr>
                  <a:lstStyle>
                    <a:lvl1pPr algn="ctr"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lvl1pPr>
                  </a:lstStyle>
                  <a:p>
                    <a:pPr lvl="0">
                      <a:defRPr sz="1800"/>
                    </a:pPr>
                    <a:r>
                      <a:rPr sz="1600"/>
                      <a:t>B</a:t>
                    </a:r>
                  </a:p>
                </p:txBody>
              </p:sp>
            </p:grpSp>
            <p:sp>
              <p:nvSpPr>
                <p:cNvPr id="1099" name="Shape 1099"/>
                <p:cNvSpPr/>
                <p:nvPr/>
              </p:nvSpPr>
              <p:spPr>
                <a:xfrm>
                  <a:off x="565150" y="274320"/>
                  <a:ext cx="165101" cy="16510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grpSp>
              <p:nvGrpSpPr>
                <p:cNvPr id="1102" name="Group 1102"/>
                <p:cNvGrpSpPr/>
                <p:nvPr/>
              </p:nvGrpSpPr>
              <p:grpSpPr>
                <a:xfrm>
                  <a:off x="0" y="425449"/>
                  <a:ext cx="304801" cy="332741"/>
                  <a:chOff x="0" y="0"/>
                  <a:chExt cx="304800" cy="332740"/>
                </a:xfrm>
              </p:grpSpPr>
              <p:sp>
                <p:nvSpPr>
                  <p:cNvPr id="1100" name="Shape 1100"/>
                  <p:cNvSpPr/>
                  <p:nvPr/>
                </p:nvSpPr>
                <p:spPr>
                  <a:xfrm>
                    <a:off x="-1" y="13969"/>
                    <a:ext cx="304802" cy="30480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rgbClr val="CCFFFF"/>
                  </a:solidFill>
                  <a:ln w="952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 algn="ctr"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pPr>
                    <a:endParaRPr/>
                  </a:p>
                </p:txBody>
              </p:sp>
              <p:sp>
                <p:nvSpPr>
                  <p:cNvPr id="1101" name="Shape 1101"/>
                  <p:cNvSpPr/>
                  <p:nvPr/>
                </p:nvSpPr>
                <p:spPr>
                  <a:xfrm>
                    <a:off x="39409" y="-1"/>
                    <a:ext cx="225982" cy="33274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none" lIns="0" tIns="0" rIns="0" bIns="0" numCol="1" anchor="ctr">
                    <a:spAutoFit/>
                  </a:bodyPr>
                  <a:lstStyle>
                    <a:lvl1pPr algn="ctr">
                      <a:defRPr sz="1600">
                        <a:latin typeface="Tahoma"/>
                        <a:ea typeface="Tahoma"/>
                        <a:cs typeface="Tahoma"/>
                        <a:sym typeface="Tahoma"/>
                      </a:defRPr>
                    </a:lvl1pPr>
                  </a:lstStyle>
                  <a:p>
                    <a:pPr lvl="0">
                      <a:defRPr sz="1800"/>
                    </a:pPr>
                    <a:r>
                      <a:rPr sz="1600"/>
                      <a:t>A</a:t>
                    </a:r>
                  </a:p>
                </p:txBody>
              </p:sp>
            </p:grpSp>
            <p:sp>
              <p:nvSpPr>
                <p:cNvPr id="1103" name="Shape 1103"/>
                <p:cNvSpPr/>
                <p:nvPr/>
              </p:nvSpPr>
              <p:spPr>
                <a:xfrm flipH="1">
                  <a:off x="260349" y="274320"/>
                  <a:ext cx="88902" cy="20955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</p:grpSp>
          <p:sp>
            <p:nvSpPr>
              <p:cNvPr id="1105" name="Shape 1105"/>
              <p:cNvSpPr/>
              <p:nvPr/>
            </p:nvSpPr>
            <p:spPr>
              <a:xfrm flipH="1">
                <a:off x="457200" y="274319"/>
                <a:ext cx="425450" cy="2286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grpSp>
          <p:nvGrpSpPr>
            <p:cNvPr id="1109" name="Group 1109"/>
            <p:cNvGrpSpPr/>
            <p:nvPr/>
          </p:nvGrpSpPr>
          <p:grpSpPr>
            <a:xfrm>
              <a:off x="2057400" y="457199"/>
              <a:ext cx="304801" cy="332741"/>
              <a:chOff x="0" y="0"/>
              <a:chExt cx="304800" cy="332740"/>
            </a:xfrm>
          </p:grpSpPr>
          <p:sp>
            <p:nvSpPr>
              <p:cNvPr id="1107" name="Shape 1107"/>
              <p:cNvSpPr/>
              <p:nvPr/>
            </p:nvSpPr>
            <p:spPr>
              <a:xfrm>
                <a:off x="-1" y="139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C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108" name="Shape 1108"/>
              <p:cNvSpPr/>
              <p:nvPr/>
            </p:nvSpPr>
            <p:spPr>
              <a:xfrm>
                <a:off x="31720" y="-1"/>
                <a:ext cx="241360" cy="332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600"/>
                  <a:t>H</a:t>
                </a:r>
              </a:p>
            </p:txBody>
          </p:sp>
        </p:grpSp>
        <p:sp>
          <p:nvSpPr>
            <p:cNvPr id="1110" name="Shape 1110"/>
            <p:cNvSpPr/>
            <p:nvPr/>
          </p:nvSpPr>
          <p:spPr>
            <a:xfrm flipH="1">
              <a:off x="1098549" y="274320"/>
              <a:ext cx="469901" cy="2413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111" name="Shape 1111"/>
            <p:cNvSpPr/>
            <p:nvPr/>
          </p:nvSpPr>
          <p:spPr>
            <a:xfrm>
              <a:off x="1784350" y="274320"/>
              <a:ext cx="317501" cy="2413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1113" name="Shape 1113"/>
          <p:cNvSpPr/>
          <p:nvPr/>
        </p:nvSpPr>
        <p:spPr>
          <a:xfrm>
            <a:off x="3554412" y="2349500"/>
            <a:ext cx="5410201" cy="3245486"/>
          </a:xfrm>
          <a:prstGeom prst="rect">
            <a:avLst/>
          </a:prstGeom>
          <a:solidFill>
            <a:srgbClr val="FFFFFF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</a:pPr>
            <a:r>
              <a:rPr sz="1600">
                <a:latin typeface="Tahoma"/>
                <a:ea typeface="Tahoma"/>
                <a:cs typeface="Tahoma"/>
                <a:sym typeface="Tahoma"/>
              </a:rPr>
              <a:t>Para evaluar el arbol:</a:t>
            </a:r>
            <a:endParaRPr sz="160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>
              <a:spcBef>
                <a:spcPts val="900"/>
              </a:spcBef>
            </a:pPr>
            <a:r>
              <a:rPr sz="1600" b="1">
                <a:latin typeface="Tahoma"/>
                <a:ea typeface="Tahoma"/>
                <a:cs typeface="Tahoma"/>
                <a:sym typeface="Tahoma"/>
              </a:rPr>
              <a:t>Si el arbol tiene un solo nodo</a:t>
            </a:r>
            <a:r>
              <a:rPr sz="1600">
                <a:latin typeface="Tahoma"/>
                <a:ea typeface="Tahoma"/>
                <a:cs typeface="Tahoma"/>
                <a:sym typeface="Tahoma"/>
              </a:rPr>
              <a:t> y este almacena un operando</a:t>
            </a:r>
            <a:endParaRPr sz="160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>
              <a:spcBef>
                <a:spcPts val="900"/>
              </a:spcBef>
            </a:pPr>
            <a:r>
              <a:rPr sz="1600">
                <a:latin typeface="Tahoma"/>
                <a:ea typeface="Tahoma"/>
                <a:cs typeface="Tahoma"/>
                <a:sym typeface="Tahoma"/>
              </a:rPr>
              <a:t>	El resultado de la evaluacion es el valor de ese 	operando</a:t>
            </a:r>
            <a:endParaRPr sz="160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>
              <a:spcBef>
                <a:spcPts val="900"/>
              </a:spcBef>
            </a:pPr>
            <a:r>
              <a:rPr sz="1600" b="1">
                <a:latin typeface="Tahoma"/>
                <a:ea typeface="Tahoma"/>
                <a:cs typeface="Tahoma"/>
                <a:sym typeface="Tahoma"/>
              </a:rPr>
              <a:t>Si no</a:t>
            </a:r>
            <a:endParaRPr sz="1600" b="1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>
              <a:spcBef>
                <a:spcPts val="900"/>
              </a:spcBef>
            </a:pPr>
            <a:r>
              <a:rPr sz="1600">
                <a:latin typeface="Tahoma"/>
                <a:ea typeface="Tahoma"/>
                <a:cs typeface="Tahoma"/>
                <a:sym typeface="Tahoma"/>
              </a:rPr>
              <a:t>	1. Res1 = Evaluo subarbol izquierdo</a:t>
            </a:r>
            <a:endParaRPr sz="160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>
              <a:spcBef>
                <a:spcPts val="900"/>
              </a:spcBef>
            </a:pPr>
            <a:r>
              <a:rPr sz="1600">
                <a:latin typeface="Tahoma"/>
                <a:ea typeface="Tahoma"/>
                <a:cs typeface="Tahoma"/>
                <a:sym typeface="Tahoma"/>
              </a:rPr>
              <a:t>	2. Res2 = Evaluo subarbol derecho</a:t>
            </a:r>
            <a:endParaRPr sz="160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>
              <a:spcBef>
                <a:spcPts val="900"/>
              </a:spcBef>
            </a:pPr>
            <a:r>
              <a:rPr sz="1600">
                <a:latin typeface="Tahoma"/>
                <a:ea typeface="Tahoma"/>
                <a:cs typeface="Tahoma"/>
                <a:sym typeface="Tahoma"/>
              </a:rPr>
              <a:t>	3. Recupero la info de la raiz y efectuo la operación alli indicada, entre Res1 y Res2</a:t>
            </a:r>
          </a:p>
        </p:txBody>
      </p:sp>
      <p:grpSp>
        <p:nvGrpSpPr>
          <p:cNvPr id="1116" name="Group 1116"/>
          <p:cNvGrpSpPr/>
          <p:nvPr/>
        </p:nvGrpSpPr>
        <p:grpSpPr>
          <a:xfrm>
            <a:off x="380998" y="5135245"/>
            <a:ext cx="3048001" cy="459741"/>
            <a:chOff x="0" y="0"/>
            <a:chExt cx="3048000" cy="459740"/>
          </a:xfrm>
        </p:grpSpPr>
        <p:sp>
          <p:nvSpPr>
            <p:cNvPr id="1114" name="Shape 1114"/>
            <p:cNvSpPr/>
            <p:nvPr/>
          </p:nvSpPr>
          <p:spPr>
            <a:xfrm>
              <a:off x="0" y="1269"/>
              <a:ext cx="3048000" cy="457201"/>
            </a:xfrm>
            <a:prstGeom prst="rect">
              <a:avLst/>
            </a:pr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15" name="Shape 1115"/>
            <p:cNvSpPr/>
            <p:nvPr/>
          </p:nvSpPr>
          <p:spPr>
            <a:xfrm>
              <a:off x="0" y="-1"/>
              <a:ext cx="286901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A</a:t>
              </a:r>
            </a:p>
          </p:txBody>
        </p:sp>
      </p:grpSp>
      <p:grpSp>
        <p:nvGrpSpPr>
          <p:cNvPr id="1119" name="Group 1119"/>
          <p:cNvGrpSpPr/>
          <p:nvPr/>
        </p:nvGrpSpPr>
        <p:grpSpPr>
          <a:xfrm>
            <a:off x="380998" y="5135245"/>
            <a:ext cx="3048001" cy="459741"/>
            <a:chOff x="0" y="0"/>
            <a:chExt cx="3048000" cy="459740"/>
          </a:xfrm>
        </p:grpSpPr>
        <p:sp>
          <p:nvSpPr>
            <p:cNvPr id="1117" name="Shape 1117"/>
            <p:cNvSpPr/>
            <p:nvPr/>
          </p:nvSpPr>
          <p:spPr>
            <a:xfrm>
              <a:off x="0" y="1269"/>
              <a:ext cx="3048000" cy="457201"/>
            </a:xfrm>
            <a:prstGeom prst="rect">
              <a:avLst/>
            </a:pr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18" name="Shape 1118"/>
            <p:cNvSpPr/>
            <p:nvPr/>
          </p:nvSpPr>
          <p:spPr>
            <a:xfrm>
              <a:off x="0" y="-1"/>
              <a:ext cx="808842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A y B</a:t>
              </a:r>
            </a:p>
          </p:txBody>
        </p:sp>
      </p:grpSp>
      <p:grpSp>
        <p:nvGrpSpPr>
          <p:cNvPr id="1122" name="Group 1122"/>
          <p:cNvGrpSpPr/>
          <p:nvPr/>
        </p:nvGrpSpPr>
        <p:grpSpPr>
          <a:xfrm>
            <a:off x="380999" y="5135245"/>
            <a:ext cx="3048000" cy="459741"/>
            <a:chOff x="0" y="0"/>
            <a:chExt cx="3048000" cy="459740"/>
          </a:xfrm>
        </p:grpSpPr>
        <p:sp>
          <p:nvSpPr>
            <p:cNvPr id="1120" name="Shape 1120"/>
            <p:cNvSpPr/>
            <p:nvPr/>
          </p:nvSpPr>
          <p:spPr>
            <a:xfrm>
              <a:off x="0" y="1269"/>
              <a:ext cx="3048000" cy="457201"/>
            </a:xfrm>
            <a:prstGeom prst="rect">
              <a:avLst/>
            </a:pr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21" name="Shape 1121"/>
            <p:cNvSpPr/>
            <p:nvPr/>
          </p:nvSpPr>
          <p:spPr>
            <a:xfrm>
              <a:off x="0" y="-1"/>
              <a:ext cx="823427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A * B</a:t>
              </a:r>
            </a:p>
          </p:txBody>
        </p:sp>
      </p:grpSp>
      <p:grpSp>
        <p:nvGrpSpPr>
          <p:cNvPr id="1125" name="Group 1125"/>
          <p:cNvGrpSpPr/>
          <p:nvPr/>
        </p:nvGrpSpPr>
        <p:grpSpPr>
          <a:xfrm>
            <a:off x="380999" y="5135245"/>
            <a:ext cx="3048000" cy="459741"/>
            <a:chOff x="0" y="0"/>
            <a:chExt cx="3048000" cy="459740"/>
          </a:xfrm>
        </p:grpSpPr>
        <p:sp>
          <p:nvSpPr>
            <p:cNvPr id="1123" name="Shape 1123"/>
            <p:cNvSpPr/>
            <p:nvPr/>
          </p:nvSpPr>
          <p:spPr>
            <a:xfrm>
              <a:off x="0" y="1269"/>
              <a:ext cx="3048000" cy="457201"/>
            </a:xfrm>
            <a:prstGeom prst="rect">
              <a:avLst/>
            </a:pr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24" name="Shape 1124"/>
            <p:cNvSpPr/>
            <p:nvPr/>
          </p:nvSpPr>
          <p:spPr>
            <a:xfrm>
              <a:off x="0" y="-1"/>
              <a:ext cx="1582153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(A * B) y C</a:t>
              </a:r>
            </a:p>
          </p:txBody>
        </p:sp>
      </p:grpSp>
      <p:grpSp>
        <p:nvGrpSpPr>
          <p:cNvPr id="1128" name="Group 1128"/>
          <p:cNvGrpSpPr/>
          <p:nvPr/>
        </p:nvGrpSpPr>
        <p:grpSpPr>
          <a:xfrm>
            <a:off x="380999" y="5135245"/>
            <a:ext cx="3048000" cy="459741"/>
            <a:chOff x="0" y="0"/>
            <a:chExt cx="3048000" cy="459740"/>
          </a:xfrm>
        </p:grpSpPr>
        <p:sp>
          <p:nvSpPr>
            <p:cNvPr id="1126" name="Shape 1126"/>
            <p:cNvSpPr/>
            <p:nvPr/>
          </p:nvSpPr>
          <p:spPr>
            <a:xfrm>
              <a:off x="0" y="1269"/>
              <a:ext cx="3048000" cy="457201"/>
            </a:xfrm>
            <a:prstGeom prst="rect">
              <a:avLst/>
            </a:pr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27" name="Shape 1127"/>
            <p:cNvSpPr/>
            <p:nvPr/>
          </p:nvSpPr>
          <p:spPr>
            <a:xfrm>
              <a:off x="0" y="-1"/>
              <a:ext cx="2131180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(A * B) y C y D</a:t>
              </a:r>
            </a:p>
          </p:txBody>
        </p:sp>
      </p:grpSp>
      <p:grpSp>
        <p:nvGrpSpPr>
          <p:cNvPr id="1131" name="Group 1131"/>
          <p:cNvGrpSpPr/>
          <p:nvPr/>
        </p:nvGrpSpPr>
        <p:grpSpPr>
          <a:xfrm>
            <a:off x="380999" y="5135245"/>
            <a:ext cx="3048000" cy="459741"/>
            <a:chOff x="0" y="0"/>
            <a:chExt cx="3048000" cy="459740"/>
          </a:xfrm>
        </p:grpSpPr>
        <p:sp>
          <p:nvSpPr>
            <p:cNvPr id="1129" name="Shape 1129"/>
            <p:cNvSpPr/>
            <p:nvPr/>
          </p:nvSpPr>
          <p:spPr>
            <a:xfrm>
              <a:off x="0" y="1269"/>
              <a:ext cx="3048000" cy="457201"/>
            </a:xfrm>
            <a:prstGeom prst="rect">
              <a:avLst/>
            </a:pr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30" name="Shape 1130"/>
            <p:cNvSpPr/>
            <p:nvPr/>
          </p:nvSpPr>
          <p:spPr>
            <a:xfrm>
              <a:off x="0" y="-1"/>
              <a:ext cx="2188627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(A * B) y (C*D)</a:t>
              </a:r>
            </a:p>
          </p:txBody>
        </p:sp>
      </p:grpSp>
      <p:grpSp>
        <p:nvGrpSpPr>
          <p:cNvPr id="1134" name="Group 1134"/>
          <p:cNvGrpSpPr/>
          <p:nvPr/>
        </p:nvGrpSpPr>
        <p:grpSpPr>
          <a:xfrm>
            <a:off x="380999" y="5135245"/>
            <a:ext cx="3048000" cy="459741"/>
            <a:chOff x="0" y="0"/>
            <a:chExt cx="3048000" cy="459740"/>
          </a:xfrm>
        </p:grpSpPr>
        <p:sp>
          <p:nvSpPr>
            <p:cNvPr id="1132" name="Shape 1132"/>
            <p:cNvSpPr/>
            <p:nvPr/>
          </p:nvSpPr>
          <p:spPr>
            <a:xfrm>
              <a:off x="0" y="1269"/>
              <a:ext cx="3048000" cy="457201"/>
            </a:xfrm>
            <a:prstGeom prst="rect">
              <a:avLst/>
            </a:pr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33" name="Shape 1133"/>
            <p:cNvSpPr/>
            <p:nvPr/>
          </p:nvSpPr>
          <p:spPr>
            <a:xfrm>
              <a:off x="0" y="-1"/>
              <a:ext cx="2147551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(A * B) - (C*D)</a:t>
              </a:r>
            </a:p>
          </p:txBody>
        </p:sp>
      </p:grpSp>
      <p:grpSp>
        <p:nvGrpSpPr>
          <p:cNvPr id="1137" name="Group 1137"/>
          <p:cNvGrpSpPr/>
          <p:nvPr/>
        </p:nvGrpSpPr>
        <p:grpSpPr>
          <a:xfrm>
            <a:off x="380999" y="5135245"/>
            <a:ext cx="3048000" cy="459741"/>
            <a:chOff x="0" y="0"/>
            <a:chExt cx="3048000" cy="459740"/>
          </a:xfrm>
        </p:grpSpPr>
        <p:sp>
          <p:nvSpPr>
            <p:cNvPr id="1135" name="Shape 1135"/>
            <p:cNvSpPr/>
            <p:nvPr/>
          </p:nvSpPr>
          <p:spPr>
            <a:xfrm>
              <a:off x="0" y="1269"/>
              <a:ext cx="3048000" cy="457201"/>
            </a:xfrm>
            <a:prstGeom prst="rect">
              <a:avLst/>
            </a:pr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36" name="Shape 1136"/>
            <p:cNvSpPr/>
            <p:nvPr/>
          </p:nvSpPr>
          <p:spPr>
            <a:xfrm>
              <a:off x="0" y="-1"/>
              <a:ext cx="2695685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(A * B) - (C*D) y H</a:t>
              </a:r>
            </a:p>
          </p:txBody>
        </p:sp>
      </p:grpSp>
      <p:grpSp>
        <p:nvGrpSpPr>
          <p:cNvPr id="1140" name="Group 1140"/>
          <p:cNvGrpSpPr/>
          <p:nvPr/>
        </p:nvGrpSpPr>
        <p:grpSpPr>
          <a:xfrm>
            <a:off x="380999" y="5135245"/>
            <a:ext cx="3048000" cy="459741"/>
            <a:chOff x="0" y="0"/>
            <a:chExt cx="3048000" cy="459740"/>
          </a:xfrm>
        </p:grpSpPr>
        <p:sp>
          <p:nvSpPr>
            <p:cNvPr id="1138" name="Shape 1138"/>
            <p:cNvSpPr/>
            <p:nvPr/>
          </p:nvSpPr>
          <p:spPr>
            <a:xfrm>
              <a:off x="0" y="1269"/>
              <a:ext cx="3048000" cy="457201"/>
            </a:xfrm>
            <a:prstGeom prst="rect">
              <a:avLst/>
            </a:pr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39" name="Shape 1139"/>
            <p:cNvSpPr/>
            <p:nvPr/>
          </p:nvSpPr>
          <p:spPr>
            <a:xfrm>
              <a:off x="0" y="-1"/>
              <a:ext cx="2765634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(A * B) - (C*D) + H</a:t>
              </a:r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2B7B48D1-FBDC-4760-8DEC-E7C1FDDBD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EVALUACION DE LA EXP. POSTFIJA</a:t>
            </a:r>
            <a:endParaRPr lang="es-EC" dirty="0"/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6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9" fill="hold"/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fill="hold"/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fill="hold"/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7" fill="hold"/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2" fill="hold"/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8" fill="hold"/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" grpId="0" animBg="1" advAuto="0"/>
      <p:bldP spid="1067" grpId="0" build="p" animBg="1" advAuto="0"/>
      <p:bldP spid="1066" grpId="0" animBg="1" advAuto="0"/>
      <p:bldP spid="1068" grpId="0" animBg="1" advAuto="0"/>
      <p:bldP spid="1069" grpId="0" animBg="1" advAuto="0"/>
      <p:bldP spid="1070" grpId="0" animBg="1" advAuto="0"/>
      <p:bldP spid="1071" grpId="0" animBg="1" advAuto="0"/>
      <p:bldP spid="1072" grpId="0" animBg="1" advAuto="0"/>
      <p:bldP spid="1073" grpId="0" animBg="1" advAuto="0"/>
      <p:bldP spid="1112" grpId="0" animBg="1" advAuto="0"/>
      <p:bldP spid="1113" grpId="0" animBg="1" advAuto="0"/>
      <p:bldP spid="1116" grpId="0" animBg="1" advAuto="0"/>
      <p:bldP spid="1119" grpId="0" animBg="1" advAuto="0"/>
      <p:bldP spid="1122" grpId="0" animBg="1" advAuto="0"/>
      <p:bldP spid="1125" grpId="0" animBg="1" advAuto="0"/>
      <p:bldP spid="1128" grpId="0" animBg="1" advAuto="0"/>
      <p:bldP spid="1131" grpId="0" animBg="1" advAuto="0"/>
      <p:bldP spid="1134" grpId="0" animBg="1" advAuto="0"/>
      <p:bldP spid="1137" grpId="0" animBg="1" advAuto="0"/>
      <p:bldP spid="1140" grpId="0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71A24F7-5B03-4E38-89D1-65E64F154BA3}"/>
              </a:ext>
            </a:extLst>
          </p:cNvPr>
          <p:cNvSpPr/>
          <p:nvPr/>
        </p:nvSpPr>
        <p:spPr>
          <a:xfrm>
            <a:off x="6256125" y="6024244"/>
            <a:ext cx="2887875" cy="7626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143" name="Shape 1143"/>
          <p:cNvSpPr>
            <a:spLocks noGrp="1"/>
          </p:cNvSpPr>
          <p:nvPr>
            <p:ph idx="1"/>
          </p:nvPr>
        </p:nvSpPr>
        <p:spPr>
          <a:xfrm>
            <a:off x="174095" y="1672906"/>
            <a:ext cx="7330372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57175" lvl="0" indent="-257175">
              <a:lnSpc>
                <a:spcPct val="12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Los </a:t>
            </a:r>
            <a:r>
              <a:rPr sz="2400" dirty="0" err="1">
                <a:solidFill>
                  <a:srgbClr val="002850"/>
                </a:solidFill>
              </a:rPr>
              <a:t>elementos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en</a:t>
            </a:r>
            <a:r>
              <a:rPr sz="2400" dirty="0">
                <a:solidFill>
                  <a:srgbClr val="002850"/>
                </a:solidFill>
              </a:rPr>
              <a:t> un </a:t>
            </a:r>
            <a:r>
              <a:rPr lang="es-419" sz="2400" dirty="0">
                <a:solidFill>
                  <a:srgbClr val="002850"/>
                </a:solidFill>
              </a:rPr>
              <a:t>á</a:t>
            </a:r>
            <a:r>
              <a:rPr sz="2400" dirty="0" err="1">
                <a:solidFill>
                  <a:srgbClr val="002850"/>
                </a:solidFill>
              </a:rPr>
              <a:t>rbol</a:t>
            </a:r>
            <a:endParaRPr sz="2400" dirty="0">
              <a:solidFill>
                <a:srgbClr val="002850"/>
              </a:solidFill>
            </a:endParaRPr>
          </a:p>
          <a:p>
            <a:pPr marL="661307" lvl="1" indent="-204107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Hasta </a:t>
            </a:r>
            <a:r>
              <a:rPr sz="2000" dirty="0" err="1">
                <a:solidFill>
                  <a:srgbClr val="002850"/>
                </a:solidFill>
              </a:rPr>
              <a:t>ahora</a:t>
            </a:r>
            <a:r>
              <a:rPr sz="2000" dirty="0">
                <a:solidFill>
                  <a:srgbClr val="002850"/>
                </a:solidFill>
              </a:rPr>
              <a:t> no </a:t>
            </a:r>
            <a:r>
              <a:rPr sz="2000" dirty="0" err="1">
                <a:solidFill>
                  <a:srgbClr val="002850"/>
                </a:solidFill>
              </a:rPr>
              <a:t>han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guardado</a:t>
            </a:r>
            <a:r>
              <a:rPr sz="2000" dirty="0">
                <a:solidFill>
                  <a:srgbClr val="002850"/>
                </a:solidFill>
              </a:rPr>
              <a:t> un </a:t>
            </a:r>
            <a:r>
              <a:rPr sz="2000" dirty="0" err="1">
                <a:solidFill>
                  <a:srgbClr val="002850"/>
                </a:solidFill>
              </a:rPr>
              <a:t>orden</a:t>
            </a:r>
            <a:endParaRPr sz="2000" dirty="0">
              <a:solidFill>
                <a:srgbClr val="002850"/>
              </a:solidFill>
            </a:endParaRPr>
          </a:p>
          <a:p>
            <a:pPr marL="661307" lvl="1" indent="-204107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No </a:t>
            </a:r>
            <a:r>
              <a:rPr sz="2000" dirty="0" err="1">
                <a:solidFill>
                  <a:srgbClr val="002850"/>
                </a:solidFill>
              </a:rPr>
              <a:t>sirven</a:t>
            </a:r>
            <a:r>
              <a:rPr sz="2000" dirty="0">
                <a:solidFill>
                  <a:srgbClr val="002850"/>
                </a:solidFill>
              </a:rPr>
              <a:t> para </a:t>
            </a:r>
            <a:r>
              <a:rPr sz="2000" dirty="0" err="1">
                <a:solidFill>
                  <a:srgbClr val="002850"/>
                </a:solidFill>
              </a:rPr>
              <a:t>buscar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elementos</a:t>
            </a:r>
            <a:endParaRPr sz="2000" dirty="0">
              <a:solidFill>
                <a:srgbClr val="002850"/>
              </a:solidFill>
            </a:endParaRPr>
          </a:p>
          <a:p>
            <a:pPr marL="257175" lvl="0" indent="-257175">
              <a:lnSpc>
                <a:spcPct val="12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Los </a:t>
            </a:r>
            <a:r>
              <a:rPr lang="es-419" sz="2400" dirty="0">
                <a:solidFill>
                  <a:srgbClr val="002850"/>
                </a:solidFill>
              </a:rPr>
              <a:t>á</a:t>
            </a:r>
            <a:r>
              <a:rPr sz="2400" dirty="0" err="1">
                <a:solidFill>
                  <a:srgbClr val="002850"/>
                </a:solidFill>
              </a:rPr>
              <a:t>rboles</a:t>
            </a:r>
            <a:r>
              <a:rPr sz="2400" dirty="0">
                <a:solidFill>
                  <a:srgbClr val="002850"/>
                </a:solidFill>
              </a:rPr>
              <a:t> de b</a:t>
            </a:r>
            <a:r>
              <a:rPr lang="es-419" sz="2400" dirty="0">
                <a:solidFill>
                  <a:srgbClr val="002850"/>
                </a:solidFill>
              </a:rPr>
              <a:t>ú</a:t>
            </a:r>
            <a:r>
              <a:rPr sz="2400" dirty="0" err="1">
                <a:solidFill>
                  <a:srgbClr val="002850"/>
                </a:solidFill>
              </a:rPr>
              <a:t>squeda</a:t>
            </a:r>
            <a:endParaRPr sz="2400" dirty="0">
              <a:solidFill>
                <a:srgbClr val="002850"/>
              </a:solidFill>
            </a:endParaRPr>
          </a:p>
          <a:p>
            <a:pPr marL="661307" lvl="1" indent="-204107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Permiten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ejecutar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en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ellos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busqueda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binaria</a:t>
            </a:r>
            <a:endParaRPr sz="2000" dirty="0">
              <a:solidFill>
                <a:srgbClr val="002850"/>
              </a:solidFill>
            </a:endParaRPr>
          </a:p>
          <a:p>
            <a:pPr marL="661307" lvl="1" indent="-204107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Dado un </a:t>
            </a:r>
            <a:r>
              <a:rPr sz="2000" dirty="0" err="1">
                <a:solidFill>
                  <a:srgbClr val="002850"/>
                </a:solidFill>
              </a:rPr>
              <a:t>nodo</a:t>
            </a:r>
            <a:r>
              <a:rPr sz="2000" dirty="0">
                <a:solidFill>
                  <a:srgbClr val="002850"/>
                </a:solidFill>
              </a:rPr>
              <a:t>:</a:t>
            </a:r>
          </a:p>
          <a:p>
            <a:pPr marL="1104900" lvl="2" indent="-171450">
              <a:lnSpc>
                <a:spcPct val="120000"/>
              </a:lnSpc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i="1" dirty="0" err="1">
                <a:solidFill>
                  <a:srgbClr val="002850"/>
                </a:solidFill>
              </a:rPr>
              <a:t>Todos</a:t>
            </a:r>
            <a:r>
              <a:rPr i="1" dirty="0">
                <a:solidFill>
                  <a:srgbClr val="002850"/>
                </a:solidFill>
              </a:rPr>
              <a:t> los </a:t>
            </a:r>
            <a:r>
              <a:rPr i="1" dirty="0" err="1">
                <a:solidFill>
                  <a:srgbClr val="002850"/>
                </a:solidFill>
              </a:rPr>
              <a:t>nodos</a:t>
            </a:r>
            <a:r>
              <a:rPr i="1" dirty="0">
                <a:solidFill>
                  <a:srgbClr val="002850"/>
                </a:solidFill>
              </a:rPr>
              <a:t> del sub. </a:t>
            </a:r>
            <a:r>
              <a:rPr i="1" dirty="0" err="1">
                <a:solidFill>
                  <a:srgbClr val="002850"/>
                </a:solidFill>
              </a:rPr>
              <a:t>Izq</a:t>
            </a:r>
            <a:r>
              <a:rPr lang="es-419" i="1" dirty="0" err="1">
                <a:solidFill>
                  <a:srgbClr val="002850"/>
                </a:solidFill>
              </a:rPr>
              <a:t>uierdo</a:t>
            </a:r>
            <a:r>
              <a:rPr i="1" dirty="0">
                <a:solidFill>
                  <a:srgbClr val="002850"/>
                </a:solidFill>
              </a:rPr>
              <a:t> Tienen una clave </a:t>
            </a:r>
            <a:r>
              <a:rPr i="1" dirty="0" err="1">
                <a:solidFill>
                  <a:srgbClr val="002850"/>
                </a:solidFill>
              </a:rPr>
              <a:t>menor</a:t>
            </a:r>
            <a:r>
              <a:rPr i="1" dirty="0">
                <a:solidFill>
                  <a:srgbClr val="002850"/>
                </a:solidFill>
              </a:rPr>
              <a:t> que la clave de la ra</a:t>
            </a:r>
            <a:r>
              <a:rPr lang="es-419" i="1" dirty="0">
                <a:solidFill>
                  <a:srgbClr val="002850"/>
                </a:solidFill>
              </a:rPr>
              <a:t>í</a:t>
            </a:r>
            <a:r>
              <a:rPr i="1" dirty="0">
                <a:solidFill>
                  <a:srgbClr val="002850"/>
                </a:solidFill>
              </a:rPr>
              <a:t>z</a:t>
            </a:r>
          </a:p>
          <a:p>
            <a:pPr marL="1104900" lvl="2" indent="-171450">
              <a:lnSpc>
                <a:spcPct val="120000"/>
              </a:lnSpc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i="1" dirty="0" err="1">
                <a:solidFill>
                  <a:srgbClr val="002850"/>
                </a:solidFill>
              </a:rPr>
              <a:t>Todos</a:t>
            </a:r>
            <a:r>
              <a:rPr i="1" dirty="0">
                <a:solidFill>
                  <a:srgbClr val="002850"/>
                </a:solidFill>
              </a:rPr>
              <a:t> los </a:t>
            </a:r>
            <a:r>
              <a:rPr i="1" dirty="0" err="1">
                <a:solidFill>
                  <a:srgbClr val="002850"/>
                </a:solidFill>
              </a:rPr>
              <a:t>nodos</a:t>
            </a:r>
            <a:r>
              <a:rPr i="1" dirty="0">
                <a:solidFill>
                  <a:srgbClr val="002850"/>
                </a:solidFill>
              </a:rPr>
              <a:t> del sub. Der</a:t>
            </a:r>
            <a:r>
              <a:rPr lang="es-419" i="1" dirty="0">
                <a:solidFill>
                  <a:srgbClr val="002850"/>
                </a:solidFill>
              </a:rPr>
              <a:t>echo t</a:t>
            </a:r>
            <a:r>
              <a:rPr i="1" dirty="0" err="1">
                <a:solidFill>
                  <a:srgbClr val="002850"/>
                </a:solidFill>
              </a:rPr>
              <a:t>ienen</a:t>
            </a:r>
            <a:r>
              <a:rPr i="1" dirty="0">
                <a:solidFill>
                  <a:srgbClr val="002850"/>
                </a:solidFill>
              </a:rPr>
              <a:t> una clave mayor que la clave de la ra</a:t>
            </a:r>
            <a:r>
              <a:rPr lang="es-419" i="1" dirty="0">
                <a:solidFill>
                  <a:srgbClr val="002850"/>
                </a:solidFill>
              </a:rPr>
              <a:t>í</a:t>
            </a:r>
            <a:r>
              <a:rPr i="1" dirty="0">
                <a:solidFill>
                  <a:srgbClr val="002850"/>
                </a:solidFill>
              </a:rPr>
              <a:t>z</a:t>
            </a:r>
          </a:p>
        </p:txBody>
      </p:sp>
      <p:grpSp>
        <p:nvGrpSpPr>
          <p:cNvPr id="1159" name="Group 1159"/>
          <p:cNvGrpSpPr/>
          <p:nvPr/>
        </p:nvGrpSpPr>
        <p:grpSpPr>
          <a:xfrm>
            <a:off x="7170407" y="4955539"/>
            <a:ext cx="1905001" cy="1831341"/>
            <a:chOff x="0" y="0"/>
            <a:chExt cx="1905000" cy="1831340"/>
          </a:xfrm>
        </p:grpSpPr>
        <p:grpSp>
          <p:nvGrpSpPr>
            <p:cNvPr id="1146" name="Group 1146"/>
            <p:cNvGrpSpPr/>
            <p:nvPr/>
          </p:nvGrpSpPr>
          <p:grpSpPr>
            <a:xfrm>
              <a:off x="-1" y="685799"/>
              <a:ext cx="457201" cy="459742"/>
              <a:chOff x="0" y="0"/>
              <a:chExt cx="457200" cy="459740"/>
            </a:xfrm>
          </p:grpSpPr>
          <p:sp>
            <p:nvSpPr>
              <p:cNvPr id="1144" name="Shape 1144"/>
              <p:cNvSpPr/>
              <p:nvPr/>
            </p:nvSpPr>
            <p:spPr>
              <a:xfrm>
                <a:off x="0" y="127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145" name="Shape 1145"/>
              <p:cNvSpPr/>
              <p:nvPr/>
            </p:nvSpPr>
            <p:spPr>
              <a:xfrm>
                <a:off x="93335" y="0"/>
                <a:ext cx="270530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4</a:t>
                </a:r>
              </a:p>
            </p:txBody>
          </p:sp>
        </p:grpSp>
        <p:grpSp>
          <p:nvGrpSpPr>
            <p:cNvPr id="1149" name="Group 1149"/>
            <p:cNvGrpSpPr/>
            <p:nvPr/>
          </p:nvGrpSpPr>
          <p:grpSpPr>
            <a:xfrm>
              <a:off x="685799" y="1371599"/>
              <a:ext cx="457201" cy="459742"/>
              <a:chOff x="0" y="0"/>
              <a:chExt cx="457200" cy="459740"/>
            </a:xfrm>
          </p:grpSpPr>
          <p:sp>
            <p:nvSpPr>
              <p:cNvPr id="1147" name="Shape 1147"/>
              <p:cNvSpPr/>
              <p:nvPr/>
            </p:nvSpPr>
            <p:spPr>
              <a:xfrm>
                <a:off x="0" y="127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148" name="Shape 1148"/>
              <p:cNvSpPr/>
              <p:nvPr/>
            </p:nvSpPr>
            <p:spPr>
              <a:xfrm>
                <a:off x="93335" y="0"/>
                <a:ext cx="270530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5</a:t>
                </a:r>
              </a:p>
            </p:txBody>
          </p:sp>
        </p:grpSp>
        <p:sp>
          <p:nvSpPr>
            <p:cNvPr id="1150" name="Shape 1150"/>
            <p:cNvSpPr/>
            <p:nvPr/>
          </p:nvSpPr>
          <p:spPr>
            <a:xfrm>
              <a:off x="390525" y="1077594"/>
              <a:ext cx="361950" cy="361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153" name="Group 1153"/>
            <p:cNvGrpSpPr/>
            <p:nvPr/>
          </p:nvGrpSpPr>
          <p:grpSpPr>
            <a:xfrm>
              <a:off x="1447799" y="685799"/>
              <a:ext cx="457201" cy="459742"/>
              <a:chOff x="0" y="0"/>
              <a:chExt cx="457200" cy="459740"/>
            </a:xfrm>
          </p:grpSpPr>
          <p:sp>
            <p:nvSpPr>
              <p:cNvPr id="1151" name="Shape 1151"/>
              <p:cNvSpPr/>
              <p:nvPr/>
            </p:nvSpPr>
            <p:spPr>
              <a:xfrm>
                <a:off x="0" y="127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152" name="Shape 1152"/>
              <p:cNvSpPr/>
              <p:nvPr/>
            </p:nvSpPr>
            <p:spPr>
              <a:xfrm>
                <a:off x="93335" y="0"/>
                <a:ext cx="270530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9</a:t>
                </a:r>
              </a:p>
            </p:txBody>
          </p:sp>
        </p:grpSp>
        <p:grpSp>
          <p:nvGrpSpPr>
            <p:cNvPr id="1156" name="Group 1156"/>
            <p:cNvGrpSpPr/>
            <p:nvPr/>
          </p:nvGrpSpPr>
          <p:grpSpPr>
            <a:xfrm>
              <a:off x="761999" y="-1"/>
              <a:ext cx="457201" cy="459742"/>
              <a:chOff x="0" y="0"/>
              <a:chExt cx="457200" cy="459740"/>
            </a:xfrm>
          </p:grpSpPr>
          <p:sp>
            <p:nvSpPr>
              <p:cNvPr id="1154" name="Shape 1154"/>
              <p:cNvSpPr/>
              <p:nvPr/>
            </p:nvSpPr>
            <p:spPr>
              <a:xfrm>
                <a:off x="0" y="1270"/>
                <a:ext cx="4572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155" name="Shape 1155"/>
              <p:cNvSpPr/>
              <p:nvPr/>
            </p:nvSpPr>
            <p:spPr>
              <a:xfrm>
                <a:off x="93335" y="0"/>
                <a:ext cx="270530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6</a:t>
                </a:r>
              </a:p>
            </p:txBody>
          </p:sp>
        </p:grpSp>
        <p:sp>
          <p:nvSpPr>
            <p:cNvPr id="1157" name="Shape 1157"/>
            <p:cNvSpPr/>
            <p:nvPr/>
          </p:nvSpPr>
          <p:spPr>
            <a:xfrm flipH="1">
              <a:off x="390525" y="391795"/>
              <a:ext cx="438151" cy="361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158" name="Shape 1158"/>
            <p:cNvSpPr/>
            <p:nvPr/>
          </p:nvSpPr>
          <p:spPr>
            <a:xfrm>
              <a:off x="1152525" y="391795"/>
              <a:ext cx="361950" cy="361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1160" name="Shape 1160"/>
          <p:cNvSpPr/>
          <p:nvPr/>
        </p:nvSpPr>
        <p:spPr>
          <a:xfrm>
            <a:off x="7856208" y="4499610"/>
            <a:ext cx="547648" cy="45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1400"/>
              </a:spcBef>
              <a:defRPr sz="2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2400"/>
              <a:t>&lt;&gt;</a:t>
            </a:r>
          </a:p>
        </p:txBody>
      </p:sp>
      <p:grpSp>
        <p:nvGrpSpPr>
          <p:cNvPr id="1163" name="Group 1163"/>
          <p:cNvGrpSpPr/>
          <p:nvPr/>
        </p:nvGrpSpPr>
        <p:grpSpPr>
          <a:xfrm>
            <a:off x="6696190" y="2584765"/>
            <a:ext cx="457201" cy="459741"/>
            <a:chOff x="0" y="0"/>
            <a:chExt cx="457200" cy="459740"/>
          </a:xfrm>
        </p:grpSpPr>
        <p:sp>
          <p:nvSpPr>
            <p:cNvPr id="1161" name="Shape 1161"/>
            <p:cNvSpPr/>
            <p:nvPr/>
          </p:nvSpPr>
          <p:spPr>
            <a:xfrm>
              <a:off x="0" y="127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62" name="Shape 1162"/>
            <p:cNvSpPr/>
            <p:nvPr/>
          </p:nvSpPr>
          <p:spPr>
            <a:xfrm>
              <a:off x="10140" y="0"/>
              <a:ext cx="436920" cy="459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30</a:t>
              </a:r>
            </a:p>
          </p:txBody>
        </p:sp>
      </p:grpSp>
      <p:grpSp>
        <p:nvGrpSpPr>
          <p:cNvPr id="1166" name="Group 1166"/>
          <p:cNvGrpSpPr/>
          <p:nvPr/>
        </p:nvGrpSpPr>
        <p:grpSpPr>
          <a:xfrm>
            <a:off x="7381990" y="3270565"/>
            <a:ext cx="457201" cy="459741"/>
            <a:chOff x="0" y="0"/>
            <a:chExt cx="457200" cy="459740"/>
          </a:xfrm>
        </p:grpSpPr>
        <p:sp>
          <p:nvSpPr>
            <p:cNvPr id="1164" name="Shape 1164"/>
            <p:cNvSpPr/>
            <p:nvPr/>
          </p:nvSpPr>
          <p:spPr>
            <a:xfrm>
              <a:off x="0" y="127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65" name="Shape 1165"/>
            <p:cNvSpPr/>
            <p:nvPr/>
          </p:nvSpPr>
          <p:spPr>
            <a:xfrm>
              <a:off x="10140" y="0"/>
              <a:ext cx="436920" cy="459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41</a:t>
              </a:r>
            </a:p>
          </p:txBody>
        </p:sp>
      </p:grpSp>
      <p:sp>
        <p:nvSpPr>
          <p:cNvPr id="1185" name="Shape 1185"/>
          <p:cNvSpPr/>
          <p:nvPr/>
        </p:nvSpPr>
        <p:spPr>
          <a:xfrm>
            <a:off x="7143469" y="3033314"/>
            <a:ext cx="248841" cy="2488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grpSp>
        <p:nvGrpSpPr>
          <p:cNvPr id="1170" name="Group 1170"/>
          <p:cNvGrpSpPr/>
          <p:nvPr/>
        </p:nvGrpSpPr>
        <p:grpSpPr>
          <a:xfrm>
            <a:off x="8143990" y="2584765"/>
            <a:ext cx="457201" cy="459741"/>
            <a:chOff x="0" y="0"/>
            <a:chExt cx="457200" cy="459740"/>
          </a:xfrm>
        </p:grpSpPr>
        <p:sp>
          <p:nvSpPr>
            <p:cNvPr id="1168" name="Shape 1168"/>
            <p:cNvSpPr/>
            <p:nvPr/>
          </p:nvSpPr>
          <p:spPr>
            <a:xfrm>
              <a:off x="0" y="127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69" name="Shape 1169"/>
            <p:cNvSpPr/>
            <p:nvPr/>
          </p:nvSpPr>
          <p:spPr>
            <a:xfrm>
              <a:off x="10140" y="0"/>
              <a:ext cx="436920" cy="459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75</a:t>
              </a:r>
            </a:p>
          </p:txBody>
        </p:sp>
      </p:grpSp>
      <p:grpSp>
        <p:nvGrpSpPr>
          <p:cNvPr id="1173" name="Group 1173"/>
          <p:cNvGrpSpPr/>
          <p:nvPr/>
        </p:nvGrpSpPr>
        <p:grpSpPr>
          <a:xfrm>
            <a:off x="7458190" y="1898966"/>
            <a:ext cx="457201" cy="459741"/>
            <a:chOff x="0" y="0"/>
            <a:chExt cx="457200" cy="459740"/>
          </a:xfrm>
        </p:grpSpPr>
        <p:sp>
          <p:nvSpPr>
            <p:cNvPr id="1171" name="Shape 1171"/>
            <p:cNvSpPr/>
            <p:nvPr/>
          </p:nvSpPr>
          <p:spPr>
            <a:xfrm>
              <a:off x="0" y="127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72" name="Shape 1172"/>
            <p:cNvSpPr/>
            <p:nvPr/>
          </p:nvSpPr>
          <p:spPr>
            <a:xfrm>
              <a:off x="10140" y="0"/>
              <a:ext cx="436920" cy="459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55</a:t>
              </a:r>
            </a:p>
          </p:txBody>
        </p:sp>
      </p:grpSp>
      <p:sp>
        <p:nvSpPr>
          <p:cNvPr id="1186" name="Shape 1186"/>
          <p:cNvSpPr/>
          <p:nvPr/>
        </p:nvSpPr>
        <p:spPr>
          <a:xfrm>
            <a:off x="7143469" y="2325289"/>
            <a:ext cx="325041" cy="292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1187" name="Shape 1187"/>
          <p:cNvSpPr/>
          <p:nvPr/>
        </p:nvSpPr>
        <p:spPr>
          <a:xfrm>
            <a:off x="7905469" y="2347514"/>
            <a:ext cx="248841" cy="2488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grpSp>
        <p:nvGrpSpPr>
          <p:cNvPr id="1178" name="Group 1178"/>
          <p:cNvGrpSpPr/>
          <p:nvPr/>
        </p:nvGrpSpPr>
        <p:grpSpPr>
          <a:xfrm>
            <a:off x="6162790" y="3270565"/>
            <a:ext cx="457201" cy="459741"/>
            <a:chOff x="0" y="0"/>
            <a:chExt cx="457200" cy="459740"/>
          </a:xfrm>
        </p:grpSpPr>
        <p:sp>
          <p:nvSpPr>
            <p:cNvPr id="1176" name="Shape 1176"/>
            <p:cNvSpPr/>
            <p:nvPr/>
          </p:nvSpPr>
          <p:spPr>
            <a:xfrm>
              <a:off x="0" y="127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77" name="Shape 1177"/>
            <p:cNvSpPr/>
            <p:nvPr/>
          </p:nvSpPr>
          <p:spPr>
            <a:xfrm>
              <a:off x="93335" y="0"/>
              <a:ext cx="270530" cy="459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4</a:t>
              </a:r>
            </a:p>
          </p:txBody>
        </p:sp>
      </p:grpSp>
      <p:grpSp>
        <p:nvGrpSpPr>
          <p:cNvPr id="1181" name="Group 1181"/>
          <p:cNvGrpSpPr/>
          <p:nvPr/>
        </p:nvGrpSpPr>
        <p:grpSpPr>
          <a:xfrm>
            <a:off x="8601190" y="3194365"/>
            <a:ext cx="457201" cy="459741"/>
            <a:chOff x="0" y="0"/>
            <a:chExt cx="457200" cy="459740"/>
          </a:xfrm>
        </p:grpSpPr>
        <p:sp>
          <p:nvSpPr>
            <p:cNvPr id="1179" name="Shape 1179"/>
            <p:cNvSpPr/>
            <p:nvPr/>
          </p:nvSpPr>
          <p:spPr>
            <a:xfrm>
              <a:off x="0" y="1270"/>
              <a:ext cx="457200" cy="457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24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180" name="Shape 1180"/>
            <p:cNvSpPr/>
            <p:nvPr/>
          </p:nvSpPr>
          <p:spPr>
            <a:xfrm>
              <a:off x="10140" y="0"/>
              <a:ext cx="436920" cy="459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2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400"/>
                <a:t>85</a:t>
              </a:r>
            </a:p>
          </p:txBody>
        </p:sp>
      </p:grpSp>
      <p:sp>
        <p:nvSpPr>
          <p:cNvPr id="1188" name="Shape 1188"/>
          <p:cNvSpPr/>
          <p:nvPr/>
        </p:nvSpPr>
        <p:spPr>
          <a:xfrm>
            <a:off x="6534382" y="3044347"/>
            <a:ext cx="211745" cy="2722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1189" name="Shape 1189"/>
          <p:cNvSpPr/>
          <p:nvPr/>
        </p:nvSpPr>
        <p:spPr>
          <a:xfrm>
            <a:off x="8544874" y="3044347"/>
            <a:ext cx="112515" cy="1500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1184" name="Shape 1184"/>
          <p:cNvSpPr/>
          <p:nvPr/>
        </p:nvSpPr>
        <p:spPr>
          <a:xfrm>
            <a:off x="7381991" y="1443036"/>
            <a:ext cx="547648" cy="45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1400"/>
              </a:spcBef>
              <a:defRPr sz="2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2400"/>
              <a:t>&lt;&gt;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013A5A8-60C5-40BA-B17C-E33B9ED36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ARBOL BINARIO DE BUSQUEDA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1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1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1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1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3" grpId="0" build="p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Shape 119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57175" lvl="0" indent="-257175">
              <a:lnSpc>
                <a:spcPct val="9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Valores</a:t>
            </a:r>
            <a:r>
              <a:rPr sz="2400" dirty="0">
                <a:solidFill>
                  <a:srgbClr val="002850"/>
                </a:solidFill>
              </a:rPr>
              <a:t>: </a:t>
            </a:r>
          </a:p>
          <a:p>
            <a:pPr marL="661307" lvl="1" indent="-204107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Conjunto de </a:t>
            </a:r>
            <a:r>
              <a:rPr sz="2000" dirty="0" err="1">
                <a:solidFill>
                  <a:srgbClr val="002850"/>
                </a:solidFill>
              </a:rPr>
              <a:t>elementos</a:t>
            </a:r>
            <a:r>
              <a:rPr sz="2000" dirty="0">
                <a:solidFill>
                  <a:srgbClr val="002850"/>
                </a:solidFill>
              </a:rPr>
              <a:t> </a:t>
            </a:r>
          </a:p>
          <a:p>
            <a:pPr marL="661307" lvl="1" indent="-204107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Dado un </a:t>
            </a:r>
            <a:r>
              <a:rPr sz="2000" dirty="0" err="1">
                <a:solidFill>
                  <a:srgbClr val="002850"/>
                </a:solidFill>
              </a:rPr>
              <a:t>nodo</a:t>
            </a:r>
            <a:r>
              <a:rPr sz="2000" dirty="0">
                <a:solidFill>
                  <a:srgbClr val="002850"/>
                </a:solidFill>
              </a:rPr>
              <a:t> p, </a:t>
            </a:r>
          </a:p>
          <a:p>
            <a:pPr marL="1085850" lvl="2" indent="-171450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i="1" dirty="0">
                <a:solidFill>
                  <a:srgbClr val="002850"/>
                </a:solidFill>
              </a:rPr>
              <a:t>Los </a:t>
            </a:r>
            <a:r>
              <a:rPr i="1" dirty="0" err="1">
                <a:solidFill>
                  <a:srgbClr val="002850"/>
                </a:solidFill>
              </a:rPr>
              <a:t>nodos</a:t>
            </a:r>
            <a:r>
              <a:rPr i="1" dirty="0">
                <a:solidFill>
                  <a:srgbClr val="002850"/>
                </a:solidFill>
              </a:rPr>
              <a:t> del </a:t>
            </a:r>
            <a:r>
              <a:rPr i="1" dirty="0" err="1">
                <a:solidFill>
                  <a:srgbClr val="002850"/>
                </a:solidFill>
              </a:rPr>
              <a:t>árbol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izquierdo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almacenan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valores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menores</a:t>
            </a:r>
            <a:r>
              <a:rPr i="1" dirty="0">
                <a:solidFill>
                  <a:srgbClr val="002850"/>
                </a:solidFill>
              </a:rPr>
              <a:t> al de p</a:t>
            </a:r>
          </a:p>
          <a:p>
            <a:pPr marL="1085850" lvl="2" indent="-171450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i="1" dirty="0">
                <a:solidFill>
                  <a:srgbClr val="002850"/>
                </a:solidFill>
              </a:rPr>
              <a:t>Los </a:t>
            </a:r>
            <a:r>
              <a:rPr i="1" dirty="0" err="1">
                <a:solidFill>
                  <a:srgbClr val="002850"/>
                </a:solidFill>
              </a:rPr>
              <a:t>nodos</a:t>
            </a:r>
            <a:r>
              <a:rPr i="1" dirty="0">
                <a:solidFill>
                  <a:srgbClr val="002850"/>
                </a:solidFill>
              </a:rPr>
              <a:t> del </a:t>
            </a:r>
            <a:r>
              <a:rPr i="1" dirty="0" err="1">
                <a:solidFill>
                  <a:srgbClr val="002850"/>
                </a:solidFill>
              </a:rPr>
              <a:t>árbol</a:t>
            </a:r>
            <a:r>
              <a:rPr i="1" dirty="0">
                <a:solidFill>
                  <a:srgbClr val="002850"/>
                </a:solidFill>
              </a:rPr>
              <a:t> derecho </a:t>
            </a:r>
            <a:r>
              <a:rPr i="1" dirty="0" err="1">
                <a:solidFill>
                  <a:srgbClr val="002850"/>
                </a:solidFill>
              </a:rPr>
              <a:t>almacenan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valores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mayores</a:t>
            </a:r>
            <a:r>
              <a:rPr i="1" dirty="0">
                <a:solidFill>
                  <a:srgbClr val="002850"/>
                </a:solidFill>
              </a:rPr>
              <a:t> al de p</a:t>
            </a:r>
          </a:p>
          <a:p>
            <a:pPr marL="257175" lvl="0" indent="-257175">
              <a:lnSpc>
                <a:spcPct val="9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Operaciones</a:t>
            </a:r>
            <a:endParaRPr sz="2400" dirty="0">
              <a:solidFill>
                <a:srgbClr val="002850"/>
              </a:solidFill>
            </a:endParaRPr>
          </a:p>
          <a:p>
            <a:pPr marL="661307" lvl="1" indent="-204107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Son las </a:t>
            </a:r>
            <a:r>
              <a:rPr sz="2000" dirty="0" err="1">
                <a:solidFill>
                  <a:srgbClr val="002850"/>
                </a:solidFill>
              </a:rPr>
              <a:t>mismas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operaciones</a:t>
            </a:r>
            <a:r>
              <a:rPr sz="2000" dirty="0">
                <a:solidFill>
                  <a:srgbClr val="002850"/>
                </a:solidFill>
              </a:rPr>
              <a:t> que para un AB</a:t>
            </a:r>
          </a:p>
          <a:p>
            <a:pPr marL="661307" lvl="1" indent="-204107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Pero </a:t>
            </a:r>
            <a:r>
              <a:rPr sz="2000" dirty="0" err="1">
                <a:solidFill>
                  <a:srgbClr val="002850"/>
                </a:solidFill>
              </a:rPr>
              <a:t>en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este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caso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ya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tenemos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reglas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suficientes</a:t>
            </a:r>
            <a:r>
              <a:rPr sz="2000" dirty="0">
                <a:solidFill>
                  <a:srgbClr val="002850"/>
                </a:solidFill>
              </a:rPr>
              <a:t> que </a:t>
            </a:r>
            <a:r>
              <a:rPr sz="2000" dirty="0" err="1">
                <a:solidFill>
                  <a:srgbClr val="002850"/>
                </a:solidFill>
              </a:rPr>
              <a:t>nos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indican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como</a:t>
            </a:r>
            <a:r>
              <a:rPr sz="2000" dirty="0">
                <a:solidFill>
                  <a:srgbClr val="002850"/>
                </a:solidFill>
              </a:rPr>
              <a:t>:</a:t>
            </a:r>
          </a:p>
          <a:p>
            <a:pPr marL="1085850" lvl="2" indent="-171450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b="1" i="1" dirty="0" err="1">
                <a:solidFill>
                  <a:srgbClr val="002850"/>
                </a:solidFill>
              </a:rPr>
              <a:t>Insertar</a:t>
            </a:r>
            <a:endParaRPr b="1" i="1" dirty="0">
              <a:solidFill>
                <a:srgbClr val="002850"/>
              </a:solidFill>
            </a:endParaRPr>
          </a:p>
          <a:p>
            <a:pPr marL="1085850" lvl="2" indent="-171450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b="1" i="1" dirty="0" err="1">
                <a:solidFill>
                  <a:srgbClr val="002850"/>
                </a:solidFill>
              </a:rPr>
              <a:t>Sacar</a:t>
            </a:r>
            <a:r>
              <a:rPr b="1" i="1" dirty="0">
                <a:solidFill>
                  <a:srgbClr val="002850"/>
                </a:solidFill>
              </a:rPr>
              <a:t> y</a:t>
            </a:r>
          </a:p>
          <a:p>
            <a:pPr marL="1085850" lvl="2" indent="-171450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b="1" i="1" dirty="0" err="1">
                <a:solidFill>
                  <a:srgbClr val="002850"/>
                </a:solidFill>
              </a:rPr>
              <a:t>Buscar</a:t>
            </a:r>
            <a:endParaRPr b="1" i="1" dirty="0">
              <a:solidFill>
                <a:srgbClr val="002850"/>
              </a:solidFill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9C5EBA2-2FBB-4AFB-857C-58383852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TDA ABB: DEFINICION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7CB58FC-FCD8-470D-B574-137CD04CC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69172" y="4655161"/>
            <a:ext cx="2750081" cy="1381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9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1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1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1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1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1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1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1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2" grpId="0" build="p" animBg="1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Shape 1201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Un </a:t>
            </a:r>
            <a:r>
              <a:rPr lang="es-419" sz="2400" dirty="0">
                <a:solidFill>
                  <a:srgbClr val="002850"/>
                </a:solidFill>
              </a:rPr>
              <a:t>á</a:t>
            </a:r>
            <a:r>
              <a:rPr sz="2400" dirty="0" err="1">
                <a:solidFill>
                  <a:srgbClr val="002850"/>
                </a:solidFill>
              </a:rPr>
              <a:t>rbol</a:t>
            </a:r>
            <a:r>
              <a:rPr sz="2400" dirty="0">
                <a:solidFill>
                  <a:srgbClr val="002850"/>
                </a:solidFill>
              </a:rPr>
              <a:t> de b</a:t>
            </a:r>
            <a:r>
              <a:rPr lang="es-419" sz="2400" dirty="0">
                <a:solidFill>
                  <a:srgbClr val="002850"/>
                </a:solidFill>
              </a:rPr>
              <a:t>ú</a:t>
            </a:r>
            <a:r>
              <a:rPr sz="2400" dirty="0" err="1">
                <a:solidFill>
                  <a:srgbClr val="002850"/>
                </a:solidFill>
              </a:rPr>
              <a:t>squeda</a:t>
            </a:r>
            <a:r>
              <a:rPr sz="2400" dirty="0">
                <a:solidFill>
                  <a:srgbClr val="002850"/>
                </a:solidFill>
              </a:rPr>
              <a:t> debe </a:t>
            </a:r>
            <a:r>
              <a:rPr sz="2400" dirty="0" err="1">
                <a:solidFill>
                  <a:srgbClr val="002850"/>
                </a:solidFill>
              </a:rPr>
              <a:t>mantener</a:t>
            </a:r>
            <a:endParaRPr sz="2400" dirty="0">
              <a:solidFill>
                <a:srgbClr val="002850"/>
              </a:solidFill>
            </a:endParaRP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A la </a:t>
            </a:r>
            <a:r>
              <a:rPr sz="2000" dirty="0" err="1">
                <a:solidFill>
                  <a:srgbClr val="002850"/>
                </a:solidFill>
              </a:rPr>
              <a:t>derecha</a:t>
            </a:r>
            <a:r>
              <a:rPr sz="2000" dirty="0">
                <a:solidFill>
                  <a:srgbClr val="002850"/>
                </a:solidFill>
              </a:rPr>
              <a:t> mayor a ra</a:t>
            </a:r>
            <a:r>
              <a:rPr lang="es-419" sz="2000" dirty="0">
                <a:solidFill>
                  <a:srgbClr val="002850"/>
                </a:solidFill>
              </a:rPr>
              <a:t>í</a:t>
            </a:r>
            <a:r>
              <a:rPr sz="2000" dirty="0">
                <a:solidFill>
                  <a:srgbClr val="002850"/>
                </a:solidFill>
              </a:rPr>
              <a:t>z</a:t>
            </a: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A la </a:t>
            </a:r>
            <a:r>
              <a:rPr sz="2000" dirty="0" err="1">
                <a:solidFill>
                  <a:srgbClr val="002850"/>
                </a:solidFill>
              </a:rPr>
              <a:t>izq</a:t>
            </a:r>
            <a:r>
              <a:rPr lang="es-419" sz="2000" dirty="0" err="1">
                <a:solidFill>
                  <a:srgbClr val="002850"/>
                </a:solidFill>
              </a:rPr>
              <a:t>uierda</a:t>
            </a:r>
            <a:r>
              <a:rPr lang="es-419" sz="2000" dirty="0">
                <a:solidFill>
                  <a:srgbClr val="002850"/>
                </a:solidFill>
              </a:rPr>
              <a:t> m</a:t>
            </a:r>
            <a:r>
              <a:rPr sz="2000" dirty="0" err="1">
                <a:solidFill>
                  <a:srgbClr val="002850"/>
                </a:solidFill>
              </a:rPr>
              <a:t>enor</a:t>
            </a:r>
            <a:r>
              <a:rPr sz="2000" dirty="0">
                <a:solidFill>
                  <a:srgbClr val="002850"/>
                </a:solidFill>
              </a:rPr>
              <a:t> a ra</a:t>
            </a:r>
            <a:r>
              <a:rPr lang="es-419" sz="2000" dirty="0">
                <a:solidFill>
                  <a:srgbClr val="002850"/>
                </a:solidFill>
              </a:rPr>
              <a:t>í</a:t>
            </a:r>
            <a:r>
              <a:rPr sz="2000" dirty="0">
                <a:solidFill>
                  <a:srgbClr val="002850"/>
                </a:solidFill>
              </a:rPr>
              <a:t>z</a:t>
            </a:r>
          </a:p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Ejemplo</a:t>
            </a:r>
            <a:r>
              <a:rPr sz="2400" dirty="0">
                <a:solidFill>
                  <a:srgbClr val="002850"/>
                </a:solidFill>
              </a:rPr>
              <a:t>:</a:t>
            </a: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Construya</a:t>
            </a:r>
            <a:r>
              <a:rPr sz="2000" dirty="0">
                <a:solidFill>
                  <a:srgbClr val="002850"/>
                </a:solidFill>
              </a:rPr>
              <a:t> arbol con los </a:t>
            </a:r>
            <a:r>
              <a:rPr sz="2000" dirty="0" err="1">
                <a:solidFill>
                  <a:srgbClr val="002850"/>
                </a:solidFill>
              </a:rPr>
              <a:t>siguientes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elementos</a:t>
            </a:r>
            <a:r>
              <a:rPr sz="2000" dirty="0">
                <a:solidFill>
                  <a:srgbClr val="002850"/>
                </a:solidFill>
              </a:rPr>
              <a:t>: </a:t>
            </a:r>
          </a:p>
          <a:p>
            <a:pPr marL="1085850" lvl="2" indent="-171450"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i="1" dirty="0">
                <a:solidFill>
                  <a:srgbClr val="002850"/>
                </a:solidFill>
              </a:rPr>
              <a:t>8, 3, 1, 20, 10, 5, 4</a:t>
            </a:r>
          </a:p>
        </p:txBody>
      </p:sp>
      <p:grpSp>
        <p:nvGrpSpPr>
          <p:cNvPr id="1204" name="Group 1204"/>
          <p:cNvGrpSpPr/>
          <p:nvPr/>
        </p:nvGrpSpPr>
        <p:grpSpPr>
          <a:xfrm>
            <a:off x="6476330" y="3688080"/>
            <a:ext cx="381000" cy="381000"/>
            <a:chOff x="0" y="0"/>
            <a:chExt cx="381000" cy="381000"/>
          </a:xfrm>
        </p:grpSpPr>
        <p:sp>
          <p:nvSpPr>
            <p:cNvPr id="1202" name="Shape 1202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203" name="Shape 1203"/>
            <p:cNvSpPr/>
            <p:nvPr/>
          </p:nvSpPr>
          <p:spPr>
            <a:xfrm>
              <a:off x="76033" y="5080"/>
              <a:ext cx="228934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8</a:t>
              </a:r>
            </a:p>
          </p:txBody>
        </p:sp>
      </p:grpSp>
      <p:grpSp>
        <p:nvGrpSpPr>
          <p:cNvPr id="1207" name="Group 1207"/>
          <p:cNvGrpSpPr/>
          <p:nvPr/>
        </p:nvGrpSpPr>
        <p:grpSpPr>
          <a:xfrm>
            <a:off x="5714330" y="4221480"/>
            <a:ext cx="381000" cy="381000"/>
            <a:chOff x="0" y="0"/>
            <a:chExt cx="381000" cy="381000"/>
          </a:xfrm>
        </p:grpSpPr>
        <p:sp>
          <p:nvSpPr>
            <p:cNvPr id="1205" name="Shape 1205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206" name="Shape 1206"/>
            <p:cNvSpPr/>
            <p:nvPr/>
          </p:nvSpPr>
          <p:spPr>
            <a:xfrm>
              <a:off x="76033" y="5080"/>
              <a:ext cx="228934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3</a:t>
              </a:r>
            </a:p>
          </p:txBody>
        </p:sp>
      </p:grpSp>
      <p:sp>
        <p:nvSpPr>
          <p:cNvPr id="1229" name="Shape 1229"/>
          <p:cNvSpPr/>
          <p:nvPr/>
        </p:nvSpPr>
        <p:spPr>
          <a:xfrm>
            <a:off x="6064842" y="3990588"/>
            <a:ext cx="441976" cy="3093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grpSp>
        <p:nvGrpSpPr>
          <p:cNvPr id="1211" name="Group 1211"/>
          <p:cNvGrpSpPr/>
          <p:nvPr/>
        </p:nvGrpSpPr>
        <p:grpSpPr>
          <a:xfrm>
            <a:off x="5180930" y="4678680"/>
            <a:ext cx="381000" cy="381000"/>
            <a:chOff x="0" y="0"/>
            <a:chExt cx="381000" cy="381000"/>
          </a:xfrm>
        </p:grpSpPr>
        <p:sp>
          <p:nvSpPr>
            <p:cNvPr id="1209" name="Shape 1209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210" name="Shape 1210"/>
            <p:cNvSpPr/>
            <p:nvPr/>
          </p:nvSpPr>
          <p:spPr>
            <a:xfrm>
              <a:off x="76033" y="5080"/>
              <a:ext cx="228934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1</a:t>
              </a:r>
            </a:p>
          </p:txBody>
        </p:sp>
      </p:grpSp>
      <p:sp>
        <p:nvSpPr>
          <p:cNvPr id="1230" name="Shape 1230"/>
          <p:cNvSpPr/>
          <p:nvPr/>
        </p:nvSpPr>
        <p:spPr>
          <a:xfrm>
            <a:off x="5519729" y="4539093"/>
            <a:ext cx="236802" cy="2029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grpSp>
        <p:nvGrpSpPr>
          <p:cNvPr id="1215" name="Group 1215"/>
          <p:cNvGrpSpPr/>
          <p:nvPr/>
        </p:nvGrpSpPr>
        <p:grpSpPr>
          <a:xfrm>
            <a:off x="7314530" y="4221480"/>
            <a:ext cx="381000" cy="381000"/>
            <a:chOff x="0" y="0"/>
            <a:chExt cx="381000" cy="381000"/>
          </a:xfrm>
        </p:grpSpPr>
        <p:sp>
          <p:nvSpPr>
            <p:cNvPr id="1213" name="Shape 1213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214" name="Shape 1214"/>
            <p:cNvSpPr/>
            <p:nvPr/>
          </p:nvSpPr>
          <p:spPr>
            <a:xfrm>
              <a:off x="13637" y="5080"/>
              <a:ext cx="353726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20</a:t>
              </a:r>
            </a:p>
          </p:txBody>
        </p:sp>
      </p:grpSp>
      <p:sp>
        <p:nvSpPr>
          <p:cNvPr id="1231" name="Shape 1231"/>
          <p:cNvSpPr/>
          <p:nvPr/>
        </p:nvSpPr>
        <p:spPr>
          <a:xfrm>
            <a:off x="6831611" y="3983440"/>
            <a:ext cx="496413" cy="315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grpSp>
        <p:nvGrpSpPr>
          <p:cNvPr id="1219" name="Group 1219"/>
          <p:cNvGrpSpPr/>
          <p:nvPr/>
        </p:nvGrpSpPr>
        <p:grpSpPr>
          <a:xfrm>
            <a:off x="6781130" y="4678680"/>
            <a:ext cx="381000" cy="381000"/>
            <a:chOff x="0" y="0"/>
            <a:chExt cx="381000" cy="381000"/>
          </a:xfrm>
        </p:grpSpPr>
        <p:sp>
          <p:nvSpPr>
            <p:cNvPr id="1217" name="Shape 1217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218" name="Shape 1218"/>
            <p:cNvSpPr/>
            <p:nvPr/>
          </p:nvSpPr>
          <p:spPr>
            <a:xfrm>
              <a:off x="13637" y="5080"/>
              <a:ext cx="353726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10</a:t>
              </a:r>
            </a:p>
          </p:txBody>
        </p:sp>
      </p:grpSp>
      <p:sp>
        <p:nvSpPr>
          <p:cNvPr id="1232" name="Shape 1232"/>
          <p:cNvSpPr/>
          <p:nvPr/>
        </p:nvSpPr>
        <p:spPr>
          <a:xfrm>
            <a:off x="7148239" y="4563699"/>
            <a:ext cx="179785" cy="154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grpSp>
        <p:nvGrpSpPr>
          <p:cNvPr id="1223" name="Group 1223"/>
          <p:cNvGrpSpPr/>
          <p:nvPr/>
        </p:nvGrpSpPr>
        <p:grpSpPr>
          <a:xfrm>
            <a:off x="6247730" y="4678680"/>
            <a:ext cx="381000" cy="381000"/>
            <a:chOff x="0" y="0"/>
            <a:chExt cx="381000" cy="381000"/>
          </a:xfrm>
        </p:grpSpPr>
        <p:sp>
          <p:nvSpPr>
            <p:cNvPr id="1221" name="Shape 1221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222" name="Shape 1222"/>
            <p:cNvSpPr/>
            <p:nvPr/>
          </p:nvSpPr>
          <p:spPr>
            <a:xfrm>
              <a:off x="76033" y="5080"/>
              <a:ext cx="228934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5</a:t>
              </a:r>
            </a:p>
          </p:txBody>
        </p:sp>
      </p:grpSp>
      <p:sp>
        <p:nvSpPr>
          <p:cNvPr id="1233" name="Shape 1233"/>
          <p:cNvSpPr/>
          <p:nvPr/>
        </p:nvSpPr>
        <p:spPr>
          <a:xfrm>
            <a:off x="6053129" y="4539093"/>
            <a:ext cx="236802" cy="2029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grpSp>
        <p:nvGrpSpPr>
          <p:cNvPr id="1227" name="Group 1227"/>
          <p:cNvGrpSpPr/>
          <p:nvPr/>
        </p:nvGrpSpPr>
        <p:grpSpPr>
          <a:xfrm>
            <a:off x="5866730" y="5212080"/>
            <a:ext cx="381000" cy="381000"/>
            <a:chOff x="0" y="0"/>
            <a:chExt cx="381000" cy="381000"/>
          </a:xfrm>
        </p:grpSpPr>
        <p:sp>
          <p:nvSpPr>
            <p:cNvPr id="1225" name="Shape 1225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226" name="Shape 1226"/>
            <p:cNvSpPr/>
            <p:nvPr/>
          </p:nvSpPr>
          <p:spPr>
            <a:xfrm>
              <a:off x="76033" y="5080"/>
              <a:ext cx="228934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4</a:t>
              </a:r>
            </a:p>
          </p:txBody>
        </p:sp>
      </p:grpSp>
      <p:sp>
        <p:nvSpPr>
          <p:cNvPr id="1234" name="Shape 1234"/>
          <p:cNvSpPr/>
          <p:nvPr/>
        </p:nvSpPr>
        <p:spPr>
          <a:xfrm>
            <a:off x="6171926" y="5029200"/>
            <a:ext cx="152004" cy="2128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5EA4FC8-02A8-402A-8D1A-4BDCDBA49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CREACION DE UN ABB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0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2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1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4" dur="500"/>
                                        <p:tgtEl>
                                          <p:spTgt spid="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5" dur="500"/>
                                        <p:tgtEl>
                                          <p:spTgt spid="1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fill="hold"/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fill="hold"/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6" dur="500"/>
                                        <p:tgtEl>
                                          <p:spTgt spid="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1" grpId="0" build="p" animBg="1" advAuto="0"/>
      <p:bldP spid="1204" grpId="0" animBg="1" advAuto="0"/>
      <p:bldP spid="1207" grpId="0" animBg="1" advAuto="0"/>
      <p:bldP spid="1229" grpId="0" animBg="1" advAuto="0"/>
      <p:bldP spid="1211" grpId="0" animBg="1" advAuto="0"/>
      <p:bldP spid="1230" grpId="0" animBg="1" advAuto="0"/>
      <p:bldP spid="1215" grpId="0" animBg="1" advAuto="0"/>
      <p:bldP spid="1231" grpId="0" animBg="1" advAuto="0"/>
      <p:bldP spid="1219" grpId="0" animBg="1" advAuto="0"/>
      <p:bldP spid="1232" grpId="0" animBg="1" advAuto="0"/>
      <p:bldP spid="1223" grpId="0" animBg="1" advAuto="0"/>
      <p:bldP spid="1233" grpId="0" animBg="1" advAuto="0"/>
      <p:bldP spid="1227" grpId="0" animBg="1" advAuto="0"/>
      <p:bldP spid="1234" grpId="0" animBg="1" advAuto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Shape 1237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2pPr marL="742950" indent="-285750">
              <a:spcBef>
                <a:spcPts val="600"/>
              </a:spcBef>
              <a:buClr>
                <a:srgbClr val="0066FF"/>
              </a:buClr>
              <a:defRPr sz="2800"/>
            </a:lvl2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2850"/>
                </a:solidFill>
              </a:rPr>
              <a:t>Construya el arbol para almacenar: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2850"/>
                </a:solidFill>
              </a:rPr>
              <a:t>12, 8, 7, 16, 11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55D14A8-3995-410B-B37D-8F68DA665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EJERCICIO EN CLASE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7" grpId="0" build="p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75ABD3-D24A-403A-81D4-B172650B8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TDA: ABB</a:t>
            </a:r>
            <a:endParaRPr lang="es-EC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0DD3EB1-655A-453A-ADDF-DF524E549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284" y="2859058"/>
            <a:ext cx="4222352" cy="295345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5AAAA7B-147B-4004-A529-EBE6A62D5A46}"/>
              </a:ext>
            </a:extLst>
          </p:cNvPr>
          <p:cNvSpPr txBox="1"/>
          <p:nvPr/>
        </p:nvSpPr>
        <p:spPr>
          <a:xfrm>
            <a:off x="628650" y="2060548"/>
            <a:ext cx="7297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419" sz="2400" dirty="0">
                <a:solidFill>
                  <a:schemeClr val="accent5">
                    <a:lumMod val="50000"/>
                  </a:schemeClr>
                </a:solidFill>
              </a:rPr>
              <a:t>Como un árbol de búsqueda debe mantener un orden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AB431F8-2138-407D-A9BD-42FA1F0E36B5}"/>
              </a:ext>
            </a:extLst>
          </p:cNvPr>
          <p:cNvSpPr/>
          <p:nvPr/>
        </p:nvSpPr>
        <p:spPr>
          <a:xfrm>
            <a:off x="628649" y="2675374"/>
            <a:ext cx="386406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419" sz="2400" dirty="0">
                <a:solidFill>
                  <a:schemeClr val="accent5">
                    <a:lumMod val="50000"/>
                  </a:schemeClr>
                </a:solidFill>
              </a:rPr>
              <a:t> Se necesita una forma de saber cuando un elemento es mayor, menor o igual a otro.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419" sz="2400" dirty="0">
                <a:solidFill>
                  <a:schemeClr val="accent5">
                    <a:lumMod val="50000"/>
                  </a:schemeClr>
                </a:solidFill>
              </a:rPr>
              <a:t>Por eso se pide un </a:t>
            </a:r>
            <a:r>
              <a:rPr lang="es-419" sz="2400" b="1" dirty="0">
                <a:solidFill>
                  <a:schemeClr val="accent5">
                    <a:lumMod val="50000"/>
                  </a:schemeClr>
                </a:solidFill>
              </a:rPr>
              <a:t>Comparador</a:t>
            </a:r>
            <a:r>
              <a:rPr lang="es-419" sz="2400" dirty="0">
                <a:solidFill>
                  <a:schemeClr val="accent5">
                    <a:lumMod val="50000"/>
                  </a:schemeClr>
                </a:solidFill>
              </a:rPr>
              <a:t> en el constructor.</a:t>
            </a:r>
          </a:p>
        </p:txBody>
      </p:sp>
    </p:spTree>
    <p:extLst>
      <p:ext uri="{BB962C8B-B14F-4D97-AF65-F5344CB8AC3E}">
        <p14:creationId xmlns:p14="http://schemas.microsoft.com/office/powerpoint/2010/main" val="3936575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Shape 1240"/>
          <p:cNvSpPr>
            <a:spLocks noGrp="1"/>
          </p:cNvSpPr>
          <p:nvPr>
            <p:ph idx="1"/>
          </p:nvPr>
        </p:nvSpPr>
        <p:spPr>
          <a:xfrm>
            <a:off x="628650" y="1825625"/>
            <a:ext cx="668655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lang="es-419" sz="2400" dirty="0">
                <a:solidFill>
                  <a:srgbClr val="002850"/>
                </a:solidFill>
              </a:rPr>
              <a:t>D</a:t>
            </a:r>
            <a:r>
              <a:rPr sz="2400" dirty="0">
                <a:solidFill>
                  <a:srgbClr val="002850"/>
                </a:solidFill>
              </a:rPr>
              <a:t>evolver el </a:t>
            </a:r>
            <a:r>
              <a:rPr lang="es-419" sz="2400" dirty="0">
                <a:solidFill>
                  <a:srgbClr val="002850"/>
                </a:solidFill>
              </a:rPr>
              <a:t>contenido del </a:t>
            </a:r>
            <a:r>
              <a:rPr sz="2400" dirty="0" err="1">
                <a:solidFill>
                  <a:srgbClr val="002850"/>
                </a:solidFill>
              </a:rPr>
              <a:t>nodo</a:t>
            </a:r>
            <a:r>
              <a:rPr sz="2400" dirty="0">
                <a:solidFill>
                  <a:srgbClr val="002850"/>
                </a:solidFill>
              </a:rPr>
              <a:t> que la </a:t>
            </a:r>
            <a:r>
              <a:rPr sz="2400" dirty="0" err="1">
                <a:solidFill>
                  <a:srgbClr val="002850"/>
                </a:solidFill>
              </a:rPr>
              <a:t>contiene</a:t>
            </a:r>
            <a:endParaRPr sz="2400" dirty="0">
              <a:solidFill>
                <a:srgbClr val="002850"/>
              </a:solidFill>
            </a:endParaRPr>
          </a:p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Se </a:t>
            </a:r>
            <a:r>
              <a:rPr sz="2400" dirty="0" err="1">
                <a:solidFill>
                  <a:srgbClr val="002850"/>
                </a:solidFill>
              </a:rPr>
              <a:t>comienza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en</a:t>
            </a:r>
            <a:r>
              <a:rPr sz="2400" dirty="0">
                <a:solidFill>
                  <a:srgbClr val="002850"/>
                </a:solidFill>
              </a:rPr>
              <a:t> la ra</a:t>
            </a:r>
            <a:r>
              <a:rPr lang="es-419" sz="2400" dirty="0">
                <a:solidFill>
                  <a:srgbClr val="002850"/>
                </a:solidFill>
              </a:rPr>
              <a:t>í</a:t>
            </a:r>
            <a:r>
              <a:rPr sz="2400" dirty="0">
                <a:solidFill>
                  <a:srgbClr val="002850"/>
                </a:solidFill>
              </a:rPr>
              <a:t>z</a:t>
            </a: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Si el </a:t>
            </a:r>
            <a:r>
              <a:rPr lang="es-419" sz="2000" dirty="0">
                <a:solidFill>
                  <a:srgbClr val="002850"/>
                </a:solidFill>
              </a:rPr>
              <a:t>á</a:t>
            </a:r>
            <a:r>
              <a:rPr sz="2000" dirty="0" err="1">
                <a:solidFill>
                  <a:srgbClr val="002850"/>
                </a:solidFill>
              </a:rPr>
              <a:t>rbol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est</a:t>
            </a:r>
            <a:r>
              <a:rPr lang="es-419" sz="2000" dirty="0">
                <a:solidFill>
                  <a:srgbClr val="002850"/>
                </a:solidFill>
              </a:rPr>
              <a:t>á</a:t>
            </a:r>
            <a:r>
              <a:rPr sz="2000" dirty="0">
                <a:solidFill>
                  <a:srgbClr val="002850"/>
                </a:solidFill>
              </a:rPr>
              <a:t> vac</a:t>
            </a:r>
            <a:r>
              <a:rPr lang="es-419" sz="2000" dirty="0">
                <a:solidFill>
                  <a:srgbClr val="002850"/>
                </a:solidFill>
              </a:rPr>
              <a:t>í</a:t>
            </a:r>
            <a:r>
              <a:rPr sz="2000" dirty="0">
                <a:solidFill>
                  <a:srgbClr val="002850"/>
                </a:solidFill>
              </a:rPr>
              <a:t>o</a:t>
            </a:r>
          </a:p>
          <a:p>
            <a:pPr marL="1085850" lvl="2" indent="-171450"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i="1" dirty="0">
                <a:solidFill>
                  <a:srgbClr val="002850"/>
                </a:solidFill>
              </a:rPr>
              <a:t>No se enc</a:t>
            </a:r>
            <a:r>
              <a:rPr lang="es-419" i="1" dirty="0">
                <a:solidFill>
                  <a:srgbClr val="002850"/>
                </a:solidFill>
              </a:rPr>
              <a:t>o</a:t>
            </a:r>
            <a:r>
              <a:rPr i="1" dirty="0" err="1">
                <a:solidFill>
                  <a:srgbClr val="002850"/>
                </a:solidFill>
              </a:rPr>
              <a:t>ntr</a:t>
            </a:r>
            <a:r>
              <a:rPr lang="es-419" i="1" dirty="0" err="1">
                <a:solidFill>
                  <a:srgbClr val="002850"/>
                </a:solidFill>
              </a:rPr>
              <a:t>ó</a:t>
            </a:r>
            <a:endParaRPr i="1" dirty="0">
              <a:solidFill>
                <a:srgbClr val="002850"/>
              </a:solidFill>
            </a:endParaRP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Si </a:t>
            </a:r>
            <a:r>
              <a:rPr lang="es-419" sz="2000" dirty="0">
                <a:solidFill>
                  <a:srgbClr val="002850"/>
                </a:solidFill>
              </a:rPr>
              <a:t>la data </a:t>
            </a:r>
            <a:r>
              <a:rPr sz="2000" dirty="0" err="1">
                <a:solidFill>
                  <a:srgbClr val="002850"/>
                </a:solidFill>
              </a:rPr>
              <a:t>buscad</a:t>
            </a:r>
            <a:r>
              <a:rPr lang="es-419" sz="2000" dirty="0">
                <a:solidFill>
                  <a:srgbClr val="002850"/>
                </a:solidFill>
              </a:rPr>
              <a:t>a</a:t>
            </a:r>
            <a:r>
              <a:rPr sz="2000" dirty="0">
                <a:solidFill>
                  <a:srgbClr val="002850"/>
                </a:solidFill>
              </a:rPr>
              <a:t> es </a:t>
            </a:r>
            <a:r>
              <a:rPr sz="2000" dirty="0" err="1">
                <a:solidFill>
                  <a:srgbClr val="002850"/>
                </a:solidFill>
              </a:rPr>
              <a:t>igual</a:t>
            </a:r>
            <a:r>
              <a:rPr sz="2000" dirty="0">
                <a:solidFill>
                  <a:srgbClr val="002850"/>
                </a:solidFill>
              </a:rPr>
              <a:t> a la </a:t>
            </a:r>
            <a:r>
              <a:rPr lang="es-419" sz="2000" dirty="0">
                <a:solidFill>
                  <a:srgbClr val="002850"/>
                </a:solidFill>
              </a:rPr>
              <a:t>data</a:t>
            </a:r>
            <a:r>
              <a:rPr sz="2000" dirty="0">
                <a:solidFill>
                  <a:srgbClr val="002850"/>
                </a:solidFill>
              </a:rPr>
              <a:t> del </a:t>
            </a:r>
            <a:r>
              <a:rPr sz="2000" dirty="0" err="1">
                <a:solidFill>
                  <a:srgbClr val="002850"/>
                </a:solidFill>
              </a:rPr>
              <a:t>nodo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evaluado</a:t>
            </a:r>
            <a:endParaRPr sz="2000" dirty="0">
              <a:solidFill>
                <a:srgbClr val="002850"/>
              </a:solidFill>
            </a:endParaRPr>
          </a:p>
          <a:p>
            <a:pPr marL="1085850" lvl="2" indent="-171450"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i="1" dirty="0">
                <a:solidFill>
                  <a:srgbClr val="002850"/>
                </a:solidFill>
              </a:rPr>
              <a:t>BINGO, LO ENCONTRE</a:t>
            </a: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Si no</a:t>
            </a:r>
          </a:p>
          <a:p>
            <a:pPr marL="1085850" lvl="2" indent="-171450"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i="1" dirty="0">
                <a:solidFill>
                  <a:srgbClr val="002850"/>
                </a:solidFill>
              </a:rPr>
              <a:t>Si la </a:t>
            </a:r>
            <a:r>
              <a:rPr lang="es-419" i="1" dirty="0">
                <a:solidFill>
                  <a:srgbClr val="002850"/>
                </a:solidFill>
              </a:rPr>
              <a:t>data </a:t>
            </a:r>
            <a:r>
              <a:rPr i="1" dirty="0" err="1">
                <a:solidFill>
                  <a:srgbClr val="002850"/>
                </a:solidFill>
              </a:rPr>
              <a:t>buscada</a:t>
            </a:r>
            <a:r>
              <a:rPr i="1" dirty="0">
                <a:solidFill>
                  <a:srgbClr val="002850"/>
                </a:solidFill>
              </a:rPr>
              <a:t> es mayor a la del </a:t>
            </a:r>
            <a:r>
              <a:rPr i="1" dirty="0" err="1">
                <a:solidFill>
                  <a:srgbClr val="002850"/>
                </a:solidFill>
              </a:rPr>
              <a:t>nodo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evaluado</a:t>
            </a:r>
            <a:endParaRPr i="1" dirty="0">
              <a:solidFill>
                <a:srgbClr val="002850"/>
              </a:solidFill>
            </a:endParaRPr>
          </a:p>
          <a:p>
            <a:pPr marL="1539239" lvl="3" indent="-205739">
              <a:spcBef>
                <a:spcPts val="400"/>
              </a:spcBef>
              <a:buClr>
                <a:srgbClr val="00CCFF"/>
              </a:buClr>
              <a:defRPr sz="1800">
                <a:solidFill>
                  <a:srgbClr val="000000"/>
                </a:solidFill>
              </a:defRPr>
            </a:pPr>
            <a:r>
              <a:rPr dirty="0" err="1">
                <a:solidFill>
                  <a:srgbClr val="002850"/>
                </a:solidFill>
              </a:rPr>
              <a:t>Buscar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en</a:t>
            </a:r>
            <a:r>
              <a:rPr dirty="0">
                <a:solidFill>
                  <a:srgbClr val="002850"/>
                </a:solidFill>
              </a:rPr>
              <a:t> el </a:t>
            </a:r>
            <a:r>
              <a:rPr dirty="0" err="1">
                <a:solidFill>
                  <a:srgbClr val="002850"/>
                </a:solidFill>
              </a:rPr>
              <a:t>subarbol</a:t>
            </a:r>
            <a:r>
              <a:rPr dirty="0">
                <a:solidFill>
                  <a:srgbClr val="002850"/>
                </a:solidFill>
              </a:rPr>
              <a:t> derecho</a:t>
            </a:r>
          </a:p>
          <a:p>
            <a:pPr marL="1085850" lvl="2" indent="-171450"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i="1" dirty="0">
                <a:solidFill>
                  <a:srgbClr val="002850"/>
                </a:solidFill>
              </a:rPr>
              <a:t>Si no</a:t>
            </a:r>
          </a:p>
          <a:p>
            <a:pPr marL="1539239" lvl="3" indent="-205739">
              <a:spcBef>
                <a:spcPts val="400"/>
              </a:spcBef>
              <a:buClr>
                <a:srgbClr val="00CCFF"/>
              </a:buClr>
              <a:defRPr sz="1800">
                <a:solidFill>
                  <a:srgbClr val="000000"/>
                </a:solidFill>
              </a:defRPr>
            </a:pPr>
            <a:r>
              <a:rPr dirty="0" err="1">
                <a:solidFill>
                  <a:srgbClr val="002850"/>
                </a:solidFill>
              </a:rPr>
              <a:t>Buscar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en</a:t>
            </a:r>
            <a:r>
              <a:rPr dirty="0">
                <a:solidFill>
                  <a:srgbClr val="002850"/>
                </a:solidFill>
              </a:rPr>
              <a:t> el </a:t>
            </a:r>
            <a:r>
              <a:rPr dirty="0" err="1">
                <a:solidFill>
                  <a:srgbClr val="002850"/>
                </a:solidFill>
              </a:rPr>
              <a:t>subarbol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izquierdo</a:t>
            </a:r>
            <a:endParaRPr dirty="0">
              <a:solidFill>
                <a:srgbClr val="002850"/>
              </a:solidFill>
            </a:endParaRPr>
          </a:p>
        </p:txBody>
      </p:sp>
      <p:grpSp>
        <p:nvGrpSpPr>
          <p:cNvPr id="1268" name="Group 1268"/>
          <p:cNvGrpSpPr/>
          <p:nvPr/>
        </p:nvGrpSpPr>
        <p:grpSpPr>
          <a:xfrm>
            <a:off x="5943600" y="4343400"/>
            <a:ext cx="2514600" cy="1905000"/>
            <a:chOff x="0" y="0"/>
            <a:chExt cx="2514600" cy="1905000"/>
          </a:xfrm>
        </p:grpSpPr>
        <p:grpSp>
          <p:nvGrpSpPr>
            <p:cNvPr id="1243" name="Group 1243"/>
            <p:cNvGrpSpPr/>
            <p:nvPr/>
          </p:nvGrpSpPr>
          <p:grpSpPr>
            <a:xfrm>
              <a:off x="1295400" y="0"/>
              <a:ext cx="381000" cy="381000"/>
              <a:chOff x="0" y="0"/>
              <a:chExt cx="381000" cy="381000"/>
            </a:xfrm>
          </p:grpSpPr>
          <p:sp>
            <p:nvSpPr>
              <p:cNvPr id="1241" name="Shape 1241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242" name="Shape 1242"/>
              <p:cNvSpPr/>
              <p:nvPr/>
            </p:nvSpPr>
            <p:spPr>
              <a:xfrm>
                <a:off x="76033" y="5080"/>
                <a:ext cx="2289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8</a:t>
                </a:r>
              </a:p>
            </p:txBody>
          </p:sp>
        </p:grpSp>
        <p:grpSp>
          <p:nvGrpSpPr>
            <p:cNvPr id="1246" name="Group 1246"/>
            <p:cNvGrpSpPr/>
            <p:nvPr/>
          </p:nvGrpSpPr>
          <p:grpSpPr>
            <a:xfrm>
              <a:off x="533400" y="533400"/>
              <a:ext cx="381000" cy="381000"/>
              <a:chOff x="0" y="0"/>
              <a:chExt cx="381000" cy="381000"/>
            </a:xfrm>
          </p:grpSpPr>
          <p:sp>
            <p:nvSpPr>
              <p:cNvPr id="1244" name="Shape 1244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245" name="Shape 1245"/>
              <p:cNvSpPr/>
              <p:nvPr/>
            </p:nvSpPr>
            <p:spPr>
              <a:xfrm>
                <a:off x="76033" y="5080"/>
                <a:ext cx="2289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</a:t>
                </a:r>
              </a:p>
            </p:txBody>
          </p:sp>
        </p:grpSp>
        <p:sp>
          <p:nvSpPr>
            <p:cNvPr id="1247" name="Shape 1247"/>
            <p:cNvSpPr/>
            <p:nvPr/>
          </p:nvSpPr>
          <p:spPr>
            <a:xfrm flipH="1">
              <a:off x="858837" y="325437"/>
              <a:ext cx="492126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250" name="Group 1250"/>
            <p:cNvGrpSpPr/>
            <p:nvPr/>
          </p:nvGrpSpPr>
          <p:grpSpPr>
            <a:xfrm>
              <a:off x="0" y="990600"/>
              <a:ext cx="381000" cy="381000"/>
              <a:chOff x="0" y="0"/>
              <a:chExt cx="381000" cy="381000"/>
            </a:xfrm>
          </p:grpSpPr>
          <p:sp>
            <p:nvSpPr>
              <p:cNvPr id="1248" name="Shape 1248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249" name="Shape 1249"/>
              <p:cNvSpPr/>
              <p:nvPr/>
            </p:nvSpPr>
            <p:spPr>
              <a:xfrm>
                <a:off x="76033" y="5080"/>
                <a:ext cx="2289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</p:grpSp>
        <p:sp>
          <p:nvSpPr>
            <p:cNvPr id="1251" name="Shape 1251"/>
            <p:cNvSpPr/>
            <p:nvPr/>
          </p:nvSpPr>
          <p:spPr>
            <a:xfrm flipH="1">
              <a:off x="325437" y="858837"/>
              <a:ext cx="263526" cy="1873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254" name="Group 1254"/>
            <p:cNvGrpSpPr/>
            <p:nvPr/>
          </p:nvGrpSpPr>
          <p:grpSpPr>
            <a:xfrm>
              <a:off x="2133600" y="533400"/>
              <a:ext cx="381000" cy="381000"/>
              <a:chOff x="0" y="0"/>
              <a:chExt cx="381000" cy="381000"/>
            </a:xfrm>
          </p:grpSpPr>
          <p:sp>
            <p:nvSpPr>
              <p:cNvPr id="1252" name="Shape 1252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253" name="Shape 1253"/>
              <p:cNvSpPr/>
              <p:nvPr/>
            </p:nvSpPr>
            <p:spPr>
              <a:xfrm>
                <a:off x="13637" y="5080"/>
                <a:ext cx="353726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20</a:t>
                </a:r>
              </a:p>
            </p:txBody>
          </p:sp>
        </p:grpSp>
        <p:sp>
          <p:nvSpPr>
            <p:cNvPr id="1255" name="Shape 1255"/>
            <p:cNvSpPr/>
            <p:nvPr/>
          </p:nvSpPr>
          <p:spPr>
            <a:xfrm>
              <a:off x="1620837" y="325437"/>
              <a:ext cx="568326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258" name="Group 1258"/>
            <p:cNvGrpSpPr/>
            <p:nvPr/>
          </p:nvGrpSpPr>
          <p:grpSpPr>
            <a:xfrm>
              <a:off x="1600200" y="990600"/>
              <a:ext cx="381000" cy="381000"/>
              <a:chOff x="0" y="0"/>
              <a:chExt cx="381000" cy="381000"/>
            </a:xfrm>
          </p:grpSpPr>
          <p:sp>
            <p:nvSpPr>
              <p:cNvPr id="1256" name="Shape 1256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257" name="Shape 1257"/>
              <p:cNvSpPr/>
              <p:nvPr/>
            </p:nvSpPr>
            <p:spPr>
              <a:xfrm>
                <a:off x="13637" y="5080"/>
                <a:ext cx="353726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10</a:t>
                </a:r>
              </a:p>
            </p:txBody>
          </p:sp>
        </p:grpSp>
        <p:sp>
          <p:nvSpPr>
            <p:cNvPr id="1259" name="Shape 1259"/>
            <p:cNvSpPr/>
            <p:nvPr/>
          </p:nvSpPr>
          <p:spPr>
            <a:xfrm flipH="1">
              <a:off x="1925637" y="858837"/>
              <a:ext cx="263526" cy="1873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262" name="Group 1262"/>
            <p:cNvGrpSpPr/>
            <p:nvPr/>
          </p:nvGrpSpPr>
          <p:grpSpPr>
            <a:xfrm>
              <a:off x="1066800" y="990600"/>
              <a:ext cx="381000" cy="381000"/>
              <a:chOff x="0" y="0"/>
              <a:chExt cx="381000" cy="381000"/>
            </a:xfrm>
          </p:grpSpPr>
          <p:sp>
            <p:nvSpPr>
              <p:cNvPr id="1260" name="Shape 1260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261" name="Shape 1261"/>
              <p:cNvSpPr/>
              <p:nvPr/>
            </p:nvSpPr>
            <p:spPr>
              <a:xfrm>
                <a:off x="76033" y="5080"/>
                <a:ext cx="2289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5</a:t>
                </a:r>
              </a:p>
            </p:txBody>
          </p:sp>
        </p:grpSp>
        <p:sp>
          <p:nvSpPr>
            <p:cNvPr id="1263" name="Shape 1263"/>
            <p:cNvSpPr/>
            <p:nvPr/>
          </p:nvSpPr>
          <p:spPr>
            <a:xfrm>
              <a:off x="858837" y="858837"/>
              <a:ext cx="263526" cy="1873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266" name="Group 1266"/>
            <p:cNvGrpSpPr/>
            <p:nvPr/>
          </p:nvGrpSpPr>
          <p:grpSpPr>
            <a:xfrm>
              <a:off x="685800" y="1524000"/>
              <a:ext cx="381000" cy="381000"/>
              <a:chOff x="0" y="0"/>
              <a:chExt cx="381000" cy="381000"/>
            </a:xfrm>
          </p:grpSpPr>
          <p:sp>
            <p:nvSpPr>
              <p:cNvPr id="1264" name="Shape 1264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265" name="Shape 1265"/>
              <p:cNvSpPr/>
              <p:nvPr/>
            </p:nvSpPr>
            <p:spPr>
              <a:xfrm>
                <a:off x="76033" y="5080"/>
                <a:ext cx="2289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</p:grpSp>
        <p:sp>
          <p:nvSpPr>
            <p:cNvPr id="1267" name="Shape 1267"/>
            <p:cNvSpPr/>
            <p:nvPr/>
          </p:nvSpPr>
          <p:spPr>
            <a:xfrm flipH="1">
              <a:off x="876299" y="1316037"/>
              <a:ext cx="246064" cy="20796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1269" name="Shape 1269"/>
          <p:cNvSpPr/>
          <p:nvPr/>
        </p:nvSpPr>
        <p:spPr>
          <a:xfrm>
            <a:off x="7467600" y="3886200"/>
            <a:ext cx="0" cy="381000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270" name="Shape 1270"/>
          <p:cNvSpPr/>
          <p:nvPr/>
        </p:nvSpPr>
        <p:spPr>
          <a:xfrm>
            <a:off x="7037037" y="3305582"/>
            <a:ext cx="1889941" cy="27699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000"/>
              </a:spcBef>
              <a:defRPr b="1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b="0"/>
            </a:pPr>
            <a:r>
              <a:rPr lang="es-EC" b="1" dirty="0" err="1"/>
              <a:t>contains</a:t>
            </a:r>
            <a:r>
              <a:rPr b="1" dirty="0"/>
              <a:t>(</a:t>
            </a:r>
            <a:r>
              <a:rPr lang="es-EC" b="1" dirty="0" err="1"/>
              <a:t>root</a:t>
            </a:r>
            <a:r>
              <a:rPr b="1" dirty="0"/>
              <a:t>,5)</a:t>
            </a:r>
          </a:p>
        </p:txBody>
      </p:sp>
      <p:sp>
        <p:nvSpPr>
          <p:cNvPr id="1271" name="Shape 1271"/>
          <p:cNvSpPr/>
          <p:nvPr/>
        </p:nvSpPr>
        <p:spPr>
          <a:xfrm>
            <a:off x="7010400" y="3581400"/>
            <a:ext cx="7620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272" name="Shape 1272"/>
          <p:cNvSpPr/>
          <p:nvPr/>
        </p:nvSpPr>
        <p:spPr>
          <a:xfrm>
            <a:off x="6629400" y="4481512"/>
            <a:ext cx="0" cy="381001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273" name="Shape 1273"/>
          <p:cNvSpPr/>
          <p:nvPr/>
        </p:nvSpPr>
        <p:spPr>
          <a:xfrm>
            <a:off x="6305550" y="4175125"/>
            <a:ext cx="6096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274" name="Shape 1274"/>
          <p:cNvSpPr/>
          <p:nvPr/>
        </p:nvSpPr>
        <p:spPr>
          <a:xfrm>
            <a:off x="7239000" y="4953000"/>
            <a:ext cx="0" cy="381000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1277" name="Group 1277"/>
          <p:cNvGrpSpPr/>
          <p:nvPr/>
        </p:nvGrpSpPr>
        <p:grpSpPr>
          <a:xfrm>
            <a:off x="7010400" y="5334000"/>
            <a:ext cx="381000" cy="381000"/>
            <a:chOff x="0" y="0"/>
            <a:chExt cx="381000" cy="381000"/>
          </a:xfrm>
        </p:grpSpPr>
        <p:sp>
          <p:nvSpPr>
            <p:cNvPr id="1275" name="Shape 1275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276" name="Shape 1276"/>
            <p:cNvSpPr/>
            <p:nvPr/>
          </p:nvSpPr>
          <p:spPr>
            <a:xfrm>
              <a:off x="76033" y="5080"/>
              <a:ext cx="228934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5</a:t>
              </a:r>
            </a:p>
          </p:txBody>
        </p:sp>
      </p:grpSp>
      <p:sp>
        <p:nvSpPr>
          <p:cNvPr id="1278" name="Shape 1278"/>
          <p:cNvSpPr/>
          <p:nvPr/>
        </p:nvSpPr>
        <p:spPr>
          <a:xfrm>
            <a:off x="7010400" y="4937125"/>
            <a:ext cx="457200" cy="381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1281" name="Group 1281"/>
          <p:cNvGrpSpPr/>
          <p:nvPr/>
        </p:nvGrpSpPr>
        <p:grpSpPr>
          <a:xfrm>
            <a:off x="7010400" y="5334000"/>
            <a:ext cx="381000" cy="381000"/>
            <a:chOff x="0" y="0"/>
            <a:chExt cx="381000" cy="381000"/>
          </a:xfrm>
        </p:grpSpPr>
        <p:sp>
          <p:nvSpPr>
            <p:cNvPr id="1279" name="Shape 1279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280" name="Shape 1280"/>
            <p:cNvSpPr/>
            <p:nvPr/>
          </p:nvSpPr>
          <p:spPr>
            <a:xfrm>
              <a:off x="76033" y="5080"/>
              <a:ext cx="228934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5</a:t>
              </a:r>
            </a:p>
          </p:txBody>
        </p:sp>
      </p:grpSp>
      <p:sp>
        <p:nvSpPr>
          <p:cNvPr id="1282" name="Shape 1282"/>
          <p:cNvSpPr/>
          <p:nvPr/>
        </p:nvSpPr>
        <p:spPr>
          <a:xfrm>
            <a:off x="7016400" y="3305582"/>
            <a:ext cx="2037417" cy="27699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000"/>
              </a:spcBef>
              <a:defRPr b="1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b="0"/>
            </a:pPr>
            <a:r>
              <a:rPr lang="es-EC" b="1" dirty="0" err="1"/>
              <a:t>contains</a:t>
            </a:r>
            <a:r>
              <a:rPr b="1" dirty="0"/>
              <a:t>(</a:t>
            </a:r>
            <a:r>
              <a:rPr lang="es-EC" b="1" dirty="0" err="1"/>
              <a:t>root</a:t>
            </a:r>
            <a:r>
              <a:rPr b="1" dirty="0"/>
              <a:t>,25)</a:t>
            </a:r>
          </a:p>
        </p:txBody>
      </p:sp>
      <p:sp>
        <p:nvSpPr>
          <p:cNvPr id="1283" name="Shape 1283"/>
          <p:cNvSpPr/>
          <p:nvPr/>
        </p:nvSpPr>
        <p:spPr>
          <a:xfrm>
            <a:off x="7467600" y="3962400"/>
            <a:ext cx="0" cy="381000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284" name="Shape 1284"/>
          <p:cNvSpPr/>
          <p:nvPr/>
        </p:nvSpPr>
        <p:spPr>
          <a:xfrm>
            <a:off x="7086600" y="3644900"/>
            <a:ext cx="7620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285" name="Shape 1285"/>
          <p:cNvSpPr/>
          <p:nvPr/>
        </p:nvSpPr>
        <p:spPr>
          <a:xfrm>
            <a:off x="8305800" y="4419600"/>
            <a:ext cx="0" cy="457200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286" name="Shape 1286"/>
          <p:cNvSpPr/>
          <p:nvPr/>
        </p:nvSpPr>
        <p:spPr>
          <a:xfrm>
            <a:off x="8077200" y="4162425"/>
            <a:ext cx="6096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1292" name="Group 1292"/>
          <p:cNvGrpSpPr/>
          <p:nvPr/>
        </p:nvGrpSpPr>
        <p:grpSpPr>
          <a:xfrm>
            <a:off x="8458200" y="5334000"/>
            <a:ext cx="381000" cy="400050"/>
            <a:chOff x="0" y="0"/>
            <a:chExt cx="381000" cy="400050"/>
          </a:xfrm>
        </p:grpSpPr>
        <p:sp>
          <p:nvSpPr>
            <p:cNvPr id="1287" name="Shape 1287"/>
            <p:cNvSpPr/>
            <p:nvPr/>
          </p:nvSpPr>
          <p:spPr>
            <a:xfrm flipH="1">
              <a:off x="188912" y="0"/>
              <a:ext cx="1" cy="3048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288" name="Shape 1288"/>
            <p:cNvSpPr/>
            <p:nvPr/>
          </p:nvSpPr>
          <p:spPr>
            <a:xfrm>
              <a:off x="0" y="304800"/>
              <a:ext cx="381000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289" name="Shape 1289"/>
            <p:cNvSpPr/>
            <p:nvPr/>
          </p:nvSpPr>
          <p:spPr>
            <a:xfrm>
              <a:off x="79375" y="333375"/>
              <a:ext cx="228600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290" name="Shape 1290"/>
            <p:cNvSpPr/>
            <p:nvPr/>
          </p:nvSpPr>
          <p:spPr>
            <a:xfrm>
              <a:off x="117475" y="371475"/>
              <a:ext cx="152400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291" name="Shape 1291"/>
            <p:cNvSpPr/>
            <p:nvPr/>
          </p:nvSpPr>
          <p:spPr>
            <a:xfrm>
              <a:off x="160337" y="400050"/>
              <a:ext cx="76201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1296" name="Shape 1296"/>
          <p:cNvSpPr/>
          <p:nvPr/>
        </p:nvSpPr>
        <p:spPr>
          <a:xfrm>
            <a:off x="7200900" y="5295900"/>
            <a:ext cx="1447800" cy="2381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1294" name="Shape 1294"/>
          <p:cNvSpPr/>
          <p:nvPr/>
        </p:nvSpPr>
        <p:spPr>
          <a:xfrm flipH="1">
            <a:off x="8686800" y="4495799"/>
            <a:ext cx="76201" cy="685802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295" name="Shape 1295"/>
          <p:cNvSpPr/>
          <p:nvPr/>
        </p:nvSpPr>
        <p:spPr>
          <a:xfrm>
            <a:off x="8077200" y="5867400"/>
            <a:ext cx="933212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9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1600"/>
              <a:t>No existe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81771E2-3E7E-44BC-AC0F-D8E75A51C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BUSQUEDA DE UN NODO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2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2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2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2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2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2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2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2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2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2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2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fill="hold"/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2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fill="hold"/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fill="hold"/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9" fill="hold"/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5" fill="hold"/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3" fill="hold"/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7" fill="hold"/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5" fill="hold"/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9" fill="hold"/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0" dur="500"/>
                                        <p:tgtEl>
                                          <p:spTgt spid="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4" fill="hold"/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2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2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2" fill="hold"/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3" dur="500"/>
                                        <p:tgtEl>
                                          <p:spTgt spid="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7" fill="hold"/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0" grpId="0" build="p" bldLvl="5" animBg="1" advAuto="0"/>
      <p:bldP spid="1268" grpId="0" animBg="1" advAuto="0"/>
      <p:bldP spid="1269" grpId="0" animBg="1" advAuto="0"/>
      <p:bldP spid="1270" grpId="0" animBg="1" advAuto="0"/>
      <p:bldP spid="1271" grpId="0" animBg="1" advAuto="0"/>
      <p:bldP spid="1272" grpId="0" animBg="1" advAuto="0"/>
      <p:bldP spid="1273" grpId="0" animBg="1" advAuto="0"/>
      <p:bldP spid="1274" grpId="0" animBg="1" advAuto="0"/>
      <p:bldP spid="1277" grpId="0" animBg="1" advAuto="0"/>
      <p:bldP spid="1278" grpId="0" animBg="1" advAuto="0"/>
      <p:bldP spid="1281" grpId="0" animBg="1" advAuto="0"/>
      <p:bldP spid="1282" grpId="0" animBg="1" advAuto="0"/>
      <p:bldP spid="1283" grpId="0" animBg="1" advAuto="0"/>
      <p:bldP spid="1284" grpId="0" animBg="1" advAuto="0"/>
      <p:bldP spid="1285" grpId="0" animBg="1" advAuto="0"/>
      <p:bldP spid="1286" grpId="0" animBg="1" advAuto="0"/>
      <p:bldP spid="1292" grpId="0" animBg="1" advAuto="0"/>
      <p:bldP spid="1296" grpId="0" animBg="1" advAuto="0"/>
      <p:bldP spid="1294" grpId="0" animBg="1" advAuto="0"/>
      <p:bldP spid="1295" grpId="0" animBg="1" advAuto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2E89F10-02D6-4D8C-9524-B4180A92A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IMPLEMENTACION DE LA BUSQUEDA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343D806-2A9C-4A97-B1BA-1FB6D190C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15" y="1521719"/>
            <a:ext cx="4021015" cy="1514494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0768AF53-778F-438E-B74C-00FCD2A5E3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92715" y="2854000"/>
            <a:ext cx="5607513" cy="3285759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Shape 130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300037" lvl="0" indent="-300037"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 dirty="0" err="1">
                <a:solidFill>
                  <a:srgbClr val="002850"/>
                </a:solidFill>
              </a:rPr>
              <a:t>Muy</a:t>
            </a:r>
            <a:r>
              <a:rPr sz="2800" dirty="0">
                <a:solidFill>
                  <a:srgbClr val="002850"/>
                </a:solidFill>
              </a:rPr>
              <a:t> </a:t>
            </a:r>
            <a:r>
              <a:rPr sz="2800" dirty="0" err="1">
                <a:solidFill>
                  <a:srgbClr val="002850"/>
                </a:solidFill>
              </a:rPr>
              <a:t>parecido</a:t>
            </a:r>
            <a:r>
              <a:rPr sz="2800" dirty="0">
                <a:solidFill>
                  <a:srgbClr val="002850"/>
                </a:solidFill>
              </a:rPr>
              <a:t> a la b</a:t>
            </a:r>
            <a:r>
              <a:rPr lang="es-419" sz="2800" dirty="0">
                <a:solidFill>
                  <a:srgbClr val="002850"/>
                </a:solidFill>
              </a:rPr>
              <a:t>ú</a:t>
            </a:r>
            <a:r>
              <a:rPr sz="2800" dirty="0" err="1">
                <a:solidFill>
                  <a:srgbClr val="002850"/>
                </a:solidFill>
              </a:rPr>
              <a:t>squeda</a:t>
            </a:r>
            <a:endParaRPr sz="2800" dirty="0">
              <a:solidFill>
                <a:srgbClr val="002850"/>
              </a:solidFill>
            </a:endParaRPr>
          </a:p>
          <a:p>
            <a:pPr marL="300037" lvl="0" indent="-300037"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 dirty="0" err="1">
                <a:solidFill>
                  <a:srgbClr val="002850"/>
                </a:solidFill>
              </a:rPr>
              <a:t>Debo</a:t>
            </a:r>
            <a:r>
              <a:rPr sz="2800" dirty="0">
                <a:solidFill>
                  <a:srgbClr val="002850"/>
                </a:solidFill>
              </a:rPr>
              <a:t> </a:t>
            </a:r>
            <a:r>
              <a:rPr sz="2800" dirty="0" err="1">
                <a:solidFill>
                  <a:srgbClr val="002850"/>
                </a:solidFill>
              </a:rPr>
              <a:t>insertar</a:t>
            </a:r>
            <a:r>
              <a:rPr sz="2800" dirty="0">
                <a:solidFill>
                  <a:srgbClr val="002850"/>
                </a:solidFill>
              </a:rPr>
              <a:t> </a:t>
            </a:r>
            <a:r>
              <a:rPr sz="2800" dirty="0" err="1">
                <a:solidFill>
                  <a:srgbClr val="002850"/>
                </a:solidFill>
              </a:rPr>
              <a:t>en</a:t>
            </a:r>
            <a:r>
              <a:rPr sz="2800" dirty="0">
                <a:solidFill>
                  <a:srgbClr val="002850"/>
                </a:solidFill>
              </a:rPr>
              <a:t> la </a:t>
            </a:r>
            <a:r>
              <a:rPr sz="2800" dirty="0" err="1">
                <a:solidFill>
                  <a:srgbClr val="002850"/>
                </a:solidFill>
              </a:rPr>
              <a:t>posicion</a:t>
            </a:r>
            <a:r>
              <a:rPr sz="2800" dirty="0">
                <a:solidFill>
                  <a:srgbClr val="002850"/>
                </a:solidFill>
              </a:rPr>
              <a:t> </a:t>
            </a:r>
            <a:r>
              <a:rPr sz="2800" dirty="0" err="1">
                <a:solidFill>
                  <a:srgbClr val="002850"/>
                </a:solidFill>
              </a:rPr>
              <a:t>correcta</a:t>
            </a:r>
            <a:endParaRPr sz="2800" dirty="0">
              <a:solidFill>
                <a:srgbClr val="002850"/>
              </a:solidFill>
            </a:endParaRPr>
          </a:p>
          <a:p>
            <a:pPr marL="702128" lvl="1" indent="-244928">
              <a:lnSpc>
                <a:spcPct val="12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El </a:t>
            </a:r>
            <a:r>
              <a:rPr lang="es-419" sz="2400" dirty="0">
                <a:solidFill>
                  <a:srgbClr val="002850"/>
                </a:solidFill>
              </a:rPr>
              <a:t>á</a:t>
            </a:r>
            <a:r>
              <a:rPr sz="2400" dirty="0" err="1">
                <a:solidFill>
                  <a:srgbClr val="002850"/>
                </a:solidFill>
              </a:rPr>
              <a:t>rbol</a:t>
            </a:r>
            <a:r>
              <a:rPr sz="2400" dirty="0">
                <a:solidFill>
                  <a:srgbClr val="002850"/>
                </a:solidFill>
              </a:rPr>
              <a:t> debe </a:t>
            </a:r>
            <a:r>
              <a:rPr sz="2400" dirty="0" err="1">
                <a:solidFill>
                  <a:srgbClr val="002850"/>
                </a:solidFill>
              </a:rPr>
              <a:t>mantener</a:t>
            </a:r>
            <a:r>
              <a:rPr sz="2400" dirty="0">
                <a:solidFill>
                  <a:srgbClr val="002850"/>
                </a:solidFill>
              </a:rPr>
              <a:t> sus </a:t>
            </a:r>
            <a:r>
              <a:rPr sz="2400" dirty="0" err="1">
                <a:solidFill>
                  <a:srgbClr val="002850"/>
                </a:solidFill>
              </a:rPr>
              <a:t>propiedades</a:t>
            </a:r>
            <a:endParaRPr sz="2400" dirty="0">
              <a:solidFill>
                <a:srgbClr val="002850"/>
              </a:solidFill>
            </a:endParaRPr>
          </a:p>
          <a:p>
            <a:pPr marL="300037" lvl="0" indent="-300037"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 dirty="0" err="1">
                <a:solidFill>
                  <a:srgbClr val="002850"/>
                </a:solidFill>
              </a:rPr>
              <a:t>Pasos</a:t>
            </a:r>
            <a:r>
              <a:rPr sz="2800" dirty="0">
                <a:solidFill>
                  <a:srgbClr val="002850"/>
                </a:solidFill>
              </a:rPr>
              <a:t>:</a:t>
            </a:r>
          </a:p>
          <a:p>
            <a:pPr marL="702128" lvl="1" indent="-244928">
              <a:lnSpc>
                <a:spcPct val="12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Crear</a:t>
            </a:r>
            <a:r>
              <a:rPr sz="2400" dirty="0">
                <a:solidFill>
                  <a:srgbClr val="002850"/>
                </a:solidFill>
              </a:rPr>
              <a:t> una </a:t>
            </a:r>
            <a:r>
              <a:rPr sz="2400" dirty="0" err="1">
                <a:solidFill>
                  <a:srgbClr val="002850"/>
                </a:solidFill>
              </a:rPr>
              <a:t>nueva</a:t>
            </a:r>
            <a:r>
              <a:rPr sz="2400" dirty="0">
                <a:solidFill>
                  <a:srgbClr val="002850"/>
                </a:solidFill>
              </a:rPr>
              <a:t> hoja</a:t>
            </a:r>
          </a:p>
          <a:p>
            <a:pPr marL="702128" lvl="1" indent="-244928">
              <a:lnSpc>
                <a:spcPct val="12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Buscar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en</a:t>
            </a:r>
            <a:r>
              <a:rPr sz="2400" dirty="0">
                <a:solidFill>
                  <a:srgbClr val="002850"/>
                </a:solidFill>
              </a:rPr>
              <a:t> el </a:t>
            </a:r>
            <a:r>
              <a:rPr lang="es-419" sz="2400" dirty="0">
                <a:solidFill>
                  <a:srgbClr val="002850"/>
                </a:solidFill>
              </a:rPr>
              <a:t>á</a:t>
            </a:r>
            <a:r>
              <a:rPr sz="2400" dirty="0" err="1">
                <a:solidFill>
                  <a:srgbClr val="002850"/>
                </a:solidFill>
              </a:rPr>
              <a:t>rbol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donde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ponerla</a:t>
            </a:r>
            <a:endParaRPr sz="2400" dirty="0">
              <a:solidFill>
                <a:srgbClr val="002850"/>
              </a:solidFill>
            </a:endParaRPr>
          </a:p>
          <a:p>
            <a:pPr marL="702128" lvl="1" indent="-244928">
              <a:lnSpc>
                <a:spcPct val="12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Enlazar</a:t>
            </a:r>
            <a:r>
              <a:rPr sz="2400" dirty="0">
                <a:solidFill>
                  <a:srgbClr val="002850"/>
                </a:solidFill>
              </a:rPr>
              <a:t> el nuevo </a:t>
            </a:r>
            <a:r>
              <a:rPr sz="2400" dirty="0" err="1">
                <a:solidFill>
                  <a:srgbClr val="002850"/>
                </a:solidFill>
              </a:rPr>
              <a:t>nodo</a:t>
            </a:r>
            <a:r>
              <a:rPr sz="2400" dirty="0">
                <a:solidFill>
                  <a:srgbClr val="002850"/>
                </a:solidFill>
              </a:rPr>
              <a:t> al </a:t>
            </a:r>
            <a:r>
              <a:rPr lang="es-419" sz="2400" dirty="0">
                <a:solidFill>
                  <a:srgbClr val="002850"/>
                </a:solidFill>
              </a:rPr>
              <a:t>á</a:t>
            </a:r>
            <a:r>
              <a:rPr sz="2400" dirty="0" err="1">
                <a:solidFill>
                  <a:srgbClr val="002850"/>
                </a:solidFill>
              </a:rPr>
              <a:t>rbol</a:t>
            </a:r>
            <a:endParaRPr sz="2400" dirty="0">
              <a:solidFill>
                <a:srgbClr val="002850"/>
              </a:solidFill>
            </a:endParaRPr>
          </a:p>
        </p:txBody>
      </p:sp>
      <p:grpSp>
        <p:nvGrpSpPr>
          <p:cNvPr id="1330" name="Group 1330"/>
          <p:cNvGrpSpPr/>
          <p:nvPr/>
        </p:nvGrpSpPr>
        <p:grpSpPr>
          <a:xfrm>
            <a:off x="5580062" y="3262312"/>
            <a:ext cx="2514601" cy="1905001"/>
            <a:chOff x="0" y="0"/>
            <a:chExt cx="2514600" cy="1905000"/>
          </a:xfrm>
        </p:grpSpPr>
        <p:grpSp>
          <p:nvGrpSpPr>
            <p:cNvPr id="1305" name="Group 1305"/>
            <p:cNvGrpSpPr/>
            <p:nvPr/>
          </p:nvGrpSpPr>
          <p:grpSpPr>
            <a:xfrm>
              <a:off x="1295400" y="0"/>
              <a:ext cx="381000" cy="381000"/>
              <a:chOff x="0" y="0"/>
              <a:chExt cx="381000" cy="381000"/>
            </a:xfrm>
          </p:grpSpPr>
          <p:sp>
            <p:nvSpPr>
              <p:cNvPr id="1303" name="Shape 1303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04" name="Shape 1304"/>
              <p:cNvSpPr/>
              <p:nvPr/>
            </p:nvSpPr>
            <p:spPr>
              <a:xfrm>
                <a:off x="76033" y="5080"/>
                <a:ext cx="2289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8</a:t>
                </a:r>
              </a:p>
            </p:txBody>
          </p:sp>
        </p:grpSp>
        <p:grpSp>
          <p:nvGrpSpPr>
            <p:cNvPr id="1308" name="Group 1308"/>
            <p:cNvGrpSpPr/>
            <p:nvPr/>
          </p:nvGrpSpPr>
          <p:grpSpPr>
            <a:xfrm>
              <a:off x="533400" y="533400"/>
              <a:ext cx="381000" cy="381000"/>
              <a:chOff x="0" y="0"/>
              <a:chExt cx="381000" cy="381000"/>
            </a:xfrm>
          </p:grpSpPr>
          <p:sp>
            <p:nvSpPr>
              <p:cNvPr id="1306" name="Shape 1306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07" name="Shape 1307"/>
              <p:cNvSpPr/>
              <p:nvPr/>
            </p:nvSpPr>
            <p:spPr>
              <a:xfrm>
                <a:off x="76033" y="5080"/>
                <a:ext cx="2289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</a:t>
                </a:r>
              </a:p>
            </p:txBody>
          </p:sp>
        </p:grpSp>
        <p:sp>
          <p:nvSpPr>
            <p:cNvPr id="1309" name="Shape 1309"/>
            <p:cNvSpPr/>
            <p:nvPr/>
          </p:nvSpPr>
          <p:spPr>
            <a:xfrm flipH="1">
              <a:off x="858837" y="325437"/>
              <a:ext cx="492126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312" name="Group 1312"/>
            <p:cNvGrpSpPr/>
            <p:nvPr/>
          </p:nvGrpSpPr>
          <p:grpSpPr>
            <a:xfrm>
              <a:off x="0" y="990600"/>
              <a:ext cx="381000" cy="381000"/>
              <a:chOff x="0" y="0"/>
              <a:chExt cx="381000" cy="381000"/>
            </a:xfrm>
          </p:grpSpPr>
          <p:sp>
            <p:nvSpPr>
              <p:cNvPr id="1310" name="Shape 1310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11" name="Shape 1311"/>
              <p:cNvSpPr/>
              <p:nvPr/>
            </p:nvSpPr>
            <p:spPr>
              <a:xfrm>
                <a:off x="76033" y="5080"/>
                <a:ext cx="2289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</p:grpSp>
        <p:sp>
          <p:nvSpPr>
            <p:cNvPr id="1313" name="Shape 1313"/>
            <p:cNvSpPr/>
            <p:nvPr/>
          </p:nvSpPr>
          <p:spPr>
            <a:xfrm flipH="1">
              <a:off x="325437" y="858837"/>
              <a:ext cx="263526" cy="1873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316" name="Group 1316"/>
            <p:cNvGrpSpPr/>
            <p:nvPr/>
          </p:nvGrpSpPr>
          <p:grpSpPr>
            <a:xfrm>
              <a:off x="2133600" y="533400"/>
              <a:ext cx="381000" cy="381000"/>
              <a:chOff x="0" y="0"/>
              <a:chExt cx="381000" cy="381000"/>
            </a:xfrm>
          </p:grpSpPr>
          <p:sp>
            <p:nvSpPr>
              <p:cNvPr id="1314" name="Shape 1314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15" name="Shape 1315"/>
              <p:cNvSpPr/>
              <p:nvPr/>
            </p:nvSpPr>
            <p:spPr>
              <a:xfrm>
                <a:off x="13637" y="5080"/>
                <a:ext cx="353726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20</a:t>
                </a:r>
              </a:p>
            </p:txBody>
          </p:sp>
        </p:grpSp>
        <p:sp>
          <p:nvSpPr>
            <p:cNvPr id="1317" name="Shape 1317"/>
            <p:cNvSpPr/>
            <p:nvPr/>
          </p:nvSpPr>
          <p:spPr>
            <a:xfrm>
              <a:off x="1620837" y="325437"/>
              <a:ext cx="568326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320" name="Group 1320"/>
            <p:cNvGrpSpPr/>
            <p:nvPr/>
          </p:nvGrpSpPr>
          <p:grpSpPr>
            <a:xfrm>
              <a:off x="1600200" y="990600"/>
              <a:ext cx="381000" cy="381000"/>
              <a:chOff x="0" y="0"/>
              <a:chExt cx="381000" cy="381000"/>
            </a:xfrm>
          </p:grpSpPr>
          <p:sp>
            <p:nvSpPr>
              <p:cNvPr id="1318" name="Shape 1318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19" name="Shape 1319"/>
              <p:cNvSpPr/>
              <p:nvPr/>
            </p:nvSpPr>
            <p:spPr>
              <a:xfrm>
                <a:off x="13637" y="5080"/>
                <a:ext cx="353726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10</a:t>
                </a:r>
              </a:p>
            </p:txBody>
          </p:sp>
        </p:grpSp>
        <p:sp>
          <p:nvSpPr>
            <p:cNvPr id="1321" name="Shape 1321"/>
            <p:cNvSpPr/>
            <p:nvPr/>
          </p:nvSpPr>
          <p:spPr>
            <a:xfrm flipH="1">
              <a:off x="1925637" y="858837"/>
              <a:ext cx="263526" cy="1873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324" name="Group 1324"/>
            <p:cNvGrpSpPr/>
            <p:nvPr/>
          </p:nvGrpSpPr>
          <p:grpSpPr>
            <a:xfrm>
              <a:off x="1066800" y="990600"/>
              <a:ext cx="381000" cy="381000"/>
              <a:chOff x="0" y="0"/>
              <a:chExt cx="381000" cy="381000"/>
            </a:xfrm>
          </p:grpSpPr>
          <p:sp>
            <p:nvSpPr>
              <p:cNvPr id="1322" name="Shape 1322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23" name="Shape 1323"/>
              <p:cNvSpPr/>
              <p:nvPr/>
            </p:nvSpPr>
            <p:spPr>
              <a:xfrm>
                <a:off x="76033" y="5080"/>
                <a:ext cx="2289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5</a:t>
                </a:r>
              </a:p>
            </p:txBody>
          </p:sp>
        </p:grpSp>
        <p:sp>
          <p:nvSpPr>
            <p:cNvPr id="1325" name="Shape 1325"/>
            <p:cNvSpPr/>
            <p:nvPr/>
          </p:nvSpPr>
          <p:spPr>
            <a:xfrm>
              <a:off x="858837" y="858837"/>
              <a:ext cx="263526" cy="1873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328" name="Group 1328"/>
            <p:cNvGrpSpPr/>
            <p:nvPr/>
          </p:nvGrpSpPr>
          <p:grpSpPr>
            <a:xfrm>
              <a:off x="685800" y="1524000"/>
              <a:ext cx="381000" cy="381000"/>
              <a:chOff x="0" y="0"/>
              <a:chExt cx="381000" cy="381000"/>
            </a:xfrm>
          </p:grpSpPr>
          <p:sp>
            <p:nvSpPr>
              <p:cNvPr id="1326" name="Shape 1326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27" name="Shape 1327"/>
              <p:cNvSpPr/>
              <p:nvPr/>
            </p:nvSpPr>
            <p:spPr>
              <a:xfrm>
                <a:off x="76033" y="5080"/>
                <a:ext cx="2289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</p:grpSp>
        <p:sp>
          <p:nvSpPr>
            <p:cNvPr id="1329" name="Shape 1329"/>
            <p:cNvSpPr/>
            <p:nvPr/>
          </p:nvSpPr>
          <p:spPr>
            <a:xfrm flipH="1">
              <a:off x="876299" y="1316037"/>
              <a:ext cx="246064" cy="20796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1331" name="Shape 1331"/>
          <p:cNvSpPr/>
          <p:nvPr/>
        </p:nvSpPr>
        <p:spPr>
          <a:xfrm>
            <a:off x="6587240" y="2133600"/>
            <a:ext cx="1287660" cy="276999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000"/>
              </a:spcBef>
              <a:defRPr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/>
            <a:r>
              <a:rPr lang="es-EC" dirty="0" err="1"/>
              <a:t>add</a:t>
            </a:r>
            <a:r>
              <a:rPr dirty="0"/>
              <a:t>(</a:t>
            </a:r>
            <a:r>
              <a:rPr lang="es-EC" dirty="0" err="1"/>
              <a:t>root</a:t>
            </a:r>
            <a:r>
              <a:rPr dirty="0"/>
              <a:t>,15)</a:t>
            </a:r>
          </a:p>
        </p:txBody>
      </p:sp>
      <p:sp>
        <p:nvSpPr>
          <p:cNvPr id="1332" name="Shape 1332"/>
          <p:cNvSpPr/>
          <p:nvPr/>
        </p:nvSpPr>
        <p:spPr>
          <a:xfrm>
            <a:off x="7027862" y="2805112"/>
            <a:ext cx="1" cy="457201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333" name="Shape 1333"/>
          <p:cNvSpPr/>
          <p:nvPr/>
        </p:nvSpPr>
        <p:spPr>
          <a:xfrm>
            <a:off x="7027862" y="2576512"/>
            <a:ext cx="12192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800"/>
              </a:spcBef>
              <a:defRPr sz="1400" b="1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 b="0"/>
            </a:pPr>
            <a:r>
              <a:rPr sz="1400" b="1"/>
              <a:t>15&gt;8…der</a:t>
            </a:r>
          </a:p>
        </p:txBody>
      </p:sp>
      <p:sp>
        <p:nvSpPr>
          <p:cNvPr id="1334" name="Shape 1334"/>
          <p:cNvSpPr/>
          <p:nvPr/>
        </p:nvSpPr>
        <p:spPr>
          <a:xfrm>
            <a:off x="7942262" y="3338512"/>
            <a:ext cx="1" cy="457201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335" name="Shape 1335"/>
          <p:cNvSpPr/>
          <p:nvPr/>
        </p:nvSpPr>
        <p:spPr>
          <a:xfrm>
            <a:off x="7208837" y="3109912"/>
            <a:ext cx="12192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800"/>
              </a:spcBef>
              <a:defRPr sz="1400" b="1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 b="0"/>
            </a:pPr>
            <a:r>
              <a:rPr sz="1400" b="1"/>
              <a:t>15&lt;20…izq</a:t>
            </a:r>
          </a:p>
        </p:txBody>
      </p:sp>
      <p:sp>
        <p:nvSpPr>
          <p:cNvPr id="1336" name="Shape 1336"/>
          <p:cNvSpPr/>
          <p:nvPr/>
        </p:nvSpPr>
        <p:spPr>
          <a:xfrm>
            <a:off x="7383462" y="3795712"/>
            <a:ext cx="1" cy="457201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337" name="Shape 1337"/>
          <p:cNvSpPr/>
          <p:nvPr/>
        </p:nvSpPr>
        <p:spPr>
          <a:xfrm>
            <a:off x="6570662" y="3719512"/>
            <a:ext cx="91440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800"/>
              </a:spcBef>
              <a:defRPr sz="1400" b="1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 b="0"/>
            </a:pPr>
            <a:r>
              <a:rPr sz="1400" b="1"/>
              <a:t>15&gt;10…der</a:t>
            </a:r>
          </a:p>
        </p:txBody>
      </p:sp>
      <p:grpSp>
        <p:nvGrpSpPr>
          <p:cNvPr id="1343" name="Group 1343"/>
          <p:cNvGrpSpPr/>
          <p:nvPr/>
        </p:nvGrpSpPr>
        <p:grpSpPr>
          <a:xfrm>
            <a:off x="7485062" y="4786312"/>
            <a:ext cx="381001" cy="400051"/>
            <a:chOff x="0" y="0"/>
            <a:chExt cx="381000" cy="400050"/>
          </a:xfrm>
        </p:grpSpPr>
        <p:sp>
          <p:nvSpPr>
            <p:cNvPr id="1338" name="Shape 1338"/>
            <p:cNvSpPr/>
            <p:nvPr/>
          </p:nvSpPr>
          <p:spPr>
            <a:xfrm flipH="1">
              <a:off x="188912" y="0"/>
              <a:ext cx="1" cy="3048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339" name="Shape 1339"/>
            <p:cNvSpPr/>
            <p:nvPr/>
          </p:nvSpPr>
          <p:spPr>
            <a:xfrm>
              <a:off x="0" y="304800"/>
              <a:ext cx="381000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340" name="Shape 1340"/>
            <p:cNvSpPr/>
            <p:nvPr/>
          </p:nvSpPr>
          <p:spPr>
            <a:xfrm>
              <a:off x="79375" y="333375"/>
              <a:ext cx="228600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341" name="Shape 1341"/>
            <p:cNvSpPr/>
            <p:nvPr/>
          </p:nvSpPr>
          <p:spPr>
            <a:xfrm>
              <a:off x="117475" y="371475"/>
              <a:ext cx="152400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342" name="Shape 1342"/>
            <p:cNvSpPr/>
            <p:nvPr/>
          </p:nvSpPr>
          <p:spPr>
            <a:xfrm>
              <a:off x="160337" y="400050"/>
              <a:ext cx="76201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1359" name="Shape 1359"/>
          <p:cNvSpPr/>
          <p:nvPr/>
        </p:nvSpPr>
        <p:spPr>
          <a:xfrm>
            <a:off x="6837362" y="4214812"/>
            <a:ext cx="838201" cy="7715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1345" name="Shape 1345"/>
          <p:cNvSpPr/>
          <p:nvPr/>
        </p:nvSpPr>
        <p:spPr>
          <a:xfrm flipH="1">
            <a:off x="7637462" y="4329112"/>
            <a:ext cx="304801" cy="304801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346" name="Shape 1346"/>
          <p:cNvSpPr/>
          <p:nvPr/>
        </p:nvSpPr>
        <p:spPr>
          <a:xfrm>
            <a:off x="7789862" y="4329112"/>
            <a:ext cx="99060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800"/>
              </a:spcBef>
              <a:defRPr sz="1400" b="1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 b="0"/>
            </a:pPr>
            <a:r>
              <a:rPr sz="1400" b="1" dirty="0" err="1"/>
              <a:t>Insertar</a:t>
            </a:r>
            <a:r>
              <a:rPr sz="1400" b="1" dirty="0"/>
              <a:t> </a:t>
            </a:r>
            <a:r>
              <a:rPr sz="1400" b="1" dirty="0" err="1"/>
              <a:t>aqui</a:t>
            </a:r>
            <a:endParaRPr sz="1400" b="1" dirty="0"/>
          </a:p>
        </p:txBody>
      </p:sp>
      <p:grpSp>
        <p:nvGrpSpPr>
          <p:cNvPr id="1349" name="Group 1349"/>
          <p:cNvGrpSpPr/>
          <p:nvPr/>
        </p:nvGrpSpPr>
        <p:grpSpPr>
          <a:xfrm>
            <a:off x="8094662" y="5091112"/>
            <a:ext cx="381001" cy="381001"/>
            <a:chOff x="0" y="0"/>
            <a:chExt cx="381000" cy="381000"/>
          </a:xfrm>
        </p:grpSpPr>
        <p:sp>
          <p:nvSpPr>
            <p:cNvPr id="1347" name="Shape 1347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348" name="Shape 1348"/>
            <p:cNvSpPr/>
            <p:nvPr/>
          </p:nvSpPr>
          <p:spPr>
            <a:xfrm>
              <a:off x="13637" y="5080"/>
              <a:ext cx="353726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15</a:t>
              </a:r>
            </a:p>
          </p:txBody>
        </p:sp>
      </p:grpSp>
      <p:grpSp>
        <p:nvGrpSpPr>
          <p:cNvPr id="1357" name="Group 1357"/>
          <p:cNvGrpSpPr/>
          <p:nvPr/>
        </p:nvGrpSpPr>
        <p:grpSpPr>
          <a:xfrm>
            <a:off x="7485062" y="4578349"/>
            <a:ext cx="381001" cy="608014"/>
            <a:chOff x="0" y="0"/>
            <a:chExt cx="381000" cy="608012"/>
          </a:xfrm>
        </p:grpSpPr>
        <p:grpSp>
          <p:nvGrpSpPr>
            <p:cNvPr id="1355" name="Group 1355"/>
            <p:cNvGrpSpPr/>
            <p:nvPr/>
          </p:nvGrpSpPr>
          <p:grpSpPr>
            <a:xfrm>
              <a:off x="0" y="207962"/>
              <a:ext cx="381000" cy="400051"/>
              <a:chOff x="0" y="0"/>
              <a:chExt cx="381000" cy="400050"/>
            </a:xfrm>
          </p:grpSpPr>
          <p:sp>
            <p:nvSpPr>
              <p:cNvPr id="1350" name="Shape 1350"/>
              <p:cNvSpPr/>
              <p:nvPr/>
            </p:nvSpPr>
            <p:spPr>
              <a:xfrm flipH="1">
                <a:off x="188912" y="0"/>
                <a:ext cx="1" cy="304800"/>
              </a:xfrm>
              <a:prstGeom prst="line">
                <a:avLst/>
              </a:prstGeom>
              <a:noFill/>
              <a:ln w="9525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1351" name="Shape 1351"/>
              <p:cNvSpPr/>
              <p:nvPr/>
            </p:nvSpPr>
            <p:spPr>
              <a:xfrm>
                <a:off x="0" y="304800"/>
                <a:ext cx="381000" cy="0"/>
              </a:xfrm>
              <a:prstGeom prst="line">
                <a:avLst/>
              </a:prstGeom>
              <a:noFill/>
              <a:ln w="9525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1352" name="Shape 1352"/>
              <p:cNvSpPr/>
              <p:nvPr/>
            </p:nvSpPr>
            <p:spPr>
              <a:xfrm>
                <a:off x="79375" y="333375"/>
                <a:ext cx="228600" cy="0"/>
              </a:xfrm>
              <a:prstGeom prst="line">
                <a:avLst/>
              </a:prstGeom>
              <a:noFill/>
              <a:ln w="9525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1353" name="Shape 1353"/>
              <p:cNvSpPr/>
              <p:nvPr/>
            </p:nvSpPr>
            <p:spPr>
              <a:xfrm>
                <a:off x="117475" y="371475"/>
                <a:ext cx="152400" cy="0"/>
              </a:xfrm>
              <a:prstGeom prst="line">
                <a:avLst/>
              </a:prstGeom>
              <a:noFill/>
              <a:ln w="9525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1354" name="Shape 1354"/>
              <p:cNvSpPr/>
              <p:nvPr/>
            </p:nvSpPr>
            <p:spPr>
              <a:xfrm>
                <a:off x="160337" y="400050"/>
                <a:ext cx="76201" cy="0"/>
              </a:xfrm>
              <a:prstGeom prst="line">
                <a:avLst/>
              </a:prstGeom>
              <a:noFill/>
              <a:ln w="9525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sp>
          <p:nvSpPr>
            <p:cNvPr id="1356" name="Shape 1356"/>
            <p:cNvSpPr/>
            <p:nvPr/>
          </p:nvSpPr>
          <p:spPr>
            <a:xfrm>
              <a:off x="20637" y="-1"/>
              <a:ext cx="168276" cy="207964"/>
            </a:xfrm>
            <a:prstGeom prst="line">
              <a:avLst/>
            </a:prstGeom>
            <a:noFill/>
            <a:ln w="952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1360" name="Shape 1360"/>
          <p:cNvSpPr/>
          <p:nvPr/>
        </p:nvSpPr>
        <p:spPr>
          <a:xfrm>
            <a:off x="6837362" y="4214812"/>
            <a:ext cx="1270795" cy="936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/>
            <a:miter/>
            <a:tailEnd type="stealth"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67BF023-37F7-459B-A80D-4F8CA8DB5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INSERCION DE UN NODO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0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3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3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3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3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3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3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3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fill="hold"/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0" dur="500"/>
                                        <p:tgtEl>
                                          <p:spTgt spid="1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3" dur="500"/>
                                        <p:tgtEl>
                                          <p:spTgt spid="1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fill="hold"/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3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3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fill="hold"/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9" fill="hold"/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3" fill="hold"/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4" dur="500"/>
                                        <p:tgtEl>
                                          <p:spTgt spid="1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2" grpId="0" build="p" animBg="1" advAuto="0"/>
      <p:bldP spid="1330" grpId="0" animBg="1" advAuto="0"/>
      <p:bldP spid="1331" grpId="0" animBg="1" advAuto="0"/>
      <p:bldP spid="1332" grpId="0" animBg="1" advAuto="0"/>
      <p:bldP spid="1333" grpId="0" animBg="1" advAuto="0"/>
      <p:bldP spid="1334" grpId="0" animBg="1" advAuto="0"/>
      <p:bldP spid="1335" grpId="0" animBg="1" advAuto="0"/>
      <p:bldP spid="1336" grpId="0" animBg="1" advAuto="0"/>
      <p:bldP spid="1337" grpId="0" animBg="1" advAuto="0"/>
      <p:bldP spid="1343" grpId="0" animBg="1" advAuto="0"/>
      <p:bldP spid="1359" grpId="0" animBg="1" advAuto="0"/>
      <p:bldP spid="1345" grpId="0" animBg="1" advAuto="0"/>
      <p:bldP spid="1346" grpId="0" animBg="1" advAuto="0"/>
      <p:bldP spid="1349" grpId="0" animBg="1" advAuto="0"/>
      <p:bldP spid="1357" grpId="0" animBg="1" advAuto="0"/>
      <p:bldP spid="1360" grpId="0" animBg="1" advAuto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1094C1E-7CEA-4ED5-BDFA-43CEB7B86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IMPLEMENTACION DE LA INSERCION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2BABFF2-570A-484A-832D-636FB8436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67" y="1553850"/>
            <a:ext cx="3578102" cy="179106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1548B4B-50FE-411D-A84D-56AA1AB98F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95543" y="2831122"/>
            <a:ext cx="5231921" cy="322384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Shape 1366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44316" lvl="0" indent="-244316" defTabSz="868680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280" dirty="0">
                <a:solidFill>
                  <a:srgbClr val="002850"/>
                </a:solidFill>
              </a:rPr>
              <a:t>Es mas </a:t>
            </a:r>
            <a:r>
              <a:rPr sz="2280" dirty="0" err="1">
                <a:solidFill>
                  <a:srgbClr val="002850"/>
                </a:solidFill>
              </a:rPr>
              <a:t>compleja</a:t>
            </a:r>
            <a:r>
              <a:rPr sz="2280" dirty="0">
                <a:solidFill>
                  <a:srgbClr val="002850"/>
                </a:solidFill>
              </a:rPr>
              <a:t> que la </a:t>
            </a:r>
            <a:r>
              <a:rPr sz="2280" dirty="0" err="1">
                <a:solidFill>
                  <a:srgbClr val="002850"/>
                </a:solidFill>
              </a:rPr>
              <a:t>insercion</a:t>
            </a:r>
            <a:endParaRPr sz="2280" dirty="0">
              <a:solidFill>
                <a:srgbClr val="002850"/>
              </a:solidFill>
            </a:endParaRPr>
          </a:p>
          <a:p>
            <a:pPr marL="244316" lvl="0" indent="-244316" defTabSz="868680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280" dirty="0">
                <a:solidFill>
                  <a:srgbClr val="002850"/>
                </a:solidFill>
              </a:rPr>
              <a:t>Al </a:t>
            </a:r>
            <a:r>
              <a:rPr sz="2280" dirty="0" err="1">
                <a:solidFill>
                  <a:srgbClr val="002850"/>
                </a:solidFill>
              </a:rPr>
              <a:t>sacar</a:t>
            </a:r>
            <a:r>
              <a:rPr sz="2280" dirty="0">
                <a:solidFill>
                  <a:srgbClr val="002850"/>
                </a:solidFill>
              </a:rPr>
              <a:t> un </a:t>
            </a:r>
            <a:r>
              <a:rPr sz="2280" dirty="0" err="1">
                <a:solidFill>
                  <a:srgbClr val="002850"/>
                </a:solidFill>
              </a:rPr>
              <a:t>nodo</a:t>
            </a:r>
            <a:r>
              <a:rPr sz="2280" dirty="0">
                <a:solidFill>
                  <a:srgbClr val="002850"/>
                </a:solidFill>
              </a:rPr>
              <a:t> del arbol</a:t>
            </a:r>
          </a:p>
          <a:p>
            <a:pPr marL="628241" lvl="1" indent="-193901" defTabSz="868680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1900" dirty="0">
                <a:solidFill>
                  <a:srgbClr val="002850"/>
                </a:solidFill>
              </a:rPr>
              <a:t>El arbol debe </a:t>
            </a:r>
            <a:r>
              <a:rPr sz="1900" dirty="0" err="1">
                <a:solidFill>
                  <a:srgbClr val="002850"/>
                </a:solidFill>
              </a:rPr>
              <a:t>mantener</a:t>
            </a:r>
            <a:r>
              <a:rPr sz="1900" dirty="0">
                <a:solidFill>
                  <a:srgbClr val="002850"/>
                </a:solidFill>
              </a:rPr>
              <a:t> sus </a:t>
            </a:r>
            <a:r>
              <a:rPr sz="1900" dirty="0" err="1">
                <a:solidFill>
                  <a:srgbClr val="002850"/>
                </a:solidFill>
              </a:rPr>
              <a:t>propiedades</a:t>
            </a:r>
            <a:endParaRPr sz="1900" dirty="0">
              <a:solidFill>
                <a:srgbClr val="002850"/>
              </a:solidFill>
            </a:endParaRPr>
          </a:p>
          <a:p>
            <a:pPr marL="628241" lvl="1" indent="-193901" defTabSz="868680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1900" dirty="0">
                <a:solidFill>
                  <a:srgbClr val="002850"/>
                </a:solidFill>
              </a:rPr>
              <a:t>El arbol debe </a:t>
            </a:r>
            <a:r>
              <a:rPr sz="1900" dirty="0" err="1">
                <a:solidFill>
                  <a:srgbClr val="002850"/>
                </a:solidFill>
              </a:rPr>
              <a:t>reajustarse</a:t>
            </a:r>
            <a:endParaRPr sz="1900" dirty="0">
              <a:solidFill>
                <a:srgbClr val="002850"/>
              </a:solidFill>
            </a:endParaRPr>
          </a:p>
          <a:p>
            <a:pPr marL="244316" lvl="0" indent="-244316" defTabSz="868680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280" dirty="0" err="1">
                <a:solidFill>
                  <a:srgbClr val="002850"/>
                </a:solidFill>
              </a:rPr>
              <a:t>Pasos</a:t>
            </a:r>
            <a:r>
              <a:rPr sz="2280" dirty="0">
                <a:solidFill>
                  <a:srgbClr val="002850"/>
                </a:solidFill>
              </a:rPr>
              <a:t>:</a:t>
            </a:r>
          </a:p>
          <a:p>
            <a:pPr marL="628241" lvl="1" indent="-193901" defTabSz="868680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1900" dirty="0" err="1">
                <a:solidFill>
                  <a:srgbClr val="002850"/>
                </a:solidFill>
              </a:rPr>
              <a:t>Buscar</a:t>
            </a:r>
            <a:r>
              <a:rPr sz="1900" dirty="0">
                <a:solidFill>
                  <a:srgbClr val="002850"/>
                </a:solidFill>
              </a:rPr>
              <a:t> el </a:t>
            </a:r>
            <a:r>
              <a:rPr sz="1900" dirty="0" err="1">
                <a:solidFill>
                  <a:srgbClr val="002850"/>
                </a:solidFill>
              </a:rPr>
              <a:t>nodo</a:t>
            </a:r>
            <a:r>
              <a:rPr sz="1900" dirty="0">
                <a:solidFill>
                  <a:srgbClr val="002850"/>
                </a:solidFill>
              </a:rPr>
              <a:t> </a:t>
            </a:r>
            <a:r>
              <a:rPr sz="1900" b="1" dirty="0">
                <a:solidFill>
                  <a:srgbClr val="002850"/>
                </a:solidFill>
              </a:rPr>
              <a:t>p</a:t>
            </a:r>
            <a:r>
              <a:rPr sz="1900" dirty="0">
                <a:solidFill>
                  <a:srgbClr val="002850"/>
                </a:solidFill>
              </a:rPr>
              <a:t> que se </a:t>
            </a:r>
            <a:r>
              <a:rPr sz="1900" dirty="0" err="1">
                <a:solidFill>
                  <a:srgbClr val="002850"/>
                </a:solidFill>
              </a:rPr>
              <a:t>va</a:t>
            </a:r>
            <a:r>
              <a:rPr sz="1900" dirty="0">
                <a:solidFill>
                  <a:srgbClr val="002850"/>
                </a:solidFill>
              </a:rPr>
              <a:t> a </a:t>
            </a:r>
            <a:r>
              <a:rPr lang="es-EC" sz="1900" dirty="0">
                <a:solidFill>
                  <a:srgbClr val="002850"/>
                </a:solidFill>
              </a:rPr>
              <a:t>eliminar</a:t>
            </a:r>
            <a:endParaRPr sz="1900" dirty="0">
              <a:solidFill>
                <a:srgbClr val="002850"/>
              </a:solidFill>
            </a:endParaRPr>
          </a:p>
          <a:p>
            <a:pPr marL="608851" lvl="1" indent="-174511" defTabSz="868680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1710" dirty="0">
                <a:solidFill>
                  <a:srgbClr val="002850"/>
                </a:solidFill>
              </a:rPr>
              <a:t>Si el </a:t>
            </a:r>
            <a:r>
              <a:rPr sz="1710" dirty="0" err="1">
                <a:solidFill>
                  <a:srgbClr val="002850"/>
                </a:solidFill>
              </a:rPr>
              <a:t>nodo</a:t>
            </a:r>
            <a:r>
              <a:rPr sz="1710" dirty="0">
                <a:solidFill>
                  <a:srgbClr val="002850"/>
                </a:solidFill>
              </a:rPr>
              <a:t> a </a:t>
            </a:r>
            <a:r>
              <a:rPr lang="es-EC" sz="1710" dirty="0">
                <a:solidFill>
                  <a:srgbClr val="002850"/>
                </a:solidFill>
              </a:rPr>
              <a:t>eliminar</a:t>
            </a:r>
            <a:r>
              <a:rPr sz="1710" dirty="0">
                <a:solidFill>
                  <a:srgbClr val="002850"/>
                </a:solidFill>
              </a:rPr>
              <a:t> </a:t>
            </a:r>
            <a:r>
              <a:rPr sz="1710" dirty="0" err="1">
                <a:solidFill>
                  <a:srgbClr val="002850"/>
                </a:solidFill>
              </a:rPr>
              <a:t>tiene</a:t>
            </a:r>
            <a:r>
              <a:rPr sz="1710" dirty="0">
                <a:solidFill>
                  <a:srgbClr val="002850"/>
                </a:solidFill>
              </a:rPr>
              <a:t> </a:t>
            </a:r>
            <a:r>
              <a:rPr sz="1710" dirty="0" err="1">
                <a:solidFill>
                  <a:srgbClr val="002850"/>
                </a:solidFill>
              </a:rPr>
              <a:t>menos</a:t>
            </a:r>
            <a:r>
              <a:rPr sz="1710" dirty="0">
                <a:solidFill>
                  <a:srgbClr val="002850"/>
                </a:solidFill>
              </a:rPr>
              <a:t> de dos </a:t>
            </a:r>
            <a:r>
              <a:rPr sz="1710" dirty="0" err="1">
                <a:solidFill>
                  <a:srgbClr val="002850"/>
                </a:solidFill>
              </a:rPr>
              <a:t>hijos</a:t>
            </a:r>
            <a:endParaRPr sz="1710" dirty="0">
              <a:solidFill>
                <a:srgbClr val="002850"/>
              </a:solidFill>
            </a:endParaRPr>
          </a:p>
          <a:p>
            <a:pPr marL="1049655" lvl="2" indent="-162877" defTabSz="868680"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1710" i="1" dirty="0" err="1">
                <a:solidFill>
                  <a:srgbClr val="002850"/>
                </a:solidFill>
              </a:rPr>
              <a:t>Subir</a:t>
            </a:r>
            <a:r>
              <a:rPr sz="1710" i="1" dirty="0">
                <a:solidFill>
                  <a:srgbClr val="002850"/>
                </a:solidFill>
              </a:rPr>
              <a:t> el </a:t>
            </a:r>
            <a:r>
              <a:rPr sz="1710" i="1" dirty="0" err="1">
                <a:solidFill>
                  <a:srgbClr val="002850"/>
                </a:solidFill>
              </a:rPr>
              <a:t>nodo</a:t>
            </a:r>
            <a:r>
              <a:rPr sz="1710" i="1" dirty="0">
                <a:solidFill>
                  <a:srgbClr val="002850"/>
                </a:solidFill>
              </a:rPr>
              <a:t> </a:t>
            </a:r>
            <a:r>
              <a:rPr sz="1710" i="1" dirty="0" err="1">
                <a:solidFill>
                  <a:srgbClr val="002850"/>
                </a:solidFill>
              </a:rPr>
              <a:t>hijo</a:t>
            </a:r>
            <a:r>
              <a:rPr sz="1710" i="1" dirty="0">
                <a:solidFill>
                  <a:srgbClr val="002850"/>
                </a:solidFill>
              </a:rPr>
              <a:t> a la pos. del </a:t>
            </a:r>
            <a:r>
              <a:rPr sz="1710" i="1" dirty="0" err="1">
                <a:solidFill>
                  <a:srgbClr val="002850"/>
                </a:solidFill>
              </a:rPr>
              <a:t>nodo</a:t>
            </a:r>
            <a:r>
              <a:rPr sz="1710" i="1" dirty="0">
                <a:solidFill>
                  <a:srgbClr val="002850"/>
                </a:solidFill>
              </a:rPr>
              <a:t> </a:t>
            </a:r>
            <a:r>
              <a:rPr sz="1710" i="1" dirty="0" err="1">
                <a:solidFill>
                  <a:srgbClr val="002850"/>
                </a:solidFill>
              </a:rPr>
              <a:t>eliminado</a:t>
            </a:r>
            <a:endParaRPr sz="1710" i="1" dirty="0">
              <a:solidFill>
                <a:srgbClr val="002850"/>
              </a:solidFill>
            </a:endParaRPr>
          </a:p>
          <a:p>
            <a:pPr marL="628241" lvl="1" indent="-193901" defTabSz="868680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1900" dirty="0">
                <a:solidFill>
                  <a:srgbClr val="002850"/>
                </a:solidFill>
              </a:rPr>
              <a:t>Si no</a:t>
            </a:r>
          </a:p>
          <a:p>
            <a:pPr marL="1049655" lvl="2" indent="-162877" defTabSz="868680"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1710" i="1" dirty="0" err="1">
                <a:solidFill>
                  <a:srgbClr val="002850"/>
                </a:solidFill>
              </a:rPr>
              <a:t>Ubicar</a:t>
            </a:r>
            <a:r>
              <a:rPr sz="1710" i="1" dirty="0">
                <a:solidFill>
                  <a:srgbClr val="002850"/>
                </a:solidFill>
              </a:rPr>
              <a:t> el </a:t>
            </a:r>
            <a:r>
              <a:rPr sz="1710" i="1" dirty="0" err="1">
                <a:solidFill>
                  <a:srgbClr val="002850"/>
                </a:solidFill>
              </a:rPr>
              <a:t>nodo</a:t>
            </a:r>
            <a:r>
              <a:rPr sz="1710" i="1" dirty="0">
                <a:solidFill>
                  <a:srgbClr val="002850"/>
                </a:solidFill>
              </a:rPr>
              <a:t> </a:t>
            </a:r>
            <a:r>
              <a:rPr sz="1710" b="1" i="1" dirty="0">
                <a:solidFill>
                  <a:srgbClr val="002850"/>
                </a:solidFill>
              </a:rPr>
              <a:t>q </a:t>
            </a:r>
            <a:r>
              <a:rPr sz="1710" i="1" dirty="0">
                <a:solidFill>
                  <a:srgbClr val="002850"/>
                </a:solidFill>
              </a:rPr>
              <a:t>con la mayor de las claves </a:t>
            </a:r>
            <a:r>
              <a:rPr sz="1710" i="1" dirty="0" err="1">
                <a:solidFill>
                  <a:srgbClr val="002850"/>
                </a:solidFill>
              </a:rPr>
              <a:t>menores</a:t>
            </a:r>
            <a:endParaRPr sz="1710" i="1" dirty="0">
              <a:solidFill>
                <a:srgbClr val="002850"/>
              </a:solidFill>
            </a:endParaRPr>
          </a:p>
          <a:p>
            <a:pPr marL="1049655" lvl="2" indent="-162877" defTabSz="868680"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1710" i="1" dirty="0" err="1">
                <a:solidFill>
                  <a:srgbClr val="002850"/>
                </a:solidFill>
              </a:rPr>
              <a:t>Reemplazar</a:t>
            </a:r>
            <a:r>
              <a:rPr sz="1710" i="1" dirty="0">
                <a:solidFill>
                  <a:srgbClr val="002850"/>
                </a:solidFill>
              </a:rPr>
              <a:t> </a:t>
            </a:r>
            <a:r>
              <a:rPr sz="1710" i="1" dirty="0" err="1">
                <a:solidFill>
                  <a:srgbClr val="002850"/>
                </a:solidFill>
              </a:rPr>
              <a:t>contenido</a:t>
            </a:r>
            <a:r>
              <a:rPr sz="1710" i="1" dirty="0">
                <a:solidFill>
                  <a:srgbClr val="002850"/>
                </a:solidFill>
              </a:rPr>
              <a:t> de </a:t>
            </a:r>
            <a:r>
              <a:rPr sz="1710" b="1" i="1" dirty="0">
                <a:solidFill>
                  <a:srgbClr val="002850"/>
                </a:solidFill>
              </a:rPr>
              <a:t>p</a:t>
            </a:r>
            <a:r>
              <a:rPr sz="1710" i="1" dirty="0">
                <a:solidFill>
                  <a:srgbClr val="002850"/>
                </a:solidFill>
              </a:rPr>
              <a:t> con el del </a:t>
            </a:r>
            <a:r>
              <a:rPr sz="1710" i="1" dirty="0" err="1">
                <a:solidFill>
                  <a:srgbClr val="002850"/>
                </a:solidFill>
              </a:rPr>
              <a:t>nodo</a:t>
            </a:r>
            <a:r>
              <a:rPr sz="1710" i="1" dirty="0">
                <a:solidFill>
                  <a:srgbClr val="002850"/>
                </a:solidFill>
              </a:rPr>
              <a:t> </a:t>
            </a:r>
            <a:r>
              <a:rPr sz="1710" b="1" i="1" dirty="0">
                <a:solidFill>
                  <a:srgbClr val="002850"/>
                </a:solidFill>
              </a:rPr>
              <a:t>q</a:t>
            </a:r>
          </a:p>
          <a:p>
            <a:pPr marL="1049655" lvl="2" indent="-162877" defTabSz="868680"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lang="es-EC" sz="1710" i="1" dirty="0">
                <a:solidFill>
                  <a:srgbClr val="002850"/>
                </a:solidFill>
              </a:rPr>
              <a:t>Eliminar</a:t>
            </a:r>
            <a:r>
              <a:rPr sz="1710" i="1" dirty="0">
                <a:solidFill>
                  <a:srgbClr val="002850"/>
                </a:solidFill>
              </a:rPr>
              <a:t> el </a:t>
            </a:r>
            <a:r>
              <a:rPr sz="1710" i="1" dirty="0" err="1">
                <a:solidFill>
                  <a:srgbClr val="002850"/>
                </a:solidFill>
              </a:rPr>
              <a:t>nodo</a:t>
            </a:r>
            <a:r>
              <a:rPr sz="1710" i="1" dirty="0">
                <a:solidFill>
                  <a:srgbClr val="002850"/>
                </a:solidFill>
              </a:rPr>
              <a:t> </a:t>
            </a:r>
            <a:r>
              <a:rPr sz="1710" b="1" i="1" dirty="0">
                <a:solidFill>
                  <a:srgbClr val="002850"/>
                </a:solidFill>
              </a:rPr>
              <a:t>q</a:t>
            </a:r>
            <a:r>
              <a:rPr sz="1710" i="1" dirty="0">
                <a:solidFill>
                  <a:srgbClr val="002850"/>
                </a:solidFill>
              </a:rPr>
              <a:t> que se </a:t>
            </a:r>
            <a:r>
              <a:rPr sz="1710" i="1" dirty="0" err="1">
                <a:solidFill>
                  <a:srgbClr val="002850"/>
                </a:solidFill>
              </a:rPr>
              <a:t>encontro</a:t>
            </a:r>
            <a:r>
              <a:rPr sz="1710" i="1" dirty="0">
                <a:solidFill>
                  <a:srgbClr val="002850"/>
                </a:solidFill>
              </a:rPr>
              <a:t> el </a:t>
            </a:r>
            <a:r>
              <a:rPr sz="1710" i="1" dirty="0" err="1">
                <a:solidFill>
                  <a:srgbClr val="002850"/>
                </a:solidFill>
              </a:rPr>
              <a:t>el</a:t>
            </a:r>
            <a:r>
              <a:rPr sz="1710" i="1" dirty="0">
                <a:solidFill>
                  <a:srgbClr val="002850"/>
                </a:solidFill>
              </a:rPr>
              <a:t> primer </a:t>
            </a:r>
            <a:r>
              <a:rPr sz="1710" i="1" dirty="0" err="1">
                <a:solidFill>
                  <a:srgbClr val="002850"/>
                </a:solidFill>
              </a:rPr>
              <a:t>paso</a:t>
            </a:r>
            <a:endParaRPr sz="1710" i="1" dirty="0">
              <a:solidFill>
                <a:srgbClr val="002850"/>
              </a:solidFill>
            </a:endParaRPr>
          </a:p>
        </p:txBody>
      </p:sp>
      <p:grpSp>
        <p:nvGrpSpPr>
          <p:cNvPr id="1398" name="Group 1398"/>
          <p:cNvGrpSpPr/>
          <p:nvPr/>
        </p:nvGrpSpPr>
        <p:grpSpPr>
          <a:xfrm>
            <a:off x="5867400" y="2362200"/>
            <a:ext cx="3096759" cy="1905000"/>
            <a:chOff x="0" y="0"/>
            <a:chExt cx="3096758" cy="1905000"/>
          </a:xfrm>
        </p:grpSpPr>
        <p:grpSp>
          <p:nvGrpSpPr>
            <p:cNvPr id="1369" name="Group 1369"/>
            <p:cNvGrpSpPr/>
            <p:nvPr/>
          </p:nvGrpSpPr>
          <p:grpSpPr>
            <a:xfrm>
              <a:off x="1295400" y="0"/>
              <a:ext cx="381000" cy="381000"/>
              <a:chOff x="0" y="0"/>
              <a:chExt cx="381000" cy="381000"/>
            </a:xfrm>
          </p:grpSpPr>
          <p:sp>
            <p:nvSpPr>
              <p:cNvPr id="1367" name="Shape 1367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68" name="Shape 1368"/>
              <p:cNvSpPr/>
              <p:nvPr/>
            </p:nvSpPr>
            <p:spPr>
              <a:xfrm>
                <a:off x="13637" y="5080"/>
                <a:ext cx="353726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34</a:t>
                </a:r>
              </a:p>
            </p:txBody>
          </p:sp>
        </p:grpSp>
        <p:grpSp>
          <p:nvGrpSpPr>
            <p:cNvPr id="1372" name="Group 1372"/>
            <p:cNvGrpSpPr/>
            <p:nvPr/>
          </p:nvGrpSpPr>
          <p:grpSpPr>
            <a:xfrm>
              <a:off x="533400" y="533400"/>
              <a:ext cx="381000" cy="381000"/>
              <a:chOff x="0" y="0"/>
              <a:chExt cx="381000" cy="381000"/>
            </a:xfrm>
          </p:grpSpPr>
          <p:sp>
            <p:nvSpPr>
              <p:cNvPr id="1370" name="Shape 1370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71" name="Shape 1371"/>
              <p:cNvSpPr/>
              <p:nvPr/>
            </p:nvSpPr>
            <p:spPr>
              <a:xfrm>
                <a:off x="13637" y="5080"/>
                <a:ext cx="353726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18</a:t>
                </a:r>
              </a:p>
            </p:txBody>
          </p:sp>
        </p:grpSp>
        <p:sp>
          <p:nvSpPr>
            <p:cNvPr id="1373" name="Shape 1373"/>
            <p:cNvSpPr/>
            <p:nvPr/>
          </p:nvSpPr>
          <p:spPr>
            <a:xfrm flipH="1">
              <a:off x="858837" y="325437"/>
              <a:ext cx="492126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376" name="Group 1376"/>
            <p:cNvGrpSpPr/>
            <p:nvPr/>
          </p:nvGrpSpPr>
          <p:grpSpPr>
            <a:xfrm>
              <a:off x="0" y="990600"/>
              <a:ext cx="381000" cy="381000"/>
              <a:chOff x="0" y="0"/>
              <a:chExt cx="381000" cy="381000"/>
            </a:xfrm>
          </p:grpSpPr>
          <p:sp>
            <p:nvSpPr>
              <p:cNvPr id="1374" name="Shape 1374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75" name="Shape 1375"/>
              <p:cNvSpPr/>
              <p:nvPr/>
            </p:nvSpPr>
            <p:spPr>
              <a:xfrm>
                <a:off x="76033" y="5080"/>
                <a:ext cx="228934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6</a:t>
                </a:r>
              </a:p>
            </p:txBody>
          </p:sp>
        </p:grpSp>
        <p:sp>
          <p:nvSpPr>
            <p:cNvPr id="1377" name="Shape 1377"/>
            <p:cNvSpPr/>
            <p:nvPr/>
          </p:nvSpPr>
          <p:spPr>
            <a:xfrm flipH="1">
              <a:off x="325437" y="858837"/>
              <a:ext cx="263526" cy="1873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380" name="Group 1380"/>
            <p:cNvGrpSpPr/>
            <p:nvPr/>
          </p:nvGrpSpPr>
          <p:grpSpPr>
            <a:xfrm>
              <a:off x="2133600" y="533400"/>
              <a:ext cx="381000" cy="381000"/>
              <a:chOff x="0" y="0"/>
              <a:chExt cx="381000" cy="381000"/>
            </a:xfrm>
          </p:grpSpPr>
          <p:sp>
            <p:nvSpPr>
              <p:cNvPr id="1378" name="Shape 1378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79" name="Shape 1379"/>
              <p:cNvSpPr/>
              <p:nvPr/>
            </p:nvSpPr>
            <p:spPr>
              <a:xfrm>
                <a:off x="13637" y="5080"/>
                <a:ext cx="353726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90</a:t>
                </a:r>
              </a:p>
            </p:txBody>
          </p:sp>
        </p:grpSp>
        <p:sp>
          <p:nvSpPr>
            <p:cNvPr id="1381" name="Shape 1381"/>
            <p:cNvSpPr/>
            <p:nvPr/>
          </p:nvSpPr>
          <p:spPr>
            <a:xfrm>
              <a:off x="1620837" y="325437"/>
              <a:ext cx="568326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384" name="Group 1384"/>
            <p:cNvGrpSpPr/>
            <p:nvPr/>
          </p:nvGrpSpPr>
          <p:grpSpPr>
            <a:xfrm>
              <a:off x="1524000" y="1524000"/>
              <a:ext cx="381000" cy="381000"/>
              <a:chOff x="0" y="0"/>
              <a:chExt cx="381000" cy="381000"/>
            </a:xfrm>
          </p:grpSpPr>
          <p:sp>
            <p:nvSpPr>
              <p:cNvPr id="1382" name="Shape 1382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83" name="Shape 1383"/>
              <p:cNvSpPr/>
              <p:nvPr/>
            </p:nvSpPr>
            <p:spPr>
              <a:xfrm>
                <a:off x="13637" y="5080"/>
                <a:ext cx="353726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28</a:t>
                </a:r>
              </a:p>
            </p:txBody>
          </p:sp>
        </p:grpSp>
        <p:sp>
          <p:nvSpPr>
            <p:cNvPr id="1385" name="Shape 1385"/>
            <p:cNvSpPr/>
            <p:nvPr/>
          </p:nvSpPr>
          <p:spPr>
            <a:xfrm>
              <a:off x="1392237" y="1316037"/>
              <a:ext cx="322263" cy="2079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388" name="Group 1388"/>
            <p:cNvGrpSpPr/>
            <p:nvPr/>
          </p:nvGrpSpPr>
          <p:grpSpPr>
            <a:xfrm>
              <a:off x="1066800" y="990600"/>
              <a:ext cx="381000" cy="381000"/>
              <a:chOff x="0" y="0"/>
              <a:chExt cx="381000" cy="381000"/>
            </a:xfrm>
          </p:grpSpPr>
          <p:sp>
            <p:nvSpPr>
              <p:cNvPr id="1386" name="Shape 1386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87" name="Shape 1387"/>
              <p:cNvSpPr/>
              <p:nvPr/>
            </p:nvSpPr>
            <p:spPr>
              <a:xfrm>
                <a:off x="13637" y="5080"/>
                <a:ext cx="353726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25</a:t>
                </a:r>
              </a:p>
            </p:txBody>
          </p:sp>
        </p:grpSp>
        <p:sp>
          <p:nvSpPr>
            <p:cNvPr id="1389" name="Shape 1389"/>
            <p:cNvSpPr/>
            <p:nvPr/>
          </p:nvSpPr>
          <p:spPr>
            <a:xfrm>
              <a:off x="858837" y="858837"/>
              <a:ext cx="263526" cy="1873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392" name="Group 1392"/>
            <p:cNvGrpSpPr/>
            <p:nvPr/>
          </p:nvGrpSpPr>
          <p:grpSpPr>
            <a:xfrm>
              <a:off x="685800" y="1524000"/>
              <a:ext cx="381000" cy="381000"/>
              <a:chOff x="0" y="0"/>
              <a:chExt cx="381000" cy="381000"/>
            </a:xfrm>
          </p:grpSpPr>
          <p:sp>
            <p:nvSpPr>
              <p:cNvPr id="1390" name="Shape 1390"/>
              <p:cNvSpPr/>
              <p:nvPr/>
            </p:nvSpPr>
            <p:spPr>
              <a:xfrm>
                <a:off x="0" y="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91" name="Shape 1391"/>
              <p:cNvSpPr/>
              <p:nvPr/>
            </p:nvSpPr>
            <p:spPr>
              <a:xfrm>
                <a:off x="13637" y="5080"/>
                <a:ext cx="353726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20</a:t>
                </a:r>
              </a:p>
            </p:txBody>
          </p:sp>
        </p:grpSp>
        <p:sp>
          <p:nvSpPr>
            <p:cNvPr id="1393" name="Shape 1393"/>
            <p:cNvSpPr/>
            <p:nvPr/>
          </p:nvSpPr>
          <p:spPr>
            <a:xfrm flipH="1">
              <a:off x="876299" y="1316037"/>
              <a:ext cx="246064" cy="20796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1396" name="Group 1396"/>
            <p:cNvGrpSpPr/>
            <p:nvPr/>
          </p:nvGrpSpPr>
          <p:grpSpPr>
            <a:xfrm>
              <a:off x="2618241" y="1066800"/>
              <a:ext cx="478518" cy="381000"/>
              <a:chOff x="0" y="0"/>
              <a:chExt cx="478517" cy="381000"/>
            </a:xfrm>
          </p:grpSpPr>
          <p:sp>
            <p:nvSpPr>
              <p:cNvPr id="1394" name="Shape 1394"/>
              <p:cNvSpPr/>
              <p:nvPr/>
            </p:nvSpPr>
            <p:spPr>
              <a:xfrm>
                <a:off x="48758" y="0"/>
                <a:ext cx="381001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395" name="Shape 1395"/>
              <p:cNvSpPr/>
              <p:nvPr/>
            </p:nvSpPr>
            <p:spPr>
              <a:xfrm>
                <a:off x="0" y="5080"/>
                <a:ext cx="478518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100</a:t>
                </a:r>
              </a:p>
            </p:txBody>
          </p:sp>
        </p:grpSp>
        <p:sp>
          <p:nvSpPr>
            <p:cNvPr id="1397" name="Shape 1397"/>
            <p:cNvSpPr/>
            <p:nvPr/>
          </p:nvSpPr>
          <p:spPr>
            <a:xfrm>
              <a:off x="2459037" y="858837"/>
              <a:ext cx="263526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1399" name="Shape 1399"/>
          <p:cNvSpPr/>
          <p:nvPr/>
        </p:nvSpPr>
        <p:spPr>
          <a:xfrm>
            <a:off x="6019800" y="1828800"/>
            <a:ext cx="162557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9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lang="es-EC" sz="1600" dirty="0" err="1"/>
              <a:t>remove</a:t>
            </a:r>
            <a:r>
              <a:rPr sz="1600" dirty="0"/>
              <a:t>(</a:t>
            </a:r>
            <a:r>
              <a:rPr lang="es-EC" sz="1600" dirty="0" err="1"/>
              <a:t>root</a:t>
            </a:r>
            <a:r>
              <a:rPr sz="1600" dirty="0"/>
              <a:t>,34)</a:t>
            </a:r>
          </a:p>
        </p:txBody>
      </p:sp>
      <p:sp>
        <p:nvSpPr>
          <p:cNvPr id="1400" name="Shape 1400"/>
          <p:cNvSpPr/>
          <p:nvPr/>
        </p:nvSpPr>
        <p:spPr>
          <a:xfrm>
            <a:off x="7315200" y="2133600"/>
            <a:ext cx="0" cy="228600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1403" name="Group 1403"/>
          <p:cNvGrpSpPr/>
          <p:nvPr/>
        </p:nvGrpSpPr>
        <p:grpSpPr>
          <a:xfrm>
            <a:off x="7162800" y="2362200"/>
            <a:ext cx="381000" cy="381000"/>
            <a:chOff x="0" y="0"/>
            <a:chExt cx="381000" cy="381000"/>
          </a:xfrm>
        </p:grpSpPr>
        <p:sp>
          <p:nvSpPr>
            <p:cNvPr id="1401" name="Shape 1401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C99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402" name="Shape 1402"/>
            <p:cNvSpPr/>
            <p:nvPr/>
          </p:nvSpPr>
          <p:spPr>
            <a:xfrm>
              <a:off x="13637" y="5080"/>
              <a:ext cx="353726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34</a:t>
              </a:r>
            </a:p>
          </p:txBody>
        </p:sp>
      </p:grpSp>
      <p:sp>
        <p:nvSpPr>
          <p:cNvPr id="1404" name="Shape 1404"/>
          <p:cNvSpPr/>
          <p:nvPr/>
        </p:nvSpPr>
        <p:spPr>
          <a:xfrm flipV="1">
            <a:off x="7621269" y="4267200"/>
            <a:ext cx="1" cy="228600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405" name="Shape 1405"/>
          <p:cNvSpPr/>
          <p:nvPr/>
        </p:nvSpPr>
        <p:spPr>
          <a:xfrm>
            <a:off x="7239000" y="4495800"/>
            <a:ext cx="776546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9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1600"/>
              <a:t>nmayor</a:t>
            </a:r>
          </a:p>
        </p:txBody>
      </p:sp>
      <p:grpSp>
        <p:nvGrpSpPr>
          <p:cNvPr id="1408" name="Group 1408"/>
          <p:cNvGrpSpPr/>
          <p:nvPr/>
        </p:nvGrpSpPr>
        <p:grpSpPr>
          <a:xfrm>
            <a:off x="7391400" y="3886200"/>
            <a:ext cx="381000" cy="381000"/>
            <a:chOff x="0" y="0"/>
            <a:chExt cx="381000" cy="381000"/>
          </a:xfrm>
        </p:grpSpPr>
        <p:sp>
          <p:nvSpPr>
            <p:cNvPr id="1406" name="Shape 1406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99CC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407" name="Shape 1407"/>
            <p:cNvSpPr/>
            <p:nvPr/>
          </p:nvSpPr>
          <p:spPr>
            <a:xfrm>
              <a:off x="13637" y="5080"/>
              <a:ext cx="353726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28</a:t>
              </a:r>
            </a:p>
          </p:txBody>
        </p:sp>
      </p:grpSp>
      <p:grpSp>
        <p:nvGrpSpPr>
          <p:cNvPr id="1411" name="Group 1411"/>
          <p:cNvGrpSpPr/>
          <p:nvPr/>
        </p:nvGrpSpPr>
        <p:grpSpPr>
          <a:xfrm>
            <a:off x="7162800" y="2362200"/>
            <a:ext cx="381000" cy="381000"/>
            <a:chOff x="0" y="0"/>
            <a:chExt cx="381000" cy="381000"/>
          </a:xfrm>
        </p:grpSpPr>
        <p:sp>
          <p:nvSpPr>
            <p:cNvPr id="1409" name="Shape 1409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99CC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410" name="Shape 1410"/>
            <p:cNvSpPr/>
            <p:nvPr/>
          </p:nvSpPr>
          <p:spPr>
            <a:xfrm>
              <a:off x="13637" y="5080"/>
              <a:ext cx="353726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28</a:t>
              </a:r>
            </a:p>
          </p:txBody>
        </p:sp>
      </p:grpSp>
      <p:sp>
        <p:nvSpPr>
          <p:cNvPr id="1412" name="Shape 1412"/>
          <p:cNvSpPr/>
          <p:nvPr/>
        </p:nvSpPr>
        <p:spPr>
          <a:xfrm>
            <a:off x="7315200" y="3810000"/>
            <a:ext cx="533400" cy="533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lnTo>
                  <a:pt x="17401" y="15493"/>
                </a:ln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lnTo>
                  <a:pt x="4198" y="6106"/>
                </a:lnTo>
                <a:close/>
              </a:path>
            </a:pathLst>
          </a:custGeom>
          <a:solidFill>
            <a:srgbClr val="3333CC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415" name="Shape 1415"/>
          <p:cNvSpPr/>
          <p:nvPr/>
        </p:nvSpPr>
        <p:spPr>
          <a:xfrm>
            <a:off x="7535032" y="3861716"/>
            <a:ext cx="5419" cy="248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>
              <a:srgbClr val="FFFFFF"/>
            </a:solidFill>
            <a:miter/>
          </a:ln>
        </p:spPr>
        <p:txBody>
          <a:bodyPr/>
          <a:lstStyle/>
          <a:p>
            <a:pPr lvl="0"/>
            <a:endParaRPr/>
          </a:p>
        </p:txBody>
      </p:sp>
      <p:sp>
        <p:nvSpPr>
          <p:cNvPr id="1414" name="Shape 1414"/>
          <p:cNvSpPr/>
          <p:nvPr/>
        </p:nvSpPr>
        <p:spPr>
          <a:xfrm>
            <a:off x="7239000" y="3810000"/>
            <a:ext cx="990600" cy="1143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D27D252-B5C2-4256-98F1-14BAA522F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ELIMINACION DE UN NODO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6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3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3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3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3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3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3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3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3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3" dur="500"/>
                                        <p:tgtEl>
                                          <p:spTgt spid="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fill="hold"/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5" presetClass="entr" presetSubtype="9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9" fill="hold"/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fill="hold"/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fill="hold"/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4" fill="hold"/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6" grpId="0" build="p" bldLvl="5" animBg="1" advAuto="0"/>
      <p:bldP spid="1398" grpId="0" animBg="1" advAuto="0"/>
      <p:bldP spid="1399" grpId="0" animBg="1" advAuto="0"/>
      <p:bldP spid="1400" grpId="0" animBg="1" advAuto="0"/>
      <p:bldP spid="1403" grpId="0" animBg="1" advAuto="0"/>
      <p:bldP spid="1404" grpId="0" animBg="1" advAuto="0"/>
      <p:bldP spid="1405" grpId="0" animBg="1" advAuto="0"/>
      <p:bldP spid="1408" grpId="0" animBg="1" advAuto="0"/>
      <p:bldP spid="1411" grpId="0" animBg="1" advAuto="0"/>
      <p:bldP spid="1412" grpId="0" animBg="1" advAuto="0"/>
      <p:bldP spid="1415" grpId="0" animBg="1" advAuto="0"/>
      <p:bldP spid="1414" grpId="0" animBg="1" advAuto="0"/>
    </p:bldLst>
  </p:timing>
</p:sld>
</file>

<file path=ppt/theme/theme1.xml><?xml version="1.0" encoding="utf-8"?>
<a:theme xmlns:a="http://schemas.openxmlformats.org/drawingml/2006/main" name="TemaEstructura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Estructuras" id="{B9E76A34-6BBA-4E1B-A41D-93456DA2E67E}" vid="{CF3D1E05-6514-47BC-8704-219731990ECC}"/>
    </a:ext>
  </a:extLst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9CCFF"/>
      </a:accent1>
      <a:accent2>
        <a:srgbClr val="CCCCFF"/>
      </a:accent2>
      <a:accent3>
        <a:srgbClr val="8F8F8F"/>
      </a:accent3>
      <a:accent4>
        <a:srgbClr val="707070"/>
      </a:accent4>
      <a:accent5>
        <a:srgbClr val="C9E0FF"/>
      </a:accent5>
      <a:accent6>
        <a:srgbClr val="B9B9E7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99CCFF"/>
          </a:solidFill>
          <a:prstDash val="solid"/>
          <a:bevel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 Narrow"/>
            <a:ea typeface="Arial Narrow"/>
            <a:cs typeface="Arial Narrow"/>
            <a:sym typeface="Arial Narrow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99CCFF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 Narrow"/>
            <a:ea typeface="Arial Narrow"/>
            <a:cs typeface="Arial Narrow"/>
            <a:sym typeface="Arial Narrow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TemaEstructuras</Template>
  <TotalTime>563</TotalTime>
  <Words>2639</Words>
  <Application>Microsoft Office PowerPoint</Application>
  <PresentationFormat>Presentación en pantalla (4:3)</PresentationFormat>
  <Paragraphs>595</Paragraphs>
  <Slides>38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5" baseType="lpstr">
      <vt:lpstr>Arial</vt:lpstr>
      <vt:lpstr>Calibri</vt:lpstr>
      <vt:lpstr>Calibri Light</vt:lpstr>
      <vt:lpstr>Helvetica Neue</vt:lpstr>
      <vt:lpstr>Tahoma</vt:lpstr>
      <vt:lpstr>Wingdings</vt:lpstr>
      <vt:lpstr>TemaEstructuras</vt:lpstr>
      <vt:lpstr>ARBOLES</vt:lpstr>
      <vt:lpstr>INTRODUCCION</vt:lpstr>
      <vt:lpstr>CONCEPTO</vt:lpstr>
      <vt:lpstr>TERMINOLOGIA</vt:lpstr>
      <vt:lpstr>TDA ARBOL : DEFINICION INFORMAL</vt:lpstr>
      <vt:lpstr>TDA ARBOL: DEFINICION FORMAL</vt:lpstr>
      <vt:lpstr>ARBOLES BINARIOS</vt:lpstr>
      <vt:lpstr>DEFINICIONES RECURSIVAS</vt:lpstr>
      <vt:lpstr>ARBOLES BINARIOS LLENOS</vt:lpstr>
      <vt:lpstr>ARBOLES BINARIOS COMPLETOS</vt:lpstr>
      <vt:lpstr>OTROS</vt:lpstr>
      <vt:lpstr>RECORRIDOS DE UN A.B.</vt:lpstr>
      <vt:lpstr>EJEMPLO PREORDEN</vt:lpstr>
      <vt:lpstr>AB y NODOAB: DEFINICION FORMAL</vt:lpstr>
      <vt:lpstr>AB Y NODOAB: DECLARACION</vt:lpstr>
      <vt:lpstr>NODOAB: OPERACIONES</vt:lpstr>
      <vt:lpstr>NODOAB: MAS OPERACIONES</vt:lpstr>
      <vt:lpstr>AB: OPERACIONES</vt:lpstr>
      <vt:lpstr>AB: INSTANCIANDO Y CREANDO</vt:lpstr>
      <vt:lpstr>EJEMPLO AB</vt:lpstr>
      <vt:lpstr>RECORRIDOS: IMPLEMENTACION</vt:lpstr>
      <vt:lpstr>OPERACION INORDEN</vt:lpstr>
      <vt:lpstr>APLICACIÓN: EVALUACION DE EXPRESIONES </vt:lpstr>
      <vt:lpstr>ARBOL DE EXPRESION</vt:lpstr>
      <vt:lpstr>EJERCICIO EN CLASE</vt:lpstr>
      <vt:lpstr>EVALUAR UNA EXPRESION ARTIMETICA EN INFIJA</vt:lpstr>
      <vt:lpstr>CREAR UN ARBOL DE EXPRESION</vt:lpstr>
      <vt:lpstr>EVALUACION DE LA EXP. POSTFIJA</vt:lpstr>
      <vt:lpstr>ARBOL BINARIO DE BUSQUEDA</vt:lpstr>
      <vt:lpstr>TDA ABB: DEFINICION</vt:lpstr>
      <vt:lpstr>CREACION DE UN ABB</vt:lpstr>
      <vt:lpstr>EJERCICIO EN CLASE</vt:lpstr>
      <vt:lpstr>TDA: ABB</vt:lpstr>
      <vt:lpstr>BUSQUEDA DE UN NODO</vt:lpstr>
      <vt:lpstr>IMPLEMENTACION DE LA BUSQUEDA</vt:lpstr>
      <vt:lpstr>INSERCION DE UN NODO</vt:lpstr>
      <vt:lpstr>IMPLEMENTACION DE LA INSERCION</vt:lpstr>
      <vt:lpstr>ELIMINACION DE UN NODO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ARBOLES</dc:title>
  <cp:lastModifiedBy>Jocellyn Luna</cp:lastModifiedBy>
  <cp:revision>14</cp:revision>
  <dcterms:modified xsi:type="dcterms:W3CDTF">2020-04-25T01:24:52Z</dcterms:modified>
</cp:coreProperties>
</file>
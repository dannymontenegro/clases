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533D3A-336B-4CF2-9CA8-47A0079F2859}" v="119" dt="2020-04-18T18:42:37.35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ECDD"/>
          </a:solidFill>
        </a:fill>
      </a:tcStyle>
    </a:wholeTbl>
    <a:band2H>
      <a:tcTxStyle/>
      <a:tcStyle>
        <a:tcBdr/>
        <a:fill>
          <a:solidFill>
            <a:srgbClr val="E6F6EF"/>
          </a:solidFill>
        </a:fill>
      </a:tcStyle>
    </a:band2H>
    <a:firstCol>
      <a:tcTxStyle b="on" i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CC99"/>
          </a:solidFill>
        </a:fill>
      </a:tcStyle>
    </a:firstCol>
    <a:lastRow>
      <a:tcTxStyle b="on" i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CC99"/>
          </a:solidFill>
        </a:fill>
      </a:tcStyle>
    </a:lastRow>
    <a:firstRow>
      <a:tcTxStyle b="on" i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CC99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Col>
    <a:lastRow>
      <a:tcTxStyle b="on" i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CCCE6"/>
          </a:solidFill>
        </a:fill>
      </a:tcStyle>
    </a:wholeTbl>
    <a:band2H>
      <a:tcTxStyle/>
      <a:tcStyle>
        <a:tcBdr/>
        <a:fill>
          <a:solidFill>
            <a:srgbClr val="E7E7F3"/>
          </a:solidFill>
        </a:fill>
      </a:tcStyle>
    </a:band2H>
    <a:firstCol>
      <a:tcTxStyle b="on" i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2E2EB9"/>
          </a:solidFill>
        </a:fill>
      </a:tcStyle>
    </a:firstCol>
    <a:lastRow>
      <a:tcTxStyle b="on" i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2E2EB9"/>
          </a:solidFill>
        </a:fill>
      </a:tcStyle>
    </a:lastRow>
    <a:firstRow>
      <a:tcTxStyle b="on" i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2E2EB9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CC99"/>
          </a:solidFill>
        </a:fill>
      </a:tcStyle>
    </a:firstCol>
    <a:lastRow>
      <a:tcTxStyle b="on" i="on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CC99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44" autoAdjust="0"/>
    <p:restoredTop sz="94660"/>
  </p:normalViewPr>
  <p:slideViewPr>
    <p:cSldViewPr snapToGrid="0">
      <p:cViewPr varScale="1">
        <p:scale>
          <a:sx n="64" d="100"/>
          <a:sy n="64" d="100"/>
        </p:scale>
        <p:origin x="12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cellyn Luna" userId="74d04e64cf87037c" providerId="LiveId" clId="{E8533D3A-336B-4CF2-9CA8-47A0079F2859}"/>
    <pc:docChg chg="undo custSel addSld delSld modSld modMainMaster">
      <pc:chgData name="Jocellyn Luna" userId="74d04e64cf87037c" providerId="LiveId" clId="{E8533D3A-336B-4CF2-9CA8-47A0079F2859}" dt="2020-04-18T18:42:45.895" v="261" actId="1076"/>
      <pc:docMkLst>
        <pc:docMk/>
      </pc:docMkLst>
      <pc:sldChg chg="addSp delSp modSp mod modTransition">
        <pc:chgData name="Jocellyn Luna" userId="74d04e64cf87037c" providerId="LiveId" clId="{E8533D3A-336B-4CF2-9CA8-47A0079F2859}" dt="2020-04-03T21:06:22.446" v="232" actId="20577"/>
        <pc:sldMkLst>
          <pc:docMk/>
          <pc:sldMk cId="0" sldId="256"/>
        </pc:sldMkLst>
        <pc:spChg chg="add mod">
          <ac:chgData name="Jocellyn Luna" userId="74d04e64cf87037c" providerId="LiveId" clId="{E8533D3A-336B-4CF2-9CA8-47A0079F2859}" dt="2020-04-03T20:49:56.971" v="4"/>
          <ac:spMkLst>
            <pc:docMk/>
            <pc:sldMk cId="0" sldId="256"/>
            <ac:spMk id="3" creationId="{41DA6811-A1B9-4062-B97C-7ACE934417A0}"/>
          </ac:spMkLst>
        </pc:spChg>
        <pc:spChg chg="add del mod">
          <ac:chgData name="Jocellyn Luna" userId="74d04e64cf87037c" providerId="LiveId" clId="{E8533D3A-336B-4CF2-9CA8-47A0079F2859}" dt="2020-04-03T21:06:16.739" v="212" actId="478"/>
          <ac:spMkLst>
            <pc:docMk/>
            <pc:sldMk cId="0" sldId="256"/>
            <ac:spMk id="4" creationId="{76AFF39B-A335-4406-8F4F-5714A1311299}"/>
          </ac:spMkLst>
        </pc:spChg>
        <pc:spChg chg="add del mod">
          <ac:chgData name="Jocellyn Luna" userId="74d04e64cf87037c" providerId="LiveId" clId="{E8533D3A-336B-4CF2-9CA8-47A0079F2859}" dt="2020-04-03T21:06:10.924" v="209" actId="478"/>
          <ac:spMkLst>
            <pc:docMk/>
            <pc:sldMk cId="0" sldId="256"/>
            <ac:spMk id="6" creationId="{4F0AABB1-B0DA-45EB-8E6A-39E878571BD6}"/>
          </ac:spMkLst>
        </pc:spChg>
        <pc:spChg chg="add mod">
          <ac:chgData name="Jocellyn Luna" userId="74d04e64cf87037c" providerId="LiveId" clId="{E8533D3A-336B-4CF2-9CA8-47A0079F2859}" dt="2020-04-03T21:06:22.446" v="232" actId="20577"/>
          <ac:spMkLst>
            <pc:docMk/>
            <pc:sldMk cId="0" sldId="256"/>
            <ac:spMk id="8" creationId="{ADF758E1-F7CB-4250-8A47-866EC2BEF20A}"/>
          </ac:spMkLst>
        </pc:spChg>
        <pc:spChg chg="del mod">
          <ac:chgData name="Jocellyn Luna" userId="74d04e64cf87037c" providerId="LiveId" clId="{E8533D3A-336B-4CF2-9CA8-47A0079F2859}" dt="2020-04-03T20:49:53.279" v="3" actId="478"/>
          <ac:spMkLst>
            <pc:docMk/>
            <pc:sldMk cId="0" sldId="256"/>
            <ac:spMk id="13" creationId="{00000000-0000-0000-0000-000000000000}"/>
          </ac:spMkLst>
        </pc:spChg>
        <pc:spChg chg="add del mod">
          <ac:chgData name="Jocellyn Luna" userId="74d04e64cf87037c" providerId="LiveId" clId="{E8533D3A-336B-4CF2-9CA8-47A0079F2859}" dt="2020-04-03T21:06:13.376" v="211" actId="478"/>
          <ac:spMkLst>
            <pc:docMk/>
            <pc:sldMk cId="0" sldId="256"/>
            <ac:spMk id="14" creationId="{00000000-0000-0000-0000-000000000000}"/>
          </ac:spMkLst>
        </pc:spChg>
      </pc:sldChg>
      <pc:sldChg chg="addSp delSp modSp mod modAnim">
        <pc:chgData name="Jocellyn Luna" userId="74d04e64cf87037c" providerId="LiveId" clId="{E8533D3A-336B-4CF2-9CA8-47A0079F2859}" dt="2020-04-03T21:06:41.963" v="233" actId="1076"/>
        <pc:sldMkLst>
          <pc:docMk/>
          <pc:sldMk cId="0" sldId="257"/>
        </pc:sldMkLst>
        <pc:spChg chg="add mod">
          <ac:chgData name="Jocellyn Luna" userId="74d04e64cf87037c" providerId="LiveId" clId="{E8533D3A-336B-4CF2-9CA8-47A0079F2859}" dt="2020-04-03T20:56:12.035" v="89"/>
          <ac:spMkLst>
            <pc:docMk/>
            <pc:sldMk cId="0" sldId="257"/>
            <ac:spMk id="3" creationId="{3F81D3C4-EC39-446D-B49E-C1E0ADE799C8}"/>
          </ac:spMkLst>
        </pc:spChg>
        <pc:spChg chg="del">
          <ac:chgData name="Jocellyn Luna" userId="74d04e64cf87037c" providerId="LiveId" clId="{E8533D3A-336B-4CF2-9CA8-47A0079F2859}" dt="2020-04-03T20:56:07.313" v="87" actId="478"/>
          <ac:spMkLst>
            <pc:docMk/>
            <pc:sldMk cId="0" sldId="257"/>
            <ac:spMk id="1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57"/>
            <ac:spMk id="1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57"/>
            <ac:spMk id="1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6:41.963" v="233" actId="1076"/>
          <ac:spMkLst>
            <pc:docMk/>
            <pc:sldMk cId="0" sldId="257"/>
            <ac:spMk id="4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6:41.963" v="233" actId="1076"/>
          <ac:spMkLst>
            <pc:docMk/>
            <pc:sldMk cId="0" sldId="257"/>
            <ac:spMk id="4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6:41.963" v="233" actId="1076"/>
          <ac:spMkLst>
            <pc:docMk/>
            <pc:sldMk cId="0" sldId="257"/>
            <ac:spMk id="6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57"/>
            <ac:spMk id="6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57"/>
            <ac:spMk id="7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57"/>
            <ac:spMk id="7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57"/>
            <ac:spMk id="7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57"/>
            <ac:spMk id="7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57"/>
            <ac:spMk id="8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57"/>
            <ac:spMk id="8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57"/>
            <ac:spMk id="9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57"/>
            <ac:spMk id="9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57"/>
            <ac:spMk id="102" creationId="{00000000-0000-0000-0000-000000000000}"/>
          </ac:spMkLst>
        </pc:spChg>
        <pc:grpChg chg="mod">
          <ac:chgData name="Jocellyn Luna" userId="74d04e64cf87037c" providerId="LiveId" clId="{E8533D3A-336B-4CF2-9CA8-47A0079F2859}" dt="2020-04-03T21:06:41.963" v="233" actId="1076"/>
          <ac:grpSpMkLst>
            <pc:docMk/>
            <pc:sldMk cId="0" sldId="257"/>
            <ac:grpSpMk id="3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6:41.963" v="233" actId="1076"/>
          <ac:grpSpMkLst>
            <pc:docMk/>
            <pc:sldMk cId="0" sldId="257"/>
            <ac:grpSpMk id="4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7"/>
            <ac:grpSpMk id="4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7"/>
            <ac:grpSpMk id="5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7"/>
            <ac:grpSpMk id="5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7"/>
            <ac:grpSpMk id="5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7"/>
            <ac:grpSpMk id="6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6:41.963" v="233" actId="1076"/>
          <ac:grpSpMkLst>
            <pc:docMk/>
            <pc:sldMk cId="0" sldId="257"/>
            <ac:grpSpMk id="6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7"/>
            <ac:grpSpMk id="6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7"/>
            <ac:grpSpMk id="7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7"/>
            <ac:grpSpMk id="7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7"/>
            <ac:grpSpMk id="7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7"/>
            <ac:grpSpMk id="8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7"/>
            <ac:grpSpMk id="8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7"/>
            <ac:grpSpMk id="9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7"/>
            <ac:grpSpMk id="9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7"/>
            <ac:grpSpMk id="9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7"/>
            <ac:grpSpMk id="10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7"/>
            <ac:grpSpMk id="105" creationId="{00000000-0000-0000-0000-000000000000}"/>
          </ac:grpSpMkLst>
        </pc:grpChg>
      </pc:sldChg>
      <pc:sldChg chg="addSp delSp modSp mod">
        <pc:chgData name="Jocellyn Luna" userId="74d04e64cf87037c" providerId="LiveId" clId="{E8533D3A-336B-4CF2-9CA8-47A0079F2859}" dt="2020-04-03T21:00:23.473" v="144"/>
        <pc:sldMkLst>
          <pc:docMk/>
          <pc:sldMk cId="0" sldId="258"/>
        </pc:sldMkLst>
        <pc:spChg chg="add mod">
          <ac:chgData name="Jocellyn Luna" userId="74d04e64cf87037c" providerId="LiveId" clId="{E8533D3A-336B-4CF2-9CA8-47A0079F2859}" dt="2020-04-03T20:56:20.038" v="91"/>
          <ac:spMkLst>
            <pc:docMk/>
            <pc:sldMk cId="0" sldId="258"/>
            <ac:spMk id="3" creationId="{001BFC11-ABCB-425F-BBB4-D741D6D40B3B}"/>
          </ac:spMkLst>
        </pc:spChg>
        <pc:spChg chg="del">
          <ac:chgData name="Jocellyn Luna" userId="74d04e64cf87037c" providerId="LiveId" clId="{E8533D3A-336B-4CF2-9CA8-47A0079F2859}" dt="2020-04-03T20:56:16.606" v="90" actId="478"/>
          <ac:spMkLst>
            <pc:docMk/>
            <pc:sldMk cId="0" sldId="258"/>
            <ac:spMk id="10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58"/>
            <ac:spMk id="108" creationId="{00000000-0000-0000-0000-000000000000}"/>
          </ac:spMkLst>
        </pc:spChg>
      </pc:sldChg>
      <pc:sldChg chg="addSp delSp modSp mod modAnim">
        <pc:chgData name="Jocellyn Luna" userId="74d04e64cf87037c" providerId="LiveId" clId="{E8533D3A-336B-4CF2-9CA8-47A0079F2859}" dt="2020-04-03T21:00:23.473" v="144"/>
        <pc:sldMkLst>
          <pc:docMk/>
          <pc:sldMk cId="0" sldId="259"/>
        </pc:sldMkLst>
        <pc:spChg chg="add mod">
          <ac:chgData name="Jocellyn Luna" userId="74d04e64cf87037c" providerId="LiveId" clId="{E8533D3A-336B-4CF2-9CA8-47A0079F2859}" dt="2020-04-03T20:56:28.574" v="93"/>
          <ac:spMkLst>
            <pc:docMk/>
            <pc:sldMk cId="0" sldId="259"/>
            <ac:spMk id="3" creationId="{6D39F1E0-9474-4A94-BD30-F024E46D244B}"/>
          </ac:spMkLst>
        </pc:spChg>
        <pc:spChg chg="del">
          <ac:chgData name="Jocellyn Luna" userId="74d04e64cf87037c" providerId="LiveId" clId="{E8533D3A-336B-4CF2-9CA8-47A0079F2859}" dt="2020-04-03T20:56:26.026" v="92" actId="478"/>
          <ac:spMkLst>
            <pc:docMk/>
            <pc:sldMk cId="0" sldId="259"/>
            <ac:spMk id="11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59"/>
            <ac:spMk id="11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59"/>
            <ac:spMk id="11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59"/>
            <ac:spMk id="11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59"/>
            <ac:spMk id="11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59"/>
            <ac:spMk id="12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59"/>
            <ac:spMk id="12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59"/>
            <ac:spMk id="13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59"/>
            <ac:spMk id="13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59"/>
            <ac:spMk id="14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59"/>
            <ac:spMk id="14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59"/>
            <ac:spMk id="14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59"/>
            <ac:spMk id="15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59"/>
            <ac:spMk id="15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59"/>
            <ac:spMk id="15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59"/>
            <ac:spMk id="15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59"/>
            <ac:spMk id="15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59"/>
            <ac:spMk id="15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59"/>
            <ac:spMk id="15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59"/>
            <ac:spMk id="15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59"/>
            <ac:spMk id="16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59"/>
            <ac:spMk id="16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59"/>
            <ac:spMk id="16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59"/>
            <ac:spMk id="16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59"/>
            <ac:spMk id="171" creationId="{00000000-0000-0000-0000-000000000000}"/>
          </ac:spMkLst>
        </pc:s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9"/>
            <ac:grpSpMk id="11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9"/>
            <ac:grpSpMk id="11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9"/>
            <ac:grpSpMk id="12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9"/>
            <ac:grpSpMk id="12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9"/>
            <ac:grpSpMk id="12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9"/>
            <ac:grpSpMk id="13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9"/>
            <ac:grpSpMk id="13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9"/>
            <ac:grpSpMk id="14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9"/>
            <ac:grpSpMk id="14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9"/>
            <ac:grpSpMk id="14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9"/>
            <ac:grpSpMk id="15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9"/>
            <ac:grpSpMk id="16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9"/>
            <ac:grpSpMk id="16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59"/>
            <ac:grpSpMk id="172" creationId="{00000000-0000-0000-0000-000000000000}"/>
          </ac:grpSpMkLst>
        </pc:grpChg>
        <pc:picChg chg="mod">
          <ac:chgData name="Jocellyn Luna" userId="74d04e64cf87037c" providerId="LiveId" clId="{E8533D3A-336B-4CF2-9CA8-47A0079F2859}" dt="2020-04-03T21:00:23.473" v="144"/>
          <ac:picMkLst>
            <pc:docMk/>
            <pc:sldMk cId="0" sldId="259"/>
            <ac:picMk id="163" creationId="{00000000-0000-0000-0000-000000000000}"/>
          </ac:picMkLst>
        </pc:picChg>
      </pc:sldChg>
      <pc:sldChg chg="addSp delSp modSp mod modAnim">
        <pc:chgData name="Jocellyn Luna" userId="74d04e64cf87037c" providerId="LiveId" clId="{E8533D3A-336B-4CF2-9CA8-47A0079F2859}" dt="2020-04-03T21:00:23.473" v="144"/>
        <pc:sldMkLst>
          <pc:docMk/>
          <pc:sldMk cId="0" sldId="260"/>
        </pc:sldMkLst>
        <pc:spChg chg="add mod">
          <ac:chgData name="Jocellyn Luna" userId="74d04e64cf87037c" providerId="LiveId" clId="{E8533D3A-336B-4CF2-9CA8-47A0079F2859}" dt="2020-04-03T20:56:41.477" v="95"/>
          <ac:spMkLst>
            <pc:docMk/>
            <pc:sldMk cId="0" sldId="260"/>
            <ac:spMk id="3" creationId="{E658239B-B3B5-42CB-857B-FF3BE28B251F}"/>
          </ac:spMkLst>
        </pc:spChg>
        <pc:spChg chg="del">
          <ac:chgData name="Jocellyn Luna" userId="74d04e64cf87037c" providerId="LiveId" clId="{E8533D3A-336B-4CF2-9CA8-47A0079F2859}" dt="2020-04-03T20:56:37.532" v="94" actId="478"/>
          <ac:spMkLst>
            <pc:docMk/>
            <pc:sldMk cId="0" sldId="260"/>
            <ac:spMk id="17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60"/>
            <ac:spMk id="17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60"/>
            <ac:spMk id="17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17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18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18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18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19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19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0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0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0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1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1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1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1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2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2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2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2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2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2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2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2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3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3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3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4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4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4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5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5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5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5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5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6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6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6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6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6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6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6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0"/>
            <ac:spMk id="267" creationId="{00000000-0000-0000-0000-000000000000}"/>
          </ac:spMkLst>
        </pc:s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0"/>
            <ac:grpSpMk id="17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0"/>
            <ac:grpSpMk id="18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0"/>
            <ac:grpSpMk id="18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0"/>
            <ac:grpSpMk id="18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0"/>
            <ac:grpSpMk id="19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0"/>
            <ac:grpSpMk id="19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0"/>
            <ac:grpSpMk id="20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0"/>
            <ac:grpSpMk id="20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0"/>
            <ac:grpSpMk id="21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0"/>
            <ac:grpSpMk id="21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0"/>
            <ac:grpSpMk id="21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0"/>
            <ac:grpSpMk id="22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0"/>
            <ac:grpSpMk id="23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0"/>
            <ac:grpSpMk id="23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0"/>
            <ac:grpSpMk id="23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0"/>
            <ac:grpSpMk id="23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0"/>
            <ac:grpSpMk id="24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0"/>
            <ac:grpSpMk id="24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0"/>
            <ac:grpSpMk id="24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0"/>
            <ac:grpSpMk id="25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0"/>
            <ac:grpSpMk id="25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0"/>
            <ac:grpSpMk id="25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0"/>
            <ac:grpSpMk id="268" creationId="{00000000-0000-0000-0000-000000000000}"/>
          </ac:grpSpMkLst>
        </pc:grpChg>
      </pc:sldChg>
      <pc:sldChg chg="addSp delSp modSp mod modAnim">
        <pc:chgData name="Jocellyn Luna" userId="74d04e64cf87037c" providerId="LiveId" clId="{E8533D3A-336B-4CF2-9CA8-47A0079F2859}" dt="2020-04-18T18:25:36.701" v="237" actId="1076"/>
        <pc:sldMkLst>
          <pc:docMk/>
          <pc:sldMk cId="0" sldId="261"/>
        </pc:sldMkLst>
        <pc:spChg chg="add mod">
          <ac:chgData name="Jocellyn Luna" userId="74d04e64cf87037c" providerId="LiveId" clId="{E8533D3A-336B-4CF2-9CA8-47A0079F2859}" dt="2020-04-03T20:56:57.168" v="100"/>
          <ac:spMkLst>
            <pc:docMk/>
            <pc:sldMk cId="0" sldId="261"/>
            <ac:spMk id="3" creationId="{AAF75BEE-2004-41C9-902D-901EDCEB24C6}"/>
          </ac:spMkLst>
        </pc:spChg>
        <pc:spChg chg="del mod">
          <ac:chgData name="Jocellyn Luna" userId="74d04e64cf87037c" providerId="LiveId" clId="{E8533D3A-336B-4CF2-9CA8-47A0079F2859}" dt="2020-04-03T20:56:52.349" v="98" actId="478"/>
          <ac:spMkLst>
            <pc:docMk/>
            <pc:sldMk cId="0" sldId="261"/>
            <ac:spMk id="27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61"/>
            <ac:spMk id="271" creationId="{00000000-0000-0000-0000-000000000000}"/>
          </ac:spMkLst>
        </pc:spChg>
        <pc:picChg chg="mod">
          <ac:chgData name="Jocellyn Luna" userId="74d04e64cf87037c" providerId="LiveId" clId="{E8533D3A-336B-4CF2-9CA8-47A0079F2859}" dt="2020-04-18T18:25:36.701" v="237" actId="1076"/>
          <ac:picMkLst>
            <pc:docMk/>
            <pc:sldMk cId="0" sldId="261"/>
            <ac:picMk id="272" creationId="{00000000-0000-0000-0000-000000000000}"/>
          </ac:picMkLst>
        </pc:picChg>
      </pc:sldChg>
      <pc:sldChg chg="addSp delSp modSp mod delAnim modAnim">
        <pc:chgData name="Jocellyn Luna" userId="74d04e64cf87037c" providerId="LiveId" clId="{E8533D3A-336B-4CF2-9CA8-47A0079F2859}" dt="2020-04-18T18:27:50.691" v="243" actId="1076"/>
        <pc:sldMkLst>
          <pc:docMk/>
          <pc:sldMk cId="0" sldId="262"/>
        </pc:sldMkLst>
        <pc:spChg chg="add mod">
          <ac:chgData name="Jocellyn Luna" userId="74d04e64cf87037c" providerId="LiveId" clId="{E8533D3A-336B-4CF2-9CA8-47A0079F2859}" dt="2020-04-03T20:57:04.559" v="102"/>
          <ac:spMkLst>
            <pc:docMk/>
            <pc:sldMk cId="0" sldId="262"/>
            <ac:spMk id="3" creationId="{CA75E7F2-7594-4A95-BD9C-12CD27F093C9}"/>
          </ac:spMkLst>
        </pc:spChg>
        <pc:spChg chg="del">
          <ac:chgData name="Jocellyn Luna" userId="74d04e64cf87037c" providerId="LiveId" clId="{E8533D3A-336B-4CF2-9CA8-47A0079F2859}" dt="2020-04-03T20:57:01.568" v="101" actId="478"/>
          <ac:spMkLst>
            <pc:docMk/>
            <pc:sldMk cId="0" sldId="262"/>
            <ac:spMk id="27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7:00.452" v="234" actId="1076"/>
          <ac:spMkLst>
            <pc:docMk/>
            <pc:sldMk cId="0" sldId="262"/>
            <ac:spMk id="275" creationId="{00000000-0000-0000-0000-000000000000}"/>
          </ac:spMkLst>
        </pc:spChg>
        <pc:spChg chg="del mod">
          <ac:chgData name="Jocellyn Luna" userId="74d04e64cf87037c" providerId="LiveId" clId="{E8533D3A-336B-4CF2-9CA8-47A0079F2859}" dt="2020-04-18T18:27:22.379" v="238" actId="478"/>
          <ac:spMkLst>
            <pc:docMk/>
            <pc:sldMk cId="0" sldId="262"/>
            <ac:spMk id="276" creationId="{00000000-0000-0000-0000-000000000000}"/>
          </ac:spMkLst>
        </pc:spChg>
        <pc:picChg chg="add del mod">
          <ac:chgData name="Jocellyn Luna" userId="74d04e64cf87037c" providerId="LiveId" clId="{E8533D3A-336B-4CF2-9CA8-47A0079F2859}" dt="2020-04-18T18:27:47.465" v="241" actId="478"/>
          <ac:picMkLst>
            <pc:docMk/>
            <pc:sldMk cId="0" sldId="262"/>
            <ac:picMk id="2" creationId="{BC08F4EA-ECED-4EF4-BFE3-550C2B2FFFE1}"/>
          </ac:picMkLst>
        </pc:picChg>
        <pc:picChg chg="add mod">
          <ac:chgData name="Jocellyn Luna" userId="74d04e64cf87037c" providerId="LiveId" clId="{E8533D3A-336B-4CF2-9CA8-47A0079F2859}" dt="2020-04-18T18:27:50.691" v="243" actId="1076"/>
          <ac:picMkLst>
            <pc:docMk/>
            <pc:sldMk cId="0" sldId="262"/>
            <ac:picMk id="4" creationId="{9A1B07DB-F86B-4000-9427-C7F77190112B}"/>
          </ac:picMkLst>
        </pc:picChg>
      </pc:sldChg>
      <pc:sldChg chg="addSp delSp modSp mod modAnim">
        <pc:chgData name="Jocellyn Luna" userId="74d04e64cf87037c" providerId="LiveId" clId="{E8533D3A-336B-4CF2-9CA8-47A0079F2859}" dt="2020-04-03T21:00:23.473" v="144"/>
        <pc:sldMkLst>
          <pc:docMk/>
          <pc:sldMk cId="0" sldId="263"/>
        </pc:sldMkLst>
        <pc:spChg chg="add mod">
          <ac:chgData name="Jocellyn Luna" userId="74d04e64cf87037c" providerId="LiveId" clId="{E8533D3A-336B-4CF2-9CA8-47A0079F2859}" dt="2020-04-03T20:57:11.380" v="104"/>
          <ac:spMkLst>
            <pc:docMk/>
            <pc:sldMk cId="0" sldId="263"/>
            <ac:spMk id="3" creationId="{C4181141-FA84-44D1-8BAA-8ED9CED9899E}"/>
          </ac:spMkLst>
        </pc:spChg>
        <pc:spChg chg="del">
          <ac:chgData name="Jocellyn Luna" userId="74d04e64cf87037c" providerId="LiveId" clId="{E8533D3A-336B-4CF2-9CA8-47A0079F2859}" dt="2020-04-03T20:57:08.762" v="103" actId="478"/>
          <ac:spMkLst>
            <pc:docMk/>
            <pc:sldMk cId="0" sldId="263"/>
            <ac:spMk id="27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63"/>
            <ac:spMk id="279" creationId="{00000000-0000-0000-0000-000000000000}"/>
          </ac:spMkLst>
        </pc:spChg>
      </pc:sldChg>
      <pc:sldChg chg="addSp delSp modSp mod modAnim">
        <pc:chgData name="Jocellyn Luna" userId="74d04e64cf87037c" providerId="LiveId" clId="{E8533D3A-336B-4CF2-9CA8-47A0079F2859}" dt="2020-04-03T21:00:23.473" v="144"/>
        <pc:sldMkLst>
          <pc:docMk/>
          <pc:sldMk cId="0" sldId="264"/>
        </pc:sldMkLst>
        <pc:spChg chg="add mod">
          <ac:chgData name="Jocellyn Luna" userId="74d04e64cf87037c" providerId="LiveId" clId="{E8533D3A-336B-4CF2-9CA8-47A0079F2859}" dt="2020-04-03T20:57:19.636" v="106"/>
          <ac:spMkLst>
            <pc:docMk/>
            <pc:sldMk cId="0" sldId="264"/>
            <ac:spMk id="3" creationId="{B88E45A8-E4A4-4B4B-8741-A3BD0A37EEE4}"/>
          </ac:spMkLst>
        </pc:spChg>
        <pc:spChg chg="del">
          <ac:chgData name="Jocellyn Luna" userId="74d04e64cf87037c" providerId="LiveId" clId="{E8533D3A-336B-4CF2-9CA8-47A0079F2859}" dt="2020-04-03T20:57:16.895" v="105" actId="478"/>
          <ac:spMkLst>
            <pc:docMk/>
            <pc:sldMk cId="0" sldId="264"/>
            <ac:spMk id="28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64"/>
            <ac:spMk id="28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64"/>
            <ac:spMk id="283" creationId="{00000000-0000-0000-0000-000000000000}"/>
          </ac:spMkLst>
        </pc:spChg>
      </pc:sldChg>
      <pc:sldChg chg="addSp delSp modSp mod modAnim">
        <pc:chgData name="Jocellyn Luna" userId="74d04e64cf87037c" providerId="LiveId" clId="{E8533D3A-336B-4CF2-9CA8-47A0079F2859}" dt="2020-04-03T21:00:23.473" v="144"/>
        <pc:sldMkLst>
          <pc:docMk/>
          <pc:sldMk cId="0" sldId="265"/>
        </pc:sldMkLst>
        <pc:spChg chg="add mod">
          <ac:chgData name="Jocellyn Luna" userId="74d04e64cf87037c" providerId="LiveId" clId="{E8533D3A-336B-4CF2-9CA8-47A0079F2859}" dt="2020-04-03T20:57:26.445" v="108"/>
          <ac:spMkLst>
            <pc:docMk/>
            <pc:sldMk cId="0" sldId="265"/>
            <ac:spMk id="3" creationId="{5EC86CC1-68ED-424B-98E4-E6C2B74F8C7E}"/>
          </ac:spMkLst>
        </pc:spChg>
        <pc:spChg chg="del">
          <ac:chgData name="Jocellyn Luna" userId="74d04e64cf87037c" providerId="LiveId" clId="{E8533D3A-336B-4CF2-9CA8-47A0079F2859}" dt="2020-04-03T20:57:23.870" v="107" actId="478"/>
          <ac:spMkLst>
            <pc:docMk/>
            <pc:sldMk cId="0" sldId="265"/>
            <ac:spMk id="28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65"/>
            <ac:spMk id="286" creationId="{00000000-0000-0000-0000-000000000000}"/>
          </ac:spMkLst>
        </pc:spChg>
      </pc:sldChg>
      <pc:sldChg chg="addSp delSp modSp mod">
        <pc:chgData name="Jocellyn Luna" userId="74d04e64cf87037c" providerId="LiveId" clId="{E8533D3A-336B-4CF2-9CA8-47A0079F2859}" dt="2020-04-03T21:00:23.473" v="144"/>
        <pc:sldMkLst>
          <pc:docMk/>
          <pc:sldMk cId="0" sldId="266"/>
        </pc:sldMkLst>
        <pc:spChg chg="add mod">
          <ac:chgData name="Jocellyn Luna" userId="74d04e64cf87037c" providerId="LiveId" clId="{E8533D3A-336B-4CF2-9CA8-47A0079F2859}" dt="2020-04-03T20:57:37.362" v="110"/>
          <ac:spMkLst>
            <pc:docMk/>
            <pc:sldMk cId="0" sldId="266"/>
            <ac:spMk id="3" creationId="{AB298BCB-47D0-49CE-A5CA-0E45E587E543}"/>
          </ac:spMkLst>
        </pc:spChg>
        <pc:spChg chg="del">
          <ac:chgData name="Jocellyn Luna" userId="74d04e64cf87037c" providerId="LiveId" clId="{E8533D3A-336B-4CF2-9CA8-47A0079F2859}" dt="2020-04-03T20:57:34.093" v="109" actId="478"/>
          <ac:spMkLst>
            <pc:docMk/>
            <pc:sldMk cId="0" sldId="266"/>
            <ac:spMk id="28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66"/>
            <ac:spMk id="28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29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29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29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0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0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1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1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1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2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2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3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3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3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3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3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3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3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3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3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3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4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4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4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5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5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5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6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6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6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6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7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7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7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7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7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7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7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7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7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8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8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8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8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9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9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39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0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0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66"/>
            <ac:spMk id="40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66"/>
            <ac:spMk id="40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0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1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1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1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2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2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3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3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3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3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4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4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4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5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5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5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5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5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5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6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6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6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6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6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6"/>
            <ac:spMk id="465" creationId="{00000000-0000-0000-0000-000000000000}"/>
          </ac:spMkLst>
        </pc:s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29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29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29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0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0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1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1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1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2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2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2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4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4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4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4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5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5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5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6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6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6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7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8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8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8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9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9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9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39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40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40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41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41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41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41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42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42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42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43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43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43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44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44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44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44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45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45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6"/>
            <ac:grpSpMk id="466" creationId="{00000000-0000-0000-0000-000000000000}"/>
          </ac:grpSpMkLst>
        </pc:grpChg>
      </pc:sldChg>
      <pc:sldChg chg="addSp delSp modSp mod">
        <pc:chgData name="Jocellyn Luna" userId="74d04e64cf87037c" providerId="LiveId" clId="{E8533D3A-336B-4CF2-9CA8-47A0079F2859}" dt="2020-04-18T18:38:18.955" v="247" actId="732"/>
        <pc:sldMkLst>
          <pc:docMk/>
          <pc:sldMk cId="0" sldId="267"/>
        </pc:sldMkLst>
        <pc:spChg chg="add mod">
          <ac:chgData name="Jocellyn Luna" userId="74d04e64cf87037c" providerId="LiveId" clId="{E8533D3A-336B-4CF2-9CA8-47A0079F2859}" dt="2020-04-03T20:58:18.258" v="119"/>
          <ac:spMkLst>
            <pc:docMk/>
            <pc:sldMk cId="0" sldId="267"/>
            <ac:spMk id="3" creationId="{AD450EB8-9634-420F-8A28-8B3E42D09232}"/>
          </ac:spMkLst>
        </pc:spChg>
        <pc:spChg chg="del">
          <ac:chgData name="Jocellyn Luna" userId="74d04e64cf87037c" providerId="LiveId" clId="{E8533D3A-336B-4CF2-9CA8-47A0079F2859}" dt="2020-04-03T20:58:13.010" v="117" actId="478"/>
          <ac:spMkLst>
            <pc:docMk/>
            <pc:sldMk cId="0" sldId="267"/>
            <ac:spMk id="468" creationId="{00000000-0000-0000-0000-000000000000}"/>
          </ac:spMkLst>
        </pc:spChg>
        <pc:spChg chg="del mod">
          <ac:chgData name="Jocellyn Luna" userId="74d04e64cf87037c" providerId="LiveId" clId="{E8533D3A-336B-4CF2-9CA8-47A0079F2859}" dt="2020-04-18T18:38:09.463" v="244" actId="478"/>
          <ac:spMkLst>
            <pc:docMk/>
            <pc:sldMk cId="0" sldId="267"/>
            <ac:spMk id="469" creationId="{00000000-0000-0000-0000-000000000000}"/>
          </ac:spMkLst>
        </pc:spChg>
        <pc:picChg chg="add mod modCrop">
          <ac:chgData name="Jocellyn Luna" userId="74d04e64cf87037c" providerId="LiveId" clId="{E8533D3A-336B-4CF2-9CA8-47A0079F2859}" dt="2020-04-18T18:38:18.955" v="247" actId="732"/>
          <ac:picMkLst>
            <pc:docMk/>
            <pc:sldMk cId="0" sldId="267"/>
            <ac:picMk id="2" creationId="{CBFDD2DB-88BA-4CE9-9160-DA5B4BC7E38B}"/>
          </ac:picMkLst>
        </pc:picChg>
      </pc:sldChg>
      <pc:sldChg chg="addSp delSp modSp mod modAnim">
        <pc:chgData name="Jocellyn Luna" userId="74d04e64cf87037c" providerId="LiveId" clId="{E8533D3A-336B-4CF2-9CA8-47A0079F2859}" dt="2020-04-03T21:00:23.473" v="144"/>
        <pc:sldMkLst>
          <pc:docMk/>
          <pc:sldMk cId="0" sldId="268"/>
        </pc:sldMkLst>
        <pc:spChg chg="add mod">
          <ac:chgData name="Jocellyn Luna" userId="74d04e64cf87037c" providerId="LiveId" clId="{E8533D3A-336B-4CF2-9CA8-47A0079F2859}" dt="2020-04-03T20:58:31.011" v="122"/>
          <ac:spMkLst>
            <pc:docMk/>
            <pc:sldMk cId="0" sldId="268"/>
            <ac:spMk id="3" creationId="{D6D08BE8-7231-4B2F-A629-10442FE9B57A}"/>
          </ac:spMkLst>
        </pc:spChg>
        <pc:spChg chg="del">
          <ac:chgData name="Jocellyn Luna" userId="74d04e64cf87037c" providerId="LiveId" clId="{E8533D3A-336B-4CF2-9CA8-47A0079F2859}" dt="2020-04-03T20:58:28.419" v="121" actId="478"/>
          <ac:spMkLst>
            <pc:docMk/>
            <pc:sldMk cId="0" sldId="268"/>
            <ac:spMk id="47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68"/>
            <ac:spMk id="47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47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47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48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48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48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48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49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49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49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0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0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0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0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0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0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0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0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1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1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1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68"/>
            <ac:spMk id="51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1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1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2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2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2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3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3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4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4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5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5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5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5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5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5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6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6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6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6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8"/>
            <ac:spMk id="56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68"/>
            <ac:spMk id="56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68"/>
            <ac:spMk id="56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68"/>
            <ac:spMk id="56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68"/>
            <ac:spMk id="569" creationId="{00000000-0000-0000-0000-000000000000}"/>
          </ac:spMkLst>
        </pc:s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8"/>
            <ac:grpSpMk id="47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8"/>
            <ac:grpSpMk id="47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8"/>
            <ac:grpSpMk id="48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8"/>
            <ac:grpSpMk id="48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8"/>
            <ac:grpSpMk id="48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8"/>
            <ac:grpSpMk id="49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8"/>
            <ac:grpSpMk id="49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8"/>
            <ac:grpSpMk id="49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8"/>
            <ac:grpSpMk id="49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8"/>
            <ac:grpSpMk id="50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8"/>
            <ac:grpSpMk id="51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8"/>
            <ac:grpSpMk id="51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8"/>
            <ac:grpSpMk id="52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8"/>
            <ac:grpSpMk id="52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8"/>
            <ac:grpSpMk id="52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8"/>
            <ac:grpSpMk id="52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8"/>
            <ac:grpSpMk id="53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8"/>
            <ac:grpSpMk id="53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8"/>
            <ac:grpSpMk id="54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8"/>
            <ac:grpSpMk id="54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8"/>
            <ac:grpSpMk id="55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8"/>
            <ac:grpSpMk id="55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8"/>
            <ac:grpSpMk id="565" creationId="{00000000-0000-0000-0000-000000000000}"/>
          </ac:grpSpMkLst>
        </pc:grpChg>
      </pc:sldChg>
      <pc:sldChg chg="addSp delSp modSp mod modAnim">
        <pc:chgData name="Jocellyn Luna" userId="74d04e64cf87037c" providerId="LiveId" clId="{E8533D3A-336B-4CF2-9CA8-47A0079F2859}" dt="2020-04-03T21:00:23.473" v="144"/>
        <pc:sldMkLst>
          <pc:docMk/>
          <pc:sldMk cId="0" sldId="269"/>
        </pc:sldMkLst>
        <pc:spChg chg="add mod">
          <ac:chgData name="Jocellyn Luna" userId="74d04e64cf87037c" providerId="LiveId" clId="{E8533D3A-336B-4CF2-9CA8-47A0079F2859}" dt="2020-04-03T20:58:42.188" v="124"/>
          <ac:spMkLst>
            <pc:docMk/>
            <pc:sldMk cId="0" sldId="269"/>
            <ac:spMk id="3" creationId="{A09F8E07-0598-4802-93D8-A4590C936C5F}"/>
          </ac:spMkLst>
        </pc:spChg>
        <pc:spChg chg="del">
          <ac:chgData name="Jocellyn Luna" userId="74d04e64cf87037c" providerId="LiveId" clId="{E8533D3A-336B-4CF2-9CA8-47A0079F2859}" dt="2020-04-03T20:58:38.862" v="123" actId="478"/>
          <ac:spMkLst>
            <pc:docMk/>
            <pc:sldMk cId="0" sldId="269"/>
            <ac:spMk id="57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69"/>
            <ac:spMk id="57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57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57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58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58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58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58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59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59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59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0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0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0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0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0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0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0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0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1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1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1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1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1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2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2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2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3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3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4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4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5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5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5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5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5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5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5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6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6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6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6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6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6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7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7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7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8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8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8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9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9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9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69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70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70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71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71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71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72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72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72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73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73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73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73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73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74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74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74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74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74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74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74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69"/>
            <ac:spMk id="74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69"/>
            <ac:spMk id="74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69"/>
            <ac:spMk id="75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69"/>
            <ac:spMk id="75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69"/>
            <ac:spMk id="752" creationId="{00000000-0000-0000-0000-000000000000}"/>
          </ac:spMkLst>
        </pc:s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57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57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58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58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58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59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59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59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59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0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1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1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1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2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2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2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3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3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4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4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5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5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6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6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7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7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7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7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8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8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8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9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9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69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70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70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71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71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71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71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72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72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72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73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73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73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69"/>
            <ac:grpSpMk id="748" creationId="{00000000-0000-0000-0000-000000000000}"/>
          </ac:grpSpMkLst>
        </pc:grpChg>
      </pc:sldChg>
      <pc:sldChg chg="addSp delSp modSp mod">
        <pc:chgData name="Jocellyn Luna" userId="74d04e64cf87037c" providerId="LiveId" clId="{E8533D3A-336B-4CF2-9CA8-47A0079F2859}" dt="2020-04-18T18:40:21.719" v="253" actId="1076"/>
        <pc:sldMkLst>
          <pc:docMk/>
          <pc:sldMk cId="0" sldId="270"/>
        </pc:sldMkLst>
        <pc:spChg chg="add mod">
          <ac:chgData name="Jocellyn Luna" userId="74d04e64cf87037c" providerId="LiveId" clId="{E8533D3A-336B-4CF2-9CA8-47A0079F2859}" dt="2020-04-03T20:58:49.506" v="126"/>
          <ac:spMkLst>
            <pc:docMk/>
            <pc:sldMk cId="0" sldId="270"/>
            <ac:spMk id="3" creationId="{5B401D94-BD5B-410B-808B-11EB59DE8902}"/>
          </ac:spMkLst>
        </pc:spChg>
        <pc:spChg chg="del">
          <ac:chgData name="Jocellyn Luna" userId="74d04e64cf87037c" providerId="LiveId" clId="{E8533D3A-336B-4CF2-9CA8-47A0079F2859}" dt="2020-04-03T20:58:47.059" v="125" actId="478"/>
          <ac:spMkLst>
            <pc:docMk/>
            <pc:sldMk cId="0" sldId="270"/>
            <ac:spMk id="754" creationId="{00000000-0000-0000-0000-000000000000}"/>
          </ac:spMkLst>
        </pc:spChg>
        <pc:spChg chg="del mod">
          <ac:chgData name="Jocellyn Luna" userId="74d04e64cf87037c" providerId="LiveId" clId="{E8533D3A-336B-4CF2-9CA8-47A0079F2859}" dt="2020-04-18T18:40:15.229" v="250" actId="478"/>
          <ac:spMkLst>
            <pc:docMk/>
            <pc:sldMk cId="0" sldId="270"/>
            <ac:spMk id="755" creationId="{00000000-0000-0000-0000-000000000000}"/>
          </ac:spMkLst>
        </pc:spChg>
        <pc:picChg chg="add del">
          <ac:chgData name="Jocellyn Luna" userId="74d04e64cf87037c" providerId="LiveId" clId="{E8533D3A-336B-4CF2-9CA8-47A0079F2859}" dt="2020-04-18T18:39:50.546" v="249" actId="478"/>
          <ac:picMkLst>
            <pc:docMk/>
            <pc:sldMk cId="0" sldId="270"/>
            <ac:picMk id="2" creationId="{713620B9-7D9C-46FC-9460-7318C1A0B604}"/>
          </ac:picMkLst>
        </pc:picChg>
        <pc:picChg chg="add mod">
          <ac:chgData name="Jocellyn Luna" userId="74d04e64cf87037c" providerId="LiveId" clId="{E8533D3A-336B-4CF2-9CA8-47A0079F2859}" dt="2020-04-18T18:40:21.719" v="253" actId="1076"/>
          <ac:picMkLst>
            <pc:docMk/>
            <pc:sldMk cId="0" sldId="270"/>
            <ac:picMk id="4" creationId="{28AB35F2-D966-452D-8354-6CDFBEB07307}"/>
          </ac:picMkLst>
        </pc:picChg>
      </pc:sldChg>
      <pc:sldChg chg="addSp delSp modSp mod modAnim">
        <pc:chgData name="Jocellyn Luna" userId="74d04e64cf87037c" providerId="LiveId" clId="{E8533D3A-336B-4CF2-9CA8-47A0079F2859}" dt="2020-04-03T21:03:58.094" v="167" actId="14100"/>
        <pc:sldMkLst>
          <pc:docMk/>
          <pc:sldMk cId="0" sldId="271"/>
        </pc:sldMkLst>
        <pc:spChg chg="add mod">
          <ac:chgData name="Jocellyn Luna" userId="74d04e64cf87037c" providerId="LiveId" clId="{E8533D3A-336B-4CF2-9CA8-47A0079F2859}" dt="2020-04-03T20:58:57.365" v="128"/>
          <ac:spMkLst>
            <pc:docMk/>
            <pc:sldMk cId="0" sldId="271"/>
            <ac:spMk id="3" creationId="{59D8E24F-0A2B-4428-97DB-5CE0AA2E399C}"/>
          </ac:spMkLst>
        </pc:spChg>
        <pc:spChg chg="del">
          <ac:chgData name="Jocellyn Luna" userId="74d04e64cf87037c" providerId="LiveId" clId="{E8533D3A-336B-4CF2-9CA8-47A0079F2859}" dt="2020-04-03T20:58:54.984" v="127" actId="478"/>
          <ac:spMkLst>
            <pc:docMk/>
            <pc:sldMk cId="0" sldId="271"/>
            <ac:spMk id="75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3:58.094" v="167" actId="14100"/>
          <ac:spMkLst>
            <pc:docMk/>
            <pc:sldMk cId="0" sldId="271"/>
            <ac:spMk id="758" creationId="{00000000-0000-0000-0000-000000000000}"/>
          </ac:spMkLst>
        </pc:spChg>
      </pc:sldChg>
      <pc:sldChg chg="addSp delSp modSp mod modAnim">
        <pc:chgData name="Jocellyn Luna" userId="74d04e64cf87037c" providerId="LiveId" clId="{E8533D3A-336B-4CF2-9CA8-47A0079F2859}" dt="2020-04-03T21:00:23.473" v="144"/>
        <pc:sldMkLst>
          <pc:docMk/>
          <pc:sldMk cId="0" sldId="272"/>
        </pc:sldMkLst>
        <pc:spChg chg="add mod">
          <ac:chgData name="Jocellyn Luna" userId="74d04e64cf87037c" providerId="LiveId" clId="{E8533D3A-336B-4CF2-9CA8-47A0079F2859}" dt="2020-04-03T20:59:05.174" v="130"/>
          <ac:spMkLst>
            <pc:docMk/>
            <pc:sldMk cId="0" sldId="272"/>
            <ac:spMk id="3" creationId="{EA2BDC44-7323-42DA-AE70-2F2EA430C49B}"/>
          </ac:spMkLst>
        </pc:spChg>
        <pc:spChg chg="del">
          <ac:chgData name="Jocellyn Luna" userId="74d04e64cf87037c" providerId="LiveId" clId="{E8533D3A-336B-4CF2-9CA8-47A0079F2859}" dt="2020-04-03T20:59:02.285" v="129" actId="478"/>
          <ac:spMkLst>
            <pc:docMk/>
            <pc:sldMk cId="0" sldId="272"/>
            <ac:spMk id="76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72"/>
            <ac:spMk id="76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76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76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76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77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77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78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78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79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79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79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0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0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0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0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0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0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0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0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1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1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1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1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2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2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2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3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3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3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3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4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4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4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4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4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4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4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5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5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5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5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5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72"/>
            <ac:spMk id="86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6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6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7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7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7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8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8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8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8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9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9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9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9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9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9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9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89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90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90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90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90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91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91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91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92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92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92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93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93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93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93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94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94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94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94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94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94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94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94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2"/>
            <ac:spMk id="950" creationId="{00000000-0000-0000-0000-000000000000}"/>
          </ac:spMkLst>
        </pc:s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76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76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77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77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77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78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78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79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79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79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0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1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1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1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1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2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2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2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3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3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3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4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4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5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5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6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6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6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6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7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7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7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8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8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8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89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90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90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90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91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91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91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91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92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92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92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93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93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93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94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2"/>
            <ac:grpSpMk id="951" creationId="{00000000-0000-0000-0000-000000000000}"/>
          </ac:grpSpMkLst>
        </pc:grpChg>
      </pc:sldChg>
      <pc:sldChg chg="addSp delSp modSp mod">
        <pc:chgData name="Jocellyn Luna" userId="74d04e64cf87037c" providerId="LiveId" clId="{E8533D3A-336B-4CF2-9CA8-47A0079F2859}" dt="2020-04-18T18:41:51.709" v="256" actId="1076"/>
        <pc:sldMkLst>
          <pc:docMk/>
          <pc:sldMk cId="0" sldId="273"/>
        </pc:sldMkLst>
        <pc:spChg chg="add mod">
          <ac:chgData name="Jocellyn Luna" userId="74d04e64cf87037c" providerId="LiveId" clId="{E8533D3A-336B-4CF2-9CA8-47A0079F2859}" dt="2020-04-03T20:59:18.483" v="132"/>
          <ac:spMkLst>
            <pc:docMk/>
            <pc:sldMk cId="0" sldId="273"/>
            <ac:spMk id="3" creationId="{B5CFA01C-AE7D-49FE-8B22-90404F7B1945}"/>
          </ac:spMkLst>
        </pc:spChg>
        <pc:spChg chg="del">
          <ac:chgData name="Jocellyn Luna" userId="74d04e64cf87037c" providerId="LiveId" clId="{E8533D3A-336B-4CF2-9CA8-47A0079F2859}" dt="2020-04-03T20:59:15.694" v="131" actId="478"/>
          <ac:spMkLst>
            <pc:docMk/>
            <pc:sldMk cId="0" sldId="273"/>
            <ac:spMk id="953" creationId="{00000000-0000-0000-0000-000000000000}"/>
          </ac:spMkLst>
        </pc:spChg>
        <pc:spChg chg="del mod">
          <ac:chgData name="Jocellyn Luna" userId="74d04e64cf87037c" providerId="LiveId" clId="{E8533D3A-336B-4CF2-9CA8-47A0079F2859}" dt="2020-04-18T18:41:46.614" v="254" actId="478"/>
          <ac:spMkLst>
            <pc:docMk/>
            <pc:sldMk cId="0" sldId="273"/>
            <ac:spMk id="954" creationId="{00000000-0000-0000-0000-000000000000}"/>
          </ac:spMkLst>
        </pc:spChg>
        <pc:picChg chg="add mod">
          <ac:chgData name="Jocellyn Luna" userId="74d04e64cf87037c" providerId="LiveId" clId="{E8533D3A-336B-4CF2-9CA8-47A0079F2859}" dt="2020-04-18T18:41:51.709" v="256" actId="1076"/>
          <ac:picMkLst>
            <pc:docMk/>
            <pc:sldMk cId="0" sldId="273"/>
            <ac:picMk id="2" creationId="{FFFA85BB-CF8B-4815-871A-D4B5B4A06F3E}"/>
          </ac:picMkLst>
        </pc:picChg>
      </pc:sldChg>
      <pc:sldChg chg="addSp delSp modSp mod modAnim">
        <pc:chgData name="Jocellyn Luna" userId="74d04e64cf87037c" providerId="LiveId" clId="{E8533D3A-336B-4CF2-9CA8-47A0079F2859}" dt="2020-04-03T21:03:43.525" v="165" actId="1076"/>
        <pc:sldMkLst>
          <pc:docMk/>
          <pc:sldMk cId="0" sldId="274"/>
        </pc:sldMkLst>
        <pc:spChg chg="add mod">
          <ac:chgData name="Jocellyn Luna" userId="74d04e64cf87037c" providerId="LiveId" clId="{E8533D3A-336B-4CF2-9CA8-47A0079F2859}" dt="2020-04-03T20:59:25.791" v="134"/>
          <ac:spMkLst>
            <pc:docMk/>
            <pc:sldMk cId="0" sldId="274"/>
            <ac:spMk id="3" creationId="{78CE544E-CE78-4F20-94C2-085E562FB469}"/>
          </ac:spMkLst>
        </pc:spChg>
        <pc:spChg chg="del">
          <ac:chgData name="Jocellyn Luna" userId="74d04e64cf87037c" providerId="LiveId" clId="{E8533D3A-336B-4CF2-9CA8-47A0079F2859}" dt="2020-04-03T20:59:23.167" v="133" actId="478"/>
          <ac:spMkLst>
            <pc:docMk/>
            <pc:sldMk cId="0" sldId="274"/>
            <ac:spMk id="95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3:43.525" v="165" actId="1076"/>
          <ac:spMkLst>
            <pc:docMk/>
            <pc:sldMk cId="0" sldId="274"/>
            <ac:spMk id="957" creationId="{00000000-0000-0000-0000-000000000000}"/>
          </ac:spMkLst>
        </pc:spChg>
      </pc:sldChg>
      <pc:sldChg chg="addSp delSp modSp mod modAnim">
        <pc:chgData name="Jocellyn Luna" userId="74d04e64cf87037c" providerId="LiveId" clId="{E8533D3A-336B-4CF2-9CA8-47A0079F2859}" dt="2020-04-03T21:00:23.473" v="144"/>
        <pc:sldMkLst>
          <pc:docMk/>
          <pc:sldMk cId="0" sldId="275"/>
        </pc:sldMkLst>
        <pc:spChg chg="add mod">
          <ac:chgData name="Jocellyn Luna" userId="74d04e64cf87037c" providerId="LiveId" clId="{E8533D3A-336B-4CF2-9CA8-47A0079F2859}" dt="2020-04-03T20:59:35.379" v="136"/>
          <ac:spMkLst>
            <pc:docMk/>
            <pc:sldMk cId="0" sldId="275"/>
            <ac:spMk id="3" creationId="{D0585069-55C9-4892-8F42-20400F20BCB9}"/>
          </ac:spMkLst>
        </pc:spChg>
        <pc:spChg chg="del">
          <ac:chgData name="Jocellyn Luna" userId="74d04e64cf87037c" providerId="LiveId" clId="{E8533D3A-336B-4CF2-9CA8-47A0079F2859}" dt="2020-04-03T20:59:31.502" v="135" actId="478"/>
          <ac:spMkLst>
            <pc:docMk/>
            <pc:sldMk cId="0" sldId="275"/>
            <ac:spMk id="95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75"/>
            <ac:spMk id="96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96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96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96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97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97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98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98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98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99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99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0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0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0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0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0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0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0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0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0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1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75"/>
            <ac:spMk id="101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1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1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2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2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2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2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3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3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3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4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4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4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4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4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4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4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4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5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5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5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5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5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6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6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6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7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5"/>
            <ac:spMk id="107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75"/>
            <ac:spMk id="1076" creationId="{00000000-0000-0000-0000-000000000000}"/>
          </ac:spMkLst>
        </pc:s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96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96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96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97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97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98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98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99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99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99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100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101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101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101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102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102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102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103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103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103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103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104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105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105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105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106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106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106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106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107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5"/>
            <ac:grpSpMk id="1075" creationId="{00000000-0000-0000-0000-000000000000}"/>
          </ac:grpSpMkLst>
        </pc:grpChg>
      </pc:sldChg>
      <pc:sldChg chg="addSp delSp modSp mod">
        <pc:chgData name="Jocellyn Luna" userId="74d04e64cf87037c" providerId="LiveId" clId="{E8533D3A-336B-4CF2-9CA8-47A0079F2859}" dt="2020-04-18T18:42:45.895" v="261" actId="1076"/>
        <pc:sldMkLst>
          <pc:docMk/>
          <pc:sldMk cId="0" sldId="276"/>
        </pc:sldMkLst>
        <pc:spChg chg="add mod">
          <ac:chgData name="Jocellyn Luna" userId="74d04e64cf87037c" providerId="LiveId" clId="{E8533D3A-336B-4CF2-9CA8-47A0079F2859}" dt="2020-04-03T20:59:42.893" v="138"/>
          <ac:spMkLst>
            <pc:docMk/>
            <pc:sldMk cId="0" sldId="276"/>
            <ac:spMk id="3" creationId="{CA862FE4-65B4-4EF1-BD5E-05E50C3CDCCB}"/>
          </ac:spMkLst>
        </pc:spChg>
        <pc:spChg chg="del">
          <ac:chgData name="Jocellyn Luna" userId="74d04e64cf87037c" providerId="LiveId" clId="{E8533D3A-336B-4CF2-9CA8-47A0079F2859}" dt="2020-04-03T20:59:40.174" v="137" actId="478"/>
          <ac:spMkLst>
            <pc:docMk/>
            <pc:sldMk cId="0" sldId="276"/>
            <ac:spMk id="1078" creationId="{00000000-0000-0000-0000-000000000000}"/>
          </ac:spMkLst>
        </pc:spChg>
        <pc:picChg chg="add mod">
          <ac:chgData name="Jocellyn Luna" userId="74d04e64cf87037c" providerId="LiveId" clId="{E8533D3A-336B-4CF2-9CA8-47A0079F2859}" dt="2020-04-18T18:42:45.895" v="261" actId="1076"/>
          <ac:picMkLst>
            <pc:docMk/>
            <pc:sldMk cId="0" sldId="276"/>
            <ac:picMk id="2" creationId="{5D7190CF-0C19-4789-938C-443C27C2809C}"/>
          </ac:picMkLst>
        </pc:picChg>
        <pc:picChg chg="add del mod">
          <ac:chgData name="Jocellyn Luna" userId="74d04e64cf87037c" providerId="LiveId" clId="{E8533D3A-336B-4CF2-9CA8-47A0079F2859}" dt="2020-04-18T18:42:37.113" v="257" actId="478"/>
          <ac:picMkLst>
            <pc:docMk/>
            <pc:sldMk cId="0" sldId="276"/>
            <ac:picMk id="4" creationId="{43148BF2-A741-4AA4-A9D3-6265976ACCA9}"/>
          </ac:picMkLst>
        </pc:picChg>
        <pc:picChg chg="del mod">
          <ac:chgData name="Jocellyn Luna" userId="74d04e64cf87037c" providerId="LiveId" clId="{E8533D3A-336B-4CF2-9CA8-47A0079F2859}" dt="2020-04-03T21:03:08.992" v="153" actId="478"/>
          <ac:picMkLst>
            <pc:docMk/>
            <pc:sldMk cId="0" sldId="276"/>
            <ac:picMk id="1079" creationId="{00000000-0000-0000-0000-000000000000}"/>
          </ac:picMkLst>
        </pc:picChg>
      </pc:sldChg>
      <pc:sldChg chg="addSp delSp modSp mod">
        <pc:chgData name="Jocellyn Luna" userId="74d04e64cf87037c" providerId="LiveId" clId="{E8533D3A-336B-4CF2-9CA8-47A0079F2859}" dt="2020-04-03T21:00:23.473" v="144"/>
        <pc:sldMkLst>
          <pc:docMk/>
          <pc:sldMk cId="0" sldId="277"/>
        </pc:sldMkLst>
        <pc:spChg chg="add mod">
          <ac:chgData name="Jocellyn Luna" userId="74d04e64cf87037c" providerId="LiveId" clId="{E8533D3A-336B-4CF2-9CA8-47A0079F2859}" dt="2020-04-03T20:59:52.733" v="140"/>
          <ac:spMkLst>
            <pc:docMk/>
            <pc:sldMk cId="0" sldId="277"/>
            <ac:spMk id="3" creationId="{CA7B4294-31F2-4A59-83F0-36EDAC2EFDB5}"/>
          </ac:spMkLst>
        </pc:spChg>
        <pc:spChg chg="del">
          <ac:chgData name="Jocellyn Luna" userId="74d04e64cf87037c" providerId="LiveId" clId="{E8533D3A-336B-4CF2-9CA8-47A0079F2859}" dt="2020-04-03T20:59:50.066" v="139" actId="478"/>
          <ac:spMkLst>
            <pc:docMk/>
            <pc:sldMk cId="0" sldId="277"/>
            <ac:spMk id="108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77"/>
            <ac:spMk id="1082" creationId="{00000000-0000-0000-0000-000000000000}"/>
          </ac:spMkLst>
        </pc:spChg>
      </pc:sldChg>
      <pc:sldChg chg="addSp delSp modSp mod modAnim">
        <pc:chgData name="Jocellyn Luna" userId="74d04e64cf87037c" providerId="LiveId" clId="{E8533D3A-336B-4CF2-9CA8-47A0079F2859}" dt="2020-04-03T21:00:23.473" v="144"/>
        <pc:sldMkLst>
          <pc:docMk/>
          <pc:sldMk cId="0" sldId="278"/>
        </pc:sldMkLst>
        <pc:spChg chg="add mod">
          <ac:chgData name="Jocellyn Luna" userId="74d04e64cf87037c" providerId="LiveId" clId="{E8533D3A-336B-4CF2-9CA8-47A0079F2859}" dt="2020-04-03T21:00:01.420" v="142"/>
          <ac:spMkLst>
            <pc:docMk/>
            <pc:sldMk cId="0" sldId="278"/>
            <ac:spMk id="3" creationId="{A7BAF209-9787-4B2D-977D-3EF2E5981A47}"/>
          </ac:spMkLst>
        </pc:spChg>
        <pc:spChg chg="del">
          <ac:chgData name="Jocellyn Luna" userId="74d04e64cf87037c" providerId="LiveId" clId="{E8533D3A-336B-4CF2-9CA8-47A0079F2859}" dt="2020-04-03T20:59:57.682" v="141" actId="478"/>
          <ac:spMkLst>
            <pc:docMk/>
            <pc:sldMk cId="0" sldId="278"/>
            <ac:spMk id="108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78"/>
            <ac:spMk id="108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08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09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09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09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09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0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0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1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1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2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2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2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2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2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3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3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3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3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3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3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3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4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4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4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5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5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5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5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6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6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6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6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6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7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7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7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7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7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7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7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7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8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8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8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8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9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9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9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19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0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0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0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0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1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1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1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1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2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2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2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2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3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3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3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4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4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5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5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5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6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6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6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7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7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7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7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7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7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8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8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8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8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8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8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9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9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29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0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0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0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1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1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1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2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2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2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3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3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3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3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3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3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3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3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3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3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4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5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5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5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5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6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6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6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7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7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7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8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8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8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8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8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8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8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8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9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9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39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0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0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0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1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1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1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2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2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2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3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3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3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3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3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3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3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3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4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4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4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5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5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5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6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6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6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7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7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8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8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8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8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8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8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8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8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8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8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49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0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0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0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0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1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1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2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2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2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2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2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2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2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3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3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3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4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4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4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4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5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5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6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6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6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6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6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6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7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7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7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7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7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8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8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8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9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59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0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0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0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0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0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0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0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0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1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1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2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3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3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3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3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3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3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3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3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3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50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51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5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5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5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5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56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5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58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08.450" v="143"/>
          <ac:spMkLst>
            <pc:docMk/>
            <pc:sldMk cId="0" sldId="278"/>
            <ac:spMk id="1659" creationId="{00000000-0000-0000-0000-000000000000}"/>
          </ac:spMkLst>
        </pc:s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08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09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09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09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0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0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1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1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1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2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2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3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3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4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4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4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5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5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5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6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6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6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7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8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8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8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8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9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9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9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19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0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0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0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0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1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1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1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1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2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2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2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2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3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3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3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3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4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4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4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5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5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5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5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6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6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6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7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7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8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8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9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9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29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0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0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0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0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1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1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1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2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2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2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4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4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4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4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5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5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5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6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6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6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6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7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7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7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9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9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39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0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0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0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0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1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1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1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2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2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2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4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4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4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5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5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5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5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6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6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6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7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7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9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9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95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49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50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50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50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51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51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51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53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53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53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541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54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54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55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55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55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574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577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58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58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58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58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608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612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613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616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61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639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660" creationId="{00000000-0000-0000-0000-000000000000}"/>
          </ac:grpSpMkLst>
        </pc:grpChg>
        <pc:grpChg chg="mod">
          <ac:chgData name="Jocellyn Luna" userId="74d04e64cf87037c" providerId="LiveId" clId="{E8533D3A-336B-4CF2-9CA8-47A0079F2859}" dt="2020-04-03T21:00:23.473" v="144"/>
          <ac:grpSpMkLst>
            <pc:docMk/>
            <pc:sldMk cId="0" sldId="278"/>
            <ac:grpSpMk id="1663" creationId="{00000000-0000-0000-0000-000000000000}"/>
          </ac:grpSpMkLst>
        </pc:grpChg>
      </pc:sldChg>
      <pc:sldChg chg="addSp delSp modSp mod">
        <pc:chgData name="Jocellyn Luna" userId="74d04e64cf87037c" providerId="LiveId" clId="{E8533D3A-336B-4CF2-9CA8-47A0079F2859}" dt="2020-04-03T21:00:51.462" v="146"/>
        <pc:sldMkLst>
          <pc:docMk/>
          <pc:sldMk cId="0" sldId="279"/>
        </pc:sldMkLst>
        <pc:spChg chg="add mod">
          <ac:chgData name="Jocellyn Luna" userId="74d04e64cf87037c" providerId="LiveId" clId="{E8533D3A-336B-4CF2-9CA8-47A0079F2859}" dt="2020-04-03T21:00:51.462" v="146"/>
          <ac:spMkLst>
            <pc:docMk/>
            <pc:sldMk cId="0" sldId="279"/>
            <ac:spMk id="3" creationId="{45F50D72-D5A0-481D-8D0C-40814FCAA878}"/>
          </ac:spMkLst>
        </pc:spChg>
        <pc:spChg chg="del mod">
          <ac:chgData name="Jocellyn Luna" userId="74d04e64cf87037c" providerId="LiveId" clId="{E8533D3A-336B-4CF2-9CA8-47A0079F2859}" dt="2020-04-03T21:00:48.337" v="145" actId="478"/>
          <ac:spMkLst>
            <pc:docMk/>
            <pc:sldMk cId="0" sldId="279"/>
            <ac:spMk id="1665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k cId="0" sldId="279"/>
            <ac:spMk id="1666" creationId="{00000000-0000-0000-0000-000000000000}"/>
          </ac:spMkLst>
        </pc:spChg>
      </pc:sldChg>
      <pc:sldChg chg="add del">
        <pc:chgData name="Jocellyn Luna" userId="74d04e64cf87037c" providerId="LiveId" clId="{E8533D3A-336B-4CF2-9CA8-47A0079F2859}" dt="2020-04-03T20:50:02.188" v="6"/>
        <pc:sldMkLst>
          <pc:docMk/>
          <pc:sldMk cId="3751861745" sldId="280"/>
        </pc:sldMkLst>
      </pc:sldChg>
      <pc:sldChg chg="add del">
        <pc:chgData name="Jocellyn Luna" userId="74d04e64cf87037c" providerId="LiveId" clId="{E8533D3A-336B-4CF2-9CA8-47A0079F2859}" dt="2020-04-03T20:50:17.009" v="8"/>
        <pc:sldMkLst>
          <pc:docMk/>
          <pc:sldMk cId="3994725655" sldId="280"/>
        </pc:sldMkLst>
      </pc:sldChg>
      <pc:sldMasterChg chg="modSp modSldLayout">
        <pc:chgData name="Jocellyn Luna" userId="74d04e64cf87037c" providerId="LiveId" clId="{E8533D3A-336B-4CF2-9CA8-47A0079F2859}" dt="2020-04-03T21:00:23.473" v="144"/>
        <pc:sldMasterMkLst>
          <pc:docMk/>
          <pc:sldMasterMk cId="2770699208" sldId="2147483651"/>
        </pc:sldMasterMkLst>
        <pc:spChg chg="mod">
          <ac:chgData name="Jocellyn Luna" userId="74d04e64cf87037c" providerId="LiveId" clId="{E8533D3A-336B-4CF2-9CA8-47A0079F2859}" dt="2020-04-03T21:00:23.473" v="144"/>
          <ac:spMkLst>
            <pc:docMk/>
            <pc:sldMasterMk cId="2770699208" sldId="2147483651"/>
            <ac:spMk id="2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asterMk cId="2770699208" sldId="2147483651"/>
            <ac:spMk id="3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asterMk cId="2770699208" sldId="2147483651"/>
            <ac:spMk id="4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asterMk cId="2770699208" sldId="2147483651"/>
            <ac:spMk id="7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asterMk cId="2770699208" sldId="2147483651"/>
            <ac:spMk id="9" creationId="{00000000-0000-0000-0000-000000000000}"/>
          </ac:spMkLst>
        </pc:spChg>
        <pc:spChg chg="mod">
          <ac:chgData name="Jocellyn Luna" userId="74d04e64cf87037c" providerId="LiveId" clId="{E8533D3A-336B-4CF2-9CA8-47A0079F2859}" dt="2020-04-03T21:00:23.473" v="144"/>
          <ac:spMkLst>
            <pc:docMk/>
            <pc:sldMasterMk cId="2770699208" sldId="2147483651"/>
            <ac:spMk id="14" creationId="{B3425D30-E4E3-4EBE-8DD0-A8311DF4D896}"/>
          </ac:spMkLst>
        </pc:spChg>
        <pc:picChg chg="mod">
          <ac:chgData name="Jocellyn Luna" userId="74d04e64cf87037c" providerId="LiveId" clId="{E8533D3A-336B-4CF2-9CA8-47A0079F2859}" dt="2020-04-03T21:00:23.473" v="144"/>
          <ac:picMkLst>
            <pc:docMk/>
            <pc:sldMasterMk cId="2770699208" sldId="2147483651"/>
            <ac:picMk id="12" creationId="{B6FE895D-7B04-4074-AFD6-207B76C8AE5A}"/>
          </ac:picMkLst>
        </pc:picChg>
        <pc:cxnChg chg="mod">
          <ac:chgData name="Jocellyn Luna" userId="74d04e64cf87037c" providerId="LiveId" clId="{E8533D3A-336B-4CF2-9CA8-47A0079F2859}" dt="2020-04-03T21:00:23.473" v="144"/>
          <ac:cxnSpMkLst>
            <pc:docMk/>
            <pc:sldMasterMk cId="2770699208" sldId="2147483651"/>
            <ac:cxnSpMk id="10" creationId="{00000000-0000-0000-0000-000000000000}"/>
          </ac:cxnSpMkLst>
        </pc:cxnChg>
        <pc:cxnChg chg="mod">
          <ac:chgData name="Jocellyn Luna" userId="74d04e64cf87037c" providerId="LiveId" clId="{E8533D3A-336B-4CF2-9CA8-47A0079F2859}" dt="2020-04-03T21:00:23.473" v="144"/>
          <ac:cxnSpMkLst>
            <pc:docMk/>
            <pc:sldMasterMk cId="2770699208" sldId="2147483651"/>
            <ac:cxnSpMk id="15" creationId="{A8F495F7-7E72-4C64-8D9E-56F8D949B483}"/>
          </ac:cxnSpMkLst>
        </pc:cxnChg>
        <pc:cxnChg chg="mod">
          <ac:chgData name="Jocellyn Luna" userId="74d04e64cf87037c" providerId="LiveId" clId="{E8533D3A-336B-4CF2-9CA8-47A0079F2859}" dt="2020-04-03T21:00:23.473" v="144"/>
          <ac:cxnSpMkLst>
            <pc:docMk/>
            <pc:sldMasterMk cId="2770699208" sldId="2147483651"/>
            <ac:cxnSpMk id="17" creationId="{8115E778-0F96-4A58-A0CD-7EE6C85F5367}"/>
          </ac:cxnSpMkLst>
        </pc:cxnChg>
        <pc:sldLayoutChg chg="modSp">
          <pc:chgData name="Jocellyn Luna" userId="74d04e64cf87037c" providerId="LiveId" clId="{E8533D3A-336B-4CF2-9CA8-47A0079F2859}" dt="2020-04-03T21:00:23.473" v="144"/>
          <pc:sldLayoutMkLst>
            <pc:docMk/>
            <pc:sldMasterMk cId="2770699208" sldId="2147483651"/>
            <pc:sldLayoutMk cId="4247461705" sldId="2147483652"/>
          </pc:sldLayoutMkLst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4247461705" sldId="2147483652"/>
              <ac:spMk id="2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4247461705" sldId="2147483652"/>
              <ac:spMk id="3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4247461705" sldId="2147483652"/>
              <ac:spMk id="5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4247461705" sldId="2147483652"/>
              <ac:spMk id="6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4247461705" sldId="2147483652"/>
              <ac:spMk id="7" creationId="{140ABC89-FD9A-411E-884A-68B0FA85D313}"/>
            </ac:spMkLst>
          </pc:spChg>
        </pc:sldLayoutChg>
        <pc:sldLayoutChg chg="modSp">
          <pc:chgData name="Jocellyn Luna" userId="74d04e64cf87037c" providerId="LiveId" clId="{E8533D3A-336B-4CF2-9CA8-47A0079F2859}" dt="2020-04-03T21:00:23.473" v="144"/>
          <pc:sldLayoutMkLst>
            <pc:docMk/>
            <pc:sldMasterMk cId="2770699208" sldId="2147483651"/>
            <pc:sldLayoutMk cId="3744094398" sldId="2147483653"/>
          </pc:sldLayoutMkLst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3744094398" sldId="2147483653"/>
              <ac:spMk id="2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3744094398" sldId="2147483653"/>
              <ac:spMk id="6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3744094398" sldId="2147483653"/>
              <ac:spMk id="7" creationId="{09D12899-E76F-4E22-AC72-36A08F1D963C}"/>
            </ac:spMkLst>
          </pc:spChg>
        </pc:sldLayoutChg>
        <pc:sldLayoutChg chg="modSp">
          <pc:chgData name="Jocellyn Luna" userId="74d04e64cf87037c" providerId="LiveId" clId="{E8533D3A-336B-4CF2-9CA8-47A0079F2859}" dt="2020-04-03T21:00:23.473" v="144"/>
          <pc:sldLayoutMkLst>
            <pc:docMk/>
            <pc:sldMasterMk cId="2770699208" sldId="2147483651"/>
            <pc:sldLayoutMk cId="2170600203" sldId="2147483654"/>
          </pc:sldLayoutMkLst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2170600203" sldId="2147483654"/>
              <ac:spMk id="2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2170600203" sldId="2147483654"/>
              <ac:spMk id="5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2170600203" sldId="2147483654"/>
              <ac:spMk id="6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2170600203" sldId="2147483654"/>
              <ac:spMk id="7" creationId="{9AF4175B-B676-4922-803A-ACD02FD772B9}"/>
            </ac:spMkLst>
          </pc:spChg>
        </pc:sldLayoutChg>
        <pc:sldLayoutChg chg="modSp">
          <pc:chgData name="Jocellyn Luna" userId="74d04e64cf87037c" providerId="LiveId" clId="{E8533D3A-336B-4CF2-9CA8-47A0079F2859}" dt="2020-04-03T21:00:23.473" v="144"/>
          <pc:sldLayoutMkLst>
            <pc:docMk/>
            <pc:sldMasterMk cId="2770699208" sldId="2147483651"/>
            <pc:sldLayoutMk cId="2909989499" sldId="2147483655"/>
          </pc:sldLayoutMkLst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2909989499" sldId="2147483655"/>
              <ac:spMk id="3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2909989499" sldId="2147483655"/>
              <ac:spMk id="4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2909989499" sldId="2147483655"/>
              <ac:spMk id="6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2909989499" sldId="2147483655"/>
              <ac:spMk id="7" creationId="{00000000-0000-0000-0000-000000000000}"/>
            </ac:spMkLst>
          </pc:spChg>
        </pc:sldLayoutChg>
        <pc:sldLayoutChg chg="modSp">
          <pc:chgData name="Jocellyn Luna" userId="74d04e64cf87037c" providerId="LiveId" clId="{E8533D3A-336B-4CF2-9CA8-47A0079F2859}" dt="2020-04-03T21:00:23.473" v="144"/>
          <pc:sldLayoutMkLst>
            <pc:docMk/>
            <pc:sldMasterMk cId="2770699208" sldId="2147483651"/>
            <pc:sldLayoutMk cId="2760370091" sldId="2147483656"/>
          </pc:sldLayoutMkLst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2760370091" sldId="2147483656"/>
              <ac:spMk id="2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2760370091" sldId="2147483656"/>
              <ac:spMk id="3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2760370091" sldId="2147483656"/>
              <ac:spMk id="4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2760370091" sldId="2147483656"/>
              <ac:spMk id="5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2760370091" sldId="2147483656"/>
              <ac:spMk id="6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2760370091" sldId="2147483656"/>
              <ac:spMk id="8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2760370091" sldId="2147483656"/>
              <ac:spMk id="9" creationId="{00000000-0000-0000-0000-000000000000}"/>
            </ac:spMkLst>
          </pc:spChg>
        </pc:sldLayoutChg>
        <pc:sldLayoutChg chg="modSp">
          <pc:chgData name="Jocellyn Luna" userId="74d04e64cf87037c" providerId="LiveId" clId="{E8533D3A-336B-4CF2-9CA8-47A0079F2859}" dt="2020-04-03T21:00:23.473" v="144"/>
          <pc:sldLayoutMkLst>
            <pc:docMk/>
            <pc:sldMasterMk cId="2770699208" sldId="2147483651"/>
            <pc:sldLayoutMk cId="1876472606" sldId="2147483657"/>
          </pc:sldLayoutMkLst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1876472606" sldId="2147483657"/>
              <ac:spMk id="4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1876472606" sldId="2147483657"/>
              <ac:spMk id="5" creationId="{00000000-0000-0000-0000-000000000000}"/>
            </ac:spMkLst>
          </pc:spChg>
        </pc:sldLayoutChg>
        <pc:sldLayoutChg chg="modSp">
          <pc:chgData name="Jocellyn Luna" userId="74d04e64cf87037c" providerId="LiveId" clId="{E8533D3A-336B-4CF2-9CA8-47A0079F2859}" dt="2020-04-03T21:00:23.473" v="144"/>
          <pc:sldLayoutMkLst>
            <pc:docMk/>
            <pc:sldMasterMk cId="2770699208" sldId="2147483651"/>
            <pc:sldLayoutMk cId="3080329483" sldId="2147483659"/>
          </pc:sldLayoutMkLst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3080329483" sldId="2147483659"/>
              <ac:spMk id="2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3080329483" sldId="2147483659"/>
              <ac:spMk id="3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3080329483" sldId="2147483659"/>
              <ac:spMk id="4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3080329483" sldId="2147483659"/>
              <ac:spMk id="6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3080329483" sldId="2147483659"/>
              <ac:spMk id="7" creationId="{00000000-0000-0000-0000-000000000000}"/>
            </ac:spMkLst>
          </pc:spChg>
        </pc:sldLayoutChg>
        <pc:sldLayoutChg chg="modSp">
          <pc:chgData name="Jocellyn Luna" userId="74d04e64cf87037c" providerId="LiveId" clId="{E8533D3A-336B-4CF2-9CA8-47A0079F2859}" dt="2020-04-03T21:00:23.473" v="144"/>
          <pc:sldLayoutMkLst>
            <pc:docMk/>
            <pc:sldMasterMk cId="2770699208" sldId="2147483651"/>
            <pc:sldLayoutMk cId="3583766907" sldId="2147483660"/>
          </pc:sldLayoutMkLst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3583766907" sldId="2147483660"/>
              <ac:spMk id="2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3583766907" sldId="2147483660"/>
              <ac:spMk id="3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3583766907" sldId="2147483660"/>
              <ac:spMk id="4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3583766907" sldId="2147483660"/>
              <ac:spMk id="6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3583766907" sldId="2147483660"/>
              <ac:spMk id="7" creationId="{00000000-0000-0000-0000-000000000000}"/>
            </ac:spMkLst>
          </pc:spChg>
        </pc:sldLayoutChg>
        <pc:sldLayoutChg chg="modSp">
          <pc:chgData name="Jocellyn Luna" userId="74d04e64cf87037c" providerId="LiveId" clId="{E8533D3A-336B-4CF2-9CA8-47A0079F2859}" dt="2020-04-03T21:00:23.473" v="144"/>
          <pc:sldLayoutMkLst>
            <pc:docMk/>
            <pc:sldMasterMk cId="2770699208" sldId="2147483651"/>
            <pc:sldLayoutMk cId="3158937757" sldId="2147483661"/>
          </pc:sldLayoutMkLst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3158937757" sldId="2147483661"/>
              <ac:spMk id="5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3158937757" sldId="2147483661"/>
              <ac:spMk id="6" creationId="{00000000-0000-0000-0000-000000000000}"/>
            </ac:spMkLst>
          </pc:spChg>
        </pc:sldLayoutChg>
        <pc:sldLayoutChg chg="modSp">
          <pc:chgData name="Jocellyn Luna" userId="74d04e64cf87037c" providerId="LiveId" clId="{E8533D3A-336B-4CF2-9CA8-47A0079F2859}" dt="2020-04-03T21:00:23.473" v="144"/>
          <pc:sldLayoutMkLst>
            <pc:docMk/>
            <pc:sldMasterMk cId="2770699208" sldId="2147483651"/>
            <pc:sldLayoutMk cId="3479087281" sldId="2147483662"/>
          </pc:sldLayoutMkLst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3479087281" sldId="2147483662"/>
              <ac:spMk id="2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3479087281" sldId="2147483662"/>
              <ac:spMk id="3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3479087281" sldId="2147483662"/>
              <ac:spMk id="5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3479087281" sldId="2147483662"/>
              <ac:spMk id="6" creationId="{00000000-0000-0000-0000-000000000000}"/>
            </ac:spMkLst>
          </pc:spChg>
        </pc:sldLayoutChg>
        <pc:sldLayoutChg chg="addSp delSp modSp mod">
          <pc:chgData name="Jocellyn Luna" userId="74d04e64cf87037c" providerId="LiveId" clId="{E8533D3A-336B-4CF2-9CA8-47A0079F2859}" dt="2020-04-03T21:00:23.473" v="144"/>
          <pc:sldLayoutMkLst>
            <pc:docMk/>
            <pc:sldMasterMk cId="2770699208" sldId="2147483651"/>
            <pc:sldLayoutMk cId="4100995324" sldId="2147483663"/>
          </pc:sldLayoutMkLst>
          <pc:spChg chg="add del mod">
            <ac:chgData name="Jocellyn Luna" userId="74d04e64cf87037c" providerId="LiveId" clId="{E8533D3A-336B-4CF2-9CA8-47A0079F2859}" dt="2020-04-03T20:55:56.146" v="85" actId="478"/>
            <ac:spMkLst>
              <pc:docMk/>
              <pc:sldMasterMk cId="2770699208" sldId="2147483651"/>
              <pc:sldLayoutMk cId="4100995324" sldId="2147483663"/>
              <ac:spMk id="2" creationId="{76F0AEFE-AB0B-4228-913C-FAA658C50F44}"/>
            </ac:spMkLst>
          </pc:spChg>
          <pc:spChg chg="add mod or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4100995324" sldId="2147483663"/>
              <ac:spMk id="4" creationId="{BB57E567-CEFC-47F8-98D6-9A056580B0FF}"/>
            </ac:spMkLst>
          </pc:spChg>
          <pc:spChg chg="add del">
            <ac:chgData name="Jocellyn Luna" userId="74d04e64cf87037c" providerId="LiveId" clId="{E8533D3A-336B-4CF2-9CA8-47A0079F2859}" dt="2020-04-03T20:52:24.475" v="27"/>
            <ac:spMkLst>
              <pc:docMk/>
              <pc:sldMasterMk cId="2770699208" sldId="2147483651"/>
              <pc:sldLayoutMk cId="4100995324" sldId="2147483663"/>
              <ac:spMk id="5" creationId="{EAD55F68-DDE2-40BE-A019-A9FDB6C8D074}"/>
            </ac:spMkLst>
          </pc:spChg>
          <pc:spChg chg="add del mod">
            <ac:chgData name="Jocellyn Luna" userId="74d04e64cf87037c" providerId="LiveId" clId="{E8533D3A-336B-4CF2-9CA8-47A0079F2859}" dt="2020-04-03T20:54:24.580" v="69" actId="478"/>
            <ac:spMkLst>
              <pc:docMk/>
              <pc:sldMasterMk cId="2770699208" sldId="2147483651"/>
              <pc:sldLayoutMk cId="4100995324" sldId="2147483663"/>
              <ac:spMk id="6" creationId="{AC812B51-1B33-4C4C-9C86-F54D1FC07CC8}"/>
            </ac:spMkLst>
          </pc:spChg>
          <pc:spChg chg="add del mod">
            <ac:chgData name="Jocellyn Luna" userId="74d04e64cf87037c" providerId="LiveId" clId="{E8533D3A-336B-4CF2-9CA8-47A0079F2859}" dt="2020-04-03T20:55:38.034" v="82"/>
            <ac:spMkLst>
              <pc:docMk/>
              <pc:sldMasterMk cId="2770699208" sldId="2147483651"/>
              <pc:sldLayoutMk cId="4100995324" sldId="2147483663"/>
              <ac:spMk id="7" creationId="{77B01DDB-4FD7-418F-BC20-CBCED2B2676B}"/>
            </ac:spMkLst>
          </pc:spChg>
          <pc:spChg chg="add del mod">
            <ac:chgData name="Jocellyn Luna" userId="74d04e64cf87037c" providerId="LiveId" clId="{E8533D3A-336B-4CF2-9CA8-47A0079F2859}" dt="2020-04-03T20:55:13.309" v="74" actId="478"/>
            <ac:spMkLst>
              <pc:docMk/>
              <pc:sldMasterMk cId="2770699208" sldId="2147483651"/>
              <pc:sldLayoutMk cId="4100995324" sldId="2147483663"/>
              <ac:spMk id="8" creationId="{00000000-0000-0000-0000-000000000000}"/>
            </ac:spMkLst>
          </pc:spChg>
          <pc:spChg chg="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4100995324" sldId="2147483663"/>
              <ac:spMk id="9" creationId="{00000000-0000-0000-0000-000000000000}"/>
            </ac:spMkLst>
          </pc:spChg>
          <pc:spChg chg="add mod">
            <ac:chgData name="Jocellyn Luna" userId="74d04e64cf87037c" providerId="LiveId" clId="{E8533D3A-336B-4CF2-9CA8-47A0079F2859}" dt="2020-04-03T21:00:23.473" v="144"/>
            <ac:spMkLst>
              <pc:docMk/>
              <pc:sldMasterMk cId="2770699208" sldId="2147483651"/>
              <pc:sldLayoutMk cId="4100995324" sldId="2147483663"/>
              <ac:spMk id="10" creationId="{C58EF2A2-6011-4A5B-B9E7-CF97FB7DACD2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140ABC89-FD9A-411E-884A-68B0FA85D313}"/>
              </a:ext>
            </a:extLst>
          </p:cNvPr>
          <p:cNvSpPr/>
          <p:nvPr/>
        </p:nvSpPr>
        <p:spPr>
          <a:xfrm>
            <a:off x="0" y="757648"/>
            <a:ext cx="9144000" cy="348778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sz="180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8650" y="1122364"/>
            <a:ext cx="7886700" cy="1658565"/>
          </a:xfr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ES_tradn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924944"/>
            <a:ext cx="6858000" cy="1189856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18/04/2020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461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9D12899-E76F-4E22-AC72-36A08F1D963C}"/>
              </a:ext>
            </a:extLst>
          </p:cNvPr>
          <p:cNvSpPr/>
          <p:nvPr/>
        </p:nvSpPr>
        <p:spPr>
          <a:xfrm>
            <a:off x="0" y="137004"/>
            <a:ext cx="9144000" cy="132603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sz="18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97914"/>
          </a:xfrm>
        </p:spPr>
        <p:txBody>
          <a:bodyPr>
            <a:noAutofit/>
          </a:bodyPr>
          <a:lstStyle>
            <a:lvl1pPr>
              <a:defRPr lang="es-ES" sz="3600" b="1" kern="120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18/04/2020</a:t>
            </a:fld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4094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18/04/2020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AF4175B-B676-4922-803A-ACD02FD772B9}"/>
              </a:ext>
            </a:extLst>
          </p:cNvPr>
          <p:cNvSpPr/>
          <p:nvPr/>
        </p:nvSpPr>
        <p:spPr>
          <a:xfrm>
            <a:off x="0" y="2363389"/>
            <a:ext cx="9144000" cy="182454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sz="18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2363387"/>
            <a:ext cx="7886700" cy="1816916"/>
          </a:xfrm>
        </p:spPr>
        <p:txBody>
          <a:bodyPr anchor="ctr"/>
          <a:lstStyle>
            <a:lvl1pPr algn="ctr">
              <a:defRPr sz="45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70600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18/04/2020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98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18/04/2020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370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18/04/2020</a:t>
            </a:fld>
            <a:endParaRPr lang="en-GB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472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18/04/2020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519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18/04/2020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032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18/04/2020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766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18/04/2020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8937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18/04/2020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087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B57E567-CEFC-47F8-98D6-9A056580B0FF}"/>
              </a:ext>
            </a:extLst>
          </p:cNvPr>
          <p:cNvSpPr/>
          <p:nvPr userDrawn="1"/>
        </p:nvSpPr>
        <p:spPr>
          <a:xfrm>
            <a:off x="0" y="137004"/>
            <a:ext cx="9144000" cy="132603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sz="1800" dirty="0"/>
          </a:p>
        </p:txBody>
      </p:sp>
      <p:sp>
        <p:nvSpPr>
          <p:cNvPr id="9" name="Shape 9"/>
          <p:cNvSpPr>
            <a:spLocks noGrp="1"/>
          </p:cNvSpPr>
          <p:nvPr>
            <p:ph type="body" idx="1"/>
          </p:nvPr>
        </p:nvSpPr>
        <p:spPr>
          <a:xfrm>
            <a:off x="1371600" y="2872878"/>
            <a:ext cx="6400800" cy="29718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500"/>
              </a:spcBef>
              <a:buClrTx/>
              <a:buSzTx/>
              <a:buFontTx/>
              <a:buNone/>
              <a:defRPr sz="2000"/>
            </a:lvl1pPr>
            <a:lvl2pPr marL="0" indent="457200" algn="ctr">
              <a:spcBef>
                <a:spcPts val="500"/>
              </a:spcBef>
              <a:buClrTx/>
              <a:buSzTx/>
              <a:buFontTx/>
              <a:buNone/>
              <a:defRPr sz="2000"/>
            </a:lvl2pPr>
            <a:lvl3pPr marL="0" indent="914400" algn="ctr">
              <a:spcBef>
                <a:spcPts val="500"/>
              </a:spcBef>
              <a:buClrTx/>
              <a:buSzTx/>
              <a:buFontTx/>
              <a:buNone/>
              <a:defRPr sz="2000"/>
            </a:lvl3pPr>
            <a:lvl4pPr marL="0" indent="1371600" algn="ctr">
              <a:spcBef>
                <a:spcPts val="500"/>
              </a:spcBef>
              <a:buClrTx/>
              <a:buSzTx/>
              <a:buFontTx/>
              <a:buNone/>
              <a:defRPr sz="2000"/>
            </a:lvl4pPr>
            <a:lvl5pPr marL="0" indent="1828800" algn="ctr">
              <a:spcBef>
                <a:spcPts val="500"/>
              </a:spcBef>
              <a:buClrTx/>
              <a:buSzTx/>
              <a:buFontTx/>
              <a:buNone/>
              <a:defRPr sz="200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Nivel de </a:t>
            </a:r>
            <a:r>
              <a:rPr sz="2000" dirty="0" err="1">
                <a:solidFill>
                  <a:srgbClr val="002850"/>
                </a:solidFill>
              </a:rPr>
              <a:t>texto</a:t>
            </a:r>
            <a:r>
              <a:rPr sz="2000" dirty="0">
                <a:solidFill>
                  <a:srgbClr val="002850"/>
                </a:solidFill>
              </a:rPr>
              <a:t> 1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Nivel de </a:t>
            </a:r>
            <a:r>
              <a:rPr sz="2000" dirty="0" err="1">
                <a:solidFill>
                  <a:srgbClr val="002850"/>
                </a:solidFill>
              </a:rPr>
              <a:t>texto</a:t>
            </a:r>
            <a:r>
              <a:rPr sz="2000" dirty="0">
                <a:solidFill>
                  <a:srgbClr val="002850"/>
                </a:solidFill>
              </a:rPr>
              <a:t> 2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Nivel de </a:t>
            </a:r>
            <a:r>
              <a:rPr sz="2000" dirty="0" err="1">
                <a:solidFill>
                  <a:srgbClr val="002850"/>
                </a:solidFill>
              </a:rPr>
              <a:t>texto</a:t>
            </a:r>
            <a:r>
              <a:rPr sz="2000" dirty="0">
                <a:solidFill>
                  <a:srgbClr val="002850"/>
                </a:solidFill>
              </a:rPr>
              <a:t> 3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Nivel de </a:t>
            </a:r>
            <a:r>
              <a:rPr sz="2000" dirty="0" err="1">
                <a:solidFill>
                  <a:srgbClr val="002850"/>
                </a:solidFill>
              </a:rPr>
              <a:t>texto</a:t>
            </a:r>
            <a:r>
              <a:rPr sz="2000" dirty="0">
                <a:solidFill>
                  <a:srgbClr val="002850"/>
                </a:solidFill>
              </a:rPr>
              <a:t> 4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Nivel de </a:t>
            </a:r>
            <a:r>
              <a:rPr sz="2000" dirty="0" err="1">
                <a:solidFill>
                  <a:srgbClr val="002850"/>
                </a:solidFill>
              </a:rPr>
              <a:t>texto</a:t>
            </a:r>
            <a:r>
              <a:rPr sz="2000" dirty="0">
                <a:solidFill>
                  <a:srgbClr val="002850"/>
                </a:solidFill>
              </a:rPr>
              <a:t> 5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C58EF2A2-6011-4A5B-B9E7-CF97FB7DA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97914"/>
          </a:xfrm>
        </p:spPr>
        <p:txBody>
          <a:bodyPr>
            <a:noAutofit/>
          </a:bodyPr>
          <a:lstStyle>
            <a:lvl1pPr>
              <a:defRPr lang="es-ES" sz="3600" b="1" kern="120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10099532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E0897-17FA-41B4-BC81-B4554BF25576}" type="datetimeFigureOut">
              <a:rPr lang="en-GB" smtClean="0"/>
              <a:pPr/>
              <a:t>18/04/2020</a:t>
            </a:fld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2974313" y="6224435"/>
            <a:ext cx="3195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Estructuras</a:t>
            </a:r>
            <a:r>
              <a:rPr lang="en-GB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GB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Datos</a:t>
            </a: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</a:t>
            </a:r>
            <a:r>
              <a:rPr lang="en-GB" sz="1200" dirty="0"/>
              <a:t>  ESPOL </a:t>
            </a: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  2020-1T</a:t>
            </a:r>
          </a:p>
        </p:txBody>
      </p:sp>
      <p:sp>
        <p:nvSpPr>
          <p:cNvPr id="9" name="TextBox 10"/>
          <p:cNvSpPr txBox="1"/>
          <p:nvPr/>
        </p:nvSpPr>
        <p:spPr>
          <a:xfrm>
            <a:off x="6588224" y="6381330"/>
            <a:ext cx="1944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 </a:t>
            </a:r>
            <a:fld id="{769EC3EB-CECF-491F-992B-5266FBB70E4B}" type="slidenum">
              <a:rPr lang="en-GB" sz="1200" smtClean="0"/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lang="en-GB" sz="1200" dirty="0"/>
          </a:p>
        </p:txBody>
      </p:sp>
      <p:cxnSp>
        <p:nvCxnSpPr>
          <p:cNvPr id="10" name="Straight Connector 12"/>
          <p:cNvCxnSpPr/>
          <p:nvPr/>
        </p:nvCxnSpPr>
        <p:spPr>
          <a:xfrm>
            <a:off x="251520" y="6224433"/>
            <a:ext cx="864096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2" name="Picture 2" descr="Identidad FIEC | FIEC">
            <a:extLst>
              <a:ext uri="{FF2B5EF4-FFF2-40B4-BE49-F238E27FC236}">
                <a16:creationId xmlns:a16="http://schemas.microsoft.com/office/drawing/2014/main" id="{B6FE895D-7B04-4074-AFD6-207B76C8AE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126" b="26471"/>
          <a:stretch/>
        </p:blipFill>
        <p:spPr bwMode="auto">
          <a:xfrm>
            <a:off x="158516" y="6306087"/>
            <a:ext cx="3076575" cy="47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B3425D30-E4E3-4EBE-8DD0-A8311DF4D896}"/>
              </a:ext>
            </a:extLst>
          </p:cNvPr>
          <p:cNvSpPr txBox="1"/>
          <p:nvPr/>
        </p:nvSpPr>
        <p:spPr>
          <a:xfrm>
            <a:off x="6588224" y="6381330"/>
            <a:ext cx="1944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/>
          </a:p>
        </p:txBody>
      </p:sp>
      <p:cxnSp>
        <p:nvCxnSpPr>
          <p:cNvPr id="15" name="Straight Connector 12">
            <a:extLst>
              <a:ext uri="{FF2B5EF4-FFF2-40B4-BE49-F238E27FC236}">
                <a16:creationId xmlns:a16="http://schemas.microsoft.com/office/drawing/2014/main" id="{A8F495F7-7E72-4C64-8D9E-56F8D949B483}"/>
              </a:ext>
            </a:extLst>
          </p:cNvPr>
          <p:cNvCxnSpPr/>
          <p:nvPr/>
        </p:nvCxnSpPr>
        <p:spPr>
          <a:xfrm>
            <a:off x="251520" y="6224433"/>
            <a:ext cx="8640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2">
            <a:extLst>
              <a:ext uri="{FF2B5EF4-FFF2-40B4-BE49-F238E27FC236}">
                <a16:creationId xmlns:a16="http://schemas.microsoft.com/office/drawing/2014/main" id="{8115E778-0F96-4A58-A0CD-7EE6C85F5367}"/>
              </a:ext>
            </a:extLst>
          </p:cNvPr>
          <p:cNvCxnSpPr/>
          <p:nvPr/>
        </p:nvCxnSpPr>
        <p:spPr>
          <a:xfrm>
            <a:off x="251520" y="6224433"/>
            <a:ext cx="8640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699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1DA6811-A1B9-4062-B97C-7ACE934417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C" dirty="0"/>
              <a:t>ARBOLES PARCIALMENTE ORDENADOS</a:t>
            </a: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ADF758E1-F7CB-4250-8A47-866EC2BEF2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419" dirty="0"/>
              <a:t>ESTRUCTURAS DE DATOS</a:t>
            </a:r>
            <a:endParaRPr lang="es-EC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/>
          </p:cNvSpPr>
          <p:nvPr>
            <p:ph type="body" idx="1"/>
          </p:nvPr>
        </p:nvSpPr>
        <p:spPr>
          <a:xfrm>
            <a:off x="4572000" y="4419602"/>
            <a:ext cx="4495800" cy="26574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55984" indent="-255984">
              <a:lnSpc>
                <a:spcPct val="110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u="sng">
                <a:solidFill>
                  <a:srgbClr val="002850"/>
                </a:solidFill>
              </a:rPr>
              <a:t>Arbol Parcialmente Ordenado</a:t>
            </a:r>
          </a:p>
          <a:p>
            <a:pPr marL="660173" lvl="1" indent="-202973">
              <a:lnSpc>
                <a:spcPct val="110000"/>
              </a:lnSpc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Es Binario Completo</a:t>
            </a:r>
          </a:p>
          <a:p>
            <a:pPr marL="660173" lvl="1" indent="-202973">
              <a:lnSpc>
                <a:spcPct val="110000"/>
              </a:lnSpc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Con propiedad de orden</a:t>
            </a:r>
          </a:p>
          <a:p>
            <a:pPr marL="1103312" lvl="2" indent="-171450">
              <a:lnSpc>
                <a:spcPct val="110000"/>
              </a:lnSpc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>
                <a:solidFill>
                  <a:srgbClr val="002850"/>
                </a:solidFill>
              </a:rPr>
              <a:t>Entre raiz e hijos, la raiz contiene el mayor(o menor) de todos</a:t>
            </a:r>
          </a:p>
        </p:txBody>
      </p:sp>
      <p:sp>
        <p:nvSpPr>
          <p:cNvPr id="18" name="Shape 18"/>
          <p:cNvSpPr/>
          <p:nvPr/>
        </p:nvSpPr>
        <p:spPr>
          <a:xfrm>
            <a:off x="304800" y="1905000"/>
            <a:ext cx="4267200" cy="1942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6799" tIns="46799" rIns="46799" bIns="46799">
            <a:spAutoFit/>
          </a:bodyPr>
          <a:lstStyle/>
          <a:p>
            <a:pPr marL="341312" indent="-341312">
              <a:lnSpc>
                <a:spcPct val="110000"/>
              </a:lnSpc>
              <a:spcBef>
                <a:spcPts val="600"/>
              </a:spcBef>
              <a:buClr>
                <a:srgbClr val="008080"/>
              </a:buClr>
              <a:buSzPct val="80000"/>
              <a:buFont typeface="Wingdings"/>
              <a:buChar char="▯"/>
              <a:tabLst>
                <a:tab pos="330200" algn="l"/>
                <a:tab pos="1244600" algn="l"/>
                <a:tab pos="2159000" algn="l"/>
                <a:tab pos="3073400" algn="l"/>
                <a:tab pos="3987800" algn="l"/>
                <a:tab pos="4902200" algn="l"/>
                <a:tab pos="5816600" algn="l"/>
                <a:tab pos="6731000" algn="l"/>
                <a:tab pos="7645400" algn="l"/>
                <a:tab pos="8559800" algn="l"/>
                <a:tab pos="9474200" algn="l"/>
                <a:tab pos="10388600" algn="l"/>
              </a:tabLst>
              <a:defRPr sz="1800"/>
            </a:pPr>
            <a:r>
              <a:rPr sz="2400" u="sng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Arbol Binario Completo</a:t>
            </a:r>
          </a:p>
          <a:p>
            <a:pPr marL="694002" lvl="1" indent="-236802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330200" algn="l"/>
                <a:tab pos="1244600" algn="l"/>
                <a:tab pos="2159000" algn="l"/>
                <a:tab pos="3073400" algn="l"/>
                <a:tab pos="3987800" algn="l"/>
                <a:tab pos="4902200" algn="l"/>
                <a:tab pos="5816600" algn="l"/>
                <a:tab pos="6731000" algn="l"/>
                <a:tab pos="7645400" algn="l"/>
                <a:tab pos="8559800" algn="l"/>
                <a:tab pos="9474200" algn="l"/>
                <a:tab pos="10388600" algn="l"/>
              </a:tabLst>
              <a:defRPr sz="1800"/>
            </a:pPr>
            <a:r>
              <a:rPr sz="200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Todos sus niveles estan completos</a:t>
            </a:r>
          </a:p>
          <a:p>
            <a:pPr marL="694002" lvl="1" indent="-236802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330200" algn="l"/>
                <a:tab pos="1244600" algn="l"/>
                <a:tab pos="2159000" algn="l"/>
                <a:tab pos="3073400" algn="l"/>
                <a:tab pos="3987800" algn="l"/>
                <a:tab pos="4902200" algn="l"/>
                <a:tab pos="5816600" algn="l"/>
                <a:tab pos="6731000" algn="l"/>
                <a:tab pos="7645400" algn="l"/>
                <a:tab pos="8559800" algn="l"/>
                <a:tab pos="9474200" algn="l"/>
                <a:tab pos="10388600" algn="l"/>
              </a:tabLst>
              <a:defRPr sz="1800"/>
            </a:pPr>
            <a:r>
              <a:rPr sz="200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A excepción del ultimo nivel, </a:t>
            </a:r>
          </a:p>
          <a:p>
            <a:pPr marL="1103312" lvl="2" indent="-171450">
              <a:lnSpc>
                <a:spcPct val="110000"/>
              </a:lnSpc>
              <a:spcBef>
                <a:spcPts val="400"/>
              </a:spcBef>
              <a:buClr>
                <a:srgbClr val="3333CC"/>
              </a:buClr>
              <a:buSzPct val="80000"/>
              <a:buFont typeface="Wingdings"/>
              <a:buChar char="▯"/>
              <a:tabLst>
                <a:tab pos="330200" algn="l"/>
                <a:tab pos="1244600" algn="l"/>
                <a:tab pos="2159000" algn="l"/>
                <a:tab pos="3073400" algn="l"/>
                <a:tab pos="3987800" algn="l"/>
                <a:tab pos="4902200" algn="l"/>
                <a:tab pos="5816600" algn="l"/>
                <a:tab pos="6731000" algn="l"/>
                <a:tab pos="7645400" algn="l"/>
                <a:tab pos="8559800" algn="l"/>
                <a:tab pos="9474200" algn="l"/>
                <a:tab pos="10388600" algn="l"/>
              </a:tabLst>
              <a:defRPr sz="1800"/>
            </a:pPr>
            <a:r>
              <a:rPr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Alli las hojas van apareciendo seguidas de izquierda a derecha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715000" y="365127"/>
            <a:ext cx="2667001" cy="1752601"/>
            <a:chOff x="0" y="0"/>
            <a:chExt cx="2667000" cy="1752600"/>
          </a:xfrm>
        </p:grpSpPr>
        <p:sp>
          <p:nvSpPr>
            <p:cNvPr id="19" name="Shape 19"/>
            <p:cNvSpPr/>
            <p:nvPr/>
          </p:nvSpPr>
          <p:spPr>
            <a:xfrm>
              <a:off x="106680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CC99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0" name="Shape 20"/>
            <p:cNvSpPr/>
            <p:nvPr/>
          </p:nvSpPr>
          <p:spPr>
            <a:xfrm>
              <a:off x="457200" y="60960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CC99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1" name="Shape 21"/>
            <p:cNvSpPr/>
            <p:nvPr/>
          </p:nvSpPr>
          <p:spPr>
            <a:xfrm>
              <a:off x="1752600" y="60960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CC99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2" name="Shape 22"/>
            <p:cNvSpPr/>
            <p:nvPr/>
          </p:nvSpPr>
          <p:spPr>
            <a:xfrm>
              <a:off x="0" y="129540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CC99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3" name="Shape 23"/>
            <p:cNvSpPr/>
            <p:nvPr/>
          </p:nvSpPr>
          <p:spPr>
            <a:xfrm>
              <a:off x="838200" y="129540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CC99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" name="Shape 24"/>
            <p:cNvSpPr/>
            <p:nvPr/>
          </p:nvSpPr>
          <p:spPr>
            <a:xfrm>
              <a:off x="1371600" y="129540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CC99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5" name="Shape 25"/>
            <p:cNvSpPr/>
            <p:nvPr/>
          </p:nvSpPr>
          <p:spPr>
            <a:xfrm>
              <a:off x="2209800" y="129540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CC99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6" name="Shape 26"/>
            <p:cNvSpPr/>
            <p:nvPr/>
          </p:nvSpPr>
          <p:spPr>
            <a:xfrm flipH="1">
              <a:off x="847724" y="390524"/>
              <a:ext cx="285751" cy="285752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sp>
          <p:nvSpPr>
            <p:cNvPr id="27" name="Shape 27"/>
            <p:cNvSpPr/>
            <p:nvPr/>
          </p:nvSpPr>
          <p:spPr>
            <a:xfrm>
              <a:off x="1457324" y="390525"/>
              <a:ext cx="361951" cy="285750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sp>
          <p:nvSpPr>
            <p:cNvPr id="28" name="Shape 28"/>
            <p:cNvSpPr/>
            <p:nvPr/>
          </p:nvSpPr>
          <p:spPr>
            <a:xfrm flipV="1">
              <a:off x="228600" y="1000124"/>
              <a:ext cx="295276" cy="295277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sp>
          <p:nvSpPr>
            <p:cNvPr id="29" name="Shape 29"/>
            <p:cNvSpPr/>
            <p:nvPr/>
          </p:nvSpPr>
          <p:spPr>
            <a:xfrm flipH="1" flipV="1">
              <a:off x="847725" y="1000124"/>
              <a:ext cx="219076" cy="295277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sp>
          <p:nvSpPr>
            <p:cNvPr id="30" name="Shape 30"/>
            <p:cNvSpPr/>
            <p:nvPr/>
          </p:nvSpPr>
          <p:spPr>
            <a:xfrm flipV="1">
              <a:off x="1600199" y="1000125"/>
              <a:ext cx="219076" cy="295275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sp>
          <p:nvSpPr>
            <p:cNvPr id="31" name="Shape 31"/>
            <p:cNvSpPr/>
            <p:nvPr/>
          </p:nvSpPr>
          <p:spPr>
            <a:xfrm flipH="1" flipV="1">
              <a:off x="2143125" y="1000124"/>
              <a:ext cx="295276" cy="295277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72000" y="2422527"/>
            <a:ext cx="2209801" cy="1752601"/>
            <a:chOff x="0" y="0"/>
            <a:chExt cx="2209800" cy="1752600"/>
          </a:xfrm>
        </p:grpSpPr>
        <p:sp>
          <p:nvSpPr>
            <p:cNvPr id="33" name="Shape 33"/>
            <p:cNvSpPr/>
            <p:nvPr/>
          </p:nvSpPr>
          <p:spPr>
            <a:xfrm>
              <a:off x="106680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CC99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34" name="Shape 34"/>
            <p:cNvSpPr/>
            <p:nvPr/>
          </p:nvSpPr>
          <p:spPr>
            <a:xfrm>
              <a:off x="457200" y="60960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CC99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35" name="Shape 35"/>
            <p:cNvSpPr/>
            <p:nvPr/>
          </p:nvSpPr>
          <p:spPr>
            <a:xfrm>
              <a:off x="1752600" y="60960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CC99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36" name="Shape 36"/>
            <p:cNvSpPr/>
            <p:nvPr/>
          </p:nvSpPr>
          <p:spPr>
            <a:xfrm>
              <a:off x="0" y="129540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CC99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37" name="Shape 37"/>
            <p:cNvSpPr/>
            <p:nvPr/>
          </p:nvSpPr>
          <p:spPr>
            <a:xfrm>
              <a:off x="838200" y="129540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CC99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38" name="Shape 38"/>
            <p:cNvSpPr/>
            <p:nvPr/>
          </p:nvSpPr>
          <p:spPr>
            <a:xfrm flipH="1">
              <a:off x="847724" y="390524"/>
              <a:ext cx="285751" cy="285752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sp>
          <p:nvSpPr>
            <p:cNvPr id="39" name="Shape 39"/>
            <p:cNvSpPr/>
            <p:nvPr/>
          </p:nvSpPr>
          <p:spPr>
            <a:xfrm>
              <a:off x="1457324" y="390525"/>
              <a:ext cx="361951" cy="285750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sp>
          <p:nvSpPr>
            <p:cNvPr id="40" name="Shape 40"/>
            <p:cNvSpPr/>
            <p:nvPr/>
          </p:nvSpPr>
          <p:spPr>
            <a:xfrm flipV="1">
              <a:off x="228600" y="1000124"/>
              <a:ext cx="295276" cy="295277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sp>
          <p:nvSpPr>
            <p:cNvPr id="41" name="Shape 41"/>
            <p:cNvSpPr/>
            <p:nvPr/>
          </p:nvSpPr>
          <p:spPr>
            <a:xfrm flipH="1" flipV="1">
              <a:off x="847725" y="1000124"/>
              <a:ext cx="219076" cy="295277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</p:grpSp>
      <p:sp>
        <p:nvSpPr>
          <p:cNvPr id="43" name="Shape 43"/>
          <p:cNvSpPr/>
          <p:nvPr/>
        </p:nvSpPr>
        <p:spPr>
          <a:xfrm>
            <a:off x="8305801" y="822326"/>
            <a:ext cx="587375" cy="590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33" y="10070"/>
                </a:moveTo>
                <a:lnTo>
                  <a:pt x="0" y="15923"/>
                </a:lnTo>
                <a:lnTo>
                  <a:pt x="8334" y="21600"/>
                </a:lnTo>
                <a:lnTo>
                  <a:pt x="21600" y="2517"/>
                </a:lnTo>
                <a:lnTo>
                  <a:pt x="21600" y="0"/>
                </a:lnTo>
                <a:lnTo>
                  <a:pt x="6805" y="16089"/>
                </a:lnTo>
                <a:lnTo>
                  <a:pt x="2433" y="10070"/>
                </a:lnTo>
                <a:close/>
              </a:path>
            </a:pathLst>
          </a:custGeom>
          <a:solidFill>
            <a:srgbClr val="FF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44" name="Shape 44"/>
          <p:cNvSpPr/>
          <p:nvPr/>
        </p:nvSpPr>
        <p:spPr>
          <a:xfrm>
            <a:off x="6248401" y="2346326"/>
            <a:ext cx="587375" cy="590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33" y="10070"/>
                </a:moveTo>
                <a:lnTo>
                  <a:pt x="0" y="15923"/>
                </a:lnTo>
                <a:lnTo>
                  <a:pt x="8334" y="21600"/>
                </a:lnTo>
                <a:lnTo>
                  <a:pt x="21600" y="2517"/>
                </a:lnTo>
                <a:lnTo>
                  <a:pt x="21600" y="0"/>
                </a:lnTo>
                <a:lnTo>
                  <a:pt x="6805" y="16089"/>
                </a:lnTo>
                <a:lnTo>
                  <a:pt x="2433" y="10070"/>
                </a:lnTo>
                <a:close/>
              </a:path>
            </a:pathLst>
          </a:custGeom>
          <a:solidFill>
            <a:srgbClr val="FF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64" name="Group 64"/>
          <p:cNvGrpSpPr/>
          <p:nvPr/>
        </p:nvGrpSpPr>
        <p:grpSpPr>
          <a:xfrm>
            <a:off x="6781800" y="2422527"/>
            <a:ext cx="2209801" cy="1752601"/>
            <a:chOff x="0" y="0"/>
            <a:chExt cx="2209800" cy="1752600"/>
          </a:xfrm>
        </p:grpSpPr>
        <p:grpSp>
          <p:nvGrpSpPr>
            <p:cNvPr id="47" name="Group 47"/>
            <p:cNvGrpSpPr/>
            <p:nvPr/>
          </p:nvGrpSpPr>
          <p:grpSpPr>
            <a:xfrm>
              <a:off x="1066799" y="-1"/>
              <a:ext cx="457201" cy="457201"/>
              <a:chOff x="0" y="0"/>
              <a:chExt cx="457200" cy="457200"/>
            </a:xfrm>
          </p:grpSpPr>
          <p:sp>
            <p:nvSpPr>
              <p:cNvPr id="45" name="Shape 45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0000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46" name="Shape 46"/>
              <p:cNvSpPr/>
              <p:nvPr/>
            </p:nvSpPr>
            <p:spPr>
              <a:xfrm>
                <a:off x="149225" y="34925"/>
                <a:ext cx="184151" cy="366713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457199" y="609599"/>
              <a:ext cx="457201" cy="457201"/>
              <a:chOff x="0" y="0"/>
              <a:chExt cx="457200" cy="457200"/>
            </a:xfrm>
          </p:grpSpPr>
          <p:sp>
            <p:nvSpPr>
              <p:cNvPr id="48" name="Shape 48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0000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49" name="Shape 49"/>
              <p:cNvSpPr/>
              <p:nvPr/>
            </p:nvSpPr>
            <p:spPr>
              <a:xfrm>
                <a:off x="149225" y="34925"/>
                <a:ext cx="184151" cy="366713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1752599" y="609599"/>
              <a:ext cx="457201" cy="457201"/>
              <a:chOff x="0" y="0"/>
              <a:chExt cx="457200" cy="457200"/>
            </a:xfrm>
          </p:grpSpPr>
          <p:sp>
            <p:nvSpPr>
              <p:cNvPr id="51" name="Shape 51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0000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52" name="Shape 52"/>
              <p:cNvSpPr/>
              <p:nvPr/>
            </p:nvSpPr>
            <p:spPr>
              <a:xfrm>
                <a:off x="149225" y="34925"/>
                <a:ext cx="184151" cy="366713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-1" y="1295399"/>
              <a:ext cx="457201" cy="457201"/>
              <a:chOff x="0" y="0"/>
              <a:chExt cx="457200" cy="457200"/>
            </a:xfrm>
          </p:grpSpPr>
          <p:sp>
            <p:nvSpPr>
              <p:cNvPr id="54" name="Shape 54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0000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55" name="Shape 55"/>
              <p:cNvSpPr/>
              <p:nvPr/>
            </p:nvSpPr>
            <p:spPr>
              <a:xfrm>
                <a:off x="149225" y="34925"/>
                <a:ext cx="184151" cy="366713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</p:grpSp>
        <p:sp>
          <p:nvSpPr>
            <p:cNvPr id="57" name="Shape 57"/>
            <p:cNvSpPr/>
            <p:nvPr/>
          </p:nvSpPr>
          <p:spPr>
            <a:xfrm flipH="1">
              <a:off x="846137" y="390524"/>
              <a:ext cx="285751" cy="285752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sp>
          <p:nvSpPr>
            <p:cNvPr id="58" name="Shape 58"/>
            <p:cNvSpPr/>
            <p:nvPr/>
          </p:nvSpPr>
          <p:spPr>
            <a:xfrm>
              <a:off x="1457324" y="390525"/>
              <a:ext cx="361951" cy="285750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sp>
          <p:nvSpPr>
            <p:cNvPr id="59" name="Shape 59"/>
            <p:cNvSpPr/>
            <p:nvPr/>
          </p:nvSpPr>
          <p:spPr>
            <a:xfrm flipV="1">
              <a:off x="228600" y="1000124"/>
              <a:ext cx="295276" cy="295277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1295399" y="1295399"/>
              <a:ext cx="457201" cy="457201"/>
              <a:chOff x="0" y="0"/>
              <a:chExt cx="457200" cy="457200"/>
            </a:xfrm>
          </p:grpSpPr>
          <p:sp>
            <p:nvSpPr>
              <p:cNvPr id="60" name="Shape 60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0000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61" name="Shape 61"/>
              <p:cNvSpPr/>
              <p:nvPr/>
            </p:nvSpPr>
            <p:spPr>
              <a:xfrm>
                <a:off x="149225" y="34925"/>
                <a:ext cx="184151" cy="366713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</p:grpSp>
        <p:sp>
          <p:nvSpPr>
            <p:cNvPr id="63" name="Shape 63"/>
            <p:cNvSpPr/>
            <p:nvPr/>
          </p:nvSpPr>
          <p:spPr>
            <a:xfrm flipH="1">
              <a:off x="1524000" y="1000124"/>
              <a:ext cx="295276" cy="295277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</p:grpSp>
      <p:sp>
        <p:nvSpPr>
          <p:cNvPr id="65" name="Shape 65"/>
          <p:cNvSpPr/>
          <p:nvPr/>
        </p:nvSpPr>
        <p:spPr>
          <a:xfrm>
            <a:off x="7086599" y="2727326"/>
            <a:ext cx="1524000" cy="1295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lnTo>
                  <a:pt x="21600" y="10800"/>
                </a:ln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2" y="15493"/>
                </a:moveTo>
                <a:cubicBezTo>
                  <a:pt x="19994" y="11847"/>
                  <a:pt x="19139" y="6790"/>
                  <a:pt x="15493" y="4198"/>
                </a:cubicBezTo>
                <a:cubicBezTo>
                  <a:pt x="12683" y="2201"/>
                  <a:pt x="8917" y="2201"/>
                  <a:pt x="6107" y="4198"/>
                </a:cubicBezTo>
                <a:close/>
                <a:moveTo>
                  <a:pt x="4198" y="6107"/>
                </a:moveTo>
                <a:cubicBezTo>
                  <a:pt x="1606" y="9753"/>
                  <a:pt x="2461" y="14810"/>
                  <a:pt x="6107" y="17402"/>
                </a:cubicBezTo>
                <a:cubicBezTo>
                  <a:pt x="8917" y="19399"/>
                  <a:pt x="12683" y="19399"/>
                  <a:pt x="15493" y="17402"/>
                </a:cubicBezTo>
                <a:close/>
              </a:path>
            </a:pathLst>
          </a:custGeom>
          <a:solidFill>
            <a:srgbClr val="FFFF00"/>
          </a:solidFill>
          <a:ln w="9360">
            <a:solidFill/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105" name="Group 105"/>
          <p:cNvGrpSpPr/>
          <p:nvPr/>
        </p:nvGrpSpPr>
        <p:grpSpPr>
          <a:xfrm>
            <a:off x="685798" y="3933823"/>
            <a:ext cx="3352802" cy="2133602"/>
            <a:chOff x="-1" y="-1"/>
            <a:chExt cx="3352801" cy="2133601"/>
          </a:xfrm>
        </p:grpSpPr>
        <p:grpSp>
          <p:nvGrpSpPr>
            <p:cNvPr id="68" name="Group 68"/>
            <p:cNvGrpSpPr/>
            <p:nvPr/>
          </p:nvGrpSpPr>
          <p:grpSpPr>
            <a:xfrm>
              <a:off x="1606549" y="-1"/>
              <a:ext cx="476925" cy="457201"/>
              <a:chOff x="7509" y="0"/>
              <a:chExt cx="476923" cy="457200"/>
            </a:xfrm>
          </p:grpSpPr>
          <p:sp>
            <p:nvSpPr>
              <p:cNvPr id="66" name="Shape 66"/>
              <p:cNvSpPr/>
              <p:nvPr/>
            </p:nvSpPr>
            <p:spPr>
              <a:xfrm>
                <a:off x="7509" y="0"/>
                <a:ext cx="457201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FFFF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67" name="Shape 67"/>
              <p:cNvSpPr/>
              <p:nvPr/>
            </p:nvSpPr>
            <p:spPr>
              <a:xfrm>
                <a:off x="10011" y="34925"/>
                <a:ext cx="474421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800"/>
                  <a:t>150</a:t>
                </a: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838199" y="457199"/>
              <a:ext cx="476925" cy="457201"/>
              <a:chOff x="7509" y="0"/>
              <a:chExt cx="476923" cy="457200"/>
            </a:xfrm>
          </p:grpSpPr>
          <p:sp>
            <p:nvSpPr>
              <p:cNvPr id="69" name="Shape 69"/>
              <p:cNvSpPr/>
              <p:nvPr/>
            </p:nvSpPr>
            <p:spPr>
              <a:xfrm>
                <a:off x="7509" y="0"/>
                <a:ext cx="457201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FFFF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70" name="Shape 70"/>
              <p:cNvSpPr/>
              <p:nvPr/>
            </p:nvSpPr>
            <p:spPr>
              <a:xfrm>
                <a:off x="10011" y="34925"/>
                <a:ext cx="474421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800"/>
                  <a:t>125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2362199" y="457199"/>
              <a:ext cx="457201" cy="457201"/>
              <a:chOff x="0" y="0"/>
              <a:chExt cx="457200" cy="457200"/>
            </a:xfrm>
          </p:grpSpPr>
          <p:sp>
            <p:nvSpPr>
              <p:cNvPr id="72" name="Shape 72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FFFF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73" name="Shape 73"/>
              <p:cNvSpPr/>
              <p:nvPr/>
            </p:nvSpPr>
            <p:spPr>
              <a:xfrm>
                <a:off x="54707" y="42845"/>
                <a:ext cx="347786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800"/>
                  <a:t>75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304799" y="1066799"/>
              <a:ext cx="457201" cy="457201"/>
              <a:chOff x="0" y="0"/>
              <a:chExt cx="457200" cy="457200"/>
            </a:xfrm>
          </p:grpSpPr>
          <p:sp>
            <p:nvSpPr>
              <p:cNvPr id="75" name="Shape 75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FFFF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76" name="Shape 76"/>
              <p:cNvSpPr/>
              <p:nvPr/>
            </p:nvSpPr>
            <p:spPr>
              <a:xfrm>
                <a:off x="68200" y="34925"/>
                <a:ext cx="347786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800"/>
                  <a:t>80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1371599" y="1066799"/>
              <a:ext cx="457201" cy="457201"/>
              <a:chOff x="0" y="0"/>
              <a:chExt cx="457200" cy="457200"/>
            </a:xfrm>
          </p:grpSpPr>
          <p:sp>
            <p:nvSpPr>
              <p:cNvPr id="78" name="Shape 78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FFFF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79" name="Shape 79"/>
              <p:cNvSpPr/>
              <p:nvPr/>
            </p:nvSpPr>
            <p:spPr>
              <a:xfrm>
                <a:off x="68200" y="34925"/>
                <a:ext cx="347786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800"/>
                  <a:t>30</a:t>
                </a:r>
              </a:p>
            </p:txBody>
          </p:sp>
        </p:grpSp>
        <p:sp>
          <p:nvSpPr>
            <p:cNvPr id="81" name="Shape 81"/>
            <p:cNvSpPr/>
            <p:nvPr/>
          </p:nvSpPr>
          <p:spPr>
            <a:xfrm flipH="1">
              <a:off x="1228724" y="390524"/>
              <a:ext cx="444501" cy="133352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sp>
          <p:nvSpPr>
            <p:cNvPr id="82" name="Shape 82"/>
            <p:cNvSpPr/>
            <p:nvPr/>
          </p:nvSpPr>
          <p:spPr>
            <a:xfrm>
              <a:off x="1997074" y="390524"/>
              <a:ext cx="431801" cy="133352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sp>
          <p:nvSpPr>
            <p:cNvPr id="83" name="Shape 83"/>
            <p:cNvSpPr/>
            <p:nvPr/>
          </p:nvSpPr>
          <p:spPr>
            <a:xfrm flipV="1">
              <a:off x="533399" y="847725"/>
              <a:ext cx="371477" cy="219075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sp>
          <p:nvSpPr>
            <p:cNvPr id="84" name="Shape 84"/>
            <p:cNvSpPr/>
            <p:nvPr/>
          </p:nvSpPr>
          <p:spPr>
            <a:xfrm flipH="1" flipV="1">
              <a:off x="1228725" y="847724"/>
              <a:ext cx="371476" cy="219077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grpSp>
          <p:nvGrpSpPr>
            <p:cNvPr id="87" name="Group 87"/>
            <p:cNvGrpSpPr/>
            <p:nvPr/>
          </p:nvGrpSpPr>
          <p:grpSpPr>
            <a:xfrm>
              <a:off x="1904999" y="1066799"/>
              <a:ext cx="457201" cy="457201"/>
              <a:chOff x="0" y="0"/>
              <a:chExt cx="457200" cy="457200"/>
            </a:xfrm>
          </p:grpSpPr>
          <p:sp>
            <p:nvSpPr>
              <p:cNvPr id="85" name="Shape 85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CC99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86" name="Shape 86"/>
              <p:cNvSpPr/>
              <p:nvPr/>
            </p:nvSpPr>
            <p:spPr>
              <a:xfrm>
                <a:off x="66613" y="34925"/>
                <a:ext cx="347787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25</a:t>
                </a: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2895599" y="1066799"/>
              <a:ext cx="457201" cy="457201"/>
              <a:chOff x="0" y="0"/>
              <a:chExt cx="457200" cy="457200"/>
            </a:xfrm>
          </p:grpSpPr>
          <p:sp>
            <p:nvSpPr>
              <p:cNvPr id="88" name="Shape 88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CC99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89" name="Shape 89"/>
              <p:cNvSpPr/>
              <p:nvPr/>
            </p:nvSpPr>
            <p:spPr>
              <a:xfrm>
                <a:off x="66613" y="34925"/>
                <a:ext cx="347787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72</a:t>
                </a:r>
              </a:p>
            </p:txBody>
          </p:sp>
        </p:grpSp>
        <p:sp>
          <p:nvSpPr>
            <p:cNvPr id="91" name="Shape 91"/>
            <p:cNvSpPr/>
            <p:nvPr/>
          </p:nvSpPr>
          <p:spPr>
            <a:xfrm flipV="1">
              <a:off x="2133600" y="847724"/>
              <a:ext cx="295276" cy="219077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sp>
          <p:nvSpPr>
            <p:cNvPr id="92" name="Shape 92"/>
            <p:cNvSpPr/>
            <p:nvPr/>
          </p:nvSpPr>
          <p:spPr>
            <a:xfrm flipH="1" flipV="1">
              <a:off x="2752724" y="847724"/>
              <a:ext cx="371476" cy="219077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grpSp>
          <p:nvGrpSpPr>
            <p:cNvPr id="95" name="Group 95"/>
            <p:cNvGrpSpPr/>
            <p:nvPr/>
          </p:nvGrpSpPr>
          <p:grpSpPr>
            <a:xfrm>
              <a:off x="-1" y="1676399"/>
              <a:ext cx="457201" cy="457201"/>
              <a:chOff x="0" y="0"/>
              <a:chExt cx="457200" cy="457200"/>
            </a:xfrm>
          </p:grpSpPr>
          <p:sp>
            <p:nvSpPr>
              <p:cNvPr id="93" name="Shape 93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CC99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94" name="Shape 94"/>
              <p:cNvSpPr/>
              <p:nvPr/>
            </p:nvSpPr>
            <p:spPr>
              <a:xfrm>
                <a:off x="28513" y="34925"/>
                <a:ext cx="347787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</a:t>
                </a:r>
              </a:p>
            </p:txBody>
          </p:sp>
        </p:grpSp>
        <p:sp>
          <p:nvSpPr>
            <p:cNvPr id="96" name="Shape 96"/>
            <p:cNvSpPr/>
            <p:nvPr/>
          </p:nvSpPr>
          <p:spPr>
            <a:xfrm flipV="1">
              <a:off x="228599" y="1457325"/>
              <a:ext cx="142877" cy="219075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grpSp>
          <p:nvGrpSpPr>
            <p:cNvPr id="99" name="Group 99"/>
            <p:cNvGrpSpPr/>
            <p:nvPr/>
          </p:nvGrpSpPr>
          <p:grpSpPr>
            <a:xfrm>
              <a:off x="609599" y="1676399"/>
              <a:ext cx="457201" cy="457201"/>
              <a:chOff x="0" y="0"/>
              <a:chExt cx="457200" cy="457200"/>
            </a:xfrm>
          </p:grpSpPr>
          <p:sp>
            <p:nvSpPr>
              <p:cNvPr id="97" name="Shape 97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CC99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98" name="Shape 98"/>
              <p:cNvSpPr/>
              <p:nvPr/>
            </p:nvSpPr>
            <p:spPr>
              <a:xfrm>
                <a:off x="66613" y="34925"/>
                <a:ext cx="347787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20</a:t>
                </a:r>
              </a:p>
            </p:txBody>
          </p:sp>
        </p:grpSp>
        <p:sp>
          <p:nvSpPr>
            <p:cNvPr id="100" name="Shape 100"/>
            <p:cNvSpPr/>
            <p:nvPr/>
          </p:nvSpPr>
          <p:spPr>
            <a:xfrm flipH="1" flipV="1">
              <a:off x="695325" y="1457325"/>
              <a:ext cx="142876" cy="219075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grpSp>
          <p:nvGrpSpPr>
            <p:cNvPr id="103" name="Group 103"/>
            <p:cNvGrpSpPr/>
            <p:nvPr/>
          </p:nvGrpSpPr>
          <p:grpSpPr>
            <a:xfrm>
              <a:off x="1142999" y="1676399"/>
              <a:ext cx="457201" cy="457201"/>
              <a:chOff x="0" y="0"/>
              <a:chExt cx="457200" cy="457200"/>
            </a:xfrm>
          </p:grpSpPr>
          <p:sp>
            <p:nvSpPr>
              <p:cNvPr id="101" name="Shape 101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CC99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02" name="Shape 102"/>
              <p:cNvSpPr/>
              <p:nvPr/>
            </p:nvSpPr>
            <p:spPr>
              <a:xfrm>
                <a:off x="66613" y="34925"/>
                <a:ext cx="347787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28</a:t>
                </a:r>
              </a:p>
            </p:txBody>
          </p:sp>
        </p:grpSp>
        <p:sp>
          <p:nvSpPr>
            <p:cNvPr id="104" name="Shape 104"/>
            <p:cNvSpPr/>
            <p:nvPr/>
          </p:nvSpPr>
          <p:spPr>
            <a:xfrm flipV="1">
              <a:off x="1371600" y="1457324"/>
              <a:ext cx="66676" cy="219077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3F81D3C4-EC39-446D-B49E-C1E0ADE79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CONCEPTOS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animBg="1" advAuto="0"/>
      <p:bldP spid="18" grpId="0" animBg="1" advAuto="0"/>
      <p:bldP spid="32" grpId="0" animBg="1" advAuto="0"/>
      <p:bldP spid="42" grpId="0" animBg="1" advAuto="0"/>
      <p:bldP spid="43" grpId="0" animBg="1" advAuto="0"/>
      <p:bldP spid="44" grpId="0" animBg="1" advAuto="0"/>
      <p:bldP spid="64" grpId="0" animBg="1" advAuto="0"/>
      <p:bldP spid="65" grpId="0" animBg="1" advAuto="0"/>
      <p:bldP spid="105" grpId="0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/>
          </p:cNvSpPr>
          <p:nvPr>
            <p:ph type="body" idx="1"/>
          </p:nvPr>
        </p:nvSpPr>
        <p:spPr>
          <a:xfrm>
            <a:off x="457200" y="1798639"/>
            <a:ext cx="8229600" cy="45259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98648" indent="-298648">
              <a:lnSpc>
                <a:spcPct val="120000"/>
              </a:lnSpc>
              <a:spcBef>
                <a:spcPts val="7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Si el mayor valor esta siempre en la raiz</a:t>
            </a:r>
          </a:p>
          <a:p>
            <a:pPr marL="700767" lvl="1" indent="-243567">
              <a:lnSpc>
                <a:spcPct val="120000"/>
              </a:lnSpc>
              <a:spcBef>
                <a:spcPts val="6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El heap presenta un cierto orden</a:t>
            </a:r>
          </a:p>
          <a:p>
            <a:pPr marL="700767" lvl="1" indent="-243567">
              <a:lnSpc>
                <a:spcPct val="120000"/>
              </a:lnSpc>
              <a:spcBef>
                <a:spcPts val="6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Al remover consecutivamente la raiz</a:t>
            </a:r>
          </a:p>
          <a:p>
            <a:pPr marL="1104900" lvl="2" indent="-190500">
              <a:lnSpc>
                <a:spcPct val="120000"/>
              </a:lnSpc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>
                <a:solidFill>
                  <a:srgbClr val="002850"/>
                </a:solidFill>
              </a:rPr>
              <a:t>Vamos consiguiendo valores </a:t>
            </a:r>
            <a:r>
              <a:rPr b="1" i="1">
                <a:solidFill>
                  <a:srgbClr val="002850"/>
                </a:solidFill>
              </a:rPr>
              <a:t>ordenados</a:t>
            </a:r>
          </a:p>
          <a:p>
            <a:pPr marL="298648" indent="-298648">
              <a:lnSpc>
                <a:spcPct val="120000"/>
              </a:lnSpc>
              <a:spcBef>
                <a:spcPts val="7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El heap se utiliza </a:t>
            </a:r>
          </a:p>
          <a:p>
            <a:pPr marL="700767" lvl="1" indent="-243567">
              <a:lnSpc>
                <a:spcPct val="120000"/>
              </a:lnSpc>
              <a:spcBef>
                <a:spcPts val="6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Para el ordenamiento de elementos(HeapSort)‏</a:t>
            </a:r>
          </a:p>
          <a:p>
            <a:pPr marL="700767" lvl="1" indent="-243567">
              <a:lnSpc>
                <a:spcPct val="120000"/>
              </a:lnSpc>
              <a:spcBef>
                <a:spcPts val="6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Para implementar colas de prioridad</a:t>
            </a:r>
          </a:p>
          <a:p>
            <a:pPr marL="1104900" lvl="2" indent="-190500">
              <a:lnSpc>
                <a:spcPct val="120000"/>
              </a:lnSpc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>
                <a:solidFill>
                  <a:srgbClr val="002850"/>
                </a:solidFill>
              </a:rPr>
              <a:t>QDesencolarMax, es retirar el valor de la raiz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01BFC11-ABCB-425F-BBB4-D741D6D40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UTILIDAD DE UN HEAP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>
            <a:spLocks noGrp="1"/>
          </p:cNvSpPr>
          <p:nvPr>
            <p:ph type="body" idx="1"/>
          </p:nvPr>
        </p:nvSpPr>
        <p:spPr>
          <a:xfrm>
            <a:off x="228600" y="2130425"/>
            <a:ext cx="5867400" cy="217328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55984" indent="-255984">
              <a:lnSpc>
                <a:spcPct val="110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Un heap no admite “huecos”, </a:t>
            </a:r>
          </a:p>
          <a:p>
            <a:pPr marL="735919" lvl="1" indent="-204107">
              <a:lnSpc>
                <a:spcPct val="110000"/>
              </a:lnSpc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C/nivel se va llenando de izq. A der</a:t>
            </a:r>
          </a:p>
          <a:p>
            <a:pPr marL="735919" lvl="1" indent="-204107">
              <a:lnSpc>
                <a:spcPct val="110000"/>
              </a:lnSpc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Hay una secuencia</a:t>
            </a:r>
          </a:p>
          <a:p>
            <a:pPr marL="255984" indent="-255984">
              <a:lnSpc>
                <a:spcPct val="110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Podriamos numerar c/nodo</a:t>
            </a:r>
          </a:p>
          <a:p>
            <a:pPr marL="735919" lvl="1" indent="-204107">
              <a:lnSpc>
                <a:spcPct val="110000"/>
              </a:lnSpc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En el orden de llenado</a:t>
            </a:r>
          </a:p>
        </p:txBody>
      </p:sp>
      <p:grpSp>
        <p:nvGrpSpPr>
          <p:cNvPr id="151" name="Group 151"/>
          <p:cNvGrpSpPr/>
          <p:nvPr/>
        </p:nvGrpSpPr>
        <p:grpSpPr>
          <a:xfrm>
            <a:off x="5410198" y="1655761"/>
            <a:ext cx="3352802" cy="2209802"/>
            <a:chOff x="-1" y="-1"/>
            <a:chExt cx="3352801" cy="2209801"/>
          </a:xfrm>
        </p:grpSpPr>
        <p:grpSp>
          <p:nvGrpSpPr>
            <p:cNvPr id="114" name="Group 114"/>
            <p:cNvGrpSpPr/>
            <p:nvPr/>
          </p:nvGrpSpPr>
          <p:grpSpPr>
            <a:xfrm>
              <a:off x="1606549" y="-1"/>
              <a:ext cx="476925" cy="457201"/>
              <a:chOff x="7509" y="0"/>
              <a:chExt cx="476923" cy="457200"/>
            </a:xfrm>
          </p:grpSpPr>
          <p:sp>
            <p:nvSpPr>
              <p:cNvPr id="112" name="Shape 112"/>
              <p:cNvSpPr/>
              <p:nvPr/>
            </p:nvSpPr>
            <p:spPr>
              <a:xfrm>
                <a:off x="7509" y="0"/>
                <a:ext cx="457201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FFFF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13" name="Shape 113"/>
              <p:cNvSpPr/>
              <p:nvPr/>
            </p:nvSpPr>
            <p:spPr>
              <a:xfrm>
                <a:off x="10011" y="34925"/>
                <a:ext cx="474421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800"/>
                  <a:t>150</a:t>
                </a:r>
              </a:p>
            </p:txBody>
          </p:sp>
        </p:grpSp>
        <p:grpSp>
          <p:nvGrpSpPr>
            <p:cNvPr id="117" name="Group 117"/>
            <p:cNvGrpSpPr/>
            <p:nvPr/>
          </p:nvGrpSpPr>
          <p:grpSpPr>
            <a:xfrm>
              <a:off x="838199" y="457199"/>
              <a:ext cx="476925" cy="457201"/>
              <a:chOff x="7509" y="0"/>
              <a:chExt cx="476923" cy="457200"/>
            </a:xfrm>
          </p:grpSpPr>
          <p:sp>
            <p:nvSpPr>
              <p:cNvPr id="115" name="Shape 115"/>
              <p:cNvSpPr/>
              <p:nvPr/>
            </p:nvSpPr>
            <p:spPr>
              <a:xfrm>
                <a:off x="7509" y="0"/>
                <a:ext cx="457201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FFFF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16" name="Shape 116"/>
              <p:cNvSpPr/>
              <p:nvPr/>
            </p:nvSpPr>
            <p:spPr>
              <a:xfrm>
                <a:off x="10011" y="34925"/>
                <a:ext cx="474421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800"/>
                  <a:t>125</a:t>
                </a:r>
              </a:p>
            </p:txBody>
          </p:sp>
        </p:grpSp>
        <p:grpSp>
          <p:nvGrpSpPr>
            <p:cNvPr id="120" name="Group 120"/>
            <p:cNvGrpSpPr/>
            <p:nvPr/>
          </p:nvGrpSpPr>
          <p:grpSpPr>
            <a:xfrm>
              <a:off x="2362199" y="457199"/>
              <a:ext cx="457201" cy="457201"/>
              <a:chOff x="0" y="0"/>
              <a:chExt cx="457200" cy="457200"/>
            </a:xfrm>
          </p:grpSpPr>
          <p:sp>
            <p:nvSpPr>
              <p:cNvPr id="118" name="Shape 118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FFFF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19" name="Shape 119"/>
              <p:cNvSpPr/>
              <p:nvPr/>
            </p:nvSpPr>
            <p:spPr>
              <a:xfrm>
                <a:off x="54707" y="42845"/>
                <a:ext cx="347786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800"/>
                  <a:t>75</a:t>
                </a:r>
              </a:p>
            </p:txBody>
          </p:sp>
        </p:grpSp>
        <p:grpSp>
          <p:nvGrpSpPr>
            <p:cNvPr id="123" name="Group 123"/>
            <p:cNvGrpSpPr/>
            <p:nvPr/>
          </p:nvGrpSpPr>
          <p:grpSpPr>
            <a:xfrm>
              <a:off x="304799" y="1066799"/>
              <a:ext cx="457201" cy="457201"/>
              <a:chOff x="0" y="0"/>
              <a:chExt cx="457200" cy="457200"/>
            </a:xfrm>
          </p:grpSpPr>
          <p:sp>
            <p:nvSpPr>
              <p:cNvPr id="121" name="Shape 121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FFFF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22" name="Shape 122"/>
              <p:cNvSpPr/>
              <p:nvPr/>
            </p:nvSpPr>
            <p:spPr>
              <a:xfrm>
                <a:off x="68200" y="34925"/>
                <a:ext cx="347786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800"/>
                  <a:t>80</a:t>
                </a:r>
              </a:p>
            </p:txBody>
          </p:sp>
        </p:grpSp>
        <p:grpSp>
          <p:nvGrpSpPr>
            <p:cNvPr id="126" name="Group 126"/>
            <p:cNvGrpSpPr/>
            <p:nvPr/>
          </p:nvGrpSpPr>
          <p:grpSpPr>
            <a:xfrm>
              <a:off x="1371599" y="1066799"/>
              <a:ext cx="457201" cy="457201"/>
              <a:chOff x="0" y="0"/>
              <a:chExt cx="457200" cy="457200"/>
            </a:xfrm>
          </p:grpSpPr>
          <p:sp>
            <p:nvSpPr>
              <p:cNvPr id="124" name="Shape 124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FFFF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25" name="Shape 125"/>
              <p:cNvSpPr/>
              <p:nvPr/>
            </p:nvSpPr>
            <p:spPr>
              <a:xfrm>
                <a:off x="68200" y="34925"/>
                <a:ext cx="347786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800"/>
                  <a:t>30</a:t>
                </a:r>
              </a:p>
            </p:txBody>
          </p:sp>
        </p:grpSp>
        <p:sp>
          <p:nvSpPr>
            <p:cNvPr id="127" name="Shape 127"/>
            <p:cNvSpPr/>
            <p:nvPr/>
          </p:nvSpPr>
          <p:spPr>
            <a:xfrm flipH="1">
              <a:off x="1228724" y="390524"/>
              <a:ext cx="444501" cy="133352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sp>
          <p:nvSpPr>
            <p:cNvPr id="128" name="Shape 128"/>
            <p:cNvSpPr/>
            <p:nvPr/>
          </p:nvSpPr>
          <p:spPr>
            <a:xfrm>
              <a:off x="1997074" y="390524"/>
              <a:ext cx="431801" cy="133352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sp>
          <p:nvSpPr>
            <p:cNvPr id="129" name="Shape 129"/>
            <p:cNvSpPr/>
            <p:nvPr/>
          </p:nvSpPr>
          <p:spPr>
            <a:xfrm flipV="1">
              <a:off x="533399" y="847725"/>
              <a:ext cx="371477" cy="219075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sp>
          <p:nvSpPr>
            <p:cNvPr id="130" name="Shape 130"/>
            <p:cNvSpPr/>
            <p:nvPr/>
          </p:nvSpPr>
          <p:spPr>
            <a:xfrm flipH="1" flipV="1">
              <a:off x="1228725" y="847724"/>
              <a:ext cx="371476" cy="219077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grpSp>
          <p:nvGrpSpPr>
            <p:cNvPr id="133" name="Group 133"/>
            <p:cNvGrpSpPr/>
            <p:nvPr/>
          </p:nvGrpSpPr>
          <p:grpSpPr>
            <a:xfrm>
              <a:off x="1904999" y="1066799"/>
              <a:ext cx="457201" cy="457201"/>
              <a:chOff x="0" y="0"/>
              <a:chExt cx="457200" cy="457200"/>
            </a:xfrm>
          </p:grpSpPr>
          <p:sp>
            <p:nvSpPr>
              <p:cNvPr id="131" name="Shape 131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CC99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32" name="Shape 132"/>
              <p:cNvSpPr/>
              <p:nvPr/>
            </p:nvSpPr>
            <p:spPr>
              <a:xfrm>
                <a:off x="66613" y="34925"/>
                <a:ext cx="347787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25</a:t>
                </a:r>
              </a:p>
            </p:txBody>
          </p:sp>
        </p:grpSp>
        <p:grpSp>
          <p:nvGrpSpPr>
            <p:cNvPr id="136" name="Group 136"/>
            <p:cNvGrpSpPr/>
            <p:nvPr/>
          </p:nvGrpSpPr>
          <p:grpSpPr>
            <a:xfrm>
              <a:off x="2895599" y="1066799"/>
              <a:ext cx="457201" cy="457201"/>
              <a:chOff x="0" y="0"/>
              <a:chExt cx="457200" cy="457200"/>
            </a:xfrm>
          </p:grpSpPr>
          <p:sp>
            <p:nvSpPr>
              <p:cNvPr id="134" name="Shape 134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CC99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35" name="Shape 135"/>
              <p:cNvSpPr/>
              <p:nvPr/>
            </p:nvSpPr>
            <p:spPr>
              <a:xfrm>
                <a:off x="66613" y="34925"/>
                <a:ext cx="347787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72</a:t>
                </a:r>
              </a:p>
            </p:txBody>
          </p:sp>
        </p:grpSp>
        <p:sp>
          <p:nvSpPr>
            <p:cNvPr id="137" name="Shape 137"/>
            <p:cNvSpPr/>
            <p:nvPr/>
          </p:nvSpPr>
          <p:spPr>
            <a:xfrm flipV="1">
              <a:off x="2133600" y="847724"/>
              <a:ext cx="295276" cy="219077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sp>
          <p:nvSpPr>
            <p:cNvPr id="138" name="Shape 138"/>
            <p:cNvSpPr/>
            <p:nvPr/>
          </p:nvSpPr>
          <p:spPr>
            <a:xfrm flipH="1" flipV="1">
              <a:off x="2752724" y="847724"/>
              <a:ext cx="371476" cy="219077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grpSp>
          <p:nvGrpSpPr>
            <p:cNvPr id="141" name="Group 141"/>
            <p:cNvGrpSpPr/>
            <p:nvPr/>
          </p:nvGrpSpPr>
          <p:grpSpPr>
            <a:xfrm>
              <a:off x="-1" y="1752599"/>
              <a:ext cx="457201" cy="457201"/>
              <a:chOff x="0" y="0"/>
              <a:chExt cx="457200" cy="457200"/>
            </a:xfrm>
          </p:grpSpPr>
          <p:sp>
            <p:nvSpPr>
              <p:cNvPr id="139" name="Shape 139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CC99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40" name="Shape 140"/>
              <p:cNvSpPr/>
              <p:nvPr/>
            </p:nvSpPr>
            <p:spPr>
              <a:xfrm>
                <a:off x="28513" y="34925"/>
                <a:ext cx="347787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</a:t>
                </a:r>
              </a:p>
            </p:txBody>
          </p:sp>
        </p:grpSp>
        <p:sp>
          <p:nvSpPr>
            <p:cNvPr id="142" name="Shape 142"/>
            <p:cNvSpPr/>
            <p:nvPr/>
          </p:nvSpPr>
          <p:spPr>
            <a:xfrm flipV="1">
              <a:off x="228599" y="1457325"/>
              <a:ext cx="142876" cy="295275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grpSp>
          <p:nvGrpSpPr>
            <p:cNvPr id="145" name="Group 145"/>
            <p:cNvGrpSpPr/>
            <p:nvPr/>
          </p:nvGrpSpPr>
          <p:grpSpPr>
            <a:xfrm>
              <a:off x="609599" y="1752599"/>
              <a:ext cx="457201" cy="457201"/>
              <a:chOff x="0" y="0"/>
              <a:chExt cx="457200" cy="457200"/>
            </a:xfrm>
          </p:grpSpPr>
          <p:sp>
            <p:nvSpPr>
              <p:cNvPr id="143" name="Shape 143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CC99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44" name="Shape 144"/>
              <p:cNvSpPr/>
              <p:nvPr/>
            </p:nvSpPr>
            <p:spPr>
              <a:xfrm>
                <a:off x="66613" y="34925"/>
                <a:ext cx="347787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20</a:t>
                </a:r>
              </a:p>
            </p:txBody>
          </p:sp>
        </p:grpSp>
        <p:sp>
          <p:nvSpPr>
            <p:cNvPr id="146" name="Shape 146"/>
            <p:cNvSpPr/>
            <p:nvPr/>
          </p:nvSpPr>
          <p:spPr>
            <a:xfrm flipH="1" flipV="1">
              <a:off x="695324" y="1457325"/>
              <a:ext cx="142876" cy="295275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grpSp>
          <p:nvGrpSpPr>
            <p:cNvPr id="149" name="Group 149"/>
            <p:cNvGrpSpPr/>
            <p:nvPr/>
          </p:nvGrpSpPr>
          <p:grpSpPr>
            <a:xfrm>
              <a:off x="1142999" y="1752599"/>
              <a:ext cx="457201" cy="457201"/>
              <a:chOff x="0" y="0"/>
              <a:chExt cx="457200" cy="457200"/>
            </a:xfrm>
          </p:grpSpPr>
          <p:sp>
            <p:nvSpPr>
              <p:cNvPr id="147" name="Shape 147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CC99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48" name="Shape 148"/>
              <p:cNvSpPr/>
              <p:nvPr/>
            </p:nvSpPr>
            <p:spPr>
              <a:xfrm>
                <a:off x="66613" y="34925"/>
                <a:ext cx="347787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28</a:t>
                </a:r>
              </a:p>
            </p:txBody>
          </p:sp>
        </p:grpSp>
        <p:sp>
          <p:nvSpPr>
            <p:cNvPr id="150" name="Shape 150"/>
            <p:cNvSpPr/>
            <p:nvPr/>
          </p:nvSpPr>
          <p:spPr>
            <a:xfrm flipV="1">
              <a:off x="1371599" y="1457325"/>
              <a:ext cx="66677" cy="295275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</p:grpSp>
      <p:sp>
        <p:nvSpPr>
          <p:cNvPr id="152" name="Shape 152"/>
          <p:cNvSpPr/>
          <p:nvPr/>
        </p:nvSpPr>
        <p:spPr>
          <a:xfrm>
            <a:off x="7131600" y="1295402"/>
            <a:ext cx="221150" cy="371511"/>
          </a:xfrm>
          <a:prstGeom prst="rect">
            <a:avLst/>
          </a:prstGeom>
          <a:ln w="9360">
            <a:solidFill>
              <a:srgbClr val="800000"/>
            </a:solidFill>
            <a:miter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6799" tIns="46799" rIns="46799" bIns="46799">
            <a:spAutoFit/>
          </a:bodyPr>
          <a:lstStyle>
            <a:lvl1pPr algn="ctr">
              <a:lnSpc>
                <a:spcPct val="100000"/>
              </a:lnSpc>
              <a:spcBef>
                <a:spcPts val="7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800"/>
              <a:t>1</a:t>
            </a:r>
          </a:p>
        </p:txBody>
      </p:sp>
      <p:sp>
        <p:nvSpPr>
          <p:cNvPr id="153" name="Shape 153"/>
          <p:cNvSpPr/>
          <p:nvPr/>
        </p:nvSpPr>
        <p:spPr>
          <a:xfrm>
            <a:off x="6358488" y="1752602"/>
            <a:ext cx="221150" cy="371511"/>
          </a:xfrm>
          <a:prstGeom prst="rect">
            <a:avLst/>
          </a:prstGeom>
          <a:ln w="9360">
            <a:solidFill>
              <a:srgbClr val="800000"/>
            </a:solidFill>
            <a:miter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6799" tIns="46799" rIns="46799" bIns="46799">
            <a:spAutoFit/>
          </a:bodyPr>
          <a:lstStyle>
            <a:lvl1pPr algn="ctr">
              <a:lnSpc>
                <a:spcPct val="100000"/>
              </a:lnSpc>
              <a:spcBef>
                <a:spcPts val="7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800"/>
              <a:t>2</a:t>
            </a:r>
          </a:p>
        </p:txBody>
      </p:sp>
      <p:sp>
        <p:nvSpPr>
          <p:cNvPr id="154" name="Shape 154"/>
          <p:cNvSpPr/>
          <p:nvPr/>
        </p:nvSpPr>
        <p:spPr>
          <a:xfrm>
            <a:off x="7896775" y="1752602"/>
            <a:ext cx="221150" cy="371511"/>
          </a:xfrm>
          <a:prstGeom prst="rect">
            <a:avLst/>
          </a:prstGeom>
          <a:ln w="9360">
            <a:solidFill>
              <a:srgbClr val="800000"/>
            </a:solidFill>
            <a:miter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6799" tIns="46799" rIns="46799" bIns="46799">
            <a:spAutoFit/>
          </a:bodyPr>
          <a:lstStyle>
            <a:lvl1pPr algn="ctr">
              <a:lnSpc>
                <a:spcPct val="100000"/>
              </a:lnSpc>
              <a:spcBef>
                <a:spcPts val="7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800"/>
              <a:t>3</a:t>
            </a:r>
          </a:p>
        </p:txBody>
      </p:sp>
      <p:sp>
        <p:nvSpPr>
          <p:cNvPr id="155" name="Shape 155"/>
          <p:cNvSpPr/>
          <p:nvPr/>
        </p:nvSpPr>
        <p:spPr>
          <a:xfrm>
            <a:off x="5763175" y="2362202"/>
            <a:ext cx="221150" cy="371511"/>
          </a:xfrm>
          <a:prstGeom prst="rect">
            <a:avLst/>
          </a:prstGeom>
          <a:ln w="9360">
            <a:solidFill>
              <a:srgbClr val="800000"/>
            </a:solidFill>
            <a:miter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6799" tIns="46799" rIns="46799" bIns="46799">
            <a:spAutoFit/>
          </a:bodyPr>
          <a:lstStyle>
            <a:lvl1pPr algn="ctr">
              <a:lnSpc>
                <a:spcPct val="100000"/>
              </a:lnSpc>
              <a:spcBef>
                <a:spcPts val="7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800"/>
              <a:t>4</a:t>
            </a:r>
          </a:p>
        </p:txBody>
      </p:sp>
      <p:sp>
        <p:nvSpPr>
          <p:cNvPr id="156" name="Shape 156"/>
          <p:cNvSpPr/>
          <p:nvPr/>
        </p:nvSpPr>
        <p:spPr>
          <a:xfrm>
            <a:off x="6982375" y="2362202"/>
            <a:ext cx="221150" cy="371511"/>
          </a:xfrm>
          <a:prstGeom prst="rect">
            <a:avLst/>
          </a:prstGeom>
          <a:ln w="9360">
            <a:solidFill>
              <a:srgbClr val="800000"/>
            </a:solidFill>
            <a:miter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6799" tIns="46799" rIns="46799" bIns="46799">
            <a:spAutoFit/>
          </a:bodyPr>
          <a:lstStyle>
            <a:lvl1pPr algn="ctr">
              <a:lnSpc>
                <a:spcPct val="100000"/>
              </a:lnSpc>
              <a:spcBef>
                <a:spcPts val="7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800"/>
              <a:t>5</a:t>
            </a:r>
          </a:p>
        </p:txBody>
      </p:sp>
      <p:sp>
        <p:nvSpPr>
          <p:cNvPr id="157" name="Shape 157"/>
          <p:cNvSpPr/>
          <p:nvPr/>
        </p:nvSpPr>
        <p:spPr>
          <a:xfrm>
            <a:off x="7425288" y="2341564"/>
            <a:ext cx="221150" cy="371511"/>
          </a:xfrm>
          <a:prstGeom prst="rect">
            <a:avLst/>
          </a:prstGeom>
          <a:ln w="9360">
            <a:solidFill>
              <a:srgbClr val="800000"/>
            </a:solidFill>
            <a:miter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6799" tIns="46799" rIns="46799" bIns="46799">
            <a:spAutoFit/>
          </a:bodyPr>
          <a:lstStyle>
            <a:lvl1pPr algn="ctr">
              <a:lnSpc>
                <a:spcPct val="100000"/>
              </a:lnSpc>
              <a:spcBef>
                <a:spcPts val="7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800"/>
              <a:t>6</a:t>
            </a:r>
          </a:p>
        </p:txBody>
      </p:sp>
      <p:sp>
        <p:nvSpPr>
          <p:cNvPr id="158" name="Shape 158"/>
          <p:cNvSpPr/>
          <p:nvPr/>
        </p:nvSpPr>
        <p:spPr>
          <a:xfrm>
            <a:off x="8492088" y="2341564"/>
            <a:ext cx="221150" cy="371511"/>
          </a:xfrm>
          <a:prstGeom prst="rect">
            <a:avLst/>
          </a:prstGeom>
          <a:ln w="9360">
            <a:solidFill>
              <a:srgbClr val="800000"/>
            </a:solidFill>
            <a:miter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6799" tIns="46799" rIns="46799" bIns="46799">
            <a:spAutoFit/>
          </a:bodyPr>
          <a:lstStyle>
            <a:lvl1pPr algn="ctr">
              <a:lnSpc>
                <a:spcPct val="100000"/>
              </a:lnSpc>
              <a:spcBef>
                <a:spcPts val="7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800"/>
              <a:t>7</a:t>
            </a:r>
          </a:p>
        </p:txBody>
      </p:sp>
      <p:sp>
        <p:nvSpPr>
          <p:cNvPr id="159" name="Shape 159"/>
          <p:cNvSpPr/>
          <p:nvPr/>
        </p:nvSpPr>
        <p:spPr>
          <a:xfrm>
            <a:off x="5513938" y="3941764"/>
            <a:ext cx="221150" cy="371511"/>
          </a:xfrm>
          <a:prstGeom prst="rect">
            <a:avLst/>
          </a:prstGeom>
          <a:ln w="9360">
            <a:solidFill>
              <a:srgbClr val="800000"/>
            </a:solidFill>
            <a:miter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6799" tIns="46799" rIns="46799" bIns="46799">
            <a:spAutoFit/>
          </a:bodyPr>
          <a:lstStyle>
            <a:lvl1pPr algn="ctr">
              <a:lnSpc>
                <a:spcPct val="100000"/>
              </a:lnSpc>
              <a:spcBef>
                <a:spcPts val="7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800"/>
              <a:t>8</a:t>
            </a:r>
          </a:p>
        </p:txBody>
      </p:sp>
      <p:sp>
        <p:nvSpPr>
          <p:cNvPr id="160" name="Shape 160"/>
          <p:cNvSpPr/>
          <p:nvPr/>
        </p:nvSpPr>
        <p:spPr>
          <a:xfrm>
            <a:off x="6123538" y="3962402"/>
            <a:ext cx="221150" cy="371511"/>
          </a:xfrm>
          <a:prstGeom prst="rect">
            <a:avLst/>
          </a:prstGeom>
          <a:ln w="9360">
            <a:solidFill>
              <a:srgbClr val="800000"/>
            </a:solidFill>
            <a:miter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6799" tIns="46799" rIns="46799" bIns="46799">
            <a:spAutoFit/>
          </a:bodyPr>
          <a:lstStyle>
            <a:lvl1pPr algn="ctr">
              <a:lnSpc>
                <a:spcPct val="100000"/>
              </a:lnSpc>
              <a:spcBef>
                <a:spcPts val="7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800"/>
              <a:t>9</a:t>
            </a:r>
          </a:p>
        </p:txBody>
      </p:sp>
      <p:sp>
        <p:nvSpPr>
          <p:cNvPr id="161" name="Shape 161"/>
          <p:cNvSpPr/>
          <p:nvPr/>
        </p:nvSpPr>
        <p:spPr>
          <a:xfrm>
            <a:off x="6616640" y="3962402"/>
            <a:ext cx="347787" cy="371511"/>
          </a:xfrm>
          <a:prstGeom prst="rect">
            <a:avLst/>
          </a:prstGeom>
          <a:ln w="9360">
            <a:solidFill>
              <a:srgbClr val="800000"/>
            </a:solidFill>
            <a:miter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6799" tIns="46799" rIns="46799" bIns="46799">
            <a:spAutoFit/>
          </a:bodyPr>
          <a:lstStyle>
            <a:lvl1pPr algn="ctr">
              <a:lnSpc>
                <a:spcPct val="100000"/>
              </a:lnSpc>
              <a:spcBef>
                <a:spcPts val="7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800"/>
              <a:t>10</a:t>
            </a:r>
          </a:p>
        </p:txBody>
      </p:sp>
      <p:sp>
        <p:nvSpPr>
          <p:cNvPr id="162" name="Shape 162"/>
          <p:cNvSpPr/>
          <p:nvPr/>
        </p:nvSpPr>
        <p:spPr>
          <a:xfrm>
            <a:off x="228600" y="4303714"/>
            <a:ext cx="4800600" cy="1617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6799" tIns="46799" rIns="46799" bIns="46799">
            <a:spAutoFit/>
          </a:bodyPr>
          <a:lstStyle/>
          <a:p>
            <a:pPr marL="341312" indent="-341312">
              <a:lnSpc>
                <a:spcPct val="110000"/>
              </a:lnSpc>
              <a:spcBef>
                <a:spcPts val="600"/>
              </a:spcBef>
              <a:buClr>
                <a:srgbClr val="008080"/>
              </a:buClr>
              <a:buSzPct val="80000"/>
              <a:buFont typeface="Wingdings"/>
              <a:buChar char="▯"/>
              <a:tabLst>
                <a:tab pos="330200" algn="l"/>
                <a:tab pos="1244600" algn="l"/>
                <a:tab pos="2159000" algn="l"/>
                <a:tab pos="3073400" algn="l"/>
                <a:tab pos="3987800" algn="l"/>
                <a:tab pos="4902200" algn="l"/>
                <a:tab pos="5816600" algn="l"/>
                <a:tab pos="6731000" algn="l"/>
                <a:tab pos="7645400" algn="l"/>
                <a:tab pos="8559800" algn="l"/>
                <a:tab pos="9474200" algn="l"/>
                <a:tab pos="10388600" algn="l"/>
              </a:tabLst>
              <a:defRPr sz="1800"/>
            </a:pPr>
            <a:r>
              <a:rPr sz="240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Si lo vemos asi, dado un índice</a:t>
            </a:r>
          </a:p>
          <a:p>
            <a:pPr marL="769937" lvl="1" indent="-238125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330200" algn="l"/>
                <a:tab pos="1244600" algn="l"/>
                <a:tab pos="2159000" algn="l"/>
                <a:tab pos="3073400" algn="l"/>
                <a:tab pos="3987800" algn="l"/>
                <a:tab pos="4902200" algn="l"/>
                <a:tab pos="5816600" algn="l"/>
                <a:tab pos="6731000" algn="l"/>
                <a:tab pos="7645400" algn="l"/>
                <a:tab pos="8559800" algn="l"/>
                <a:tab pos="9474200" algn="l"/>
                <a:tab pos="10388600" algn="l"/>
              </a:tabLst>
              <a:defRPr sz="1800"/>
            </a:pPr>
            <a:r>
              <a:rPr sz="200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Podemos conocer los indices de los hijos y el padre de un nodo</a:t>
            </a:r>
          </a:p>
          <a:p>
            <a:pPr marL="769937" lvl="1" indent="-238125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330200" algn="l"/>
                <a:tab pos="1244600" algn="l"/>
                <a:tab pos="2159000" algn="l"/>
                <a:tab pos="3073400" algn="l"/>
                <a:tab pos="3987800" algn="l"/>
                <a:tab pos="4902200" algn="l"/>
                <a:tab pos="5816600" algn="l"/>
                <a:tab pos="6731000" algn="l"/>
                <a:tab pos="7645400" algn="l"/>
                <a:tab pos="8559800" algn="l"/>
                <a:tab pos="9474200" algn="l"/>
                <a:tab pos="10388600" algn="l"/>
              </a:tabLst>
              <a:defRPr sz="1800"/>
            </a:pPr>
            <a:r>
              <a:rPr sz="200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Ejemplo: Del nodo 4, hijos 8 y 9, padre 2 </a:t>
            </a:r>
          </a:p>
        </p:txBody>
      </p:sp>
      <p:pic>
        <p:nvPicPr>
          <p:cNvPr id="163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5105400" y="4511677"/>
            <a:ext cx="3937000" cy="249872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6" name="Group 166"/>
          <p:cNvGrpSpPr/>
          <p:nvPr/>
        </p:nvGrpSpPr>
        <p:grpSpPr>
          <a:xfrm>
            <a:off x="6172200" y="5181600"/>
            <a:ext cx="685800" cy="381000"/>
            <a:chOff x="0" y="0"/>
            <a:chExt cx="685800" cy="381000"/>
          </a:xfrm>
        </p:grpSpPr>
        <p:sp>
          <p:nvSpPr>
            <p:cNvPr id="164" name="Shape 164"/>
            <p:cNvSpPr/>
            <p:nvPr/>
          </p:nvSpPr>
          <p:spPr>
            <a:xfrm>
              <a:off x="0" y="0"/>
              <a:ext cx="685800" cy="381000"/>
            </a:xfrm>
            <a:prstGeom prst="wedgeEllipseCallout">
              <a:avLst>
                <a:gd name="adj1" fmla="val -6944"/>
                <a:gd name="adj2" fmla="val -165833"/>
              </a:avLst>
            </a:prstGeom>
            <a:solidFill>
              <a:srgbClr val="CCFFCC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65" name="Shape 165"/>
            <p:cNvSpPr/>
            <p:nvPr/>
          </p:nvSpPr>
          <p:spPr>
            <a:xfrm>
              <a:off x="138838" y="4000"/>
              <a:ext cx="408124" cy="373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ctr">
              <a:spAutoFit/>
            </a:bodyPr>
            <a:lstStyle>
              <a:lvl1pPr algn="ctr">
                <a:lnSpc>
                  <a:spcPct val="100000"/>
                </a:lnSpc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i*2</a:t>
              </a:r>
            </a:p>
          </p:txBody>
        </p:sp>
      </p:grpSp>
      <p:grpSp>
        <p:nvGrpSpPr>
          <p:cNvPr id="169" name="Group 169"/>
          <p:cNvGrpSpPr/>
          <p:nvPr/>
        </p:nvGrpSpPr>
        <p:grpSpPr>
          <a:xfrm>
            <a:off x="7234082" y="5181600"/>
            <a:ext cx="695639" cy="381000"/>
            <a:chOff x="-4920" y="0"/>
            <a:chExt cx="695639" cy="381000"/>
          </a:xfrm>
        </p:grpSpPr>
        <p:sp>
          <p:nvSpPr>
            <p:cNvPr id="167" name="Shape 167"/>
            <p:cNvSpPr/>
            <p:nvPr/>
          </p:nvSpPr>
          <p:spPr>
            <a:xfrm>
              <a:off x="0" y="0"/>
              <a:ext cx="685800" cy="381000"/>
            </a:xfrm>
            <a:prstGeom prst="wedgeEllipseCallout">
              <a:avLst>
                <a:gd name="adj1" fmla="val -19907"/>
                <a:gd name="adj2" fmla="val -187083"/>
              </a:avLst>
            </a:prstGeom>
            <a:solidFill>
              <a:srgbClr val="CCFFCC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 sz="1600"/>
            </a:p>
          </p:txBody>
        </p:sp>
        <p:sp>
          <p:nvSpPr>
            <p:cNvPr id="168" name="Shape 168"/>
            <p:cNvSpPr/>
            <p:nvPr/>
          </p:nvSpPr>
          <p:spPr>
            <a:xfrm>
              <a:off x="-4920" y="4745"/>
              <a:ext cx="695639" cy="371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ctr">
              <a:spAutoFit/>
            </a:bodyPr>
            <a:lstStyle>
              <a:lvl1pPr algn="ctr">
                <a:lnSpc>
                  <a:spcPct val="100000"/>
                </a:lnSpc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i*2+1</a:t>
              </a:r>
            </a:p>
          </p:txBody>
        </p:sp>
      </p:grpSp>
      <p:grpSp>
        <p:nvGrpSpPr>
          <p:cNvPr id="172" name="Group 172"/>
          <p:cNvGrpSpPr/>
          <p:nvPr/>
        </p:nvGrpSpPr>
        <p:grpSpPr>
          <a:xfrm>
            <a:off x="8001000" y="3657600"/>
            <a:ext cx="685800" cy="381000"/>
            <a:chOff x="0" y="0"/>
            <a:chExt cx="685800" cy="381000"/>
          </a:xfrm>
        </p:grpSpPr>
        <p:sp>
          <p:nvSpPr>
            <p:cNvPr id="170" name="Shape 170"/>
            <p:cNvSpPr/>
            <p:nvPr/>
          </p:nvSpPr>
          <p:spPr>
            <a:xfrm>
              <a:off x="0" y="0"/>
              <a:ext cx="685800" cy="381000"/>
            </a:xfrm>
            <a:prstGeom prst="wedgeEllipseCallout">
              <a:avLst>
                <a:gd name="adj1" fmla="val 46759"/>
                <a:gd name="adj2" fmla="val 192917"/>
              </a:avLst>
            </a:prstGeom>
            <a:solidFill>
              <a:srgbClr val="CCFFCC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 sz="1600"/>
            </a:p>
          </p:txBody>
        </p:sp>
        <p:sp>
          <p:nvSpPr>
            <p:cNvPr id="171" name="Shape 171"/>
            <p:cNvSpPr/>
            <p:nvPr/>
          </p:nvSpPr>
          <p:spPr>
            <a:xfrm>
              <a:off x="161793" y="4745"/>
              <a:ext cx="362214" cy="371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ctr">
              <a:spAutoFit/>
            </a:bodyPr>
            <a:lstStyle>
              <a:lvl1pPr algn="ctr">
                <a:lnSpc>
                  <a:spcPct val="100000"/>
                </a:lnSpc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i/2</a:t>
              </a:r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6D39F1E0-9474-4A94-BD30-F024E46D2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IMPLEMENTACION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000"/>
                            </p:stCondLst>
                            <p:childTnLst>
                              <p:par>
                                <p:cTn id="8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500"/>
                            </p:stCondLst>
                            <p:childTnLst>
                              <p:par>
                                <p:cTn id="88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000"/>
                            </p:stCondLst>
                            <p:childTnLst>
                              <p:par>
                                <p:cTn id="9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500"/>
                            </p:stCondLst>
                            <p:childTnLst>
                              <p:par>
                                <p:cTn id="10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7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5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5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3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build="p" animBg="1" advAuto="0"/>
      <p:bldP spid="151" grpId="0" animBg="1" advAuto="0"/>
      <p:bldP spid="152" grpId="0" animBg="1" advAuto="0"/>
      <p:bldP spid="153" grpId="0" animBg="1" advAuto="0"/>
      <p:bldP spid="154" grpId="0" animBg="1" advAuto="0"/>
      <p:bldP spid="155" grpId="0" animBg="1" advAuto="0"/>
      <p:bldP spid="156" grpId="0" animBg="1" advAuto="0"/>
      <p:bldP spid="157" grpId="0" animBg="1" advAuto="0"/>
      <p:bldP spid="158" grpId="0" animBg="1" advAuto="0"/>
      <p:bldP spid="159" grpId="0" animBg="1" advAuto="0"/>
      <p:bldP spid="160" grpId="0" animBg="1" advAuto="0"/>
      <p:bldP spid="161" grpId="0" animBg="1" advAuto="0"/>
      <p:bldP spid="162" grpId="0" animBg="1" advAuto="0"/>
      <p:bldP spid="163" grpId="0" animBg="1" advAuto="0"/>
      <p:bldP spid="166" grpId="0" animBg="1" advAuto="0"/>
      <p:bldP spid="169" grpId="0" animBg="1" advAuto="0"/>
      <p:bldP spid="172" grpId="0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>
            <a:spLocks noGrp="1"/>
          </p:cNvSpPr>
          <p:nvPr>
            <p:ph type="body" idx="1"/>
          </p:nvPr>
        </p:nvSpPr>
        <p:spPr>
          <a:xfrm>
            <a:off x="304800" y="1628775"/>
            <a:ext cx="4800600" cy="335438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13320" indent="-213320">
              <a:lnSpc>
                <a:spcPct val="110000"/>
              </a:lnSpc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Queremos usar un vector</a:t>
            </a:r>
          </a:p>
          <a:p>
            <a:pPr marL="639875" lvl="1" indent="-182675">
              <a:lnSpc>
                <a:spcPct val="11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En c/elemento almacenar la información</a:t>
            </a:r>
          </a:p>
          <a:p>
            <a:pPr marL="639875" lvl="1" indent="-182675">
              <a:lnSpc>
                <a:spcPct val="11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Dirigirnos a hijos y padre calculando el índice respectivo</a:t>
            </a:r>
          </a:p>
          <a:p>
            <a:pPr marL="639875" lvl="1" indent="-182675">
              <a:lnSpc>
                <a:spcPct val="11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b="1">
                <a:solidFill>
                  <a:srgbClr val="002850"/>
                </a:solidFill>
              </a:rPr>
              <a:t>Izq(i) = i*2</a:t>
            </a:r>
          </a:p>
          <a:p>
            <a:pPr marL="639875" lvl="1" indent="-182675">
              <a:lnSpc>
                <a:spcPct val="11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b="1">
                <a:solidFill>
                  <a:srgbClr val="002850"/>
                </a:solidFill>
              </a:rPr>
              <a:t>Der(i) = i*2+1</a:t>
            </a:r>
          </a:p>
          <a:p>
            <a:pPr marL="639875" lvl="1" indent="-182675">
              <a:lnSpc>
                <a:spcPct val="11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b="1">
                <a:solidFill>
                  <a:srgbClr val="002850"/>
                </a:solidFill>
              </a:rPr>
              <a:t>Padre(i) = i/2</a:t>
            </a:r>
          </a:p>
        </p:txBody>
      </p:sp>
      <p:sp>
        <p:nvSpPr>
          <p:cNvPr id="176" name="Shape 176"/>
          <p:cNvSpPr/>
          <p:nvPr/>
        </p:nvSpPr>
        <p:spPr>
          <a:xfrm>
            <a:off x="304800" y="4149727"/>
            <a:ext cx="5410200" cy="1715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6799" tIns="46799" rIns="46799" bIns="46799">
            <a:spAutoFit/>
          </a:bodyPr>
          <a:lstStyle/>
          <a:p>
            <a:pPr marL="284427" indent="-284427">
              <a:spcBef>
                <a:spcPts val="500"/>
              </a:spcBef>
              <a:buClr>
                <a:srgbClr val="008080"/>
              </a:buClr>
              <a:buSzPct val="80000"/>
              <a:buFont typeface="Wingdings"/>
              <a:buChar char="▯"/>
              <a:tabLst>
                <a:tab pos="330200" algn="l"/>
                <a:tab pos="1244600" algn="l"/>
                <a:tab pos="2159000" algn="l"/>
                <a:tab pos="3073400" algn="l"/>
                <a:tab pos="3987800" algn="l"/>
                <a:tab pos="4902200" algn="l"/>
                <a:tab pos="5816600" algn="l"/>
                <a:tab pos="6731000" algn="l"/>
                <a:tab pos="7645400" algn="l"/>
                <a:tab pos="8559800" algn="l"/>
                <a:tab pos="9474200" algn="l"/>
                <a:tab pos="10388600" algn="l"/>
              </a:tabLst>
              <a:defRPr sz="1800"/>
            </a:pPr>
            <a:r>
              <a:rPr sz="200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Los vectores empiezan desde 0</a:t>
            </a:r>
          </a:p>
          <a:p>
            <a:pPr marL="746125" lvl="1" indent="-214312">
              <a:spcBef>
                <a:spcPts val="4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330200" algn="l"/>
                <a:tab pos="1244600" algn="l"/>
                <a:tab pos="2159000" algn="l"/>
                <a:tab pos="3073400" algn="l"/>
                <a:tab pos="3987800" algn="l"/>
                <a:tab pos="4902200" algn="l"/>
                <a:tab pos="5816600" algn="l"/>
                <a:tab pos="6731000" algn="l"/>
                <a:tab pos="7645400" algn="l"/>
                <a:tab pos="8559800" algn="l"/>
                <a:tab pos="9474200" algn="l"/>
                <a:tab pos="10388600" algn="l"/>
              </a:tabLst>
              <a:defRPr sz="1800"/>
            </a:pPr>
            <a:r>
              <a:rPr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Cambia un poquito la regla</a:t>
            </a:r>
          </a:p>
          <a:p>
            <a:pPr marL="746125" lvl="1" indent="-214312">
              <a:spcBef>
                <a:spcPts val="4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330200" algn="l"/>
                <a:tab pos="1244600" algn="l"/>
                <a:tab pos="2159000" algn="l"/>
                <a:tab pos="3073400" algn="l"/>
                <a:tab pos="3987800" algn="l"/>
                <a:tab pos="4902200" algn="l"/>
                <a:tab pos="5816600" algn="l"/>
                <a:tab pos="6731000" algn="l"/>
                <a:tab pos="7645400" algn="l"/>
                <a:tab pos="8559800" algn="l"/>
                <a:tab pos="9474200" algn="l"/>
                <a:tab pos="10388600" algn="l"/>
              </a:tabLst>
              <a:defRPr sz="1800"/>
            </a:pPr>
            <a:r>
              <a:rPr b="1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Izq(i)</a:t>
            </a:r>
            <a:r>
              <a:rPr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 = (i+1)*2-1 =</a:t>
            </a:r>
            <a:r>
              <a:rPr b="1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 i*2+1</a:t>
            </a:r>
          </a:p>
          <a:p>
            <a:pPr marL="746125" lvl="1" indent="-214312">
              <a:spcBef>
                <a:spcPts val="4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330200" algn="l"/>
                <a:tab pos="1244600" algn="l"/>
                <a:tab pos="2159000" algn="l"/>
                <a:tab pos="3073400" algn="l"/>
                <a:tab pos="3987800" algn="l"/>
                <a:tab pos="4902200" algn="l"/>
                <a:tab pos="5816600" algn="l"/>
                <a:tab pos="6731000" algn="l"/>
                <a:tab pos="7645400" algn="l"/>
                <a:tab pos="8559800" algn="l"/>
                <a:tab pos="9474200" algn="l"/>
                <a:tab pos="10388600" algn="l"/>
              </a:tabLst>
              <a:defRPr sz="1800"/>
            </a:pPr>
            <a:r>
              <a:rPr b="1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Der(i)</a:t>
            </a:r>
            <a:r>
              <a:rPr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 = (i+1)*2 =</a:t>
            </a:r>
            <a:r>
              <a:rPr b="1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 i*2+2</a:t>
            </a:r>
          </a:p>
          <a:p>
            <a:pPr marL="746125" lvl="1" indent="-214312">
              <a:spcBef>
                <a:spcPts val="4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330200" algn="l"/>
                <a:tab pos="1244600" algn="l"/>
                <a:tab pos="2159000" algn="l"/>
                <a:tab pos="3073400" algn="l"/>
                <a:tab pos="3987800" algn="l"/>
                <a:tab pos="4902200" algn="l"/>
                <a:tab pos="5816600" algn="l"/>
                <a:tab pos="6731000" algn="l"/>
                <a:tab pos="7645400" algn="l"/>
                <a:tab pos="8559800" algn="l"/>
                <a:tab pos="9474200" algn="l"/>
                <a:tab pos="10388600" algn="l"/>
              </a:tabLst>
              <a:defRPr sz="1800"/>
            </a:pPr>
            <a:r>
              <a:rPr b="1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Padre(i) </a:t>
            </a:r>
            <a:r>
              <a:rPr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= (i+1)/2-1 = </a:t>
            </a:r>
            <a:r>
              <a:rPr b="1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(i-1)/2</a:t>
            </a:r>
          </a:p>
        </p:txBody>
      </p:sp>
      <p:grpSp>
        <p:nvGrpSpPr>
          <p:cNvPr id="227" name="Group 227"/>
          <p:cNvGrpSpPr/>
          <p:nvPr/>
        </p:nvGrpSpPr>
        <p:grpSpPr>
          <a:xfrm>
            <a:off x="5410199" y="1177925"/>
            <a:ext cx="3352803" cy="3038512"/>
            <a:chOff x="-2" y="0"/>
            <a:chExt cx="3352802" cy="3038511"/>
          </a:xfrm>
        </p:grpSpPr>
        <p:grpSp>
          <p:nvGrpSpPr>
            <p:cNvPr id="216" name="Group 216"/>
            <p:cNvGrpSpPr/>
            <p:nvPr/>
          </p:nvGrpSpPr>
          <p:grpSpPr>
            <a:xfrm>
              <a:off x="-2" y="360361"/>
              <a:ext cx="3352802" cy="2209802"/>
              <a:chOff x="-1" y="-1"/>
              <a:chExt cx="3352801" cy="2209801"/>
            </a:xfrm>
          </p:grpSpPr>
          <p:grpSp>
            <p:nvGrpSpPr>
              <p:cNvPr id="179" name="Group 179"/>
              <p:cNvGrpSpPr/>
              <p:nvPr/>
            </p:nvGrpSpPr>
            <p:grpSpPr>
              <a:xfrm>
                <a:off x="1606549" y="-1"/>
                <a:ext cx="476925" cy="457201"/>
                <a:chOff x="7509" y="0"/>
                <a:chExt cx="476923" cy="457200"/>
              </a:xfrm>
            </p:grpSpPr>
            <p:sp>
              <p:nvSpPr>
                <p:cNvPr id="177" name="Shape 177"/>
                <p:cNvSpPr/>
                <p:nvPr/>
              </p:nvSpPr>
              <p:spPr>
                <a:xfrm>
                  <a:off x="7509" y="0"/>
                  <a:ext cx="457201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78" name="Shape 178"/>
                <p:cNvSpPr/>
                <p:nvPr/>
              </p:nvSpPr>
              <p:spPr>
                <a:xfrm>
                  <a:off x="10011" y="34925"/>
                  <a:ext cx="474421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150</a:t>
                  </a:r>
                </a:p>
              </p:txBody>
            </p:sp>
          </p:grpSp>
          <p:grpSp>
            <p:nvGrpSpPr>
              <p:cNvPr id="182" name="Group 182"/>
              <p:cNvGrpSpPr/>
              <p:nvPr/>
            </p:nvGrpSpPr>
            <p:grpSpPr>
              <a:xfrm>
                <a:off x="838199" y="457199"/>
                <a:ext cx="476925" cy="457201"/>
                <a:chOff x="7509" y="0"/>
                <a:chExt cx="476923" cy="457200"/>
              </a:xfrm>
            </p:grpSpPr>
            <p:sp>
              <p:nvSpPr>
                <p:cNvPr id="180" name="Shape 180"/>
                <p:cNvSpPr/>
                <p:nvPr/>
              </p:nvSpPr>
              <p:spPr>
                <a:xfrm>
                  <a:off x="7509" y="0"/>
                  <a:ext cx="457201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81" name="Shape 181"/>
                <p:cNvSpPr/>
                <p:nvPr/>
              </p:nvSpPr>
              <p:spPr>
                <a:xfrm>
                  <a:off x="10011" y="34925"/>
                  <a:ext cx="474421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125</a:t>
                  </a:r>
                </a:p>
              </p:txBody>
            </p:sp>
          </p:grpSp>
          <p:grpSp>
            <p:nvGrpSpPr>
              <p:cNvPr id="185" name="Group 185"/>
              <p:cNvGrpSpPr/>
              <p:nvPr/>
            </p:nvGrpSpPr>
            <p:grpSpPr>
              <a:xfrm>
                <a:off x="2362199" y="457199"/>
                <a:ext cx="457201" cy="457201"/>
                <a:chOff x="0" y="0"/>
                <a:chExt cx="457200" cy="457200"/>
              </a:xfrm>
            </p:grpSpPr>
            <p:sp>
              <p:nvSpPr>
                <p:cNvPr id="183" name="Shape 183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 sz="1600"/>
                </a:p>
              </p:txBody>
            </p:sp>
            <p:sp>
              <p:nvSpPr>
                <p:cNvPr id="184" name="Shape 184"/>
                <p:cNvSpPr/>
                <p:nvPr/>
              </p:nvSpPr>
              <p:spPr>
                <a:xfrm>
                  <a:off x="54707" y="42845"/>
                  <a:ext cx="347786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ctr">
                  <a:spAutoFit/>
                </a:bodyPr>
                <a:lstStyle>
                  <a:lvl1pPr algn="ctr">
                    <a:lnSpc>
                      <a:spcPct val="100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75</a:t>
                  </a:r>
                </a:p>
              </p:txBody>
            </p:sp>
          </p:grpSp>
          <p:grpSp>
            <p:nvGrpSpPr>
              <p:cNvPr id="188" name="Group 188"/>
              <p:cNvGrpSpPr/>
              <p:nvPr/>
            </p:nvGrpSpPr>
            <p:grpSpPr>
              <a:xfrm>
                <a:off x="304799" y="1066799"/>
                <a:ext cx="457201" cy="457201"/>
                <a:chOff x="0" y="0"/>
                <a:chExt cx="457200" cy="457200"/>
              </a:xfrm>
            </p:grpSpPr>
            <p:sp>
              <p:nvSpPr>
                <p:cNvPr id="186" name="Shape 186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87" name="Shape 187"/>
                <p:cNvSpPr/>
                <p:nvPr/>
              </p:nvSpPr>
              <p:spPr>
                <a:xfrm>
                  <a:off x="68200" y="34925"/>
                  <a:ext cx="347786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80</a:t>
                  </a:r>
                </a:p>
              </p:txBody>
            </p:sp>
          </p:grpSp>
          <p:grpSp>
            <p:nvGrpSpPr>
              <p:cNvPr id="191" name="Group 191"/>
              <p:cNvGrpSpPr/>
              <p:nvPr/>
            </p:nvGrpSpPr>
            <p:grpSpPr>
              <a:xfrm>
                <a:off x="1371599" y="1066799"/>
                <a:ext cx="457201" cy="457201"/>
                <a:chOff x="0" y="0"/>
                <a:chExt cx="457200" cy="457200"/>
              </a:xfrm>
            </p:grpSpPr>
            <p:sp>
              <p:nvSpPr>
                <p:cNvPr id="189" name="Shape 189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90" name="Shape 190"/>
                <p:cNvSpPr/>
                <p:nvPr/>
              </p:nvSpPr>
              <p:spPr>
                <a:xfrm>
                  <a:off x="68200" y="34925"/>
                  <a:ext cx="347786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30</a:t>
                  </a:r>
                </a:p>
              </p:txBody>
            </p:sp>
          </p:grpSp>
          <p:sp>
            <p:nvSpPr>
              <p:cNvPr id="192" name="Shape 192"/>
              <p:cNvSpPr/>
              <p:nvPr/>
            </p:nvSpPr>
            <p:spPr>
              <a:xfrm flipH="1">
                <a:off x="1228724" y="390524"/>
                <a:ext cx="444501" cy="133352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193" name="Shape 193"/>
              <p:cNvSpPr/>
              <p:nvPr/>
            </p:nvSpPr>
            <p:spPr>
              <a:xfrm>
                <a:off x="1997074" y="390524"/>
                <a:ext cx="431801" cy="133352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194" name="Shape 194"/>
              <p:cNvSpPr/>
              <p:nvPr/>
            </p:nvSpPr>
            <p:spPr>
              <a:xfrm flipV="1">
                <a:off x="533399" y="847725"/>
                <a:ext cx="371477" cy="219075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195" name="Shape 195"/>
              <p:cNvSpPr/>
              <p:nvPr/>
            </p:nvSpPr>
            <p:spPr>
              <a:xfrm flipH="1" flipV="1">
                <a:off x="1228725" y="847724"/>
                <a:ext cx="371476" cy="219077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198" name="Group 198"/>
              <p:cNvGrpSpPr/>
              <p:nvPr/>
            </p:nvGrpSpPr>
            <p:grpSpPr>
              <a:xfrm>
                <a:off x="1904999" y="1066799"/>
                <a:ext cx="457201" cy="457201"/>
                <a:chOff x="0" y="0"/>
                <a:chExt cx="457200" cy="457200"/>
              </a:xfrm>
            </p:grpSpPr>
            <p:sp>
              <p:nvSpPr>
                <p:cNvPr id="196" name="Shape 196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97" name="Shape 197"/>
                <p:cNvSpPr/>
                <p:nvPr/>
              </p:nvSpPr>
              <p:spPr>
                <a:xfrm>
                  <a:off x="66613" y="34925"/>
                  <a:ext cx="347787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25</a:t>
                  </a:r>
                </a:p>
              </p:txBody>
            </p:sp>
          </p:grpSp>
          <p:grpSp>
            <p:nvGrpSpPr>
              <p:cNvPr id="201" name="Group 201"/>
              <p:cNvGrpSpPr/>
              <p:nvPr/>
            </p:nvGrpSpPr>
            <p:grpSpPr>
              <a:xfrm>
                <a:off x="2895599" y="1066799"/>
                <a:ext cx="457201" cy="457201"/>
                <a:chOff x="0" y="0"/>
                <a:chExt cx="457200" cy="457200"/>
              </a:xfrm>
            </p:grpSpPr>
            <p:sp>
              <p:nvSpPr>
                <p:cNvPr id="199" name="Shape 199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200" name="Shape 200"/>
                <p:cNvSpPr/>
                <p:nvPr/>
              </p:nvSpPr>
              <p:spPr>
                <a:xfrm>
                  <a:off x="66613" y="34925"/>
                  <a:ext cx="347787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72</a:t>
                  </a:r>
                </a:p>
              </p:txBody>
            </p:sp>
          </p:grpSp>
          <p:sp>
            <p:nvSpPr>
              <p:cNvPr id="202" name="Shape 202"/>
              <p:cNvSpPr/>
              <p:nvPr/>
            </p:nvSpPr>
            <p:spPr>
              <a:xfrm flipV="1">
                <a:off x="2133600" y="847724"/>
                <a:ext cx="295276" cy="219077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203" name="Shape 203"/>
              <p:cNvSpPr/>
              <p:nvPr/>
            </p:nvSpPr>
            <p:spPr>
              <a:xfrm flipH="1" flipV="1">
                <a:off x="2752724" y="847724"/>
                <a:ext cx="371476" cy="219077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206" name="Group 206"/>
              <p:cNvGrpSpPr/>
              <p:nvPr/>
            </p:nvGrpSpPr>
            <p:grpSpPr>
              <a:xfrm>
                <a:off x="-1" y="1752599"/>
                <a:ext cx="457201" cy="457201"/>
                <a:chOff x="0" y="0"/>
                <a:chExt cx="457200" cy="457200"/>
              </a:xfrm>
            </p:grpSpPr>
            <p:sp>
              <p:nvSpPr>
                <p:cNvPr id="204" name="Shape 204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205" name="Shape 205"/>
                <p:cNvSpPr/>
                <p:nvPr/>
              </p:nvSpPr>
              <p:spPr>
                <a:xfrm>
                  <a:off x="28513" y="34925"/>
                  <a:ext cx="347787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15</a:t>
                  </a:r>
                </a:p>
              </p:txBody>
            </p:sp>
          </p:grpSp>
          <p:sp>
            <p:nvSpPr>
              <p:cNvPr id="207" name="Shape 207"/>
              <p:cNvSpPr/>
              <p:nvPr/>
            </p:nvSpPr>
            <p:spPr>
              <a:xfrm flipV="1">
                <a:off x="228599" y="1457325"/>
                <a:ext cx="142876" cy="295275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210" name="Group 210"/>
              <p:cNvGrpSpPr/>
              <p:nvPr/>
            </p:nvGrpSpPr>
            <p:grpSpPr>
              <a:xfrm>
                <a:off x="609599" y="1752599"/>
                <a:ext cx="457201" cy="457201"/>
                <a:chOff x="0" y="0"/>
                <a:chExt cx="457200" cy="457200"/>
              </a:xfrm>
            </p:grpSpPr>
            <p:sp>
              <p:nvSpPr>
                <p:cNvPr id="208" name="Shape 208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209" name="Shape 209"/>
                <p:cNvSpPr/>
                <p:nvPr/>
              </p:nvSpPr>
              <p:spPr>
                <a:xfrm>
                  <a:off x="66613" y="34925"/>
                  <a:ext cx="347787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20</a:t>
                  </a:r>
                </a:p>
              </p:txBody>
            </p:sp>
          </p:grpSp>
          <p:sp>
            <p:nvSpPr>
              <p:cNvPr id="211" name="Shape 211"/>
              <p:cNvSpPr/>
              <p:nvPr/>
            </p:nvSpPr>
            <p:spPr>
              <a:xfrm flipH="1" flipV="1">
                <a:off x="695324" y="1457325"/>
                <a:ext cx="142876" cy="295275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214" name="Group 214"/>
              <p:cNvGrpSpPr/>
              <p:nvPr/>
            </p:nvGrpSpPr>
            <p:grpSpPr>
              <a:xfrm>
                <a:off x="1142999" y="1752599"/>
                <a:ext cx="457201" cy="457201"/>
                <a:chOff x="0" y="0"/>
                <a:chExt cx="457200" cy="457200"/>
              </a:xfrm>
            </p:grpSpPr>
            <p:sp>
              <p:nvSpPr>
                <p:cNvPr id="212" name="Shape 212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213" name="Shape 213"/>
                <p:cNvSpPr/>
                <p:nvPr/>
              </p:nvSpPr>
              <p:spPr>
                <a:xfrm>
                  <a:off x="66613" y="34925"/>
                  <a:ext cx="347787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28</a:t>
                  </a:r>
                </a:p>
              </p:txBody>
            </p:sp>
          </p:grpSp>
          <p:sp>
            <p:nvSpPr>
              <p:cNvPr id="215" name="Shape 215"/>
              <p:cNvSpPr/>
              <p:nvPr/>
            </p:nvSpPr>
            <p:spPr>
              <a:xfrm flipV="1">
                <a:off x="1371599" y="1457325"/>
                <a:ext cx="66677" cy="295275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</p:grpSp>
        <p:sp>
          <p:nvSpPr>
            <p:cNvPr id="217" name="Shape 217"/>
            <p:cNvSpPr/>
            <p:nvPr/>
          </p:nvSpPr>
          <p:spPr>
            <a:xfrm>
              <a:off x="1721400" y="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218" name="Shape 218"/>
            <p:cNvSpPr/>
            <p:nvPr/>
          </p:nvSpPr>
          <p:spPr>
            <a:xfrm>
              <a:off x="948288" y="4572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219" name="Shape 219"/>
            <p:cNvSpPr/>
            <p:nvPr/>
          </p:nvSpPr>
          <p:spPr>
            <a:xfrm>
              <a:off x="2486575" y="4572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220" name="Shape 220"/>
            <p:cNvSpPr/>
            <p:nvPr/>
          </p:nvSpPr>
          <p:spPr>
            <a:xfrm>
              <a:off x="352975" y="10668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221" name="Shape 221"/>
            <p:cNvSpPr/>
            <p:nvPr/>
          </p:nvSpPr>
          <p:spPr>
            <a:xfrm>
              <a:off x="1572175" y="10668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222" name="Shape 222"/>
            <p:cNvSpPr/>
            <p:nvPr/>
          </p:nvSpPr>
          <p:spPr>
            <a:xfrm>
              <a:off x="2015088" y="1046162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223" name="Shape 223"/>
            <p:cNvSpPr/>
            <p:nvPr/>
          </p:nvSpPr>
          <p:spPr>
            <a:xfrm>
              <a:off x="3081888" y="1046162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224" name="Shape 224"/>
            <p:cNvSpPr/>
            <p:nvPr/>
          </p:nvSpPr>
          <p:spPr>
            <a:xfrm>
              <a:off x="103738" y="2646362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225" name="Shape 225"/>
            <p:cNvSpPr/>
            <p:nvPr/>
          </p:nvSpPr>
          <p:spPr>
            <a:xfrm>
              <a:off x="713338" y="26670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226" name="Shape 226"/>
            <p:cNvSpPr/>
            <p:nvPr/>
          </p:nvSpPr>
          <p:spPr>
            <a:xfrm>
              <a:off x="1268963" y="26670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grpSp>
        <p:nvGrpSpPr>
          <p:cNvPr id="268" name="Group 268"/>
          <p:cNvGrpSpPr/>
          <p:nvPr/>
        </p:nvGrpSpPr>
        <p:grpSpPr>
          <a:xfrm>
            <a:off x="4487188" y="4267200"/>
            <a:ext cx="4580612" cy="717586"/>
            <a:chOff x="-8612" y="0"/>
            <a:chExt cx="4580612" cy="717585"/>
          </a:xfrm>
        </p:grpSpPr>
        <p:grpSp>
          <p:nvGrpSpPr>
            <p:cNvPr id="230" name="Group 230"/>
            <p:cNvGrpSpPr/>
            <p:nvPr/>
          </p:nvGrpSpPr>
          <p:grpSpPr>
            <a:xfrm>
              <a:off x="-8612" y="0"/>
              <a:ext cx="474424" cy="381000"/>
              <a:chOff x="-8612" y="0"/>
              <a:chExt cx="474424" cy="381000"/>
            </a:xfrm>
          </p:grpSpPr>
          <p:sp>
            <p:nvSpPr>
              <p:cNvPr id="228" name="Shape 228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229" name="Shape 229"/>
              <p:cNvSpPr/>
              <p:nvPr/>
            </p:nvSpPr>
            <p:spPr>
              <a:xfrm>
                <a:off x="-8612" y="4745"/>
                <a:ext cx="474424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150</a:t>
                </a:r>
              </a:p>
            </p:txBody>
          </p:sp>
        </p:grpSp>
        <p:grpSp>
          <p:nvGrpSpPr>
            <p:cNvPr id="233" name="Group 233"/>
            <p:cNvGrpSpPr/>
            <p:nvPr/>
          </p:nvGrpSpPr>
          <p:grpSpPr>
            <a:xfrm>
              <a:off x="448588" y="0"/>
              <a:ext cx="474424" cy="381000"/>
              <a:chOff x="-8612" y="0"/>
              <a:chExt cx="474424" cy="381000"/>
            </a:xfrm>
          </p:grpSpPr>
          <p:sp>
            <p:nvSpPr>
              <p:cNvPr id="231" name="Shape 231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232" name="Shape 232"/>
              <p:cNvSpPr/>
              <p:nvPr/>
            </p:nvSpPr>
            <p:spPr>
              <a:xfrm>
                <a:off x="-8612" y="4745"/>
                <a:ext cx="474424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125</a:t>
                </a:r>
              </a:p>
            </p:txBody>
          </p:sp>
        </p:grpSp>
        <p:grpSp>
          <p:nvGrpSpPr>
            <p:cNvPr id="236" name="Group 236"/>
            <p:cNvGrpSpPr/>
            <p:nvPr/>
          </p:nvGrpSpPr>
          <p:grpSpPr>
            <a:xfrm>
              <a:off x="914400" y="0"/>
              <a:ext cx="457200" cy="381000"/>
              <a:chOff x="0" y="0"/>
              <a:chExt cx="457200" cy="381000"/>
            </a:xfrm>
          </p:grpSpPr>
          <p:sp>
            <p:nvSpPr>
              <p:cNvPr id="234" name="Shape 234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235" name="Shape 235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75</a:t>
                </a:r>
              </a:p>
            </p:txBody>
          </p:sp>
        </p:grpSp>
        <p:grpSp>
          <p:nvGrpSpPr>
            <p:cNvPr id="239" name="Group 239"/>
            <p:cNvGrpSpPr/>
            <p:nvPr/>
          </p:nvGrpSpPr>
          <p:grpSpPr>
            <a:xfrm>
              <a:off x="1371600" y="0"/>
              <a:ext cx="457200" cy="381000"/>
              <a:chOff x="0" y="0"/>
              <a:chExt cx="457200" cy="381000"/>
            </a:xfrm>
          </p:grpSpPr>
          <p:sp>
            <p:nvSpPr>
              <p:cNvPr id="237" name="Shape 237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238" name="Shape 238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80</a:t>
                </a:r>
              </a:p>
            </p:txBody>
          </p:sp>
        </p:grpSp>
        <p:grpSp>
          <p:nvGrpSpPr>
            <p:cNvPr id="242" name="Group 242"/>
            <p:cNvGrpSpPr/>
            <p:nvPr/>
          </p:nvGrpSpPr>
          <p:grpSpPr>
            <a:xfrm>
              <a:off x="1828800" y="0"/>
              <a:ext cx="457200" cy="381000"/>
              <a:chOff x="0" y="0"/>
              <a:chExt cx="457200" cy="381000"/>
            </a:xfrm>
          </p:grpSpPr>
          <p:sp>
            <p:nvSpPr>
              <p:cNvPr id="240" name="Shape 240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241" name="Shape 241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30</a:t>
                </a:r>
              </a:p>
            </p:txBody>
          </p:sp>
        </p:grpSp>
        <p:grpSp>
          <p:nvGrpSpPr>
            <p:cNvPr id="245" name="Group 245"/>
            <p:cNvGrpSpPr/>
            <p:nvPr/>
          </p:nvGrpSpPr>
          <p:grpSpPr>
            <a:xfrm>
              <a:off x="2286000" y="0"/>
              <a:ext cx="457200" cy="381000"/>
              <a:chOff x="0" y="0"/>
              <a:chExt cx="457200" cy="381000"/>
            </a:xfrm>
          </p:grpSpPr>
          <p:sp>
            <p:nvSpPr>
              <p:cNvPr id="243" name="Shape 243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244" name="Shape 244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25</a:t>
                </a:r>
              </a:p>
            </p:txBody>
          </p:sp>
        </p:grpSp>
        <p:grpSp>
          <p:nvGrpSpPr>
            <p:cNvPr id="248" name="Group 248"/>
            <p:cNvGrpSpPr/>
            <p:nvPr/>
          </p:nvGrpSpPr>
          <p:grpSpPr>
            <a:xfrm>
              <a:off x="2743200" y="0"/>
              <a:ext cx="457200" cy="381000"/>
              <a:chOff x="0" y="0"/>
              <a:chExt cx="457200" cy="381000"/>
            </a:xfrm>
          </p:grpSpPr>
          <p:sp>
            <p:nvSpPr>
              <p:cNvPr id="246" name="Shape 246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247" name="Shape 247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72</a:t>
                </a:r>
              </a:p>
            </p:txBody>
          </p:sp>
        </p:grpSp>
        <p:grpSp>
          <p:nvGrpSpPr>
            <p:cNvPr id="251" name="Group 251"/>
            <p:cNvGrpSpPr/>
            <p:nvPr/>
          </p:nvGrpSpPr>
          <p:grpSpPr>
            <a:xfrm>
              <a:off x="3200400" y="0"/>
              <a:ext cx="457200" cy="381000"/>
              <a:chOff x="0" y="0"/>
              <a:chExt cx="457200" cy="381000"/>
            </a:xfrm>
          </p:grpSpPr>
          <p:sp>
            <p:nvSpPr>
              <p:cNvPr id="249" name="Shape 249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250" name="Shape 250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</a:t>
                </a:r>
              </a:p>
            </p:txBody>
          </p:sp>
        </p:grpSp>
        <p:grpSp>
          <p:nvGrpSpPr>
            <p:cNvPr id="254" name="Group 254"/>
            <p:cNvGrpSpPr/>
            <p:nvPr/>
          </p:nvGrpSpPr>
          <p:grpSpPr>
            <a:xfrm>
              <a:off x="3657600" y="0"/>
              <a:ext cx="457200" cy="381000"/>
              <a:chOff x="0" y="0"/>
              <a:chExt cx="457200" cy="381000"/>
            </a:xfrm>
          </p:grpSpPr>
          <p:sp>
            <p:nvSpPr>
              <p:cNvPr id="252" name="Shape 252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253" name="Shape 253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20</a:t>
                </a:r>
              </a:p>
            </p:txBody>
          </p:sp>
        </p:grpSp>
        <p:grpSp>
          <p:nvGrpSpPr>
            <p:cNvPr id="257" name="Group 257"/>
            <p:cNvGrpSpPr/>
            <p:nvPr/>
          </p:nvGrpSpPr>
          <p:grpSpPr>
            <a:xfrm>
              <a:off x="4114800" y="0"/>
              <a:ext cx="457200" cy="381000"/>
              <a:chOff x="0" y="0"/>
              <a:chExt cx="457200" cy="381000"/>
            </a:xfrm>
          </p:grpSpPr>
          <p:sp>
            <p:nvSpPr>
              <p:cNvPr id="255" name="Shape 255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256" name="Shape 256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28</a:t>
                </a:r>
              </a:p>
            </p:txBody>
          </p:sp>
        </p:grpSp>
        <p:sp>
          <p:nvSpPr>
            <p:cNvPr id="258" name="Shape 258"/>
            <p:cNvSpPr/>
            <p:nvPr/>
          </p:nvSpPr>
          <p:spPr>
            <a:xfrm>
              <a:off x="1172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259" name="Shape 259"/>
            <p:cNvSpPr/>
            <p:nvPr/>
          </p:nvSpPr>
          <p:spPr>
            <a:xfrm>
              <a:off x="5871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260" name="Shape 260"/>
            <p:cNvSpPr/>
            <p:nvPr/>
          </p:nvSpPr>
          <p:spPr>
            <a:xfrm>
              <a:off x="10443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261" name="Shape 261"/>
            <p:cNvSpPr/>
            <p:nvPr/>
          </p:nvSpPr>
          <p:spPr>
            <a:xfrm>
              <a:off x="14427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262" name="Shape 262"/>
            <p:cNvSpPr/>
            <p:nvPr/>
          </p:nvSpPr>
          <p:spPr>
            <a:xfrm>
              <a:off x="19587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263" name="Shape 263"/>
            <p:cNvSpPr/>
            <p:nvPr/>
          </p:nvSpPr>
          <p:spPr>
            <a:xfrm>
              <a:off x="2415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264" name="Shape 264"/>
            <p:cNvSpPr/>
            <p:nvPr/>
          </p:nvSpPr>
          <p:spPr>
            <a:xfrm>
              <a:off x="2849319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265" name="Shape 265"/>
            <p:cNvSpPr/>
            <p:nvPr/>
          </p:nvSpPr>
          <p:spPr>
            <a:xfrm>
              <a:off x="3330331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266" name="Shape 266"/>
            <p:cNvSpPr/>
            <p:nvPr/>
          </p:nvSpPr>
          <p:spPr>
            <a:xfrm>
              <a:off x="3763719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267" name="Shape 267"/>
            <p:cNvSpPr/>
            <p:nvPr/>
          </p:nvSpPr>
          <p:spPr>
            <a:xfrm>
              <a:off x="42240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E658239B-B3B5-42CB-857B-FF3BE28B2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CONTANDO DESDE 0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 build="p" animBg="1" advAuto="0"/>
      <p:bldP spid="176" grpId="0" animBg="1" advAuto="0"/>
      <p:bldP spid="227" grpId="0" animBg="1" advAuto="0"/>
      <p:bldP spid="268" grpId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>
            <a:spLocks noGrp="1"/>
          </p:cNvSpPr>
          <p:nvPr>
            <p:ph type="body" idx="1"/>
          </p:nvPr>
        </p:nvSpPr>
        <p:spPr>
          <a:xfrm>
            <a:off x="381000" y="1700214"/>
            <a:ext cx="8574088" cy="411480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100000"/>
              </a:lnSpc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2850"/>
                </a:solidFill>
              </a:rPr>
              <a:t>Vector V de tamaño efectivo n</a:t>
            </a:r>
          </a:p>
          <a:p>
            <a:pPr marL="817562" lvl="1" indent="-285750">
              <a:lnSpc>
                <a:spcPct val="100000"/>
              </a:lnSpc>
              <a:spcBef>
                <a:spcPts val="7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V[0] es la raiz</a:t>
            </a:r>
          </a:p>
          <a:p>
            <a:pPr marL="817562" lvl="1" indent="-285750">
              <a:lnSpc>
                <a:spcPct val="100000"/>
              </a:lnSpc>
              <a:spcBef>
                <a:spcPts val="7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Dado un nodo V[i]</a:t>
            </a:r>
          </a:p>
          <a:p>
            <a:pPr marL="1143000" lvl="2" indent="-228600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i="1">
                <a:solidFill>
                  <a:srgbClr val="002850"/>
                </a:solidFill>
              </a:rPr>
              <a:t>Si 2i+1 &lt; n, V[2i+1] es el hijo izq</a:t>
            </a:r>
          </a:p>
          <a:p>
            <a:pPr marL="1143000" lvl="2" indent="-228600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i="1">
                <a:solidFill>
                  <a:srgbClr val="002850"/>
                </a:solidFill>
              </a:rPr>
              <a:t>Si 2i+2 &lt; n, V[2i+2] es el hijo der</a:t>
            </a:r>
          </a:p>
          <a:p>
            <a:pPr marL="1143000" lvl="2" indent="-228600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i="1">
                <a:solidFill>
                  <a:srgbClr val="002850"/>
                </a:solidFill>
              </a:rPr>
              <a:t>Si i != 0, v[(i-1)/2] es el padre</a:t>
            </a:r>
          </a:p>
          <a:p>
            <a:pPr marL="817562" lvl="1" indent="-285750">
              <a:lnSpc>
                <a:spcPct val="100000"/>
              </a:lnSpc>
              <a:spcBef>
                <a:spcPts val="7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Si es heap</a:t>
            </a:r>
          </a:p>
        </p:txBody>
      </p:sp>
      <p:pic>
        <p:nvPicPr>
          <p:cNvPr id="272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2218545" y="5374182"/>
            <a:ext cx="5162862" cy="440833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AF75BEE-2004-41C9-902D-901EDCEB2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REGLAS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2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" grpId="0" build="p" animBg="1" advAuto="0"/>
      <p:bldP spid="272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275"/>
          <p:cNvSpPr>
            <a:spLocks noGrp="1"/>
          </p:cNvSpPr>
          <p:nvPr>
            <p:ph type="body" idx="1"/>
          </p:nvPr>
        </p:nvSpPr>
        <p:spPr>
          <a:xfrm>
            <a:off x="685799" y="1582737"/>
            <a:ext cx="7772401" cy="18462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98648" indent="-298648">
              <a:lnSpc>
                <a:spcPct val="100000"/>
              </a:lnSpc>
              <a:spcBef>
                <a:spcPts val="7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02850"/>
                </a:solidFill>
              </a:rPr>
              <a:t>Tipo de Dato</a:t>
            </a:r>
          </a:p>
          <a:p>
            <a:pPr marL="700767" lvl="1" indent="-243567">
              <a:lnSpc>
                <a:spcPct val="100000"/>
              </a:lnSpc>
              <a:spcBef>
                <a:spcPts val="6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Necesitamos</a:t>
            </a:r>
            <a:r>
              <a:rPr sz="2400" dirty="0">
                <a:solidFill>
                  <a:srgbClr val="002850"/>
                </a:solidFill>
              </a:rPr>
              <a:t> un </a:t>
            </a:r>
            <a:r>
              <a:rPr sz="2400" dirty="0" err="1">
                <a:solidFill>
                  <a:srgbClr val="002850"/>
                </a:solidFill>
              </a:rPr>
              <a:t>arreglo</a:t>
            </a:r>
            <a:endParaRPr sz="2400" dirty="0">
              <a:solidFill>
                <a:srgbClr val="002850"/>
              </a:solidFill>
            </a:endParaRPr>
          </a:p>
          <a:p>
            <a:pPr marL="700767" lvl="1" indent="-243567">
              <a:lnSpc>
                <a:spcPct val="100000"/>
              </a:lnSpc>
              <a:spcBef>
                <a:spcPts val="6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Llevar</a:t>
            </a:r>
            <a:r>
              <a:rPr sz="2400" dirty="0">
                <a:solidFill>
                  <a:srgbClr val="002850"/>
                </a:solidFill>
              </a:rPr>
              <a:t> el </a:t>
            </a:r>
            <a:r>
              <a:rPr sz="2400" dirty="0" err="1">
                <a:solidFill>
                  <a:srgbClr val="002850"/>
                </a:solidFill>
              </a:rPr>
              <a:t>tamaño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efectivo</a:t>
            </a:r>
            <a:endParaRPr sz="2400" dirty="0">
              <a:solidFill>
                <a:srgbClr val="002850"/>
              </a:solidFill>
            </a:endParaRPr>
          </a:p>
          <a:p>
            <a:pPr marL="700767" lvl="1" indent="-243567">
              <a:lnSpc>
                <a:spcPct val="100000"/>
              </a:lnSpc>
              <a:spcBef>
                <a:spcPts val="6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Llevar</a:t>
            </a:r>
            <a:r>
              <a:rPr sz="2400" dirty="0">
                <a:solidFill>
                  <a:srgbClr val="002850"/>
                </a:solidFill>
              </a:rPr>
              <a:t> el </a:t>
            </a:r>
            <a:r>
              <a:rPr sz="2400" dirty="0" err="1">
                <a:solidFill>
                  <a:srgbClr val="002850"/>
                </a:solidFill>
              </a:rPr>
              <a:t>máximo</a:t>
            </a:r>
            <a:r>
              <a:rPr sz="2400" dirty="0">
                <a:solidFill>
                  <a:srgbClr val="002850"/>
                </a:solidFill>
              </a:rPr>
              <a:t> del </a:t>
            </a:r>
            <a:r>
              <a:rPr sz="2400" dirty="0" err="1">
                <a:solidFill>
                  <a:srgbClr val="002850"/>
                </a:solidFill>
              </a:rPr>
              <a:t>arreglo</a:t>
            </a:r>
            <a:endParaRPr sz="2400" dirty="0">
              <a:solidFill>
                <a:srgbClr val="002850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A75E7F2-7594-4A95-BD9C-12CD27F09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DECLARACION: TDA HEAP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A1B07DB-F86B-4000-9427-C7F771901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314" y="3857546"/>
            <a:ext cx="5591175" cy="178117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" grpId="0" build="p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279"/>
          <p:cNvSpPr>
            <a:spLocks noGrp="1"/>
          </p:cNvSpPr>
          <p:nvPr>
            <p:ph type="body" idx="1"/>
          </p:nvPr>
        </p:nvSpPr>
        <p:spPr>
          <a:xfrm>
            <a:off x="457200" y="2071687"/>
            <a:ext cx="8229600" cy="4929188"/>
          </a:xfrm>
          <a:prstGeom prst="rect">
            <a:avLst/>
          </a:prstGeom>
        </p:spPr>
        <p:txBody>
          <a:bodyPr vert="horz" lIns="45719" tIns="45719" rIns="45719" bIns="45719" rtlCol="0">
            <a:normAutofit/>
          </a:bodyPr>
          <a:lstStyle/>
          <a:p>
            <a:pPr marL="255984" indent="-255984"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u="sng">
                <a:solidFill>
                  <a:srgbClr val="002850"/>
                </a:solidFill>
              </a:rPr>
              <a:t>Desencolar y Encolar</a:t>
            </a:r>
          </a:p>
          <a:p>
            <a:pPr marL="660173" lvl="1" indent="-202973"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Desencolar: Extraer el elemento mas grande/pequeño del heap(la raiz)‏</a:t>
            </a:r>
          </a:p>
          <a:p>
            <a:pPr marL="660173" lvl="1" indent="-202973"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Encolar: Insertar un valor al heap y ubicarlo en la posicion correcta</a:t>
            </a:r>
          </a:p>
          <a:p>
            <a:pPr marL="255984" indent="-255984"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u="sng">
                <a:solidFill>
                  <a:srgbClr val="002850"/>
                </a:solidFill>
              </a:rPr>
              <a:t>HeapSort</a:t>
            </a:r>
          </a:p>
          <a:p>
            <a:pPr marL="660173" lvl="1" indent="-202973"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Dado un Heap permite generar un arreglo/lista ordenado</a:t>
            </a:r>
          </a:p>
          <a:p>
            <a:pPr marL="255984" indent="-255984"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u="sng">
                <a:solidFill>
                  <a:srgbClr val="002850"/>
                </a:solidFill>
              </a:rPr>
              <a:t>Operaciones Adicionales</a:t>
            </a:r>
          </a:p>
          <a:p>
            <a:pPr marL="660173" lvl="1" indent="-202973"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u="sng">
                <a:solidFill>
                  <a:srgbClr val="002850"/>
                </a:solidFill>
              </a:rPr>
              <a:t>Ajustar</a:t>
            </a:r>
          </a:p>
          <a:p>
            <a:pPr marL="1085850" lvl="2" indent="-171450"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>
                <a:solidFill>
                  <a:srgbClr val="002850"/>
                </a:solidFill>
              </a:rPr>
              <a:t>Reestablece la propiedad de orden de un subheap hacia abajo</a:t>
            </a:r>
          </a:p>
          <a:p>
            <a:pPr marL="1085850" lvl="2" indent="-171450"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>
                <a:solidFill>
                  <a:srgbClr val="002850"/>
                </a:solidFill>
              </a:rPr>
              <a:t>No a todo el arbol!</a:t>
            </a:r>
          </a:p>
          <a:p>
            <a:pPr marL="660173" lvl="1" indent="-202973"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u="sng">
                <a:solidFill>
                  <a:srgbClr val="002850"/>
                </a:solidFill>
              </a:rPr>
              <a:t>Construir_heap</a:t>
            </a:r>
          </a:p>
          <a:p>
            <a:pPr marL="1085850" lvl="2" indent="-171450"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>
                <a:solidFill>
                  <a:srgbClr val="002850"/>
                </a:solidFill>
              </a:rPr>
              <a:t>Dado un arreglo que no representa un heap</a:t>
            </a:r>
          </a:p>
          <a:p>
            <a:pPr marL="1085850" lvl="2" indent="-171450"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>
                <a:solidFill>
                  <a:srgbClr val="002850"/>
                </a:solidFill>
              </a:rPr>
              <a:t>Arregla el arreglo y lo convierte en un Heap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4181141-FA84-44D1-8BAA-8ED9CED98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OPERACIONES BASICAS: TDA HEAP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2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2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2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2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2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2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2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" grpId="0" build="p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>
            <a:spLocks noGrp="1"/>
          </p:cNvSpPr>
          <p:nvPr>
            <p:ph type="body" idx="1"/>
          </p:nvPr>
        </p:nvSpPr>
        <p:spPr>
          <a:xfrm>
            <a:off x="152399" y="1905000"/>
            <a:ext cx="4572002" cy="48974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191988" indent="-191988">
              <a:lnSpc>
                <a:spcPct val="160000"/>
              </a:lnSpc>
              <a:spcBef>
                <a:spcPts val="4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lang="en-US" sz="1800" b="1" dirty="0">
                <a:solidFill>
                  <a:srgbClr val="002060"/>
                </a:solidFill>
              </a:rPr>
              <a:t>public</a:t>
            </a:r>
            <a:r>
              <a:rPr lang="en-US" sz="1800" b="1" dirty="0"/>
              <a:t> </a:t>
            </a:r>
            <a:r>
              <a:rPr b="1" dirty="0" err="1">
                <a:solidFill>
                  <a:srgbClr val="002850"/>
                </a:solidFill>
              </a:rPr>
              <a:t>int</a:t>
            </a:r>
            <a:r>
              <a:rPr b="1" dirty="0">
                <a:solidFill>
                  <a:srgbClr val="002850"/>
                </a:solidFill>
              </a:rPr>
              <a:t> </a:t>
            </a:r>
            <a:r>
              <a:rPr b="1" dirty="0" err="1">
                <a:solidFill>
                  <a:srgbClr val="002850"/>
                </a:solidFill>
              </a:rPr>
              <a:t>posIzq</a:t>
            </a:r>
            <a:r>
              <a:rPr b="1" dirty="0">
                <a:solidFill>
                  <a:srgbClr val="002850"/>
                </a:solidFill>
              </a:rPr>
              <a:t>(</a:t>
            </a:r>
            <a:r>
              <a:rPr b="1" dirty="0" err="1">
                <a:solidFill>
                  <a:srgbClr val="002850"/>
                </a:solidFill>
              </a:rPr>
              <a:t>int</a:t>
            </a:r>
            <a:r>
              <a:rPr b="1" dirty="0">
                <a:solidFill>
                  <a:srgbClr val="002850"/>
                </a:solidFill>
              </a:rPr>
              <a:t> </a:t>
            </a:r>
            <a:r>
              <a:rPr b="1" dirty="0" err="1">
                <a:solidFill>
                  <a:srgbClr val="002850"/>
                </a:solidFill>
              </a:rPr>
              <a:t>i</a:t>
            </a:r>
            <a:r>
              <a:rPr b="1" dirty="0">
                <a:solidFill>
                  <a:srgbClr val="002850"/>
                </a:solidFill>
              </a:rPr>
              <a:t>);</a:t>
            </a:r>
          </a:p>
          <a:p>
            <a:pPr marL="695098" lvl="1" indent="-163285">
              <a:lnSpc>
                <a:spcPct val="16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1600" dirty="0" err="1">
                <a:solidFill>
                  <a:srgbClr val="002850"/>
                </a:solidFill>
              </a:rPr>
              <a:t>Retorna</a:t>
            </a:r>
            <a:r>
              <a:rPr sz="1600" dirty="0">
                <a:solidFill>
                  <a:srgbClr val="002850"/>
                </a:solidFill>
              </a:rPr>
              <a:t> el </a:t>
            </a:r>
            <a:r>
              <a:rPr sz="1600" dirty="0" err="1">
                <a:solidFill>
                  <a:srgbClr val="002850"/>
                </a:solidFill>
              </a:rPr>
              <a:t>indice</a:t>
            </a:r>
            <a:r>
              <a:rPr sz="1600" dirty="0">
                <a:solidFill>
                  <a:srgbClr val="002850"/>
                </a:solidFill>
              </a:rPr>
              <a:t> del </a:t>
            </a:r>
            <a:r>
              <a:rPr sz="1600" dirty="0" err="1">
                <a:solidFill>
                  <a:srgbClr val="002850"/>
                </a:solidFill>
              </a:rPr>
              <a:t>nodo</a:t>
            </a:r>
            <a:r>
              <a:rPr sz="1600" dirty="0">
                <a:solidFill>
                  <a:srgbClr val="002850"/>
                </a:solidFill>
              </a:rPr>
              <a:t> </a:t>
            </a:r>
            <a:r>
              <a:rPr sz="1600" dirty="0" err="1">
                <a:solidFill>
                  <a:srgbClr val="002850"/>
                </a:solidFill>
              </a:rPr>
              <a:t>izq</a:t>
            </a:r>
            <a:r>
              <a:rPr sz="1600" dirty="0">
                <a:solidFill>
                  <a:srgbClr val="002850"/>
                </a:solidFill>
              </a:rPr>
              <a:t> de </a:t>
            </a:r>
            <a:r>
              <a:rPr sz="1600" dirty="0" err="1">
                <a:solidFill>
                  <a:srgbClr val="002850"/>
                </a:solidFill>
              </a:rPr>
              <a:t>i</a:t>
            </a:r>
            <a:endParaRPr sz="1600" dirty="0">
              <a:solidFill>
                <a:srgbClr val="002850"/>
              </a:solidFill>
            </a:endParaRPr>
          </a:p>
          <a:p>
            <a:pPr marL="695098" lvl="1" indent="-163285">
              <a:lnSpc>
                <a:spcPct val="16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1600" dirty="0">
                <a:solidFill>
                  <a:srgbClr val="002850"/>
                </a:solidFill>
              </a:rPr>
              <a:t>Si no </a:t>
            </a:r>
            <a:r>
              <a:rPr sz="1600" dirty="0" err="1">
                <a:solidFill>
                  <a:srgbClr val="002850"/>
                </a:solidFill>
              </a:rPr>
              <a:t>cumple</a:t>
            </a:r>
            <a:r>
              <a:rPr sz="1600" dirty="0">
                <a:solidFill>
                  <a:srgbClr val="002850"/>
                </a:solidFill>
              </a:rPr>
              <a:t> las </a:t>
            </a:r>
            <a:r>
              <a:rPr sz="1600" dirty="0" err="1">
                <a:solidFill>
                  <a:srgbClr val="002850"/>
                </a:solidFill>
              </a:rPr>
              <a:t>reglas</a:t>
            </a:r>
            <a:r>
              <a:rPr sz="1600" dirty="0">
                <a:solidFill>
                  <a:srgbClr val="002850"/>
                </a:solidFill>
              </a:rPr>
              <a:t>, </a:t>
            </a:r>
            <a:r>
              <a:rPr sz="1600" dirty="0" err="1">
                <a:solidFill>
                  <a:srgbClr val="002850"/>
                </a:solidFill>
              </a:rPr>
              <a:t>retorna</a:t>
            </a:r>
            <a:r>
              <a:rPr sz="1600" dirty="0">
                <a:solidFill>
                  <a:srgbClr val="002850"/>
                </a:solidFill>
              </a:rPr>
              <a:t> -1</a:t>
            </a:r>
          </a:p>
          <a:p>
            <a:pPr marL="191988" indent="-191988">
              <a:lnSpc>
                <a:spcPct val="160000"/>
              </a:lnSpc>
              <a:spcBef>
                <a:spcPts val="4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rgbClr val="002060"/>
                </a:solidFill>
              </a:rPr>
              <a:t>public</a:t>
            </a:r>
            <a:r>
              <a:rPr lang="en-US" b="1" dirty="0"/>
              <a:t> </a:t>
            </a:r>
            <a:r>
              <a:rPr b="1" dirty="0" err="1">
                <a:solidFill>
                  <a:srgbClr val="002850"/>
                </a:solidFill>
              </a:rPr>
              <a:t>int</a:t>
            </a:r>
            <a:r>
              <a:rPr b="1" dirty="0">
                <a:solidFill>
                  <a:srgbClr val="002850"/>
                </a:solidFill>
              </a:rPr>
              <a:t> </a:t>
            </a:r>
            <a:r>
              <a:rPr b="1" dirty="0" err="1">
                <a:solidFill>
                  <a:srgbClr val="002850"/>
                </a:solidFill>
              </a:rPr>
              <a:t>posDer</a:t>
            </a:r>
            <a:r>
              <a:rPr b="1" dirty="0">
                <a:solidFill>
                  <a:srgbClr val="002850"/>
                </a:solidFill>
              </a:rPr>
              <a:t>(</a:t>
            </a:r>
            <a:r>
              <a:rPr b="1" dirty="0" err="1">
                <a:solidFill>
                  <a:srgbClr val="002850"/>
                </a:solidFill>
              </a:rPr>
              <a:t>int</a:t>
            </a:r>
            <a:r>
              <a:rPr b="1" dirty="0">
                <a:solidFill>
                  <a:srgbClr val="002850"/>
                </a:solidFill>
              </a:rPr>
              <a:t> </a:t>
            </a:r>
            <a:r>
              <a:rPr b="1" dirty="0" err="1">
                <a:solidFill>
                  <a:srgbClr val="002850"/>
                </a:solidFill>
              </a:rPr>
              <a:t>i</a:t>
            </a:r>
            <a:r>
              <a:rPr b="1" dirty="0">
                <a:solidFill>
                  <a:srgbClr val="002850"/>
                </a:solidFill>
              </a:rPr>
              <a:t>);</a:t>
            </a:r>
          </a:p>
          <a:p>
            <a:pPr marL="695098" lvl="1" indent="-163285">
              <a:lnSpc>
                <a:spcPct val="16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1600" dirty="0" err="1">
                <a:solidFill>
                  <a:srgbClr val="002850"/>
                </a:solidFill>
              </a:rPr>
              <a:t>Retorna</a:t>
            </a:r>
            <a:r>
              <a:rPr sz="1600" dirty="0">
                <a:solidFill>
                  <a:srgbClr val="002850"/>
                </a:solidFill>
              </a:rPr>
              <a:t> el </a:t>
            </a:r>
            <a:r>
              <a:rPr sz="1600" dirty="0" err="1">
                <a:solidFill>
                  <a:srgbClr val="002850"/>
                </a:solidFill>
              </a:rPr>
              <a:t>índice</a:t>
            </a:r>
            <a:r>
              <a:rPr sz="1600" dirty="0">
                <a:solidFill>
                  <a:srgbClr val="002850"/>
                </a:solidFill>
              </a:rPr>
              <a:t> del </a:t>
            </a:r>
            <a:r>
              <a:rPr sz="1600" dirty="0" err="1">
                <a:solidFill>
                  <a:srgbClr val="002850"/>
                </a:solidFill>
              </a:rPr>
              <a:t>nodo</a:t>
            </a:r>
            <a:r>
              <a:rPr sz="1600" dirty="0">
                <a:solidFill>
                  <a:srgbClr val="002850"/>
                </a:solidFill>
              </a:rPr>
              <a:t> der de </a:t>
            </a:r>
            <a:r>
              <a:rPr sz="1600" dirty="0" err="1">
                <a:solidFill>
                  <a:srgbClr val="002850"/>
                </a:solidFill>
              </a:rPr>
              <a:t>i</a:t>
            </a:r>
            <a:endParaRPr sz="1600" dirty="0">
              <a:solidFill>
                <a:srgbClr val="002850"/>
              </a:solidFill>
            </a:endParaRPr>
          </a:p>
          <a:p>
            <a:pPr marL="695098" lvl="1" indent="-163285">
              <a:lnSpc>
                <a:spcPct val="16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1600" dirty="0">
                <a:solidFill>
                  <a:srgbClr val="002850"/>
                </a:solidFill>
              </a:rPr>
              <a:t>Si no </a:t>
            </a:r>
            <a:r>
              <a:rPr sz="1600" dirty="0" err="1">
                <a:solidFill>
                  <a:srgbClr val="002850"/>
                </a:solidFill>
              </a:rPr>
              <a:t>cumple</a:t>
            </a:r>
            <a:r>
              <a:rPr sz="1600" dirty="0">
                <a:solidFill>
                  <a:srgbClr val="002850"/>
                </a:solidFill>
              </a:rPr>
              <a:t> las </a:t>
            </a:r>
            <a:r>
              <a:rPr sz="1600" dirty="0" err="1">
                <a:solidFill>
                  <a:srgbClr val="002850"/>
                </a:solidFill>
              </a:rPr>
              <a:t>reglas</a:t>
            </a:r>
            <a:r>
              <a:rPr sz="1600" dirty="0">
                <a:solidFill>
                  <a:srgbClr val="002850"/>
                </a:solidFill>
              </a:rPr>
              <a:t>, </a:t>
            </a:r>
            <a:r>
              <a:rPr sz="1600" dirty="0" err="1">
                <a:solidFill>
                  <a:srgbClr val="002850"/>
                </a:solidFill>
              </a:rPr>
              <a:t>retorna</a:t>
            </a:r>
            <a:r>
              <a:rPr sz="1600" dirty="0">
                <a:solidFill>
                  <a:srgbClr val="002850"/>
                </a:solidFill>
              </a:rPr>
              <a:t> -1</a:t>
            </a:r>
          </a:p>
          <a:p>
            <a:pPr marL="191988" indent="-191988">
              <a:lnSpc>
                <a:spcPct val="160000"/>
              </a:lnSpc>
              <a:spcBef>
                <a:spcPts val="4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rgbClr val="002060"/>
                </a:solidFill>
              </a:rPr>
              <a:t>public</a:t>
            </a:r>
            <a:r>
              <a:rPr lang="en-US" b="1" dirty="0">
                <a:solidFill>
                  <a:srgbClr val="002850"/>
                </a:solidFill>
              </a:rPr>
              <a:t> </a:t>
            </a:r>
            <a:r>
              <a:rPr b="1" dirty="0" err="1">
                <a:solidFill>
                  <a:srgbClr val="002850"/>
                </a:solidFill>
              </a:rPr>
              <a:t>int</a:t>
            </a:r>
            <a:r>
              <a:rPr b="1" dirty="0">
                <a:solidFill>
                  <a:srgbClr val="002850"/>
                </a:solidFill>
              </a:rPr>
              <a:t> </a:t>
            </a:r>
            <a:r>
              <a:rPr b="1" dirty="0" err="1">
                <a:solidFill>
                  <a:srgbClr val="002850"/>
                </a:solidFill>
              </a:rPr>
              <a:t>posPadre</a:t>
            </a:r>
            <a:r>
              <a:rPr b="1" dirty="0">
                <a:solidFill>
                  <a:srgbClr val="002850"/>
                </a:solidFill>
              </a:rPr>
              <a:t>(</a:t>
            </a:r>
            <a:r>
              <a:rPr b="1" dirty="0" err="1">
                <a:solidFill>
                  <a:srgbClr val="002850"/>
                </a:solidFill>
              </a:rPr>
              <a:t>int</a:t>
            </a:r>
            <a:r>
              <a:rPr b="1" dirty="0">
                <a:solidFill>
                  <a:srgbClr val="002850"/>
                </a:solidFill>
              </a:rPr>
              <a:t> </a:t>
            </a:r>
            <a:r>
              <a:rPr b="1" dirty="0" err="1">
                <a:solidFill>
                  <a:srgbClr val="002850"/>
                </a:solidFill>
              </a:rPr>
              <a:t>i</a:t>
            </a:r>
            <a:r>
              <a:rPr b="1" dirty="0">
                <a:solidFill>
                  <a:srgbClr val="002850"/>
                </a:solidFill>
              </a:rPr>
              <a:t>);</a:t>
            </a:r>
          </a:p>
          <a:p>
            <a:pPr marL="695098" lvl="1" indent="-163285">
              <a:lnSpc>
                <a:spcPct val="15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1600" dirty="0" err="1">
                <a:solidFill>
                  <a:srgbClr val="002850"/>
                </a:solidFill>
              </a:rPr>
              <a:t>Retorna</a:t>
            </a:r>
            <a:r>
              <a:rPr sz="1600" dirty="0">
                <a:solidFill>
                  <a:srgbClr val="002850"/>
                </a:solidFill>
              </a:rPr>
              <a:t> el </a:t>
            </a:r>
            <a:r>
              <a:rPr sz="1600" dirty="0" err="1">
                <a:solidFill>
                  <a:srgbClr val="002850"/>
                </a:solidFill>
              </a:rPr>
              <a:t>índice</a:t>
            </a:r>
            <a:r>
              <a:rPr sz="1600" dirty="0">
                <a:solidFill>
                  <a:srgbClr val="002850"/>
                </a:solidFill>
              </a:rPr>
              <a:t> del </a:t>
            </a:r>
            <a:r>
              <a:rPr sz="1600" dirty="0" err="1">
                <a:solidFill>
                  <a:srgbClr val="002850"/>
                </a:solidFill>
              </a:rPr>
              <a:t>nodo</a:t>
            </a:r>
            <a:r>
              <a:rPr sz="1600" dirty="0">
                <a:solidFill>
                  <a:srgbClr val="002850"/>
                </a:solidFill>
              </a:rPr>
              <a:t> padre de </a:t>
            </a:r>
            <a:r>
              <a:rPr sz="1600" dirty="0" err="1">
                <a:solidFill>
                  <a:srgbClr val="002850"/>
                </a:solidFill>
              </a:rPr>
              <a:t>i</a:t>
            </a:r>
            <a:endParaRPr sz="1600" dirty="0">
              <a:solidFill>
                <a:srgbClr val="002850"/>
              </a:solidFill>
            </a:endParaRPr>
          </a:p>
          <a:p>
            <a:pPr marL="695098" lvl="1" indent="-163285">
              <a:lnSpc>
                <a:spcPct val="15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1600" dirty="0">
                <a:solidFill>
                  <a:srgbClr val="002850"/>
                </a:solidFill>
              </a:rPr>
              <a:t>Si no </a:t>
            </a:r>
            <a:r>
              <a:rPr sz="1600" dirty="0" err="1">
                <a:solidFill>
                  <a:srgbClr val="002850"/>
                </a:solidFill>
              </a:rPr>
              <a:t>cumple</a:t>
            </a:r>
            <a:r>
              <a:rPr sz="1600" dirty="0">
                <a:solidFill>
                  <a:srgbClr val="002850"/>
                </a:solidFill>
              </a:rPr>
              <a:t> las </a:t>
            </a:r>
            <a:r>
              <a:rPr sz="1600" dirty="0" err="1">
                <a:solidFill>
                  <a:srgbClr val="002850"/>
                </a:solidFill>
              </a:rPr>
              <a:t>reglas</a:t>
            </a:r>
            <a:r>
              <a:rPr sz="1600" dirty="0">
                <a:solidFill>
                  <a:srgbClr val="002850"/>
                </a:solidFill>
              </a:rPr>
              <a:t>, </a:t>
            </a:r>
            <a:r>
              <a:rPr sz="1600" dirty="0" err="1">
                <a:solidFill>
                  <a:srgbClr val="002850"/>
                </a:solidFill>
              </a:rPr>
              <a:t>retorna</a:t>
            </a:r>
            <a:r>
              <a:rPr sz="1600" dirty="0">
                <a:solidFill>
                  <a:srgbClr val="002850"/>
                </a:solidFill>
              </a:rPr>
              <a:t> -1 </a:t>
            </a:r>
          </a:p>
        </p:txBody>
      </p:sp>
      <p:sp>
        <p:nvSpPr>
          <p:cNvPr id="283" name="Shape 283"/>
          <p:cNvSpPr/>
          <p:nvPr/>
        </p:nvSpPr>
        <p:spPr>
          <a:xfrm>
            <a:off x="4724403" y="1905000"/>
            <a:ext cx="4572001" cy="251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6799" tIns="46799" rIns="46799" bIns="46799">
            <a:spAutoFit/>
          </a:bodyPr>
          <a:lstStyle/>
          <a:p>
            <a:pPr marL="255984" indent="-255984">
              <a:lnSpc>
                <a:spcPct val="150000"/>
              </a:lnSpc>
              <a:spcBef>
                <a:spcPts val="400"/>
              </a:spcBef>
              <a:buClr>
                <a:srgbClr val="008080"/>
              </a:buClr>
              <a:buSzPct val="80000"/>
              <a:buFont typeface="Wingdings"/>
              <a:buChar char="▯"/>
              <a:tabLst>
                <a:tab pos="330200" algn="l"/>
                <a:tab pos="1244600" algn="l"/>
                <a:tab pos="2159000" algn="l"/>
                <a:tab pos="3073400" algn="l"/>
                <a:tab pos="3987800" algn="l"/>
                <a:tab pos="4902200" algn="l"/>
                <a:tab pos="5816600" algn="l"/>
                <a:tab pos="6731000" algn="l"/>
                <a:tab pos="7645400" algn="l"/>
                <a:tab pos="8559800" algn="l"/>
                <a:tab pos="9474200" algn="l"/>
                <a:tab pos="10388600" algn="l"/>
              </a:tabLst>
              <a:defRPr sz="1800"/>
            </a:pPr>
            <a:r>
              <a:rPr b="1" dirty="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public Heap(</a:t>
            </a:r>
            <a:r>
              <a:rPr b="1" dirty="0" err="1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int</a:t>
            </a:r>
            <a:r>
              <a:rPr b="1" dirty="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b="1" dirty="0" err="1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tmax</a:t>
            </a:r>
            <a:r>
              <a:rPr b="1" dirty="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, </a:t>
            </a:r>
            <a:r>
              <a:rPr b="1" dirty="0" err="1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TipoOrden</a:t>
            </a:r>
            <a:r>
              <a:rPr b="1" dirty="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 t);</a:t>
            </a:r>
          </a:p>
          <a:p>
            <a:pPr marL="646641" lvl="1" indent="-189441">
              <a:lnSpc>
                <a:spcPct val="150000"/>
              </a:lnSpc>
              <a:spcBef>
                <a:spcPts val="4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330200" algn="l"/>
                <a:tab pos="1244600" algn="l"/>
                <a:tab pos="2159000" algn="l"/>
                <a:tab pos="3073400" algn="l"/>
                <a:tab pos="3987800" algn="l"/>
                <a:tab pos="4902200" algn="l"/>
                <a:tab pos="5816600" algn="l"/>
                <a:tab pos="6731000" algn="l"/>
                <a:tab pos="7645400" algn="l"/>
                <a:tab pos="8559800" algn="l"/>
                <a:tab pos="9474200" algn="l"/>
                <a:tab pos="10388600" algn="l"/>
              </a:tabLst>
              <a:defRPr sz="1800"/>
            </a:pPr>
            <a:r>
              <a:rPr sz="1600" dirty="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Constructor de un heap, </a:t>
            </a:r>
            <a:r>
              <a:rPr sz="1600" dirty="0" err="1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inicializa</a:t>
            </a:r>
            <a:r>
              <a:rPr sz="1600" dirty="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 para </a:t>
            </a:r>
            <a:r>
              <a:rPr sz="1600" dirty="0" err="1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tener</a:t>
            </a:r>
            <a:r>
              <a:rPr sz="1600" dirty="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 un </a:t>
            </a:r>
            <a:r>
              <a:rPr sz="1600" dirty="0" err="1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tamaño</a:t>
            </a:r>
            <a:r>
              <a:rPr sz="1600" dirty="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sz="1600" dirty="0" err="1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maximo</a:t>
            </a:r>
            <a:r>
              <a:rPr sz="1600" dirty="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sz="1600" dirty="0" err="1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tmax</a:t>
            </a:r>
            <a:r>
              <a:rPr sz="1600" dirty="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 y un </a:t>
            </a:r>
            <a:r>
              <a:rPr sz="1600" dirty="0" err="1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orden</a:t>
            </a:r>
            <a:r>
              <a:rPr sz="1600" dirty="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 t(</a:t>
            </a:r>
            <a:r>
              <a:rPr sz="1600" dirty="0" err="1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ascendente</a:t>
            </a:r>
            <a:r>
              <a:rPr sz="1600" dirty="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 o </a:t>
            </a:r>
            <a:r>
              <a:rPr sz="1600" dirty="0" err="1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descendente</a:t>
            </a:r>
            <a:r>
              <a:rPr sz="1600" dirty="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)‏</a:t>
            </a:r>
          </a:p>
          <a:p>
            <a:pPr marL="255984" indent="-255984">
              <a:lnSpc>
                <a:spcPct val="150000"/>
              </a:lnSpc>
              <a:spcBef>
                <a:spcPts val="400"/>
              </a:spcBef>
              <a:buClr>
                <a:srgbClr val="008080"/>
              </a:buClr>
              <a:buSzPct val="80000"/>
              <a:buFont typeface="Wingdings"/>
              <a:buChar char="▯"/>
              <a:tabLst>
                <a:tab pos="330200" algn="l"/>
                <a:tab pos="1244600" algn="l"/>
                <a:tab pos="2159000" algn="l"/>
                <a:tab pos="3073400" algn="l"/>
                <a:tab pos="3987800" algn="l"/>
                <a:tab pos="4902200" algn="l"/>
                <a:tab pos="5816600" algn="l"/>
                <a:tab pos="6731000" algn="l"/>
                <a:tab pos="7645400" algn="l"/>
                <a:tab pos="8559800" algn="l"/>
                <a:tab pos="9474200" algn="l"/>
                <a:tab pos="10388600" algn="l"/>
              </a:tabLst>
              <a:defRPr sz="1800"/>
            </a:pPr>
            <a:r>
              <a:rPr b="1" dirty="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bool </a:t>
            </a:r>
            <a:r>
              <a:rPr b="1" dirty="0" err="1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estaVacio</a:t>
            </a:r>
            <a:r>
              <a:rPr b="1" dirty="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();</a:t>
            </a:r>
          </a:p>
          <a:p>
            <a:pPr marL="646641" lvl="1" indent="-189441">
              <a:lnSpc>
                <a:spcPct val="150000"/>
              </a:lnSpc>
              <a:spcBef>
                <a:spcPts val="4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330200" algn="l"/>
                <a:tab pos="1244600" algn="l"/>
                <a:tab pos="2159000" algn="l"/>
                <a:tab pos="3073400" algn="l"/>
                <a:tab pos="3987800" algn="l"/>
                <a:tab pos="4902200" algn="l"/>
                <a:tab pos="5816600" algn="l"/>
                <a:tab pos="6731000" algn="l"/>
                <a:tab pos="7645400" algn="l"/>
                <a:tab pos="8559800" algn="l"/>
                <a:tab pos="9474200" algn="l"/>
                <a:tab pos="10388600" algn="l"/>
              </a:tabLst>
              <a:defRPr sz="1800"/>
            </a:pPr>
            <a:r>
              <a:rPr sz="1600" dirty="0" err="1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Recibe</a:t>
            </a:r>
            <a:r>
              <a:rPr sz="1600" dirty="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 un Heap y </a:t>
            </a:r>
            <a:r>
              <a:rPr sz="1600" dirty="0" err="1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determina</a:t>
            </a:r>
            <a:r>
              <a:rPr sz="1600" dirty="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sz="1600" dirty="0" err="1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si</a:t>
            </a:r>
            <a:r>
              <a:rPr sz="1600" dirty="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sz="1600" dirty="0" err="1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esta</a:t>
            </a:r>
            <a:r>
              <a:rPr sz="1600" dirty="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sz="1600" dirty="0" err="1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Vacio</a:t>
            </a:r>
            <a:endParaRPr sz="1600" dirty="0">
              <a:solidFill>
                <a:srgbClr val="00285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88E45A8-E4A4-4B4B-8741-A3BD0A37E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MAS OPERACIONES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2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2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28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8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" grpId="0" build="p" animBg="1" advAuto="0"/>
      <p:bldP spid="283" grpId="0" build="p" bldLvl="5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>
            <a:spLocks noGrp="1"/>
          </p:cNvSpPr>
          <p:nvPr>
            <p:ph type="body" idx="1"/>
          </p:nvPr>
        </p:nvSpPr>
        <p:spPr>
          <a:xfrm>
            <a:off x="609600" y="2017712"/>
            <a:ext cx="8345488" cy="460057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55984" indent="-255984">
              <a:lnSpc>
                <a:spcPct val="130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Recobra la propiedad de orden </a:t>
            </a:r>
          </a:p>
          <a:p>
            <a:pPr marL="255984" indent="-255984">
              <a:lnSpc>
                <a:spcPct val="130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Desde un nodo de índice pos</a:t>
            </a:r>
          </a:p>
          <a:p>
            <a:pPr marL="255984" indent="-255984">
              <a:lnSpc>
                <a:spcPct val="130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Dado un índice pos, PosIzq y PosDer</a:t>
            </a:r>
          </a:p>
          <a:p>
            <a:pPr marL="660173" lvl="1" indent="-202973">
              <a:lnSpc>
                <a:spcPct val="130000"/>
              </a:lnSpc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Se compararan los tres para ver quien tiene el mayor</a:t>
            </a:r>
          </a:p>
          <a:p>
            <a:pPr marL="660173" lvl="1" indent="-202973">
              <a:lnSpc>
                <a:spcPct val="130000"/>
              </a:lnSpc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Si el mayor lo tiene algun hijo</a:t>
            </a:r>
          </a:p>
          <a:p>
            <a:pPr marL="1085850" lvl="2" indent="-171450">
              <a:lnSpc>
                <a:spcPct val="130000"/>
              </a:lnSpc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>
                <a:solidFill>
                  <a:srgbClr val="002850"/>
                </a:solidFill>
              </a:rPr>
              <a:t>Intercambia</a:t>
            </a:r>
          </a:p>
          <a:p>
            <a:pPr marL="1085850" lvl="2" indent="-171450">
              <a:lnSpc>
                <a:spcPct val="130000"/>
              </a:lnSpc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>
                <a:solidFill>
                  <a:srgbClr val="002850"/>
                </a:solidFill>
              </a:rPr>
              <a:t>Al hacer esto, el sub-heap afectado puede perder su propiedad de Orden….</a:t>
            </a:r>
          </a:p>
          <a:p>
            <a:pPr marL="1085850" lvl="2" indent="-171450">
              <a:lnSpc>
                <a:spcPct val="130000"/>
              </a:lnSpc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>
                <a:solidFill>
                  <a:srgbClr val="002850"/>
                </a:solidFill>
              </a:rPr>
              <a:t>Ajustar el sub-heap afectado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EC86CC1-68ED-424B-98E4-E6C2B74F8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AJUSTAR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2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2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2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" grpId="0" build="p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289"/>
          <p:cNvSpPr>
            <a:spLocks noGrp="1"/>
          </p:cNvSpPr>
          <p:nvPr>
            <p:ph type="body" idx="1"/>
          </p:nvPr>
        </p:nvSpPr>
        <p:spPr>
          <a:xfrm>
            <a:off x="4953000" y="2057400"/>
            <a:ext cx="4002088" cy="4114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13320" indent="-213320">
              <a:lnSpc>
                <a:spcPct val="100000"/>
              </a:lnSpc>
              <a:spcBef>
                <a:spcPts val="5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2000"/>
            </a:lvl1pPr>
            <a:lvl2pPr marL="715508" indent="-183696">
              <a:lnSpc>
                <a:spcPct val="10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/>
            </a:lvl2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Un heap puede perder su p.o.</a:t>
            </a:r>
          </a:p>
          <a:p>
            <a:pPr lvl="1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Por un nodo</a:t>
            </a:r>
          </a:p>
        </p:txBody>
      </p:sp>
      <p:grpSp>
        <p:nvGrpSpPr>
          <p:cNvPr id="340" name="Group 340"/>
          <p:cNvGrpSpPr/>
          <p:nvPr/>
        </p:nvGrpSpPr>
        <p:grpSpPr>
          <a:xfrm>
            <a:off x="1142999" y="2016125"/>
            <a:ext cx="3352803" cy="3038512"/>
            <a:chOff x="-2" y="0"/>
            <a:chExt cx="3352802" cy="3038511"/>
          </a:xfrm>
        </p:grpSpPr>
        <p:grpSp>
          <p:nvGrpSpPr>
            <p:cNvPr id="329" name="Group 329"/>
            <p:cNvGrpSpPr/>
            <p:nvPr/>
          </p:nvGrpSpPr>
          <p:grpSpPr>
            <a:xfrm>
              <a:off x="-2" y="360361"/>
              <a:ext cx="3352802" cy="2209802"/>
              <a:chOff x="-1" y="-1"/>
              <a:chExt cx="3352801" cy="2209801"/>
            </a:xfrm>
          </p:grpSpPr>
          <p:grpSp>
            <p:nvGrpSpPr>
              <p:cNvPr id="292" name="Group 292"/>
              <p:cNvGrpSpPr/>
              <p:nvPr/>
            </p:nvGrpSpPr>
            <p:grpSpPr>
              <a:xfrm>
                <a:off x="1606549" y="-1"/>
                <a:ext cx="476925" cy="457201"/>
                <a:chOff x="7509" y="0"/>
                <a:chExt cx="476923" cy="457200"/>
              </a:xfrm>
            </p:grpSpPr>
            <p:sp>
              <p:nvSpPr>
                <p:cNvPr id="290" name="Shape 290"/>
                <p:cNvSpPr/>
                <p:nvPr/>
              </p:nvSpPr>
              <p:spPr>
                <a:xfrm>
                  <a:off x="7509" y="0"/>
                  <a:ext cx="457201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291" name="Shape 291"/>
                <p:cNvSpPr/>
                <p:nvPr/>
              </p:nvSpPr>
              <p:spPr>
                <a:xfrm>
                  <a:off x="10011" y="34925"/>
                  <a:ext cx="474421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150</a:t>
                  </a:r>
                </a:p>
              </p:txBody>
            </p:sp>
          </p:grpSp>
          <p:grpSp>
            <p:nvGrpSpPr>
              <p:cNvPr id="295" name="Group 295"/>
              <p:cNvGrpSpPr/>
              <p:nvPr/>
            </p:nvGrpSpPr>
            <p:grpSpPr>
              <a:xfrm>
                <a:off x="838199" y="457199"/>
                <a:ext cx="457201" cy="457201"/>
                <a:chOff x="0" y="0"/>
                <a:chExt cx="457200" cy="457200"/>
              </a:xfrm>
            </p:grpSpPr>
            <p:sp>
              <p:nvSpPr>
                <p:cNvPr id="293" name="Shape 293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294" name="Shape 294"/>
                <p:cNvSpPr/>
                <p:nvPr/>
              </p:nvSpPr>
              <p:spPr>
                <a:xfrm>
                  <a:off x="66613" y="34925"/>
                  <a:ext cx="347786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60</a:t>
                  </a:r>
                </a:p>
              </p:txBody>
            </p:sp>
          </p:grpSp>
          <p:grpSp>
            <p:nvGrpSpPr>
              <p:cNvPr id="298" name="Group 298"/>
              <p:cNvGrpSpPr/>
              <p:nvPr/>
            </p:nvGrpSpPr>
            <p:grpSpPr>
              <a:xfrm>
                <a:off x="2362199" y="457199"/>
                <a:ext cx="457201" cy="457201"/>
                <a:chOff x="0" y="0"/>
                <a:chExt cx="457200" cy="457200"/>
              </a:xfrm>
            </p:grpSpPr>
            <p:sp>
              <p:nvSpPr>
                <p:cNvPr id="296" name="Shape 296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 sz="1600"/>
                </a:p>
              </p:txBody>
            </p:sp>
            <p:sp>
              <p:nvSpPr>
                <p:cNvPr id="297" name="Shape 297"/>
                <p:cNvSpPr/>
                <p:nvPr/>
              </p:nvSpPr>
              <p:spPr>
                <a:xfrm>
                  <a:off x="54707" y="42845"/>
                  <a:ext cx="347786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ctr">
                  <a:spAutoFit/>
                </a:bodyPr>
                <a:lstStyle>
                  <a:lvl1pPr algn="ctr">
                    <a:lnSpc>
                      <a:spcPct val="100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75</a:t>
                  </a:r>
                </a:p>
              </p:txBody>
            </p:sp>
          </p:grpSp>
          <p:grpSp>
            <p:nvGrpSpPr>
              <p:cNvPr id="301" name="Group 301"/>
              <p:cNvGrpSpPr/>
              <p:nvPr/>
            </p:nvGrpSpPr>
            <p:grpSpPr>
              <a:xfrm>
                <a:off x="304799" y="1066799"/>
                <a:ext cx="457201" cy="457201"/>
                <a:chOff x="0" y="0"/>
                <a:chExt cx="457200" cy="457200"/>
              </a:xfrm>
            </p:grpSpPr>
            <p:sp>
              <p:nvSpPr>
                <p:cNvPr id="299" name="Shape 299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300" name="Shape 300"/>
                <p:cNvSpPr/>
                <p:nvPr/>
              </p:nvSpPr>
              <p:spPr>
                <a:xfrm>
                  <a:off x="68200" y="34925"/>
                  <a:ext cx="347786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80</a:t>
                  </a:r>
                </a:p>
              </p:txBody>
            </p:sp>
          </p:grpSp>
          <p:grpSp>
            <p:nvGrpSpPr>
              <p:cNvPr id="304" name="Group 304"/>
              <p:cNvGrpSpPr/>
              <p:nvPr/>
            </p:nvGrpSpPr>
            <p:grpSpPr>
              <a:xfrm>
                <a:off x="1371599" y="1066799"/>
                <a:ext cx="457201" cy="457201"/>
                <a:chOff x="0" y="0"/>
                <a:chExt cx="457200" cy="457200"/>
              </a:xfrm>
            </p:grpSpPr>
            <p:sp>
              <p:nvSpPr>
                <p:cNvPr id="302" name="Shape 302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303" name="Shape 303"/>
                <p:cNvSpPr/>
                <p:nvPr/>
              </p:nvSpPr>
              <p:spPr>
                <a:xfrm>
                  <a:off x="68200" y="34925"/>
                  <a:ext cx="347786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30</a:t>
                  </a:r>
                </a:p>
              </p:txBody>
            </p:sp>
          </p:grpSp>
          <p:sp>
            <p:nvSpPr>
              <p:cNvPr id="305" name="Shape 305"/>
              <p:cNvSpPr/>
              <p:nvPr/>
            </p:nvSpPr>
            <p:spPr>
              <a:xfrm flipH="1">
                <a:off x="1228724" y="390524"/>
                <a:ext cx="444501" cy="133352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306" name="Shape 306"/>
              <p:cNvSpPr/>
              <p:nvPr/>
            </p:nvSpPr>
            <p:spPr>
              <a:xfrm>
                <a:off x="1997074" y="390524"/>
                <a:ext cx="431801" cy="133352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307" name="Shape 307"/>
              <p:cNvSpPr/>
              <p:nvPr/>
            </p:nvSpPr>
            <p:spPr>
              <a:xfrm flipV="1">
                <a:off x="533399" y="847725"/>
                <a:ext cx="371477" cy="219075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308" name="Shape 308"/>
              <p:cNvSpPr/>
              <p:nvPr/>
            </p:nvSpPr>
            <p:spPr>
              <a:xfrm flipH="1" flipV="1">
                <a:off x="1228725" y="847724"/>
                <a:ext cx="371476" cy="219077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311" name="Group 311"/>
              <p:cNvGrpSpPr/>
              <p:nvPr/>
            </p:nvGrpSpPr>
            <p:grpSpPr>
              <a:xfrm>
                <a:off x="1904999" y="1066799"/>
                <a:ext cx="457201" cy="457201"/>
                <a:chOff x="0" y="0"/>
                <a:chExt cx="457200" cy="457200"/>
              </a:xfrm>
            </p:grpSpPr>
            <p:sp>
              <p:nvSpPr>
                <p:cNvPr id="309" name="Shape 309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310" name="Shape 310"/>
                <p:cNvSpPr/>
                <p:nvPr/>
              </p:nvSpPr>
              <p:spPr>
                <a:xfrm>
                  <a:off x="66613" y="34925"/>
                  <a:ext cx="347787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25</a:t>
                  </a:r>
                </a:p>
              </p:txBody>
            </p:sp>
          </p:grpSp>
          <p:grpSp>
            <p:nvGrpSpPr>
              <p:cNvPr id="314" name="Group 314"/>
              <p:cNvGrpSpPr/>
              <p:nvPr/>
            </p:nvGrpSpPr>
            <p:grpSpPr>
              <a:xfrm>
                <a:off x="2895599" y="1066799"/>
                <a:ext cx="457201" cy="457201"/>
                <a:chOff x="0" y="0"/>
                <a:chExt cx="457200" cy="457200"/>
              </a:xfrm>
            </p:grpSpPr>
            <p:sp>
              <p:nvSpPr>
                <p:cNvPr id="312" name="Shape 312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313" name="Shape 313"/>
                <p:cNvSpPr/>
                <p:nvPr/>
              </p:nvSpPr>
              <p:spPr>
                <a:xfrm>
                  <a:off x="66613" y="34925"/>
                  <a:ext cx="347787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72</a:t>
                  </a:r>
                </a:p>
              </p:txBody>
            </p:sp>
          </p:grpSp>
          <p:sp>
            <p:nvSpPr>
              <p:cNvPr id="315" name="Shape 315"/>
              <p:cNvSpPr/>
              <p:nvPr/>
            </p:nvSpPr>
            <p:spPr>
              <a:xfrm flipV="1">
                <a:off x="2133600" y="847724"/>
                <a:ext cx="295276" cy="219077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316" name="Shape 316"/>
              <p:cNvSpPr/>
              <p:nvPr/>
            </p:nvSpPr>
            <p:spPr>
              <a:xfrm flipH="1" flipV="1">
                <a:off x="2752724" y="847724"/>
                <a:ext cx="371476" cy="219077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319" name="Group 319"/>
              <p:cNvGrpSpPr/>
              <p:nvPr/>
            </p:nvGrpSpPr>
            <p:grpSpPr>
              <a:xfrm>
                <a:off x="-1" y="1752599"/>
                <a:ext cx="457201" cy="457201"/>
                <a:chOff x="0" y="0"/>
                <a:chExt cx="457200" cy="457200"/>
              </a:xfrm>
            </p:grpSpPr>
            <p:sp>
              <p:nvSpPr>
                <p:cNvPr id="317" name="Shape 317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318" name="Shape 318"/>
                <p:cNvSpPr/>
                <p:nvPr/>
              </p:nvSpPr>
              <p:spPr>
                <a:xfrm>
                  <a:off x="28513" y="34925"/>
                  <a:ext cx="347787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20</a:t>
                  </a:r>
                </a:p>
              </p:txBody>
            </p:sp>
          </p:grpSp>
          <p:sp>
            <p:nvSpPr>
              <p:cNvPr id="320" name="Shape 320"/>
              <p:cNvSpPr/>
              <p:nvPr/>
            </p:nvSpPr>
            <p:spPr>
              <a:xfrm flipV="1">
                <a:off x="228599" y="1457325"/>
                <a:ext cx="142876" cy="295275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323" name="Group 323"/>
              <p:cNvGrpSpPr/>
              <p:nvPr/>
            </p:nvGrpSpPr>
            <p:grpSpPr>
              <a:xfrm>
                <a:off x="609599" y="1752599"/>
                <a:ext cx="457201" cy="457201"/>
                <a:chOff x="0" y="0"/>
                <a:chExt cx="457200" cy="457200"/>
              </a:xfrm>
            </p:grpSpPr>
            <p:sp>
              <p:nvSpPr>
                <p:cNvPr id="321" name="Shape 321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322" name="Shape 322"/>
                <p:cNvSpPr/>
                <p:nvPr/>
              </p:nvSpPr>
              <p:spPr>
                <a:xfrm>
                  <a:off x="66613" y="34925"/>
                  <a:ext cx="347787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70</a:t>
                  </a:r>
                </a:p>
              </p:txBody>
            </p:sp>
          </p:grpSp>
          <p:sp>
            <p:nvSpPr>
              <p:cNvPr id="324" name="Shape 324"/>
              <p:cNvSpPr/>
              <p:nvPr/>
            </p:nvSpPr>
            <p:spPr>
              <a:xfrm flipH="1" flipV="1">
                <a:off x="695324" y="1457325"/>
                <a:ext cx="142876" cy="295275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327" name="Group 327"/>
              <p:cNvGrpSpPr/>
              <p:nvPr/>
            </p:nvGrpSpPr>
            <p:grpSpPr>
              <a:xfrm>
                <a:off x="1142999" y="1752599"/>
                <a:ext cx="457201" cy="457201"/>
                <a:chOff x="0" y="0"/>
                <a:chExt cx="457200" cy="457200"/>
              </a:xfrm>
            </p:grpSpPr>
            <p:sp>
              <p:nvSpPr>
                <p:cNvPr id="325" name="Shape 325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326" name="Shape 326"/>
                <p:cNvSpPr/>
                <p:nvPr/>
              </p:nvSpPr>
              <p:spPr>
                <a:xfrm>
                  <a:off x="66613" y="34925"/>
                  <a:ext cx="347787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28</a:t>
                  </a:r>
                </a:p>
              </p:txBody>
            </p:sp>
          </p:grpSp>
          <p:sp>
            <p:nvSpPr>
              <p:cNvPr id="328" name="Shape 328"/>
              <p:cNvSpPr/>
              <p:nvPr/>
            </p:nvSpPr>
            <p:spPr>
              <a:xfrm flipV="1">
                <a:off x="1371599" y="1457325"/>
                <a:ext cx="66677" cy="295275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</p:grpSp>
        <p:sp>
          <p:nvSpPr>
            <p:cNvPr id="330" name="Shape 330"/>
            <p:cNvSpPr/>
            <p:nvPr/>
          </p:nvSpPr>
          <p:spPr>
            <a:xfrm>
              <a:off x="1721400" y="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331" name="Shape 331"/>
            <p:cNvSpPr/>
            <p:nvPr/>
          </p:nvSpPr>
          <p:spPr>
            <a:xfrm>
              <a:off x="948288" y="4572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332" name="Shape 332"/>
            <p:cNvSpPr/>
            <p:nvPr/>
          </p:nvSpPr>
          <p:spPr>
            <a:xfrm>
              <a:off x="2486575" y="4572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333" name="Shape 333"/>
            <p:cNvSpPr/>
            <p:nvPr/>
          </p:nvSpPr>
          <p:spPr>
            <a:xfrm>
              <a:off x="352975" y="10668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334" name="Shape 334"/>
            <p:cNvSpPr/>
            <p:nvPr/>
          </p:nvSpPr>
          <p:spPr>
            <a:xfrm>
              <a:off x="1572175" y="10668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335" name="Shape 335"/>
            <p:cNvSpPr/>
            <p:nvPr/>
          </p:nvSpPr>
          <p:spPr>
            <a:xfrm>
              <a:off x="2015088" y="1046162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336" name="Shape 336"/>
            <p:cNvSpPr/>
            <p:nvPr/>
          </p:nvSpPr>
          <p:spPr>
            <a:xfrm>
              <a:off x="3081888" y="1046162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337" name="Shape 337"/>
            <p:cNvSpPr/>
            <p:nvPr/>
          </p:nvSpPr>
          <p:spPr>
            <a:xfrm>
              <a:off x="103738" y="2646362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338" name="Shape 338"/>
            <p:cNvSpPr/>
            <p:nvPr/>
          </p:nvSpPr>
          <p:spPr>
            <a:xfrm>
              <a:off x="713338" y="26670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339" name="Shape 339"/>
            <p:cNvSpPr/>
            <p:nvPr/>
          </p:nvSpPr>
          <p:spPr>
            <a:xfrm>
              <a:off x="1268963" y="26670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grpSp>
        <p:nvGrpSpPr>
          <p:cNvPr id="381" name="Group 381"/>
          <p:cNvGrpSpPr/>
          <p:nvPr/>
        </p:nvGrpSpPr>
        <p:grpSpPr>
          <a:xfrm>
            <a:off x="219988" y="5105400"/>
            <a:ext cx="4580612" cy="717586"/>
            <a:chOff x="-8612" y="0"/>
            <a:chExt cx="4580612" cy="717585"/>
          </a:xfrm>
        </p:grpSpPr>
        <p:grpSp>
          <p:nvGrpSpPr>
            <p:cNvPr id="343" name="Group 343"/>
            <p:cNvGrpSpPr/>
            <p:nvPr/>
          </p:nvGrpSpPr>
          <p:grpSpPr>
            <a:xfrm>
              <a:off x="-8612" y="0"/>
              <a:ext cx="474424" cy="381000"/>
              <a:chOff x="-8612" y="0"/>
              <a:chExt cx="474424" cy="381000"/>
            </a:xfrm>
          </p:grpSpPr>
          <p:sp>
            <p:nvSpPr>
              <p:cNvPr id="341" name="Shape 341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342" name="Shape 342"/>
              <p:cNvSpPr/>
              <p:nvPr/>
            </p:nvSpPr>
            <p:spPr>
              <a:xfrm>
                <a:off x="-8612" y="4745"/>
                <a:ext cx="474424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150</a:t>
                </a:r>
              </a:p>
            </p:txBody>
          </p:sp>
        </p:grpSp>
        <p:grpSp>
          <p:nvGrpSpPr>
            <p:cNvPr id="346" name="Group 346"/>
            <p:cNvGrpSpPr/>
            <p:nvPr/>
          </p:nvGrpSpPr>
          <p:grpSpPr>
            <a:xfrm>
              <a:off x="457200" y="0"/>
              <a:ext cx="457200" cy="381000"/>
              <a:chOff x="0" y="0"/>
              <a:chExt cx="457200" cy="381000"/>
            </a:xfrm>
          </p:grpSpPr>
          <p:sp>
            <p:nvSpPr>
              <p:cNvPr id="344" name="Shape 344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345" name="Shape 345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60</a:t>
                </a:r>
              </a:p>
            </p:txBody>
          </p:sp>
        </p:grpSp>
        <p:grpSp>
          <p:nvGrpSpPr>
            <p:cNvPr id="349" name="Group 349"/>
            <p:cNvGrpSpPr/>
            <p:nvPr/>
          </p:nvGrpSpPr>
          <p:grpSpPr>
            <a:xfrm>
              <a:off x="914400" y="0"/>
              <a:ext cx="457200" cy="381000"/>
              <a:chOff x="0" y="0"/>
              <a:chExt cx="457200" cy="381000"/>
            </a:xfrm>
          </p:grpSpPr>
          <p:sp>
            <p:nvSpPr>
              <p:cNvPr id="347" name="Shape 347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348" name="Shape 348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75</a:t>
                </a:r>
              </a:p>
            </p:txBody>
          </p:sp>
        </p:grpSp>
        <p:grpSp>
          <p:nvGrpSpPr>
            <p:cNvPr id="352" name="Group 352"/>
            <p:cNvGrpSpPr/>
            <p:nvPr/>
          </p:nvGrpSpPr>
          <p:grpSpPr>
            <a:xfrm>
              <a:off x="1371600" y="0"/>
              <a:ext cx="457200" cy="381000"/>
              <a:chOff x="0" y="0"/>
              <a:chExt cx="457200" cy="381000"/>
            </a:xfrm>
          </p:grpSpPr>
          <p:sp>
            <p:nvSpPr>
              <p:cNvPr id="350" name="Shape 350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351" name="Shape 351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80</a:t>
                </a:r>
              </a:p>
            </p:txBody>
          </p:sp>
        </p:grpSp>
        <p:grpSp>
          <p:nvGrpSpPr>
            <p:cNvPr id="355" name="Group 355"/>
            <p:cNvGrpSpPr/>
            <p:nvPr/>
          </p:nvGrpSpPr>
          <p:grpSpPr>
            <a:xfrm>
              <a:off x="1828800" y="0"/>
              <a:ext cx="457200" cy="381000"/>
              <a:chOff x="0" y="0"/>
              <a:chExt cx="457200" cy="381000"/>
            </a:xfrm>
          </p:grpSpPr>
          <p:sp>
            <p:nvSpPr>
              <p:cNvPr id="353" name="Shape 353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354" name="Shape 354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30</a:t>
                </a:r>
              </a:p>
            </p:txBody>
          </p:sp>
        </p:grpSp>
        <p:grpSp>
          <p:nvGrpSpPr>
            <p:cNvPr id="358" name="Group 358"/>
            <p:cNvGrpSpPr/>
            <p:nvPr/>
          </p:nvGrpSpPr>
          <p:grpSpPr>
            <a:xfrm>
              <a:off x="2286000" y="0"/>
              <a:ext cx="457200" cy="381000"/>
              <a:chOff x="0" y="0"/>
              <a:chExt cx="457200" cy="381000"/>
            </a:xfrm>
          </p:grpSpPr>
          <p:sp>
            <p:nvSpPr>
              <p:cNvPr id="356" name="Shape 356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357" name="Shape 357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25</a:t>
                </a:r>
              </a:p>
            </p:txBody>
          </p:sp>
        </p:grpSp>
        <p:grpSp>
          <p:nvGrpSpPr>
            <p:cNvPr id="361" name="Group 361"/>
            <p:cNvGrpSpPr/>
            <p:nvPr/>
          </p:nvGrpSpPr>
          <p:grpSpPr>
            <a:xfrm>
              <a:off x="2743200" y="0"/>
              <a:ext cx="457200" cy="381000"/>
              <a:chOff x="0" y="0"/>
              <a:chExt cx="457200" cy="381000"/>
            </a:xfrm>
          </p:grpSpPr>
          <p:sp>
            <p:nvSpPr>
              <p:cNvPr id="359" name="Shape 359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360" name="Shape 360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72</a:t>
                </a:r>
              </a:p>
            </p:txBody>
          </p:sp>
        </p:grpSp>
        <p:grpSp>
          <p:nvGrpSpPr>
            <p:cNvPr id="364" name="Group 364"/>
            <p:cNvGrpSpPr/>
            <p:nvPr/>
          </p:nvGrpSpPr>
          <p:grpSpPr>
            <a:xfrm>
              <a:off x="3200400" y="0"/>
              <a:ext cx="457200" cy="381000"/>
              <a:chOff x="0" y="0"/>
              <a:chExt cx="457200" cy="381000"/>
            </a:xfrm>
          </p:grpSpPr>
          <p:sp>
            <p:nvSpPr>
              <p:cNvPr id="362" name="Shape 362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363" name="Shape 363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20</a:t>
                </a:r>
              </a:p>
            </p:txBody>
          </p:sp>
        </p:grpSp>
        <p:grpSp>
          <p:nvGrpSpPr>
            <p:cNvPr id="367" name="Group 367"/>
            <p:cNvGrpSpPr/>
            <p:nvPr/>
          </p:nvGrpSpPr>
          <p:grpSpPr>
            <a:xfrm>
              <a:off x="3657600" y="0"/>
              <a:ext cx="457200" cy="381000"/>
              <a:chOff x="0" y="0"/>
              <a:chExt cx="457200" cy="381000"/>
            </a:xfrm>
          </p:grpSpPr>
          <p:sp>
            <p:nvSpPr>
              <p:cNvPr id="365" name="Shape 365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366" name="Shape 366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70</a:t>
                </a:r>
              </a:p>
            </p:txBody>
          </p:sp>
        </p:grpSp>
        <p:grpSp>
          <p:nvGrpSpPr>
            <p:cNvPr id="370" name="Group 370"/>
            <p:cNvGrpSpPr/>
            <p:nvPr/>
          </p:nvGrpSpPr>
          <p:grpSpPr>
            <a:xfrm>
              <a:off x="4114800" y="0"/>
              <a:ext cx="457200" cy="381000"/>
              <a:chOff x="0" y="0"/>
              <a:chExt cx="457200" cy="381000"/>
            </a:xfrm>
          </p:grpSpPr>
          <p:sp>
            <p:nvSpPr>
              <p:cNvPr id="368" name="Shape 368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369" name="Shape 369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28</a:t>
                </a:r>
              </a:p>
            </p:txBody>
          </p:sp>
        </p:grpSp>
        <p:sp>
          <p:nvSpPr>
            <p:cNvPr id="371" name="Shape 371"/>
            <p:cNvSpPr/>
            <p:nvPr/>
          </p:nvSpPr>
          <p:spPr>
            <a:xfrm>
              <a:off x="1172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372" name="Shape 372"/>
            <p:cNvSpPr/>
            <p:nvPr/>
          </p:nvSpPr>
          <p:spPr>
            <a:xfrm>
              <a:off x="5871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373" name="Shape 373"/>
            <p:cNvSpPr/>
            <p:nvPr/>
          </p:nvSpPr>
          <p:spPr>
            <a:xfrm>
              <a:off x="10443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374" name="Shape 374"/>
            <p:cNvSpPr/>
            <p:nvPr/>
          </p:nvSpPr>
          <p:spPr>
            <a:xfrm>
              <a:off x="14427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375" name="Shape 375"/>
            <p:cNvSpPr/>
            <p:nvPr/>
          </p:nvSpPr>
          <p:spPr>
            <a:xfrm>
              <a:off x="19587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376" name="Shape 376"/>
            <p:cNvSpPr/>
            <p:nvPr/>
          </p:nvSpPr>
          <p:spPr>
            <a:xfrm>
              <a:off x="2415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377" name="Shape 377"/>
            <p:cNvSpPr/>
            <p:nvPr/>
          </p:nvSpPr>
          <p:spPr>
            <a:xfrm>
              <a:off x="2849319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378" name="Shape 378"/>
            <p:cNvSpPr/>
            <p:nvPr/>
          </p:nvSpPr>
          <p:spPr>
            <a:xfrm>
              <a:off x="3330331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379" name="Shape 379"/>
            <p:cNvSpPr/>
            <p:nvPr/>
          </p:nvSpPr>
          <p:spPr>
            <a:xfrm>
              <a:off x="3763719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380" name="Shape 380"/>
            <p:cNvSpPr/>
            <p:nvPr/>
          </p:nvSpPr>
          <p:spPr>
            <a:xfrm>
              <a:off x="42240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grpSp>
        <p:nvGrpSpPr>
          <p:cNvPr id="384" name="Group 384"/>
          <p:cNvGrpSpPr/>
          <p:nvPr/>
        </p:nvGrpSpPr>
        <p:grpSpPr>
          <a:xfrm>
            <a:off x="1981201" y="2819401"/>
            <a:ext cx="457201" cy="457201"/>
            <a:chOff x="0" y="0"/>
            <a:chExt cx="457200" cy="457200"/>
          </a:xfrm>
        </p:grpSpPr>
        <p:sp>
          <p:nvSpPr>
            <p:cNvPr id="382" name="Shape 382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3168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383" name="Shape 383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60</a:t>
              </a:r>
            </a:p>
          </p:txBody>
        </p:sp>
      </p:grpSp>
      <p:grpSp>
        <p:nvGrpSpPr>
          <p:cNvPr id="387" name="Group 387"/>
          <p:cNvGrpSpPr/>
          <p:nvPr/>
        </p:nvGrpSpPr>
        <p:grpSpPr>
          <a:xfrm>
            <a:off x="1443039" y="3429001"/>
            <a:ext cx="457201" cy="457201"/>
            <a:chOff x="0" y="0"/>
            <a:chExt cx="457200" cy="457200"/>
          </a:xfrm>
        </p:grpSpPr>
        <p:sp>
          <p:nvSpPr>
            <p:cNvPr id="385" name="Shape 385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E3FD"/>
            </a:solidFill>
            <a:ln w="3168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386" name="Shape 386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80</a:t>
              </a:r>
            </a:p>
          </p:txBody>
        </p:sp>
      </p:grpSp>
      <p:grpSp>
        <p:nvGrpSpPr>
          <p:cNvPr id="390" name="Group 390"/>
          <p:cNvGrpSpPr/>
          <p:nvPr/>
        </p:nvGrpSpPr>
        <p:grpSpPr>
          <a:xfrm>
            <a:off x="1205436" y="2406651"/>
            <a:ext cx="775766" cy="371511"/>
            <a:chOff x="-14390" y="0"/>
            <a:chExt cx="775764" cy="371509"/>
          </a:xfrm>
        </p:grpSpPr>
        <p:sp>
          <p:nvSpPr>
            <p:cNvPr id="388" name="Shape 388"/>
            <p:cNvSpPr/>
            <p:nvPr/>
          </p:nvSpPr>
          <p:spPr>
            <a:xfrm>
              <a:off x="380373" y="260349"/>
              <a:ext cx="381001" cy="1589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sp>
          <p:nvSpPr>
            <p:cNvPr id="389" name="Shape 389"/>
            <p:cNvSpPr/>
            <p:nvPr/>
          </p:nvSpPr>
          <p:spPr>
            <a:xfrm>
              <a:off x="-14390" y="0"/>
              <a:ext cx="443453" cy="3715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Pos</a:t>
              </a:r>
            </a:p>
          </p:txBody>
        </p:sp>
      </p:grpSp>
      <p:grpSp>
        <p:nvGrpSpPr>
          <p:cNvPr id="393" name="Group 393"/>
          <p:cNvGrpSpPr/>
          <p:nvPr/>
        </p:nvGrpSpPr>
        <p:grpSpPr>
          <a:xfrm>
            <a:off x="253209" y="3321051"/>
            <a:ext cx="1083469" cy="371511"/>
            <a:chOff x="-51971" y="0"/>
            <a:chExt cx="1083468" cy="371509"/>
          </a:xfrm>
        </p:grpSpPr>
        <p:sp>
          <p:nvSpPr>
            <p:cNvPr id="391" name="Shape 391"/>
            <p:cNvSpPr/>
            <p:nvPr/>
          </p:nvSpPr>
          <p:spPr>
            <a:xfrm>
              <a:off x="650496" y="260349"/>
              <a:ext cx="381001" cy="1589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sp>
          <p:nvSpPr>
            <p:cNvPr id="392" name="Shape 392"/>
            <p:cNvSpPr/>
            <p:nvPr/>
          </p:nvSpPr>
          <p:spPr>
            <a:xfrm>
              <a:off x="-51971" y="0"/>
              <a:ext cx="1063622" cy="3715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PosMayor</a:t>
              </a:r>
            </a:p>
          </p:txBody>
        </p:sp>
      </p:grpSp>
      <p:grpSp>
        <p:nvGrpSpPr>
          <p:cNvPr id="396" name="Group 396"/>
          <p:cNvGrpSpPr/>
          <p:nvPr/>
        </p:nvGrpSpPr>
        <p:grpSpPr>
          <a:xfrm>
            <a:off x="1976439" y="2819401"/>
            <a:ext cx="457201" cy="457201"/>
            <a:chOff x="0" y="0"/>
            <a:chExt cx="457200" cy="457200"/>
          </a:xfrm>
        </p:grpSpPr>
        <p:sp>
          <p:nvSpPr>
            <p:cNvPr id="394" name="Shape 394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3168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395" name="Shape 395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80</a:t>
              </a:r>
            </a:p>
          </p:txBody>
        </p:sp>
      </p:grpSp>
      <p:grpSp>
        <p:nvGrpSpPr>
          <p:cNvPr id="399" name="Group 399"/>
          <p:cNvGrpSpPr/>
          <p:nvPr/>
        </p:nvGrpSpPr>
        <p:grpSpPr>
          <a:xfrm>
            <a:off x="1447801" y="3429001"/>
            <a:ext cx="457201" cy="457201"/>
            <a:chOff x="0" y="0"/>
            <a:chExt cx="457200" cy="457200"/>
          </a:xfrm>
        </p:grpSpPr>
        <p:sp>
          <p:nvSpPr>
            <p:cNvPr id="397" name="Shape 397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E3FD"/>
            </a:solidFill>
            <a:ln w="3168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398" name="Shape 398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60</a:t>
              </a:r>
            </a:p>
          </p:txBody>
        </p:sp>
      </p:grpSp>
      <p:grpSp>
        <p:nvGrpSpPr>
          <p:cNvPr id="402" name="Group 402"/>
          <p:cNvGrpSpPr/>
          <p:nvPr/>
        </p:nvGrpSpPr>
        <p:grpSpPr>
          <a:xfrm>
            <a:off x="4989514" y="2895602"/>
            <a:ext cx="4002089" cy="2514601"/>
            <a:chOff x="0" y="0"/>
            <a:chExt cx="4002088" cy="2514600"/>
          </a:xfrm>
        </p:grpSpPr>
        <p:sp>
          <p:nvSpPr>
            <p:cNvPr id="400" name="Shape 400"/>
            <p:cNvSpPr/>
            <p:nvPr/>
          </p:nvSpPr>
          <p:spPr>
            <a:xfrm>
              <a:off x="0" y="0"/>
              <a:ext cx="4002088" cy="25146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spcBef>
                  <a:spcPts val="400"/>
                </a:spcBef>
                <a:tabLst>
                  <a:tab pos="330200" algn="l"/>
                  <a:tab pos="1244600" algn="l"/>
                  <a:tab pos="2159000" algn="l"/>
                  <a:tab pos="3073400" algn="l"/>
                  <a:tab pos="3987800" algn="l"/>
                  <a:tab pos="4902200" algn="l"/>
                  <a:tab pos="5816600" algn="l"/>
                  <a:tab pos="6731000" algn="l"/>
                  <a:tab pos="7645400" algn="l"/>
                  <a:tab pos="8559800" algn="l"/>
                  <a:tab pos="9474200" algn="l"/>
                  <a:tab pos="10388600" algn="l"/>
                </a:tabLst>
                <a:defRPr sz="1600">
                  <a:solidFill>
                    <a:srgbClr val="002850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pPr>
              <a:endParaRPr sz="1600"/>
            </a:p>
          </p:txBody>
        </p:sp>
        <p:sp>
          <p:nvSpPr>
            <p:cNvPr id="401" name="Shape 401"/>
            <p:cNvSpPr/>
            <p:nvPr/>
          </p:nvSpPr>
          <p:spPr>
            <a:xfrm>
              <a:off x="0" y="0"/>
              <a:ext cx="4002088" cy="19514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6799" tIns="46799" rIns="46799" bIns="46799" numCol="1" anchor="t">
              <a:spAutoFit/>
            </a:bodyPr>
            <a:lstStyle/>
            <a:p>
              <a:pPr marL="284427" indent="-284427">
                <a:spcBef>
                  <a:spcPts val="500"/>
                </a:spcBef>
                <a:buClr>
                  <a:srgbClr val="008080"/>
                </a:buClr>
                <a:buSzPct val="80000"/>
                <a:buFont typeface="Wingdings"/>
                <a:buChar char="▯"/>
                <a:tabLst>
                  <a:tab pos="330200" algn="l"/>
                  <a:tab pos="1244600" algn="l"/>
                  <a:tab pos="2159000" algn="l"/>
                  <a:tab pos="3073400" algn="l"/>
                  <a:tab pos="3987800" algn="l"/>
                  <a:tab pos="4902200" algn="l"/>
                  <a:tab pos="5816600" algn="l"/>
                  <a:tab pos="6731000" algn="l"/>
                  <a:tab pos="7645400" algn="l"/>
                  <a:tab pos="8559800" algn="l"/>
                  <a:tab pos="9474200" algn="l"/>
                  <a:tab pos="10388600" algn="l"/>
                </a:tabLst>
                <a:defRPr sz="1800"/>
              </a:pPr>
              <a:r>
                <a:rPr sz="2000">
                  <a:solidFill>
                    <a:srgbClr val="00285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Ejemplo:</a:t>
              </a:r>
            </a:p>
            <a:p>
              <a:pPr marL="746125" lvl="1" indent="-214312">
                <a:spcBef>
                  <a:spcPts val="400"/>
                </a:spcBef>
                <a:buClr>
                  <a:srgbClr val="0066FF"/>
                </a:buClr>
                <a:buSzPct val="80000"/>
                <a:buFont typeface="Wingdings"/>
                <a:buChar char="▯"/>
                <a:tabLst>
                  <a:tab pos="330200" algn="l"/>
                  <a:tab pos="1244600" algn="l"/>
                  <a:tab pos="2159000" algn="l"/>
                  <a:tab pos="3073400" algn="l"/>
                  <a:tab pos="3987800" algn="l"/>
                  <a:tab pos="4902200" algn="l"/>
                  <a:tab pos="5816600" algn="l"/>
                  <a:tab pos="6731000" algn="l"/>
                  <a:tab pos="7645400" algn="l"/>
                  <a:tab pos="8559800" algn="l"/>
                  <a:tab pos="9474200" algn="l"/>
                  <a:tab pos="10388600" algn="l"/>
                </a:tabLst>
                <a:defRPr sz="1800"/>
              </a:pPr>
              <a:r>
                <a:rPr>
                  <a:solidFill>
                    <a:srgbClr val="00285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En el nodo 1 no se cumple</a:t>
              </a:r>
            </a:p>
            <a:p>
              <a:pPr marL="746125" lvl="1" indent="-214312">
                <a:spcBef>
                  <a:spcPts val="400"/>
                </a:spcBef>
                <a:buClr>
                  <a:srgbClr val="0066FF"/>
                </a:buClr>
                <a:buSzPct val="80000"/>
                <a:buFont typeface="Wingdings"/>
                <a:buChar char="▯"/>
                <a:tabLst>
                  <a:tab pos="330200" algn="l"/>
                  <a:tab pos="1244600" algn="l"/>
                  <a:tab pos="2159000" algn="l"/>
                  <a:tab pos="3073400" algn="l"/>
                  <a:tab pos="3987800" algn="l"/>
                  <a:tab pos="4902200" algn="l"/>
                  <a:tab pos="5816600" algn="l"/>
                  <a:tab pos="6731000" algn="l"/>
                  <a:tab pos="7645400" algn="l"/>
                  <a:tab pos="8559800" algn="l"/>
                  <a:tab pos="9474200" algn="l"/>
                  <a:tab pos="10388600" algn="l"/>
                </a:tabLst>
                <a:defRPr sz="1800"/>
              </a:pPr>
              <a:r>
                <a:rPr>
                  <a:solidFill>
                    <a:srgbClr val="00285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Ajustar</a:t>
              </a:r>
            </a:p>
            <a:p>
              <a:pPr marL="1160462" lvl="2" indent="-152400">
                <a:spcBef>
                  <a:spcPts val="400"/>
                </a:spcBef>
                <a:buClr>
                  <a:srgbClr val="3333CC"/>
                </a:buClr>
                <a:buSzPct val="80000"/>
                <a:buFont typeface="Wingdings"/>
                <a:buChar char="▯"/>
                <a:tabLst>
                  <a:tab pos="330200" algn="l"/>
                  <a:tab pos="1244600" algn="l"/>
                  <a:tab pos="2159000" algn="l"/>
                  <a:tab pos="3073400" algn="l"/>
                  <a:tab pos="3987800" algn="l"/>
                  <a:tab pos="4902200" algn="l"/>
                  <a:tab pos="5816600" algn="l"/>
                  <a:tab pos="6731000" algn="l"/>
                  <a:tab pos="7645400" algn="l"/>
                  <a:tab pos="8559800" algn="l"/>
                  <a:tab pos="9474200" algn="l"/>
                  <a:tab pos="10388600" algn="l"/>
                </a:tabLst>
                <a:defRPr sz="1800"/>
              </a:pPr>
              <a:r>
                <a:rPr sz="1600">
                  <a:solidFill>
                    <a:srgbClr val="00285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El mayor es el nodo 3</a:t>
              </a:r>
            </a:p>
            <a:p>
              <a:pPr marL="1160462" lvl="2" indent="-152400">
                <a:spcBef>
                  <a:spcPts val="400"/>
                </a:spcBef>
                <a:buClr>
                  <a:srgbClr val="3333CC"/>
                </a:buClr>
                <a:buSzPct val="80000"/>
                <a:buFont typeface="Wingdings"/>
                <a:buChar char="▯"/>
                <a:tabLst>
                  <a:tab pos="330200" algn="l"/>
                  <a:tab pos="1244600" algn="l"/>
                  <a:tab pos="2159000" algn="l"/>
                  <a:tab pos="3073400" algn="l"/>
                  <a:tab pos="3987800" algn="l"/>
                  <a:tab pos="4902200" algn="l"/>
                  <a:tab pos="5816600" algn="l"/>
                  <a:tab pos="6731000" algn="l"/>
                  <a:tab pos="7645400" algn="l"/>
                  <a:tab pos="8559800" algn="l"/>
                  <a:tab pos="9474200" algn="l"/>
                  <a:tab pos="10388600" algn="l"/>
                </a:tabLst>
                <a:defRPr sz="1800"/>
              </a:pPr>
              <a:r>
                <a:rPr sz="1600">
                  <a:solidFill>
                    <a:srgbClr val="00285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Intercambiar</a:t>
              </a:r>
            </a:p>
            <a:p>
              <a:pPr marL="1160462" lvl="2" indent="-152400">
                <a:spcBef>
                  <a:spcPts val="400"/>
                </a:spcBef>
                <a:buClr>
                  <a:srgbClr val="3333CC"/>
                </a:buClr>
                <a:buSzPct val="80000"/>
                <a:buFont typeface="Wingdings"/>
                <a:buChar char="▯"/>
                <a:tabLst>
                  <a:tab pos="330200" algn="l"/>
                  <a:tab pos="1244600" algn="l"/>
                  <a:tab pos="2159000" algn="l"/>
                  <a:tab pos="3073400" algn="l"/>
                  <a:tab pos="3987800" algn="l"/>
                  <a:tab pos="4902200" algn="l"/>
                  <a:tab pos="5816600" algn="l"/>
                  <a:tab pos="6731000" algn="l"/>
                  <a:tab pos="7645400" algn="l"/>
                  <a:tab pos="8559800" algn="l"/>
                  <a:tab pos="9474200" algn="l"/>
                  <a:tab pos="10388600" algn="l"/>
                </a:tabLst>
                <a:defRPr sz="1800"/>
              </a:pPr>
              <a:r>
                <a:rPr sz="1600">
                  <a:solidFill>
                    <a:srgbClr val="00285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Ajustar desde nodo intercambiado(3)‏</a:t>
              </a:r>
            </a:p>
          </p:txBody>
        </p:sp>
      </p:grpSp>
      <p:grpSp>
        <p:nvGrpSpPr>
          <p:cNvPr id="405" name="Group 405"/>
          <p:cNvGrpSpPr/>
          <p:nvPr/>
        </p:nvGrpSpPr>
        <p:grpSpPr>
          <a:xfrm>
            <a:off x="4953002" y="2971802"/>
            <a:ext cx="4002089" cy="2514601"/>
            <a:chOff x="0" y="0"/>
            <a:chExt cx="4002088" cy="2514600"/>
          </a:xfrm>
        </p:grpSpPr>
        <p:sp>
          <p:nvSpPr>
            <p:cNvPr id="403" name="Shape 403"/>
            <p:cNvSpPr/>
            <p:nvPr/>
          </p:nvSpPr>
          <p:spPr>
            <a:xfrm>
              <a:off x="0" y="0"/>
              <a:ext cx="4002088" cy="25146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spcBef>
                  <a:spcPts val="400"/>
                </a:spcBef>
                <a:tabLst>
                  <a:tab pos="330200" algn="l"/>
                  <a:tab pos="1244600" algn="l"/>
                  <a:tab pos="2159000" algn="l"/>
                  <a:tab pos="3073400" algn="l"/>
                  <a:tab pos="3987800" algn="l"/>
                  <a:tab pos="4902200" algn="l"/>
                  <a:tab pos="5816600" algn="l"/>
                  <a:tab pos="6731000" algn="l"/>
                  <a:tab pos="7645400" algn="l"/>
                  <a:tab pos="8559800" algn="l"/>
                  <a:tab pos="9474200" algn="l"/>
                  <a:tab pos="10388600" algn="l"/>
                </a:tabLst>
                <a:defRPr sz="1600">
                  <a:solidFill>
                    <a:srgbClr val="002850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pPr>
              <a:endParaRPr sz="1600"/>
            </a:p>
          </p:txBody>
        </p:sp>
        <p:sp>
          <p:nvSpPr>
            <p:cNvPr id="404" name="Shape 404"/>
            <p:cNvSpPr/>
            <p:nvPr/>
          </p:nvSpPr>
          <p:spPr>
            <a:xfrm>
              <a:off x="0" y="0"/>
              <a:ext cx="4002088" cy="19514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6799" tIns="46799" rIns="46799" bIns="46799" numCol="1" anchor="t">
              <a:spAutoFit/>
            </a:bodyPr>
            <a:lstStyle/>
            <a:p>
              <a:pPr marL="284427" indent="-284427">
                <a:spcBef>
                  <a:spcPts val="500"/>
                </a:spcBef>
                <a:buClr>
                  <a:srgbClr val="008080"/>
                </a:buClr>
                <a:buSzPct val="80000"/>
                <a:buFont typeface="Wingdings"/>
                <a:buChar char="▯"/>
                <a:tabLst>
                  <a:tab pos="330200" algn="l"/>
                  <a:tab pos="1244600" algn="l"/>
                  <a:tab pos="2159000" algn="l"/>
                  <a:tab pos="3073400" algn="l"/>
                  <a:tab pos="3987800" algn="l"/>
                  <a:tab pos="4902200" algn="l"/>
                  <a:tab pos="5816600" algn="l"/>
                  <a:tab pos="6731000" algn="l"/>
                  <a:tab pos="7645400" algn="l"/>
                  <a:tab pos="8559800" algn="l"/>
                  <a:tab pos="9474200" algn="l"/>
                  <a:tab pos="10388600" algn="l"/>
                </a:tabLst>
                <a:defRPr sz="1800"/>
              </a:pPr>
              <a:r>
                <a:rPr sz="2000">
                  <a:solidFill>
                    <a:srgbClr val="00285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Ejemplo:</a:t>
              </a:r>
            </a:p>
            <a:p>
              <a:pPr marL="746125" lvl="1" indent="-214312">
                <a:spcBef>
                  <a:spcPts val="400"/>
                </a:spcBef>
                <a:buClr>
                  <a:srgbClr val="0066FF"/>
                </a:buClr>
                <a:buSzPct val="80000"/>
                <a:buFont typeface="Wingdings"/>
                <a:buChar char="▯"/>
                <a:tabLst>
                  <a:tab pos="330200" algn="l"/>
                  <a:tab pos="1244600" algn="l"/>
                  <a:tab pos="2159000" algn="l"/>
                  <a:tab pos="3073400" algn="l"/>
                  <a:tab pos="3987800" algn="l"/>
                  <a:tab pos="4902200" algn="l"/>
                  <a:tab pos="5816600" algn="l"/>
                  <a:tab pos="6731000" algn="l"/>
                  <a:tab pos="7645400" algn="l"/>
                  <a:tab pos="8559800" algn="l"/>
                  <a:tab pos="9474200" algn="l"/>
                  <a:tab pos="10388600" algn="l"/>
                </a:tabLst>
                <a:defRPr sz="1800"/>
              </a:pPr>
              <a:r>
                <a:rPr>
                  <a:solidFill>
                    <a:srgbClr val="00285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En el nodo 3 no se cumple</a:t>
              </a:r>
            </a:p>
            <a:p>
              <a:pPr marL="746125" lvl="1" indent="-214312">
                <a:spcBef>
                  <a:spcPts val="400"/>
                </a:spcBef>
                <a:buClr>
                  <a:srgbClr val="0066FF"/>
                </a:buClr>
                <a:buSzPct val="80000"/>
                <a:buFont typeface="Wingdings"/>
                <a:buChar char="▯"/>
                <a:tabLst>
                  <a:tab pos="330200" algn="l"/>
                  <a:tab pos="1244600" algn="l"/>
                  <a:tab pos="2159000" algn="l"/>
                  <a:tab pos="3073400" algn="l"/>
                  <a:tab pos="3987800" algn="l"/>
                  <a:tab pos="4902200" algn="l"/>
                  <a:tab pos="5816600" algn="l"/>
                  <a:tab pos="6731000" algn="l"/>
                  <a:tab pos="7645400" algn="l"/>
                  <a:tab pos="8559800" algn="l"/>
                  <a:tab pos="9474200" algn="l"/>
                  <a:tab pos="10388600" algn="l"/>
                </a:tabLst>
                <a:defRPr sz="1800"/>
              </a:pPr>
              <a:r>
                <a:rPr>
                  <a:solidFill>
                    <a:srgbClr val="00285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Ajustar</a:t>
              </a:r>
            </a:p>
            <a:p>
              <a:pPr marL="1160462" lvl="2" indent="-152400">
                <a:spcBef>
                  <a:spcPts val="400"/>
                </a:spcBef>
                <a:buClr>
                  <a:srgbClr val="3333CC"/>
                </a:buClr>
                <a:buSzPct val="80000"/>
                <a:buFont typeface="Wingdings"/>
                <a:buChar char="▯"/>
                <a:tabLst>
                  <a:tab pos="330200" algn="l"/>
                  <a:tab pos="1244600" algn="l"/>
                  <a:tab pos="2159000" algn="l"/>
                  <a:tab pos="3073400" algn="l"/>
                  <a:tab pos="3987800" algn="l"/>
                  <a:tab pos="4902200" algn="l"/>
                  <a:tab pos="5816600" algn="l"/>
                  <a:tab pos="6731000" algn="l"/>
                  <a:tab pos="7645400" algn="l"/>
                  <a:tab pos="8559800" algn="l"/>
                  <a:tab pos="9474200" algn="l"/>
                  <a:tab pos="10388600" algn="l"/>
                </a:tabLst>
                <a:defRPr sz="1800"/>
              </a:pPr>
              <a:r>
                <a:rPr sz="1600">
                  <a:solidFill>
                    <a:srgbClr val="00285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El mayor es el nodo 3</a:t>
              </a:r>
            </a:p>
            <a:p>
              <a:pPr marL="1160462" lvl="2" indent="-152400">
                <a:spcBef>
                  <a:spcPts val="400"/>
                </a:spcBef>
                <a:buClr>
                  <a:srgbClr val="3333CC"/>
                </a:buClr>
                <a:buSzPct val="80000"/>
                <a:buFont typeface="Wingdings"/>
                <a:buChar char="▯"/>
                <a:tabLst>
                  <a:tab pos="330200" algn="l"/>
                  <a:tab pos="1244600" algn="l"/>
                  <a:tab pos="2159000" algn="l"/>
                  <a:tab pos="3073400" algn="l"/>
                  <a:tab pos="3987800" algn="l"/>
                  <a:tab pos="4902200" algn="l"/>
                  <a:tab pos="5816600" algn="l"/>
                  <a:tab pos="6731000" algn="l"/>
                  <a:tab pos="7645400" algn="l"/>
                  <a:tab pos="8559800" algn="l"/>
                  <a:tab pos="9474200" algn="l"/>
                  <a:tab pos="10388600" algn="l"/>
                </a:tabLst>
                <a:defRPr sz="1800"/>
              </a:pPr>
              <a:r>
                <a:rPr sz="1600">
                  <a:solidFill>
                    <a:srgbClr val="00285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Intercambiar</a:t>
              </a:r>
            </a:p>
            <a:p>
              <a:pPr marL="1160462" lvl="2" indent="-152400">
                <a:spcBef>
                  <a:spcPts val="400"/>
                </a:spcBef>
                <a:buClr>
                  <a:srgbClr val="3333CC"/>
                </a:buClr>
                <a:buSzPct val="80000"/>
                <a:buFont typeface="Wingdings"/>
                <a:buChar char="▯"/>
                <a:tabLst>
                  <a:tab pos="330200" algn="l"/>
                  <a:tab pos="1244600" algn="l"/>
                  <a:tab pos="2159000" algn="l"/>
                  <a:tab pos="3073400" algn="l"/>
                  <a:tab pos="3987800" algn="l"/>
                  <a:tab pos="4902200" algn="l"/>
                  <a:tab pos="5816600" algn="l"/>
                  <a:tab pos="6731000" algn="l"/>
                  <a:tab pos="7645400" algn="l"/>
                  <a:tab pos="8559800" algn="l"/>
                  <a:tab pos="9474200" algn="l"/>
                  <a:tab pos="10388600" algn="l"/>
                </a:tabLst>
                <a:defRPr sz="1800"/>
              </a:pPr>
              <a:r>
                <a:rPr sz="1600">
                  <a:solidFill>
                    <a:srgbClr val="00285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Ajustar Otra Vez</a:t>
              </a:r>
            </a:p>
          </p:txBody>
        </p:sp>
      </p:grpSp>
      <p:sp>
        <p:nvSpPr>
          <p:cNvPr id="406" name="Shape 406"/>
          <p:cNvSpPr/>
          <p:nvPr/>
        </p:nvSpPr>
        <p:spPr>
          <a:xfrm>
            <a:off x="1066800" y="2362200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407" name="Shape 407"/>
          <p:cNvSpPr/>
          <p:nvPr/>
        </p:nvSpPr>
        <p:spPr>
          <a:xfrm>
            <a:off x="304800" y="3276600"/>
            <a:ext cx="1066800" cy="457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410" name="Group 410"/>
          <p:cNvGrpSpPr/>
          <p:nvPr/>
        </p:nvGrpSpPr>
        <p:grpSpPr>
          <a:xfrm>
            <a:off x="605363" y="3276601"/>
            <a:ext cx="775765" cy="371511"/>
            <a:chOff x="-14390" y="0"/>
            <a:chExt cx="775764" cy="371509"/>
          </a:xfrm>
        </p:grpSpPr>
        <p:sp>
          <p:nvSpPr>
            <p:cNvPr id="408" name="Shape 408"/>
            <p:cNvSpPr/>
            <p:nvPr/>
          </p:nvSpPr>
          <p:spPr>
            <a:xfrm>
              <a:off x="380373" y="260349"/>
              <a:ext cx="381001" cy="1589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sp>
          <p:nvSpPr>
            <p:cNvPr id="409" name="Shape 409"/>
            <p:cNvSpPr/>
            <p:nvPr/>
          </p:nvSpPr>
          <p:spPr>
            <a:xfrm>
              <a:off x="-14390" y="0"/>
              <a:ext cx="443453" cy="3715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Pos</a:t>
              </a:r>
            </a:p>
          </p:txBody>
        </p:sp>
      </p:grpSp>
      <p:grpSp>
        <p:nvGrpSpPr>
          <p:cNvPr id="413" name="Group 413"/>
          <p:cNvGrpSpPr/>
          <p:nvPr/>
        </p:nvGrpSpPr>
        <p:grpSpPr>
          <a:xfrm>
            <a:off x="1747839" y="4135439"/>
            <a:ext cx="457201" cy="457201"/>
            <a:chOff x="0" y="0"/>
            <a:chExt cx="457200" cy="457200"/>
          </a:xfrm>
        </p:grpSpPr>
        <p:sp>
          <p:nvSpPr>
            <p:cNvPr id="411" name="Shape 411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CC99"/>
            </a:solidFill>
            <a:ln w="3168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12" name="Shape 412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70</a:t>
              </a:r>
            </a:p>
          </p:txBody>
        </p:sp>
      </p:grpSp>
      <p:grpSp>
        <p:nvGrpSpPr>
          <p:cNvPr id="416" name="Group 416"/>
          <p:cNvGrpSpPr/>
          <p:nvPr/>
        </p:nvGrpSpPr>
        <p:grpSpPr>
          <a:xfrm>
            <a:off x="2138364" y="4464051"/>
            <a:ext cx="1737519" cy="371511"/>
            <a:chOff x="0" y="0"/>
            <a:chExt cx="1737518" cy="371509"/>
          </a:xfrm>
        </p:grpSpPr>
        <p:sp>
          <p:nvSpPr>
            <p:cNvPr id="414" name="Shape 414"/>
            <p:cNvSpPr/>
            <p:nvPr/>
          </p:nvSpPr>
          <p:spPr>
            <a:xfrm>
              <a:off x="0" y="61912"/>
              <a:ext cx="635000" cy="107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400" y="0"/>
                    <a:pt x="10800" y="5400"/>
                    <a:pt x="10800" y="10800"/>
                  </a:cubicBezTo>
                  <a:cubicBezTo>
                    <a:pt x="10800" y="16200"/>
                    <a:pt x="16200" y="21600"/>
                    <a:pt x="21600" y="21600"/>
                  </a:cubicBezTo>
                </a:path>
              </a:pathLst>
            </a:custGeom>
            <a:noFill/>
            <a:ln w="9360" cap="flat">
              <a:solidFill>
                <a:srgbClr val="000000"/>
              </a:solidFill>
              <a:prstDash val="solid"/>
              <a:miter lim="800000"/>
              <a:head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415" name="Shape 415"/>
            <p:cNvSpPr/>
            <p:nvPr/>
          </p:nvSpPr>
          <p:spPr>
            <a:xfrm>
              <a:off x="673896" y="0"/>
              <a:ext cx="1063622" cy="3715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PosMayor</a:t>
              </a:r>
            </a:p>
          </p:txBody>
        </p:sp>
      </p:grpSp>
      <p:grpSp>
        <p:nvGrpSpPr>
          <p:cNvPr id="419" name="Group 419"/>
          <p:cNvGrpSpPr/>
          <p:nvPr/>
        </p:nvGrpSpPr>
        <p:grpSpPr>
          <a:xfrm>
            <a:off x="1447801" y="3429001"/>
            <a:ext cx="457201" cy="457201"/>
            <a:chOff x="0" y="0"/>
            <a:chExt cx="457200" cy="457200"/>
          </a:xfrm>
        </p:grpSpPr>
        <p:sp>
          <p:nvSpPr>
            <p:cNvPr id="417" name="Shape 417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3168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18" name="Shape 418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70</a:t>
              </a:r>
            </a:p>
          </p:txBody>
        </p:sp>
      </p:grpSp>
      <p:grpSp>
        <p:nvGrpSpPr>
          <p:cNvPr id="422" name="Group 422"/>
          <p:cNvGrpSpPr/>
          <p:nvPr/>
        </p:nvGrpSpPr>
        <p:grpSpPr>
          <a:xfrm>
            <a:off x="1752601" y="4135439"/>
            <a:ext cx="457201" cy="457201"/>
            <a:chOff x="0" y="0"/>
            <a:chExt cx="457200" cy="457200"/>
          </a:xfrm>
        </p:grpSpPr>
        <p:sp>
          <p:nvSpPr>
            <p:cNvPr id="420" name="Shape 420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CC99"/>
            </a:solidFill>
            <a:ln w="3168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21" name="Shape 421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60</a:t>
              </a:r>
            </a:p>
          </p:txBody>
        </p:sp>
      </p:grpSp>
      <p:grpSp>
        <p:nvGrpSpPr>
          <p:cNvPr id="425" name="Group 425"/>
          <p:cNvGrpSpPr/>
          <p:nvPr/>
        </p:nvGrpSpPr>
        <p:grpSpPr>
          <a:xfrm>
            <a:off x="4953000" y="2971800"/>
            <a:ext cx="4002088" cy="2514600"/>
            <a:chOff x="0" y="0"/>
            <a:chExt cx="4002087" cy="2514599"/>
          </a:xfrm>
        </p:grpSpPr>
        <p:sp>
          <p:nvSpPr>
            <p:cNvPr id="423" name="Shape 423"/>
            <p:cNvSpPr/>
            <p:nvPr/>
          </p:nvSpPr>
          <p:spPr>
            <a:xfrm>
              <a:off x="0" y="0"/>
              <a:ext cx="4002088" cy="25146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spcBef>
                  <a:spcPts val="400"/>
                </a:spcBef>
                <a:tabLst>
                  <a:tab pos="330200" algn="l"/>
                  <a:tab pos="1244600" algn="l"/>
                  <a:tab pos="2159000" algn="l"/>
                  <a:tab pos="3073400" algn="l"/>
                  <a:tab pos="3987800" algn="l"/>
                  <a:tab pos="4902200" algn="l"/>
                  <a:tab pos="5816600" algn="l"/>
                  <a:tab pos="6731000" algn="l"/>
                  <a:tab pos="7645400" algn="l"/>
                  <a:tab pos="8559800" algn="l"/>
                  <a:tab pos="9474200" algn="l"/>
                  <a:tab pos="10388600" algn="l"/>
                </a:tabLst>
                <a:defRPr sz="1800">
                  <a:solidFill>
                    <a:srgbClr val="002850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pPr>
              <a:endParaRPr/>
            </a:p>
          </p:txBody>
        </p:sp>
        <p:sp>
          <p:nvSpPr>
            <p:cNvPr id="424" name="Shape 424"/>
            <p:cNvSpPr/>
            <p:nvPr/>
          </p:nvSpPr>
          <p:spPr>
            <a:xfrm>
              <a:off x="0" y="0"/>
              <a:ext cx="4002088" cy="7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6799" tIns="46799" rIns="46799" bIns="46799" numCol="1" anchor="t">
              <a:spAutoFit/>
            </a:bodyPr>
            <a:lstStyle>
              <a:lvl1pPr marL="284427" indent="-284427">
                <a:lnSpc>
                  <a:spcPct val="100000"/>
                </a:lnSpc>
                <a:spcBef>
                  <a:spcPts val="500"/>
                </a:spcBef>
                <a:buClr>
                  <a:srgbClr val="008080"/>
                </a:buClr>
                <a:buSzPct val="80000"/>
                <a:buFont typeface="Wingdings"/>
                <a:buChar char="▯"/>
                <a:tabLst>
                  <a:tab pos="330200" algn="l"/>
                  <a:tab pos="1244600" algn="l"/>
                  <a:tab pos="2159000" algn="l"/>
                  <a:tab pos="3073400" algn="l"/>
                  <a:tab pos="3987800" algn="l"/>
                  <a:tab pos="4902200" algn="l"/>
                  <a:tab pos="5816600" algn="l"/>
                  <a:tab pos="6731000" algn="l"/>
                  <a:tab pos="7645400" algn="l"/>
                  <a:tab pos="8559800" algn="l"/>
                  <a:tab pos="9474200" algn="l"/>
                  <a:tab pos="10388600" algn="l"/>
                </a:tabLst>
                <a:defRPr sz="2000">
                  <a:solidFill>
                    <a:srgbClr val="002850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lvl1pPr>
              <a:lvl2pPr marL="746125" indent="-214312">
                <a:lnSpc>
                  <a:spcPct val="100000"/>
                </a:lnSpc>
                <a:spcBef>
                  <a:spcPts val="400"/>
                </a:spcBef>
                <a:buClr>
                  <a:srgbClr val="0066FF"/>
                </a:buClr>
                <a:buSzPct val="80000"/>
                <a:buFont typeface="Wingdings"/>
                <a:buChar char="▯"/>
                <a:tabLst>
                  <a:tab pos="330200" algn="l"/>
                  <a:tab pos="1244600" algn="l"/>
                  <a:tab pos="2159000" algn="l"/>
                  <a:tab pos="3073400" algn="l"/>
                  <a:tab pos="3987800" algn="l"/>
                  <a:tab pos="4902200" algn="l"/>
                  <a:tab pos="5816600" algn="l"/>
                  <a:tab pos="6731000" algn="l"/>
                  <a:tab pos="7645400" algn="l"/>
                  <a:tab pos="8559800" algn="l"/>
                  <a:tab pos="9474200" algn="l"/>
                  <a:tab pos="10388600" algn="l"/>
                </a:tabLst>
                <a:defRPr sz="1800">
                  <a:solidFill>
                    <a:srgbClr val="002850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lvl2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Ejemplo:</a:t>
              </a:r>
            </a:p>
            <a:p>
              <a:pPr lvl="1">
                <a:defRPr>
                  <a:solidFill>
                    <a:srgbClr val="000000"/>
                  </a:solidFill>
                </a:defRPr>
              </a:pPr>
              <a:r>
                <a:t>No se puede ajustar un nodo hoja</a:t>
              </a:r>
            </a:p>
          </p:txBody>
        </p:sp>
      </p:grpSp>
      <p:grpSp>
        <p:nvGrpSpPr>
          <p:cNvPr id="466" name="Group 466"/>
          <p:cNvGrpSpPr/>
          <p:nvPr/>
        </p:nvGrpSpPr>
        <p:grpSpPr>
          <a:xfrm>
            <a:off x="219988" y="5105400"/>
            <a:ext cx="4580612" cy="717586"/>
            <a:chOff x="-8612" y="0"/>
            <a:chExt cx="4580612" cy="717585"/>
          </a:xfrm>
        </p:grpSpPr>
        <p:grpSp>
          <p:nvGrpSpPr>
            <p:cNvPr id="428" name="Group 428"/>
            <p:cNvGrpSpPr/>
            <p:nvPr/>
          </p:nvGrpSpPr>
          <p:grpSpPr>
            <a:xfrm>
              <a:off x="-8612" y="0"/>
              <a:ext cx="474424" cy="381000"/>
              <a:chOff x="-8612" y="0"/>
              <a:chExt cx="474424" cy="381000"/>
            </a:xfrm>
          </p:grpSpPr>
          <p:sp>
            <p:nvSpPr>
              <p:cNvPr id="426" name="Shape 426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427" name="Shape 427"/>
              <p:cNvSpPr/>
              <p:nvPr/>
            </p:nvSpPr>
            <p:spPr>
              <a:xfrm>
                <a:off x="-8612" y="4745"/>
                <a:ext cx="474424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150</a:t>
                </a:r>
              </a:p>
            </p:txBody>
          </p:sp>
        </p:grpSp>
        <p:grpSp>
          <p:nvGrpSpPr>
            <p:cNvPr id="431" name="Group 431"/>
            <p:cNvGrpSpPr/>
            <p:nvPr/>
          </p:nvGrpSpPr>
          <p:grpSpPr>
            <a:xfrm>
              <a:off x="457200" y="0"/>
              <a:ext cx="457200" cy="381000"/>
              <a:chOff x="0" y="0"/>
              <a:chExt cx="457200" cy="381000"/>
            </a:xfrm>
          </p:grpSpPr>
          <p:sp>
            <p:nvSpPr>
              <p:cNvPr id="429" name="Shape 429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430" name="Shape 430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80</a:t>
                </a:r>
              </a:p>
            </p:txBody>
          </p:sp>
        </p:grpSp>
        <p:grpSp>
          <p:nvGrpSpPr>
            <p:cNvPr id="434" name="Group 434"/>
            <p:cNvGrpSpPr/>
            <p:nvPr/>
          </p:nvGrpSpPr>
          <p:grpSpPr>
            <a:xfrm>
              <a:off x="914400" y="0"/>
              <a:ext cx="457200" cy="381000"/>
              <a:chOff x="0" y="0"/>
              <a:chExt cx="457200" cy="381000"/>
            </a:xfrm>
          </p:grpSpPr>
          <p:sp>
            <p:nvSpPr>
              <p:cNvPr id="432" name="Shape 432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433" name="Shape 433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75</a:t>
                </a:r>
              </a:p>
            </p:txBody>
          </p:sp>
        </p:grpSp>
        <p:grpSp>
          <p:nvGrpSpPr>
            <p:cNvPr id="437" name="Group 437"/>
            <p:cNvGrpSpPr/>
            <p:nvPr/>
          </p:nvGrpSpPr>
          <p:grpSpPr>
            <a:xfrm>
              <a:off x="1371600" y="0"/>
              <a:ext cx="457200" cy="381000"/>
              <a:chOff x="0" y="0"/>
              <a:chExt cx="457200" cy="381000"/>
            </a:xfrm>
          </p:grpSpPr>
          <p:sp>
            <p:nvSpPr>
              <p:cNvPr id="435" name="Shape 435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436" name="Shape 436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70</a:t>
                </a:r>
              </a:p>
            </p:txBody>
          </p:sp>
        </p:grpSp>
        <p:grpSp>
          <p:nvGrpSpPr>
            <p:cNvPr id="440" name="Group 440"/>
            <p:cNvGrpSpPr/>
            <p:nvPr/>
          </p:nvGrpSpPr>
          <p:grpSpPr>
            <a:xfrm>
              <a:off x="1828800" y="0"/>
              <a:ext cx="457200" cy="381000"/>
              <a:chOff x="0" y="0"/>
              <a:chExt cx="457200" cy="381000"/>
            </a:xfrm>
          </p:grpSpPr>
          <p:sp>
            <p:nvSpPr>
              <p:cNvPr id="438" name="Shape 438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439" name="Shape 439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30</a:t>
                </a:r>
              </a:p>
            </p:txBody>
          </p:sp>
        </p:grpSp>
        <p:grpSp>
          <p:nvGrpSpPr>
            <p:cNvPr id="443" name="Group 443"/>
            <p:cNvGrpSpPr/>
            <p:nvPr/>
          </p:nvGrpSpPr>
          <p:grpSpPr>
            <a:xfrm>
              <a:off x="2286000" y="0"/>
              <a:ext cx="457200" cy="381000"/>
              <a:chOff x="0" y="0"/>
              <a:chExt cx="457200" cy="381000"/>
            </a:xfrm>
          </p:grpSpPr>
          <p:sp>
            <p:nvSpPr>
              <p:cNvPr id="441" name="Shape 441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442" name="Shape 442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25</a:t>
                </a:r>
              </a:p>
            </p:txBody>
          </p:sp>
        </p:grpSp>
        <p:grpSp>
          <p:nvGrpSpPr>
            <p:cNvPr id="446" name="Group 446"/>
            <p:cNvGrpSpPr/>
            <p:nvPr/>
          </p:nvGrpSpPr>
          <p:grpSpPr>
            <a:xfrm>
              <a:off x="2743200" y="0"/>
              <a:ext cx="457200" cy="381000"/>
              <a:chOff x="0" y="0"/>
              <a:chExt cx="457200" cy="381000"/>
            </a:xfrm>
          </p:grpSpPr>
          <p:sp>
            <p:nvSpPr>
              <p:cNvPr id="444" name="Shape 444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445" name="Shape 445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72</a:t>
                </a:r>
              </a:p>
            </p:txBody>
          </p:sp>
        </p:grpSp>
        <p:grpSp>
          <p:nvGrpSpPr>
            <p:cNvPr id="449" name="Group 449"/>
            <p:cNvGrpSpPr/>
            <p:nvPr/>
          </p:nvGrpSpPr>
          <p:grpSpPr>
            <a:xfrm>
              <a:off x="3200400" y="0"/>
              <a:ext cx="457200" cy="381000"/>
              <a:chOff x="0" y="0"/>
              <a:chExt cx="457200" cy="381000"/>
            </a:xfrm>
          </p:grpSpPr>
          <p:sp>
            <p:nvSpPr>
              <p:cNvPr id="447" name="Shape 447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448" name="Shape 448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20</a:t>
                </a:r>
              </a:p>
            </p:txBody>
          </p:sp>
        </p:grpSp>
        <p:grpSp>
          <p:nvGrpSpPr>
            <p:cNvPr id="452" name="Group 452"/>
            <p:cNvGrpSpPr/>
            <p:nvPr/>
          </p:nvGrpSpPr>
          <p:grpSpPr>
            <a:xfrm>
              <a:off x="3657600" y="0"/>
              <a:ext cx="457200" cy="381000"/>
              <a:chOff x="0" y="0"/>
              <a:chExt cx="457200" cy="381000"/>
            </a:xfrm>
          </p:grpSpPr>
          <p:sp>
            <p:nvSpPr>
              <p:cNvPr id="450" name="Shape 450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451" name="Shape 451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60</a:t>
                </a:r>
              </a:p>
            </p:txBody>
          </p:sp>
        </p:grpSp>
        <p:grpSp>
          <p:nvGrpSpPr>
            <p:cNvPr id="455" name="Group 455"/>
            <p:cNvGrpSpPr/>
            <p:nvPr/>
          </p:nvGrpSpPr>
          <p:grpSpPr>
            <a:xfrm>
              <a:off x="4114800" y="0"/>
              <a:ext cx="457200" cy="381000"/>
              <a:chOff x="0" y="0"/>
              <a:chExt cx="457200" cy="381000"/>
            </a:xfrm>
          </p:grpSpPr>
          <p:sp>
            <p:nvSpPr>
              <p:cNvPr id="453" name="Shape 453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454" name="Shape 454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28</a:t>
                </a:r>
              </a:p>
            </p:txBody>
          </p:sp>
        </p:grpSp>
        <p:sp>
          <p:nvSpPr>
            <p:cNvPr id="456" name="Shape 456"/>
            <p:cNvSpPr/>
            <p:nvPr/>
          </p:nvSpPr>
          <p:spPr>
            <a:xfrm>
              <a:off x="1172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457" name="Shape 457"/>
            <p:cNvSpPr/>
            <p:nvPr/>
          </p:nvSpPr>
          <p:spPr>
            <a:xfrm>
              <a:off x="5871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458" name="Shape 458"/>
            <p:cNvSpPr/>
            <p:nvPr/>
          </p:nvSpPr>
          <p:spPr>
            <a:xfrm>
              <a:off x="10443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459" name="Shape 459"/>
            <p:cNvSpPr/>
            <p:nvPr/>
          </p:nvSpPr>
          <p:spPr>
            <a:xfrm>
              <a:off x="14427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460" name="Shape 460"/>
            <p:cNvSpPr/>
            <p:nvPr/>
          </p:nvSpPr>
          <p:spPr>
            <a:xfrm>
              <a:off x="19587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461" name="Shape 461"/>
            <p:cNvSpPr/>
            <p:nvPr/>
          </p:nvSpPr>
          <p:spPr>
            <a:xfrm>
              <a:off x="2415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462" name="Shape 462"/>
            <p:cNvSpPr/>
            <p:nvPr/>
          </p:nvSpPr>
          <p:spPr>
            <a:xfrm>
              <a:off x="2849319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463" name="Shape 463"/>
            <p:cNvSpPr/>
            <p:nvPr/>
          </p:nvSpPr>
          <p:spPr>
            <a:xfrm>
              <a:off x="3330331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464" name="Shape 464"/>
            <p:cNvSpPr/>
            <p:nvPr/>
          </p:nvSpPr>
          <p:spPr>
            <a:xfrm>
              <a:off x="3763719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465" name="Shape 465"/>
            <p:cNvSpPr/>
            <p:nvPr/>
          </p:nvSpPr>
          <p:spPr>
            <a:xfrm>
              <a:off x="42240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AB298BCB-47D0-49CE-A5CA-0E45E587E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AJUSTAR: EJEMPLO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0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5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7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" grpId="0" build="p" animBg="1" advAuto="0"/>
      <p:bldP spid="340" grpId="0" animBg="1" advAuto="0"/>
      <p:bldP spid="381" grpId="0" animBg="1" advAuto="0"/>
      <p:bldP spid="384" grpId="0" animBg="1" advAuto="0"/>
      <p:bldP spid="387" grpId="0" animBg="1" advAuto="0"/>
      <p:bldP spid="390" grpId="0" animBg="1" advAuto="0"/>
      <p:bldP spid="393" grpId="0" animBg="1" advAuto="0"/>
      <p:bldP spid="396" grpId="0" animBg="1" advAuto="0"/>
      <p:bldP spid="399" grpId="0" animBg="1" advAuto="0"/>
      <p:bldP spid="402" grpId="0" animBg="1" advAuto="0"/>
      <p:bldP spid="405" grpId="0" animBg="1" advAuto="0"/>
      <p:bldP spid="406" grpId="0" animBg="1" advAuto="0"/>
      <p:bldP spid="407" grpId="0" animBg="1" advAuto="0"/>
      <p:bldP spid="410" grpId="0" animBg="1" advAuto="0"/>
      <p:bldP spid="413" grpId="0" animBg="1" advAuto="0"/>
      <p:bldP spid="416" grpId="0" animBg="1" advAuto="0"/>
      <p:bldP spid="419" grpId="0" animBg="1" advAuto="0"/>
      <p:bldP spid="422" grpId="0" animBg="1" advAuto="0"/>
      <p:bldP spid="425" grpId="0" animBg="1" advAuto="0"/>
      <p:bldP spid="466" grpId="0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D450EB8-9634-420F-8A28-8B3E42D09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AJUSTAR: IMPLEMENTACION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BFDD2DB-88BA-4CE9-9160-DA5B4BC7E3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1553"/>
          <a:stretch/>
        </p:blipFill>
        <p:spPr>
          <a:xfrm>
            <a:off x="1238250" y="1463042"/>
            <a:ext cx="6667500" cy="469791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hape 472"/>
          <p:cNvSpPr>
            <a:spLocks noGrp="1"/>
          </p:cNvSpPr>
          <p:nvPr>
            <p:ph type="body" idx="1"/>
          </p:nvPr>
        </p:nvSpPr>
        <p:spPr>
          <a:xfrm>
            <a:off x="609600" y="1741458"/>
            <a:ext cx="7772400" cy="16414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55984" indent="-255984">
              <a:lnSpc>
                <a:spcPct val="100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La </a:t>
            </a:r>
            <a:r>
              <a:rPr sz="2400" dirty="0" err="1">
                <a:solidFill>
                  <a:srgbClr val="002850"/>
                </a:solidFill>
              </a:rPr>
              <a:t>estructura</a:t>
            </a:r>
            <a:r>
              <a:rPr sz="2400" dirty="0">
                <a:solidFill>
                  <a:srgbClr val="002850"/>
                </a:solidFill>
              </a:rPr>
              <a:t> de un heap </a:t>
            </a:r>
          </a:p>
          <a:p>
            <a:pPr marL="735919" lvl="1" indent="-204107">
              <a:lnSpc>
                <a:spcPct val="100000"/>
              </a:lnSpc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rgbClr val="002850"/>
                </a:solidFill>
              </a:rPr>
              <a:t>Puede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almacenar</a:t>
            </a:r>
            <a:r>
              <a:rPr dirty="0">
                <a:solidFill>
                  <a:srgbClr val="002850"/>
                </a:solidFill>
              </a:rPr>
              <a:t> un </a:t>
            </a:r>
            <a:r>
              <a:rPr dirty="0" err="1">
                <a:solidFill>
                  <a:srgbClr val="002850"/>
                </a:solidFill>
              </a:rPr>
              <a:t>arreglo</a:t>
            </a:r>
            <a:r>
              <a:rPr dirty="0">
                <a:solidFill>
                  <a:srgbClr val="002850"/>
                </a:solidFill>
              </a:rPr>
              <a:t> que no </a:t>
            </a:r>
            <a:r>
              <a:rPr dirty="0" err="1">
                <a:solidFill>
                  <a:srgbClr val="002850"/>
                </a:solidFill>
              </a:rPr>
              <a:t>cumpla</a:t>
            </a:r>
            <a:r>
              <a:rPr dirty="0">
                <a:solidFill>
                  <a:srgbClr val="002850"/>
                </a:solidFill>
              </a:rPr>
              <a:t> las </a:t>
            </a:r>
            <a:r>
              <a:rPr dirty="0" err="1">
                <a:solidFill>
                  <a:srgbClr val="002850"/>
                </a:solidFill>
              </a:rPr>
              <a:t>propiedades</a:t>
            </a:r>
            <a:r>
              <a:rPr dirty="0">
                <a:solidFill>
                  <a:srgbClr val="002850"/>
                </a:solidFill>
              </a:rPr>
              <a:t> de </a:t>
            </a:r>
            <a:r>
              <a:rPr dirty="0" err="1">
                <a:solidFill>
                  <a:srgbClr val="002850"/>
                </a:solidFill>
              </a:rPr>
              <a:t>orden</a:t>
            </a:r>
            <a:endParaRPr dirty="0">
              <a:solidFill>
                <a:srgbClr val="002850"/>
              </a:solidFill>
            </a:endParaRPr>
          </a:p>
          <a:p>
            <a:pPr marL="255984" indent="-255984">
              <a:lnSpc>
                <a:spcPct val="100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Ejemplo</a:t>
            </a:r>
            <a:r>
              <a:rPr sz="2400" dirty="0">
                <a:solidFill>
                  <a:srgbClr val="002850"/>
                </a:solidFill>
              </a:rPr>
              <a:t>:</a:t>
            </a:r>
          </a:p>
        </p:txBody>
      </p:sp>
      <p:grpSp>
        <p:nvGrpSpPr>
          <p:cNvPr id="513" name="Group 513"/>
          <p:cNvGrpSpPr/>
          <p:nvPr/>
        </p:nvGrpSpPr>
        <p:grpSpPr>
          <a:xfrm>
            <a:off x="4267200" y="2971800"/>
            <a:ext cx="4572000" cy="717586"/>
            <a:chOff x="0" y="0"/>
            <a:chExt cx="4572000" cy="717585"/>
          </a:xfrm>
        </p:grpSpPr>
        <p:grpSp>
          <p:nvGrpSpPr>
            <p:cNvPr id="475" name="Group 475"/>
            <p:cNvGrpSpPr/>
            <p:nvPr/>
          </p:nvGrpSpPr>
          <p:grpSpPr>
            <a:xfrm>
              <a:off x="0" y="0"/>
              <a:ext cx="457200" cy="381000"/>
              <a:chOff x="0" y="0"/>
              <a:chExt cx="457200" cy="381000"/>
            </a:xfrm>
          </p:grpSpPr>
          <p:sp>
            <p:nvSpPr>
              <p:cNvPr id="473" name="Shape 473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474" name="Shape 474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</a:t>
                </a:r>
              </a:p>
            </p:txBody>
          </p:sp>
        </p:grpSp>
        <p:grpSp>
          <p:nvGrpSpPr>
            <p:cNvPr id="478" name="Group 478"/>
            <p:cNvGrpSpPr/>
            <p:nvPr/>
          </p:nvGrpSpPr>
          <p:grpSpPr>
            <a:xfrm>
              <a:off x="457200" y="0"/>
              <a:ext cx="457200" cy="381000"/>
              <a:chOff x="0" y="0"/>
              <a:chExt cx="457200" cy="381000"/>
            </a:xfrm>
          </p:grpSpPr>
          <p:sp>
            <p:nvSpPr>
              <p:cNvPr id="476" name="Shape 476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477" name="Shape 477"/>
              <p:cNvSpPr/>
              <p:nvPr/>
            </p:nvSpPr>
            <p:spPr>
              <a:xfrm>
                <a:off x="118025" y="4745"/>
                <a:ext cx="221150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</a:t>
                </a:r>
              </a:p>
            </p:txBody>
          </p:sp>
        </p:grpSp>
        <p:grpSp>
          <p:nvGrpSpPr>
            <p:cNvPr id="481" name="Group 481"/>
            <p:cNvGrpSpPr/>
            <p:nvPr/>
          </p:nvGrpSpPr>
          <p:grpSpPr>
            <a:xfrm>
              <a:off x="914400" y="0"/>
              <a:ext cx="457200" cy="381000"/>
              <a:chOff x="0" y="0"/>
              <a:chExt cx="457200" cy="381000"/>
            </a:xfrm>
          </p:grpSpPr>
          <p:sp>
            <p:nvSpPr>
              <p:cNvPr id="479" name="Shape 479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480" name="Shape 480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28</a:t>
                </a:r>
              </a:p>
            </p:txBody>
          </p:sp>
        </p:grpSp>
        <p:grpSp>
          <p:nvGrpSpPr>
            <p:cNvPr id="484" name="Group 484"/>
            <p:cNvGrpSpPr/>
            <p:nvPr/>
          </p:nvGrpSpPr>
          <p:grpSpPr>
            <a:xfrm>
              <a:off x="1371600" y="0"/>
              <a:ext cx="457200" cy="381000"/>
              <a:chOff x="0" y="0"/>
              <a:chExt cx="457200" cy="381000"/>
            </a:xfrm>
          </p:grpSpPr>
          <p:sp>
            <p:nvSpPr>
              <p:cNvPr id="482" name="Shape 482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483" name="Shape 483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35</a:t>
                </a:r>
              </a:p>
            </p:txBody>
          </p:sp>
        </p:grpSp>
        <p:grpSp>
          <p:nvGrpSpPr>
            <p:cNvPr id="487" name="Group 487"/>
            <p:cNvGrpSpPr/>
            <p:nvPr/>
          </p:nvGrpSpPr>
          <p:grpSpPr>
            <a:xfrm>
              <a:off x="1828800" y="0"/>
              <a:ext cx="457200" cy="381000"/>
              <a:chOff x="0" y="0"/>
              <a:chExt cx="457200" cy="381000"/>
            </a:xfrm>
          </p:grpSpPr>
          <p:sp>
            <p:nvSpPr>
              <p:cNvPr id="485" name="Shape 485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486" name="Shape 486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10</a:t>
                </a:r>
              </a:p>
            </p:txBody>
          </p:sp>
        </p:grpSp>
        <p:grpSp>
          <p:nvGrpSpPr>
            <p:cNvPr id="490" name="Group 490"/>
            <p:cNvGrpSpPr/>
            <p:nvPr/>
          </p:nvGrpSpPr>
          <p:grpSpPr>
            <a:xfrm>
              <a:off x="2286000" y="0"/>
              <a:ext cx="457200" cy="381000"/>
              <a:chOff x="0" y="0"/>
              <a:chExt cx="457200" cy="381000"/>
            </a:xfrm>
          </p:grpSpPr>
          <p:sp>
            <p:nvSpPr>
              <p:cNvPr id="488" name="Shape 488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489" name="Shape 489"/>
              <p:cNvSpPr/>
              <p:nvPr/>
            </p:nvSpPr>
            <p:spPr>
              <a:xfrm>
                <a:off x="118025" y="4745"/>
                <a:ext cx="221150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5</a:t>
                </a:r>
              </a:p>
            </p:txBody>
          </p:sp>
        </p:grpSp>
        <p:grpSp>
          <p:nvGrpSpPr>
            <p:cNvPr id="493" name="Group 493"/>
            <p:cNvGrpSpPr/>
            <p:nvPr/>
          </p:nvGrpSpPr>
          <p:grpSpPr>
            <a:xfrm>
              <a:off x="2743200" y="0"/>
              <a:ext cx="457200" cy="381000"/>
              <a:chOff x="0" y="0"/>
              <a:chExt cx="457200" cy="381000"/>
            </a:xfrm>
          </p:grpSpPr>
          <p:sp>
            <p:nvSpPr>
              <p:cNvPr id="491" name="Shape 491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492" name="Shape 492"/>
              <p:cNvSpPr/>
              <p:nvPr/>
            </p:nvSpPr>
            <p:spPr>
              <a:xfrm>
                <a:off x="118025" y="4745"/>
                <a:ext cx="221150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8</a:t>
                </a:r>
              </a:p>
            </p:txBody>
          </p:sp>
        </p:grpSp>
        <p:grpSp>
          <p:nvGrpSpPr>
            <p:cNvPr id="496" name="Group 496"/>
            <p:cNvGrpSpPr/>
            <p:nvPr/>
          </p:nvGrpSpPr>
          <p:grpSpPr>
            <a:xfrm>
              <a:off x="3200400" y="0"/>
              <a:ext cx="457200" cy="381000"/>
              <a:chOff x="0" y="0"/>
              <a:chExt cx="457200" cy="381000"/>
            </a:xfrm>
          </p:grpSpPr>
          <p:sp>
            <p:nvSpPr>
              <p:cNvPr id="494" name="Shape 494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495" name="Shape 495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21</a:t>
                </a:r>
              </a:p>
            </p:txBody>
          </p:sp>
        </p:grpSp>
        <p:grpSp>
          <p:nvGrpSpPr>
            <p:cNvPr id="499" name="Group 499"/>
            <p:cNvGrpSpPr/>
            <p:nvPr/>
          </p:nvGrpSpPr>
          <p:grpSpPr>
            <a:xfrm>
              <a:off x="3657600" y="0"/>
              <a:ext cx="457200" cy="381000"/>
              <a:chOff x="0" y="0"/>
              <a:chExt cx="457200" cy="381000"/>
            </a:xfrm>
          </p:grpSpPr>
          <p:sp>
            <p:nvSpPr>
              <p:cNvPr id="497" name="Shape 497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498" name="Shape 498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50</a:t>
                </a:r>
              </a:p>
            </p:txBody>
          </p:sp>
        </p:grpSp>
        <p:grpSp>
          <p:nvGrpSpPr>
            <p:cNvPr id="502" name="Group 502"/>
            <p:cNvGrpSpPr/>
            <p:nvPr/>
          </p:nvGrpSpPr>
          <p:grpSpPr>
            <a:xfrm>
              <a:off x="4114800" y="0"/>
              <a:ext cx="457200" cy="381000"/>
              <a:chOff x="0" y="0"/>
              <a:chExt cx="457200" cy="381000"/>
            </a:xfrm>
          </p:grpSpPr>
          <p:sp>
            <p:nvSpPr>
              <p:cNvPr id="500" name="Shape 500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501" name="Shape 501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42</a:t>
                </a:r>
              </a:p>
            </p:txBody>
          </p:sp>
        </p:grpSp>
        <p:sp>
          <p:nvSpPr>
            <p:cNvPr id="503" name="Shape 503"/>
            <p:cNvSpPr/>
            <p:nvPr/>
          </p:nvSpPr>
          <p:spPr>
            <a:xfrm>
              <a:off x="1172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504" name="Shape 504"/>
            <p:cNvSpPr/>
            <p:nvPr/>
          </p:nvSpPr>
          <p:spPr>
            <a:xfrm>
              <a:off x="5871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505" name="Shape 505"/>
            <p:cNvSpPr/>
            <p:nvPr/>
          </p:nvSpPr>
          <p:spPr>
            <a:xfrm>
              <a:off x="10443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506" name="Shape 506"/>
            <p:cNvSpPr/>
            <p:nvPr/>
          </p:nvSpPr>
          <p:spPr>
            <a:xfrm>
              <a:off x="14427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507" name="Shape 507"/>
            <p:cNvSpPr/>
            <p:nvPr/>
          </p:nvSpPr>
          <p:spPr>
            <a:xfrm>
              <a:off x="19587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508" name="Shape 508"/>
            <p:cNvSpPr/>
            <p:nvPr/>
          </p:nvSpPr>
          <p:spPr>
            <a:xfrm>
              <a:off x="2415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509" name="Shape 509"/>
            <p:cNvSpPr/>
            <p:nvPr/>
          </p:nvSpPr>
          <p:spPr>
            <a:xfrm>
              <a:off x="2849319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510" name="Shape 510"/>
            <p:cNvSpPr/>
            <p:nvPr/>
          </p:nvSpPr>
          <p:spPr>
            <a:xfrm>
              <a:off x="3330331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511" name="Shape 511"/>
            <p:cNvSpPr/>
            <p:nvPr/>
          </p:nvSpPr>
          <p:spPr>
            <a:xfrm>
              <a:off x="3763719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512" name="Shape 512"/>
            <p:cNvSpPr/>
            <p:nvPr/>
          </p:nvSpPr>
          <p:spPr>
            <a:xfrm>
              <a:off x="42240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sp>
        <p:nvSpPr>
          <p:cNvPr id="514" name="Shape 514"/>
          <p:cNvSpPr/>
          <p:nvPr/>
        </p:nvSpPr>
        <p:spPr>
          <a:xfrm>
            <a:off x="609600" y="3733800"/>
            <a:ext cx="3962400" cy="1948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6799" tIns="46799" rIns="46799" bIns="46799">
            <a:spAutoFit/>
          </a:bodyPr>
          <a:lstStyle/>
          <a:p>
            <a:pPr marL="341312" indent="-341312">
              <a:spcBef>
                <a:spcPts val="600"/>
              </a:spcBef>
              <a:buClr>
                <a:srgbClr val="008080"/>
              </a:buClr>
              <a:buSzPct val="80000"/>
              <a:buFont typeface="Wingdings"/>
              <a:buChar char="▯"/>
              <a:tabLst>
                <a:tab pos="330200" algn="l"/>
                <a:tab pos="1244600" algn="l"/>
                <a:tab pos="2159000" algn="l"/>
                <a:tab pos="3073400" algn="l"/>
                <a:tab pos="3987800" algn="l"/>
                <a:tab pos="4902200" algn="l"/>
                <a:tab pos="5816600" algn="l"/>
                <a:tab pos="6731000" algn="l"/>
                <a:tab pos="7645400" algn="l"/>
                <a:tab pos="8559800" algn="l"/>
                <a:tab pos="9474200" algn="l"/>
                <a:tab pos="10388600" algn="l"/>
              </a:tabLst>
              <a:defRPr sz="1800"/>
            </a:pPr>
            <a:r>
              <a:rPr sz="240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Hay que arreglar la propiedad de orden</a:t>
            </a:r>
          </a:p>
          <a:p>
            <a:pPr marL="769937" lvl="1" indent="-238125">
              <a:spcBef>
                <a:spcPts val="5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330200" algn="l"/>
                <a:tab pos="1244600" algn="l"/>
                <a:tab pos="2159000" algn="l"/>
                <a:tab pos="3073400" algn="l"/>
                <a:tab pos="3987800" algn="l"/>
                <a:tab pos="4902200" algn="l"/>
                <a:tab pos="5816600" algn="l"/>
                <a:tab pos="6731000" algn="l"/>
                <a:tab pos="7645400" algn="l"/>
                <a:tab pos="8559800" algn="l"/>
                <a:tab pos="9474200" algn="l"/>
                <a:tab pos="10388600" algn="l"/>
              </a:tabLst>
              <a:defRPr sz="1800"/>
            </a:pPr>
            <a:r>
              <a:rPr sz="200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De cada raiz</a:t>
            </a:r>
          </a:p>
          <a:p>
            <a:pPr marL="769937" lvl="1" indent="-238125">
              <a:spcBef>
                <a:spcPts val="5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330200" algn="l"/>
                <a:tab pos="1244600" algn="l"/>
                <a:tab pos="2159000" algn="l"/>
                <a:tab pos="3073400" algn="l"/>
                <a:tab pos="3987800" algn="l"/>
                <a:tab pos="4902200" algn="l"/>
                <a:tab pos="5816600" algn="l"/>
                <a:tab pos="6731000" algn="l"/>
                <a:tab pos="7645400" algn="l"/>
                <a:tab pos="8559800" algn="l"/>
                <a:tab pos="9474200" algn="l"/>
                <a:tab pos="10388600" algn="l"/>
              </a:tabLst>
              <a:defRPr sz="1800"/>
            </a:pPr>
            <a:r>
              <a:rPr sz="200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Ajustar c/raiz</a:t>
            </a:r>
          </a:p>
          <a:p>
            <a:pPr marL="769937" lvl="1" indent="-238125">
              <a:spcBef>
                <a:spcPts val="5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330200" algn="l"/>
                <a:tab pos="1244600" algn="l"/>
                <a:tab pos="2159000" algn="l"/>
                <a:tab pos="3073400" algn="l"/>
                <a:tab pos="3987800" algn="l"/>
                <a:tab pos="4902200" algn="l"/>
                <a:tab pos="5816600" algn="l"/>
                <a:tab pos="6731000" algn="l"/>
                <a:tab pos="7645400" algn="l"/>
                <a:tab pos="8559800" algn="l"/>
                <a:tab pos="9474200" algn="l"/>
                <a:tab pos="10388600" algn="l"/>
              </a:tabLst>
              <a:defRPr sz="1800"/>
            </a:pPr>
            <a:r>
              <a:rPr sz="2000">
                <a:solidFill>
                  <a:srgbClr val="002850"/>
                </a:solidFill>
                <a:latin typeface="Arial Narrow"/>
                <a:ea typeface="Arial Narrow"/>
                <a:cs typeface="Arial Narrow"/>
                <a:sym typeface="Arial Narrow"/>
              </a:rPr>
              <a:t>Desde la ultima a la primera</a:t>
            </a:r>
          </a:p>
        </p:txBody>
      </p:sp>
      <p:grpSp>
        <p:nvGrpSpPr>
          <p:cNvPr id="565" name="Group 565"/>
          <p:cNvGrpSpPr/>
          <p:nvPr/>
        </p:nvGrpSpPr>
        <p:grpSpPr>
          <a:xfrm>
            <a:off x="4876798" y="3602039"/>
            <a:ext cx="3352802" cy="3038513"/>
            <a:chOff x="-1" y="0"/>
            <a:chExt cx="3352801" cy="3038511"/>
          </a:xfrm>
        </p:grpSpPr>
        <p:grpSp>
          <p:nvGrpSpPr>
            <p:cNvPr id="554" name="Group 554"/>
            <p:cNvGrpSpPr/>
            <p:nvPr/>
          </p:nvGrpSpPr>
          <p:grpSpPr>
            <a:xfrm>
              <a:off x="-1" y="360362"/>
              <a:ext cx="3352801" cy="2209801"/>
              <a:chOff x="0" y="0"/>
              <a:chExt cx="3352800" cy="2209800"/>
            </a:xfrm>
          </p:grpSpPr>
          <p:grpSp>
            <p:nvGrpSpPr>
              <p:cNvPr id="517" name="Group 517"/>
              <p:cNvGrpSpPr/>
              <p:nvPr/>
            </p:nvGrpSpPr>
            <p:grpSpPr>
              <a:xfrm>
                <a:off x="1606549" y="-1"/>
                <a:ext cx="457201" cy="457201"/>
                <a:chOff x="0" y="0"/>
                <a:chExt cx="457200" cy="457200"/>
              </a:xfrm>
            </p:grpSpPr>
            <p:sp>
              <p:nvSpPr>
                <p:cNvPr id="515" name="Shape 515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516" name="Shape 516"/>
                <p:cNvSpPr/>
                <p:nvPr/>
              </p:nvSpPr>
              <p:spPr>
                <a:xfrm>
                  <a:off x="66613" y="34925"/>
                  <a:ext cx="347786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15</a:t>
                  </a:r>
                </a:p>
              </p:txBody>
            </p:sp>
          </p:grpSp>
          <p:grpSp>
            <p:nvGrpSpPr>
              <p:cNvPr id="520" name="Group 520"/>
              <p:cNvGrpSpPr/>
              <p:nvPr/>
            </p:nvGrpSpPr>
            <p:grpSpPr>
              <a:xfrm>
                <a:off x="838199" y="457199"/>
                <a:ext cx="457201" cy="457201"/>
                <a:chOff x="0" y="0"/>
                <a:chExt cx="457200" cy="457200"/>
              </a:xfrm>
            </p:grpSpPr>
            <p:sp>
              <p:nvSpPr>
                <p:cNvPr id="518" name="Shape 518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519" name="Shape 519"/>
                <p:cNvSpPr/>
                <p:nvPr/>
              </p:nvSpPr>
              <p:spPr>
                <a:xfrm>
                  <a:off x="129932" y="34925"/>
                  <a:ext cx="221149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1</a:t>
                  </a:r>
                </a:p>
              </p:txBody>
            </p:sp>
          </p:grpSp>
          <p:grpSp>
            <p:nvGrpSpPr>
              <p:cNvPr id="523" name="Group 523"/>
              <p:cNvGrpSpPr/>
              <p:nvPr/>
            </p:nvGrpSpPr>
            <p:grpSpPr>
              <a:xfrm>
                <a:off x="2362199" y="457199"/>
                <a:ext cx="457201" cy="457201"/>
                <a:chOff x="0" y="0"/>
                <a:chExt cx="457200" cy="457200"/>
              </a:xfrm>
            </p:grpSpPr>
            <p:sp>
              <p:nvSpPr>
                <p:cNvPr id="521" name="Shape 521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 sz="1600"/>
                </a:p>
              </p:txBody>
            </p:sp>
            <p:sp>
              <p:nvSpPr>
                <p:cNvPr id="522" name="Shape 522"/>
                <p:cNvSpPr/>
                <p:nvPr/>
              </p:nvSpPr>
              <p:spPr>
                <a:xfrm>
                  <a:off x="54707" y="42845"/>
                  <a:ext cx="347786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ctr">
                  <a:spAutoFit/>
                </a:bodyPr>
                <a:lstStyle>
                  <a:lvl1pPr algn="ctr">
                    <a:lnSpc>
                      <a:spcPct val="100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28</a:t>
                  </a:r>
                </a:p>
              </p:txBody>
            </p:sp>
          </p:grpSp>
          <p:grpSp>
            <p:nvGrpSpPr>
              <p:cNvPr id="526" name="Group 526"/>
              <p:cNvGrpSpPr/>
              <p:nvPr/>
            </p:nvGrpSpPr>
            <p:grpSpPr>
              <a:xfrm>
                <a:off x="304799" y="1066799"/>
                <a:ext cx="457201" cy="457201"/>
                <a:chOff x="0" y="0"/>
                <a:chExt cx="457200" cy="457200"/>
              </a:xfrm>
            </p:grpSpPr>
            <p:sp>
              <p:nvSpPr>
                <p:cNvPr id="524" name="Shape 524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525" name="Shape 525"/>
                <p:cNvSpPr/>
                <p:nvPr/>
              </p:nvSpPr>
              <p:spPr>
                <a:xfrm>
                  <a:off x="68200" y="34925"/>
                  <a:ext cx="347786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35</a:t>
                  </a:r>
                </a:p>
              </p:txBody>
            </p:sp>
          </p:grpSp>
          <p:grpSp>
            <p:nvGrpSpPr>
              <p:cNvPr id="529" name="Group 529"/>
              <p:cNvGrpSpPr/>
              <p:nvPr/>
            </p:nvGrpSpPr>
            <p:grpSpPr>
              <a:xfrm>
                <a:off x="1371599" y="1066799"/>
                <a:ext cx="457201" cy="457201"/>
                <a:chOff x="0" y="0"/>
                <a:chExt cx="457200" cy="457200"/>
              </a:xfrm>
            </p:grpSpPr>
            <p:sp>
              <p:nvSpPr>
                <p:cNvPr id="527" name="Shape 527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528" name="Shape 528"/>
                <p:cNvSpPr/>
                <p:nvPr/>
              </p:nvSpPr>
              <p:spPr>
                <a:xfrm>
                  <a:off x="68200" y="34925"/>
                  <a:ext cx="347786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10</a:t>
                  </a:r>
                </a:p>
              </p:txBody>
            </p:sp>
          </p:grpSp>
          <p:sp>
            <p:nvSpPr>
              <p:cNvPr id="530" name="Shape 530"/>
              <p:cNvSpPr/>
              <p:nvPr/>
            </p:nvSpPr>
            <p:spPr>
              <a:xfrm flipH="1">
                <a:off x="1228724" y="390524"/>
                <a:ext cx="444501" cy="133352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531" name="Shape 531"/>
              <p:cNvSpPr/>
              <p:nvPr/>
            </p:nvSpPr>
            <p:spPr>
              <a:xfrm>
                <a:off x="1997074" y="390524"/>
                <a:ext cx="431801" cy="133352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532" name="Shape 532"/>
              <p:cNvSpPr/>
              <p:nvPr/>
            </p:nvSpPr>
            <p:spPr>
              <a:xfrm flipV="1">
                <a:off x="533399" y="847725"/>
                <a:ext cx="371477" cy="219075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533" name="Shape 533"/>
              <p:cNvSpPr/>
              <p:nvPr/>
            </p:nvSpPr>
            <p:spPr>
              <a:xfrm flipH="1" flipV="1">
                <a:off x="1228725" y="847724"/>
                <a:ext cx="371476" cy="219077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536" name="Group 536"/>
              <p:cNvGrpSpPr/>
              <p:nvPr/>
            </p:nvGrpSpPr>
            <p:grpSpPr>
              <a:xfrm>
                <a:off x="1904999" y="1066799"/>
                <a:ext cx="457201" cy="457201"/>
                <a:chOff x="0" y="0"/>
                <a:chExt cx="457200" cy="457200"/>
              </a:xfrm>
            </p:grpSpPr>
            <p:sp>
              <p:nvSpPr>
                <p:cNvPr id="534" name="Shape 534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535" name="Shape 535"/>
                <p:cNvSpPr/>
                <p:nvPr/>
              </p:nvSpPr>
              <p:spPr>
                <a:xfrm>
                  <a:off x="130725" y="34925"/>
                  <a:ext cx="221150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5</a:t>
                  </a:r>
                </a:p>
              </p:txBody>
            </p:sp>
          </p:grpSp>
          <p:grpSp>
            <p:nvGrpSpPr>
              <p:cNvPr id="539" name="Group 539"/>
              <p:cNvGrpSpPr/>
              <p:nvPr/>
            </p:nvGrpSpPr>
            <p:grpSpPr>
              <a:xfrm>
                <a:off x="2895599" y="1066799"/>
                <a:ext cx="457201" cy="457201"/>
                <a:chOff x="0" y="0"/>
                <a:chExt cx="457200" cy="457200"/>
              </a:xfrm>
            </p:grpSpPr>
            <p:sp>
              <p:nvSpPr>
                <p:cNvPr id="537" name="Shape 537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538" name="Shape 538"/>
                <p:cNvSpPr/>
                <p:nvPr/>
              </p:nvSpPr>
              <p:spPr>
                <a:xfrm>
                  <a:off x="132313" y="34925"/>
                  <a:ext cx="221150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8</a:t>
                  </a:r>
                </a:p>
              </p:txBody>
            </p:sp>
          </p:grpSp>
          <p:sp>
            <p:nvSpPr>
              <p:cNvPr id="540" name="Shape 540"/>
              <p:cNvSpPr/>
              <p:nvPr/>
            </p:nvSpPr>
            <p:spPr>
              <a:xfrm flipV="1">
                <a:off x="2133600" y="847724"/>
                <a:ext cx="295276" cy="219077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541" name="Shape 541"/>
              <p:cNvSpPr/>
              <p:nvPr/>
            </p:nvSpPr>
            <p:spPr>
              <a:xfrm flipH="1" flipV="1">
                <a:off x="2752724" y="847724"/>
                <a:ext cx="371476" cy="219077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544" name="Group 544"/>
              <p:cNvGrpSpPr/>
              <p:nvPr/>
            </p:nvGrpSpPr>
            <p:grpSpPr>
              <a:xfrm>
                <a:off x="-1" y="1752599"/>
                <a:ext cx="457201" cy="457201"/>
                <a:chOff x="0" y="0"/>
                <a:chExt cx="457200" cy="457200"/>
              </a:xfrm>
            </p:grpSpPr>
            <p:sp>
              <p:nvSpPr>
                <p:cNvPr id="542" name="Shape 542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543" name="Shape 543"/>
                <p:cNvSpPr/>
                <p:nvPr/>
              </p:nvSpPr>
              <p:spPr>
                <a:xfrm>
                  <a:off x="28513" y="34925"/>
                  <a:ext cx="347787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21</a:t>
                  </a:r>
                </a:p>
              </p:txBody>
            </p:sp>
          </p:grpSp>
          <p:sp>
            <p:nvSpPr>
              <p:cNvPr id="545" name="Shape 545"/>
              <p:cNvSpPr/>
              <p:nvPr/>
            </p:nvSpPr>
            <p:spPr>
              <a:xfrm flipV="1">
                <a:off x="228599" y="1457325"/>
                <a:ext cx="142876" cy="295275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548" name="Group 548"/>
              <p:cNvGrpSpPr/>
              <p:nvPr/>
            </p:nvGrpSpPr>
            <p:grpSpPr>
              <a:xfrm>
                <a:off x="609599" y="1752599"/>
                <a:ext cx="457201" cy="457201"/>
                <a:chOff x="0" y="0"/>
                <a:chExt cx="457200" cy="457200"/>
              </a:xfrm>
            </p:grpSpPr>
            <p:sp>
              <p:nvSpPr>
                <p:cNvPr id="546" name="Shape 546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547" name="Shape 547"/>
                <p:cNvSpPr/>
                <p:nvPr/>
              </p:nvSpPr>
              <p:spPr>
                <a:xfrm>
                  <a:off x="66613" y="34925"/>
                  <a:ext cx="347787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50</a:t>
                  </a:r>
                </a:p>
              </p:txBody>
            </p:sp>
          </p:grpSp>
          <p:sp>
            <p:nvSpPr>
              <p:cNvPr id="549" name="Shape 549"/>
              <p:cNvSpPr/>
              <p:nvPr/>
            </p:nvSpPr>
            <p:spPr>
              <a:xfrm flipH="1" flipV="1">
                <a:off x="695324" y="1457325"/>
                <a:ext cx="142876" cy="295275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552" name="Group 552"/>
              <p:cNvGrpSpPr/>
              <p:nvPr/>
            </p:nvGrpSpPr>
            <p:grpSpPr>
              <a:xfrm>
                <a:off x="1142999" y="1752599"/>
                <a:ext cx="457201" cy="457201"/>
                <a:chOff x="0" y="0"/>
                <a:chExt cx="457200" cy="457200"/>
              </a:xfrm>
            </p:grpSpPr>
            <p:sp>
              <p:nvSpPr>
                <p:cNvPr id="550" name="Shape 550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551" name="Shape 551"/>
                <p:cNvSpPr/>
                <p:nvPr/>
              </p:nvSpPr>
              <p:spPr>
                <a:xfrm>
                  <a:off x="66613" y="34925"/>
                  <a:ext cx="347787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42</a:t>
                  </a:r>
                </a:p>
              </p:txBody>
            </p:sp>
          </p:grpSp>
          <p:sp>
            <p:nvSpPr>
              <p:cNvPr id="553" name="Shape 553"/>
              <p:cNvSpPr/>
              <p:nvPr/>
            </p:nvSpPr>
            <p:spPr>
              <a:xfrm flipV="1">
                <a:off x="1371599" y="1457325"/>
                <a:ext cx="66677" cy="295275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</p:grpSp>
        <p:sp>
          <p:nvSpPr>
            <p:cNvPr id="555" name="Shape 555"/>
            <p:cNvSpPr/>
            <p:nvPr/>
          </p:nvSpPr>
          <p:spPr>
            <a:xfrm>
              <a:off x="1721400" y="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556" name="Shape 556"/>
            <p:cNvSpPr/>
            <p:nvPr/>
          </p:nvSpPr>
          <p:spPr>
            <a:xfrm>
              <a:off x="948288" y="4572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557" name="Shape 557"/>
            <p:cNvSpPr/>
            <p:nvPr/>
          </p:nvSpPr>
          <p:spPr>
            <a:xfrm>
              <a:off x="2486575" y="4572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558" name="Shape 558"/>
            <p:cNvSpPr/>
            <p:nvPr/>
          </p:nvSpPr>
          <p:spPr>
            <a:xfrm>
              <a:off x="352975" y="10668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559" name="Shape 559"/>
            <p:cNvSpPr/>
            <p:nvPr/>
          </p:nvSpPr>
          <p:spPr>
            <a:xfrm>
              <a:off x="1572175" y="10668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560" name="Shape 560"/>
            <p:cNvSpPr/>
            <p:nvPr/>
          </p:nvSpPr>
          <p:spPr>
            <a:xfrm>
              <a:off x="2015088" y="1046162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561" name="Shape 561"/>
            <p:cNvSpPr/>
            <p:nvPr/>
          </p:nvSpPr>
          <p:spPr>
            <a:xfrm>
              <a:off x="3081888" y="1046162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562" name="Shape 562"/>
            <p:cNvSpPr/>
            <p:nvPr/>
          </p:nvSpPr>
          <p:spPr>
            <a:xfrm>
              <a:off x="103738" y="2646362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563" name="Shape 563"/>
            <p:cNvSpPr/>
            <p:nvPr/>
          </p:nvSpPr>
          <p:spPr>
            <a:xfrm>
              <a:off x="713338" y="26670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564" name="Shape 564"/>
            <p:cNvSpPr/>
            <p:nvPr/>
          </p:nvSpPr>
          <p:spPr>
            <a:xfrm>
              <a:off x="1268963" y="26670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sp>
        <p:nvSpPr>
          <p:cNvPr id="566" name="Shape 566"/>
          <p:cNvSpPr/>
          <p:nvPr/>
        </p:nvSpPr>
        <p:spPr>
          <a:xfrm flipH="1">
            <a:off x="5194302" y="5232400"/>
            <a:ext cx="1524001" cy="1588"/>
          </a:xfrm>
          <a:prstGeom prst="line">
            <a:avLst/>
          </a:prstGeom>
          <a:ln w="19080">
            <a:solidFill>
              <a:srgbClr val="FF9900"/>
            </a:solidFill>
            <a:miter/>
            <a:tailEnd type="triangle"/>
          </a:ln>
        </p:spPr>
        <p:txBody>
          <a:bodyPr lIns="0" tIns="0" rIns="0" bIns="0"/>
          <a:lstStyle/>
          <a:p>
            <a:pPr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200"/>
          </a:p>
        </p:txBody>
      </p:sp>
      <p:sp>
        <p:nvSpPr>
          <p:cNvPr id="567" name="Shape 567"/>
          <p:cNvSpPr/>
          <p:nvPr/>
        </p:nvSpPr>
        <p:spPr>
          <a:xfrm flipH="1">
            <a:off x="5714999" y="4648200"/>
            <a:ext cx="1979614" cy="1588"/>
          </a:xfrm>
          <a:prstGeom prst="line">
            <a:avLst/>
          </a:prstGeom>
          <a:ln w="19080">
            <a:solidFill>
              <a:srgbClr val="FF9900"/>
            </a:solidFill>
            <a:miter/>
            <a:tailEnd type="triangle"/>
          </a:ln>
        </p:spPr>
        <p:txBody>
          <a:bodyPr lIns="0" tIns="0" rIns="0" bIns="0"/>
          <a:lstStyle/>
          <a:p>
            <a:pPr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200"/>
          </a:p>
        </p:txBody>
      </p:sp>
      <p:sp>
        <p:nvSpPr>
          <p:cNvPr id="568" name="Shape 568"/>
          <p:cNvSpPr/>
          <p:nvPr/>
        </p:nvSpPr>
        <p:spPr>
          <a:xfrm flipV="1">
            <a:off x="5181600" y="4648200"/>
            <a:ext cx="2514600" cy="609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5400" y="0"/>
                  <a:pt x="10800" y="5400"/>
                  <a:pt x="10800" y="10800"/>
                </a:cubicBezTo>
                <a:cubicBezTo>
                  <a:pt x="10800" y="16200"/>
                  <a:pt x="16200" y="21600"/>
                  <a:pt x="21600" y="21600"/>
                </a:cubicBezTo>
              </a:path>
            </a:pathLst>
          </a:custGeom>
          <a:ln w="19080">
            <a:solidFill>
              <a:srgbClr val="FF9900"/>
            </a:solidFill>
            <a:miter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569" name="Shape 569"/>
          <p:cNvSpPr/>
          <p:nvPr/>
        </p:nvSpPr>
        <p:spPr>
          <a:xfrm flipV="1">
            <a:off x="5715000" y="4191000"/>
            <a:ext cx="1225550" cy="457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5400" y="0"/>
                  <a:pt x="10800" y="5400"/>
                  <a:pt x="10800" y="10800"/>
                </a:cubicBezTo>
                <a:cubicBezTo>
                  <a:pt x="10800" y="16200"/>
                  <a:pt x="16200" y="21600"/>
                  <a:pt x="21600" y="21600"/>
                </a:cubicBezTo>
              </a:path>
            </a:pathLst>
          </a:custGeom>
          <a:ln w="19080">
            <a:solidFill>
              <a:srgbClr val="FF9900"/>
            </a:solidFill>
            <a:miter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6D08BE8-7231-4B2F-A629-10442FE9B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CONSTRUIR UN HEAP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7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0"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1"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" grpId="0" build="p" animBg="1" advAuto="0"/>
      <p:bldP spid="513" grpId="0" animBg="1" advAuto="0"/>
      <p:bldP spid="514" grpId="0" animBg="1" advAuto="0"/>
      <p:bldP spid="565" grpId="0" animBg="1" advAuto="0"/>
      <p:bldP spid="566" grpId="0" animBg="1" advAuto="0"/>
      <p:bldP spid="567" grpId="0" animBg="1" advAuto="0"/>
      <p:bldP spid="568" grpId="0" animBg="1" advAuto="0"/>
      <p:bldP spid="569" grpId="0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Shape 572"/>
          <p:cNvSpPr>
            <a:spLocks noGrp="1"/>
          </p:cNvSpPr>
          <p:nvPr>
            <p:ph type="body" idx="1"/>
          </p:nvPr>
        </p:nvSpPr>
        <p:spPr>
          <a:xfrm>
            <a:off x="533400" y="2209800"/>
            <a:ext cx="4038600" cy="456088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55984" indent="-255984">
              <a:lnSpc>
                <a:spcPct val="130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Ajustar el ultimo nodo raiz</a:t>
            </a:r>
          </a:p>
          <a:p>
            <a:pPr marL="735919" lvl="1" indent="-204107">
              <a:lnSpc>
                <a:spcPct val="130000"/>
              </a:lnSpc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Los nodos raiz comienzan desde 0 hasta n/2-1</a:t>
            </a:r>
          </a:p>
          <a:p>
            <a:pPr marL="255984" indent="-255984">
              <a:lnSpc>
                <a:spcPct val="130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Al ajustar cada nodo</a:t>
            </a:r>
          </a:p>
          <a:p>
            <a:pPr marL="735919" lvl="1" indent="-204107">
              <a:lnSpc>
                <a:spcPct val="130000"/>
              </a:lnSpc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De atrás hacia delante</a:t>
            </a:r>
          </a:p>
          <a:p>
            <a:pPr marL="735919" lvl="1" indent="-204107">
              <a:lnSpc>
                <a:spcPct val="130000"/>
              </a:lnSpc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Nos aseguramos que los valores mas altos suban!</a:t>
            </a:r>
          </a:p>
        </p:txBody>
      </p:sp>
      <p:grpSp>
        <p:nvGrpSpPr>
          <p:cNvPr id="613" name="Group 613"/>
          <p:cNvGrpSpPr/>
          <p:nvPr/>
        </p:nvGrpSpPr>
        <p:grpSpPr>
          <a:xfrm>
            <a:off x="4267200" y="2057400"/>
            <a:ext cx="4572000" cy="717586"/>
            <a:chOff x="0" y="0"/>
            <a:chExt cx="4572000" cy="717585"/>
          </a:xfrm>
        </p:grpSpPr>
        <p:grpSp>
          <p:nvGrpSpPr>
            <p:cNvPr id="575" name="Group 575"/>
            <p:cNvGrpSpPr/>
            <p:nvPr/>
          </p:nvGrpSpPr>
          <p:grpSpPr>
            <a:xfrm>
              <a:off x="0" y="0"/>
              <a:ext cx="457200" cy="381000"/>
              <a:chOff x="0" y="0"/>
              <a:chExt cx="457200" cy="381000"/>
            </a:xfrm>
          </p:grpSpPr>
          <p:sp>
            <p:nvSpPr>
              <p:cNvPr id="573" name="Shape 573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574" name="Shape 574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</a:t>
                </a:r>
              </a:p>
            </p:txBody>
          </p:sp>
        </p:grpSp>
        <p:grpSp>
          <p:nvGrpSpPr>
            <p:cNvPr id="578" name="Group 578"/>
            <p:cNvGrpSpPr/>
            <p:nvPr/>
          </p:nvGrpSpPr>
          <p:grpSpPr>
            <a:xfrm>
              <a:off x="457200" y="0"/>
              <a:ext cx="457200" cy="381000"/>
              <a:chOff x="0" y="0"/>
              <a:chExt cx="457200" cy="381000"/>
            </a:xfrm>
          </p:grpSpPr>
          <p:sp>
            <p:nvSpPr>
              <p:cNvPr id="576" name="Shape 576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577" name="Shape 577"/>
              <p:cNvSpPr/>
              <p:nvPr/>
            </p:nvSpPr>
            <p:spPr>
              <a:xfrm>
                <a:off x="118025" y="4745"/>
                <a:ext cx="221150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</a:t>
                </a:r>
              </a:p>
            </p:txBody>
          </p:sp>
        </p:grpSp>
        <p:grpSp>
          <p:nvGrpSpPr>
            <p:cNvPr id="581" name="Group 581"/>
            <p:cNvGrpSpPr/>
            <p:nvPr/>
          </p:nvGrpSpPr>
          <p:grpSpPr>
            <a:xfrm>
              <a:off x="914400" y="0"/>
              <a:ext cx="457200" cy="381000"/>
              <a:chOff x="0" y="0"/>
              <a:chExt cx="457200" cy="381000"/>
            </a:xfrm>
          </p:grpSpPr>
          <p:sp>
            <p:nvSpPr>
              <p:cNvPr id="579" name="Shape 579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580" name="Shape 580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28</a:t>
                </a:r>
              </a:p>
            </p:txBody>
          </p:sp>
        </p:grpSp>
        <p:grpSp>
          <p:nvGrpSpPr>
            <p:cNvPr id="584" name="Group 584"/>
            <p:cNvGrpSpPr/>
            <p:nvPr/>
          </p:nvGrpSpPr>
          <p:grpSpPr>
            <a:xfrm>
              <a:off x="1371600" y="0"/>
              <a:ext cx="457200" cy="381000"/>
              <a:chOff x="0" y="0"/>
              <a:chExt cx="457200" cy="381000"/>
            </a:xfrm>
          </p:grpSpPr>
          <p:sp>
            <p:nvSpPr>
              <p:cNvPr id="582" name="Shape 582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583" name="Shape 583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35</a:t>
                </a:r>
              </a:p>
            </p:txBody>
          </p:sp>
        </p:grpSp>
        <p:grpSp>
          <p:nvGrpSpPr>
            <p:cNvPr id="587" name="Group 587"/>
            <p:cNvGrpSpPr/>
            <p:nvPr/>
          </p:nvGrpSpPr>
          <p:grpSpPr>
            <a:xfrm>
              <a:off x="1828800" y="0"/>
              <a:ext cx="457200" cy="381000"/>
              <a:chOff x="0" y="0"/>
              <a:chExt cx="457200" cy="381000"/>
            </a:xfrm>
          </p:grpSpPr>
          <p:sp>
            <p:nvSpPr>
              <p:cNvPr id="585" name="Shape 585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586" name="Shape 586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10</a:t>
                </a:r>
              </a:p>
            </p:txBody>
          </p:sp>
        </p:grpSp>
        <p:grpSp>
          <p:nvGrpSpPr>
            <p:cNvPr id="590" name="Group 590"/>
            <p:cNvGrpSpPr/>
            <p:nvPr/>
          </p:nvGrpSpPr>
          <p:grpSpPr>
            <a:xfrm>
              <a:off x="2286000" y="0"/>
              <a:ext cx="457200" cy="381000"/>
              <a:chOff x="0" y="0"/>
              <a:chExt cx="457200" cy="381000"/>
            </a:xfrm>
          </p:grpSpPr>
          <p:sp>
            <p:nvSpPr>
              <p:cNvPr id="588" name="Shape 588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589" name="Shape 589"/>
              <p:cNvSpPr/>
              <p:nvPr/>
            </p:nvSpPr>
            <p:spPr>
              <a:xfrm>
                <a:off x="118025" y="4745"/>
                <a:ext cx="221150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5</a:t>
                </a:r>
              </a:p>
            </p:txBody>
          </p:sp>
        </p:grpSp>
        <p:grpSp>
          <p:nvGrpSpPr>
            <p:cNvPr id="593" name="Group 593"/>
            <p:cNvGrpSpPr/>
            <p:nvPr/>
          </p:nvGrpSpPr>
          <p:grpSpPr>
            <a:xfrm>
              <a:off x="2743200" y="0"/>
              <a:ext cx="457200" cy="381000"/>
              <a:chOff x="0" y="0"/>
              <a:chExt cx="457200" cy="381000"/>
            </a:xfrm>
          </p:grpSpPr>
          <p:sp>
            <p:nvSpPr>
              <p:cNvPr id="591" name="Shape 591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592" name="Shape 592"/>
              <p:cNvSpPr/>
              <p:nvPr/>
            </p:nvSpPr>
            <p:spPr>
              <a:xfrm>
                <a:off x="118025" y="4745"/>
                <a:ext cx="221150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8</a:t>
                </a:r>
              </a:p>
            </p:txBody>
          </p:sp>
        </p:grpSp>
        <p:grpSp>
          <p:nvGrpSpPr>
            <p:cNvPr id="596" name="Group 596"/>
            <p:cNvGrpSpPr/>
            <p:nvPr/>
          </p:nvGrpSpPr>
          <p:grpSpPr>
            <a:xfrm>
              <a:off x="3200400" y="0"/>
              <a:ext cx="457200" cy="381000"/>
              <a:chOff x="0" y="0"/>
              <a:chExt cx="457200" cy="381000"/>
            </a:xfrm>
          </p:grpSpPr>
          <p:sp>
            <p:nvSpPr>
              <p:cNvPr id="594" name="Shape 594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595" name="Shape 595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21</a:t>
                </a:r>
              </a:p>
            </p:txBody>
          </p:sp>
        </p:grpSp>
        <p:grpSp>
          <p:nvGrpSpPr>
            <p:cNvPr id="599" name="Group 599"/>
            <p:cNvGrpSpPr/>
            <p:nvPr/>
          </p:nvGrpSpPr>
          <p:grpSpPr>
            <a:xfrm>
              <a:off x="3657600" y="0"/>
              <a:ext cx="457200" cy="381000"/>
              <a:chOff x="0" y="0"/>
              <a:chExt cx="457200" cy="381000"/>
            </a:xfrm>
          </p:grpSpPr>
          <p:sp>
            <p:nvSpPr>
              <p:cNvPr id="597" name="Shape 597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598" name="Shape 598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50</a:t>
                </a:r>
              </a:p>
            </p:txBody>
          </p:sp>
        </p:grpSp>
        <p:grpSp>
          <p:nvGrpSpPr>
            <p:cNvPr id="602" name="Group 602"/>
            <p:cNvGrpSpPr/>
            <p:nvPr/>
          </p:nvGrpSpPr>
          <p:grpSpPr>
            <a:xfrm>
              <a:off x="4114800" y="0"/>
              <a:ext cx="457200" cy="381000"/>
              <a:chOff x="0" y="0"/>
              <a:chExt cx="457200" cy="381000"/>
            </a:xfrm>
          </p:grpSpPr>
          <p:sp>
            <p:nvSpPr>
              <p:cNvPr id="600" name="Shape 600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601" name="Shape 601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42</a:t>
                </a:r>
              </a:p>
            </p:txBody>
          </p:sp>
        </p:grpSp>
        <p:sp>
          <p:nvSpPr>
            <p:cNvPr id="603" name="Shape 603"/>
            <p:cNvSpPr/>
            <p:nvPr/>
          </p:nvSpPr>
          <p:spPr>
            <a:xfrm>
              <a:off x="1172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604" name="Shape 604"/>
            <p:cNvSpPr/>
            <p:nvPr/>
          </p:nvSpPr>
          <p:spPr>
            <a:xfrm>
              <a:off x="5871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605" name="Shape 605"/>
            <p:cNvSpPr/>
            <p:nvPr/>
          </p:nvSpPr>
          <p:spPr>
            <a:xfrm>
              <a:off x="10443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606" name="Shape 606"/>
            <p:cNvSpPr/>
            <p:nvPr/>
          </p:nvSpPr>
          <p:spPr>
            <a:xfrm>
              <a:off x="14427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607" name="Shape 607"/>
            <p:cNvSpPr/>
            <p:nvPr/>
          </p:nvSpPr>
          <p:spPr>
            <a:xfrm>
              <a:off x="19587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608" name="Shape 608"/>
            <p:cNvSpPr/>
            <p:nvPr/>
          </p:nvSpPr>
          <p:spPr>
            <a:xfrm>
              <a:off x="2415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609" name="Shape 609"/>
            <p:cNvSpPr/>
            <p:nvPr/>
          </p:nvSpPr>
          <p:spPr>
            <a:xfrm>
              <a:off x="2849319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610" name="Shape 610"/>
            <p:cNvSpPr/>
            <p:nvPr/>
          </p:nvSpPr>
          <p:spPr>
            <a:xfrm>
              <a:off x="3330331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611" name="Shape 611"/>
            <p:cNvSpPr/>
            <p:nvPr/>
          </p:nvSpPr>
          <p:spPr>
            <a:xfrm>
              <a:off x="3763719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612" name="Shape 612"/>
            <p:cNvSpPr/>
            <p:nvPr/>
          </p:nvSpPr>
          <p:spPr>
            <a:xfrm>
              <a:off x="42240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grpSp>
        <p:nvGrpSpPr>
          <p:cNvPr id="664" name="Group 664"/>
          <p:cNvGrpSpPr/>
          <p:nvPr/>
        </p:nvGrpSpPr>
        <p:grpSpPr>
          <a:xfrm>
            <a:off x="4876798" y="2687639"/>
            <a:ext cx="3352802" cy="3038513"/>
            <a:chOff x="-1" y="0"/>
            <a:chExt cx="3352801" cy="3038511"/>
          </a:xfrm>
        </p:grpSpPr>
        <p:grpSp>
          <p:nvGrpSpPr>
            <p:cNvPr id="653" name="Group 653"/>
            <p:cNvGrpSpPr/>
            <p:nvPr/>
          </p:nvGrpSpPr>
          <p:grpSpPr>
            <a:xfrm>
              <a:off x="-1" y="360362"/>
              <a:ext cx="3352801" cy="2209801"/>
              <a:chOff x="0" y="0"/>
              <a:chExt cx="3352800" cy="2209800"/>
            </a:xfrm>
          </p:grpSpPr>
          <p:grpSp>
            <p:nvGrpSpPr>
              <p:cNvPr id="616" name="Group 616"/>
              <p:cNvGrpSpPr/>
              <p:nvPr/>
            </p:nvGrpSpPr>
            <p:grpSpPr>
              <a:xfrm>
                <a:off x="1606549" y="-1"/>
                <a:ext cx="457201" cy="457201"/>
                <a:chOff x="0" y="0"/>
                <a:chExt cx="457200" cy="457200"/>
              </a:xfrm>
            </p:grpSpPr>
            <p:sp>
              <p:nvSpPr>
                <p:cNvPr id="614" name="Shape 614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615" name="Shape 615"/>
                <p:cNvSpPr/>
                <p:nvPr/>
              </p:nvSpPr>
              <p:spPr>
                <a:xfrm>
                  <a:off x="66613" y="34925"/>
                  <a:ext cx="347786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15</a:t>
                  </a:r>
                </a:p>
              </p:txBody>
            </p:sp>
          </p:grpSp>
          <p:grpSp>
            <p:nvGrpSpPr>
              <p:cNvPr id="619" name="Group 619"/>
              <p:cNvGrpSpPr/>
              <p:nvPr/>
            </p:nvGrpSpPr>
            <p:grpSpPr>
              <a:xfrm>
                <a:off x="838199" y="457199"/>
                <a:ext cx="457201" cy="457201"/>
                <a:chOff x="0" y="0"/>
                <a:chExt cx="457200" cy="457200"/>
              </a:xfrm>
            </p:grpSpPr>
            <p:sp>
              <p:nvSpPr>
                <p:cNvPr id="617" name="Shape 617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618" name="Shape 618"/>
                <p:cNvSpPr/>
                <p:nvPr/>
              </p:nvSpPr>
              <p:spPr>
                <a:xfrm>
                  <a:off x="129932" y="34925"/>
                  <a:ext cx="221149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1</a:t>
                  </a:r>
                </a:p>
              </p:txBody>
            </p:sp>
          </p:grpSp>
          <p:grpSp>
            <p:nvGrpSpPr>
              <p:cNvPr id="622" name="Group 622"/>
              <p:cNvGrpSpPr/>
              <p:nvPr/>
            </p:nvGrpSpPr>
            <p:grpSpPr>
              <a:xfrm>
                <a:off x="2362199" y="457199"/>
                <a:ext cx="457201" cy="457201"/>
                <a:chOff x="0" y="0"/>
                <a:chExt cx="457200" cy="457200"/>
              </a:xfrm>
            </p:grpSpPr>
            <p:sp>
              <p:nvSpPr>
                <p:cNvPr id="620" name="Shape 620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 sz="1600"/>
                </a:p>
              </p:txBody>
            </p:sp>
            <p:sp>
              <p:nvSpPr>
                <p:cNvPr id="621" name="Shape 621"/>
                <p:cNvSpPr/>
                <p:nvPr/>
              </p:nvSpPr>
              <p:spPr>
                <a:xfrm>
                  <a:off x="54707" y="42845"/>
                  <a:ext cx="347786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ctr">
                  <a:spAutoFit/>
                </a:bodyPr>
                <a:lstStyle>
                  <a:lvl1pPr algn="ctr">
                    <a:lnSpc>
                      <a:spcPct val="100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28</a:t>
                  </a:r>
                </a:p>
              </p:txBody>
            </p:sp>
          </p:grpSp>
          <p:grpSp>
            <p:nvGrpSpPr>
              <p:cNvPr id="625" name="Group 625"/>
              <p:cNvGrpSpPr/>
              <p:nvPr/>
            </p:nvGrpSpPr>
            <p:grpSpPr>
              <a:xfrm>
                <a:off x="304799" y="1066799"/>
                <a:ext cx="457201" cy="457201"/>
                <a:chOff x="0" y="0"/>
                <a:chExt cx="457200" cy="457200"/>
              </a:xfrm>
            </p:grpSpPr>
            <p:sp>
              <p:nvSpPr>
                <p:cNvPr id="623" name="Shape 623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624" name="Shape 624"/>
                <p:cNvSpPr/>
                <p:nvPr/>
              </p:nvSpPr>
              <p:spPr>
                <a:xfrm>
                  <a:off x="68200" y="34925"/>
                  <a:ext cx="347786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35</a:t>
                  </a:r>
                </a:p>
              </p:txBody>
            </p:sp>
          </p:grpSp>
          <p:grpSp>
            <p:nvGrpSpPr>
              <p:cNvPr id="628" name="Group 628"/>
              <p:cNvGrpSpPr/>
              <p:nvPr/>
            </p:nvGrpSpPr>
            <p:grpSpPr>
              <a:xfrm>
                <a:off x="1371599" y="1066799"/>
                <a:ext cx="457201" cy="457201"/>
                <a:chOff x="0" y="0"/>
                <a:chExt cx="457200" cy="457200"/>
              </a:xfrm>
            </p:grpSpPr>
            <p:sp>
              <p:nvSpPr>
                <p:cNvPr id="626" name="Shape 626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627" name="Shape 627"/>
                <p:cNvSpPr/>
                <p:nvPr/>
              </p:nvSpPr>
              <p:spPr>
                <a:xfrm>
                  <a:off x="68200" y="34925"/>
                  <a:ext cx="347786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10</a:t>
                  </a:r>
                </a:p>
              </p:txBody>
            </p:sp>
          </p:grpSp>
          <p:sp>
            <p:nvSpPr>
              <p:cNvPr id="629" name="Shape 629"/>
              <p:cNvSpPr/>
              <p:nvPr/>
            </p:nvSpPr>
            <p:spPr>
              <a:xfrm flipH="1">
                <a:off x="1228724" y="390524"/>
                <a:ext cx="444501" cy="133352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630" name="Shape 630"/>
              <p:cNvSpPr/>
              <p:nvPr/>
            </p:nvSpPr>
            <p:spPr>
              <a:xfrm>
                <a:off x="1997074" y="390524"/>
                <a:ext cx="431801" cy="133352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631" name="Shape 631"/>
              <p:cNvSpPr/>
              <p:nvPr/>
            </p:nvSpPr>
            <p:spPr>
              <a:xfrm flipV="1">
                <a:off x="533399" y="847725"/>
                <a:ext cx="371477" cy="219075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632" name="Shape 632"/>
              <p:cNvSpPr/>
              <p:nvPr/>
            </p:nvSpPr>
            <p:spPr>
              <a:xfrm flipH="1" flipV="1">
                <a:off x="1228725" y="847724"/>
                <a:ext cx="371476" cy="219077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635" name="Group 635"/>
              <p:cNvGrpSpPr/>
              <p:nvPr/>
            </p:nvGrpSpPr>
            <p:grpSpPr>
              <a:xfrm>
                <a:off x="1904999" y="1066799"/>
                <a:ext cx="457201" cy="457201"/>
                <a:chOff x="0" y="0"/>
                <a:chExt cx="457200" cy="457200"/>
              </a:xfrm>
            </p:grpSpPr>
            <p:sp>
              <p:nvSpPr>
                <p:cNvPr id="633" name="Shape 633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634" name="Shape 634"/>
                <p:cNvSpPr/>
                <p:nvPr/>
              </p:nvSpPr>
              <p:spPr>
                <a:xfrm>
                  <a:off x="130725" y="34925"/>
                  <a:ext cx="221150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5</a:t>
                  </a:r>
                </a:p>
              </p:txBody>
            </p:sp>
          </p:grpSp>
          <p:grpSp>
            <p:nvGrpSpPr>
              <p:cNvPr id="638" name="Group 638"/>
              <p:cNvGrpSpPr/>
              <p:nvPr/>
            </p:nvGrpSpPr>
            <p:grpSpPr>
              <a:xfrm>
                <a:off x="2895599" y="1066799"/>
                <a:ext cx="457201" cy="457201"/>
                <a:chOff x="0" y="0"/>
                <a:chExt cx="457200" cy="457200"/>
              </a:xfrm>
            </p:grpSpPr>
            <p:sp>
              <p:nvSpPr>
                <p:cNvPr id="636" name="Shape 636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637" name="Shape 637"/>
                <p:cNvSpPr/>
                <p:nvPr/>
              </p:nvSpPr>
              <p:spPr>
                <a:xfrm>
                  <a:off x="132313" y="34925"/>
                  <a:ext cx="221150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8</a:t>
                  </a:r>
                </a:p>
              </p:txBody>
            </p:sp>
          </p:grpSp>
          <p:sp>
            <p:nvSpPr>
              <p:cNvPr id="639" name="Shape 639"/>
              <p:cNvSpPr/>
              <p:nvPr/>
            </p:nvSpPr>
            <p:spPr>
              <a:xfrm flipV="1">
                <a:off x="2133600" y="847724"/>
                <a:ext cx="295276" cy="219077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640" name="Shape 640"/>
              <p:cNvSpPr/>
              <p:nvPr/>
            </p:nvSpPr>
            <p:spPr>
              <a:xfrm flipH="1" flipV="1">
                <a:off x="2752724" y="847724"/>
                <a:ext cx="371476" cy="219077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643" name="Group 643"/>
              <p:cNvGrpSpPr/>
              <p:nvPr/>
            </p:nvGrpSpPr>
            <p:grpSpPr>
              <a:xfrm>
                <a:off x="-1" y="1752599"/>
                <a:ext cx="457201" cy="457201"/>
                <a:chOff x="0" y="0"/>
                <a:chExt cx="457200" cy="457200"/>
              </a:xfrm>
            </p:grpSpPr>
            <p:sp>
              <p:nvSpPr>
                <p:cNvPr id="641" name="Shape 641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642" name="Shape 642"/>
                <p:cNvSpPr/>
                <p:nvPr/>
              </p:nvSpPr>
              <p:spPr>
                <a:xfrm>
                  <a:off x="28513" y="34925"/>
                  <a:ext cx="347787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21</a:t>
                  </a:r>
                </a:p>
              </p:txBody>
            </p:sp>
          </p:grpSp>
          <p:sp>
            <p:nvSpPr>
              <p:cNvPr id="644" name="Shape 644"/>
              <p:cNvSpPr/>
              <p:nvPr/>
            </p:nvSpPr>
            <p:spPr>
              <a:xfrm flipV="1">
                <a:off x="228599" y="1457325"/>
                <a:ext cx="142876" cy="295275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647" name="Group 647"/>
              <p:cNvGrpSpPr/>
              <p:nvPr/>
            </p:nvGrpSpPr>
            <p:grpSpPr>
              <a:xfrm>
                <a:off x="609599" y="1752599"/>
                <a:ext cx="457201" cy="457201"/>
                <a:chOff x="0" y="0"/>
                <a:chExt cx="457200" cy="457200"/>
              </a:xfrm>
            </p:grpSpPr>
            <p:sp>
              <p:nvSpPr>
                <p:cNvPr id="645" name="Shape 645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646" name="Shape 646"/>
                <p:cNvSpPr/>
                <p:nvPr/>
              </p:nvSpPr>
              <p:spPr>
                <a:xfrm>
                  <a:off x="66613" y="34925"/>
                  <a:ext cx="347787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50</a:t>
                  </a:r>
                </a:p>
              </p:txBody>
            </p:sp>
          </p:grpSp>
          <p:sp>
            <p:nvSpPr>
              <p:cNvPr id="648" name="Shape 648"/>
              <p:cNvSpPr/>
              <p:nvPr/>
            </p:nvSpPr>
            <p:spPr>
              <a:xfrm flipH="1" flipV="1">
                <a:off x="695324" y="1457325"/>
                <a:ext cx="142876" cy="295275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651" name="Group 651"/>
              <p:cNvGrpSpPr/>
              <p:nvPr/>
            </p:nvGrpSpPr>
            <p:grpSpPr>
              <a:xfrm>
                <a:off x="1142999" y="1752599"/>
                <a:ext cx="457201" cy="457201"/>
                <a:chOff x="0" y="0"/>
                <a:chExt cx="457200" cy="457200"/>
              </a:xfrm>
            </p:grpSpPr>
            <p:sp>
              <p:nvSpPr>
                <p:cNvPr id="649" name="Shape 649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650" name="Shape 650"/>
                <p:cNvSpPr/>
                <p:nvPr/>
              </p:nvSpPr>
              <p:spPr>
                <a:xfrm>
                  <a:off x="66613" y="34925"/>
                  <a:ext cx="347787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42</a:t>
                  </a:r>
                </a:p>
              </p:txBody>
            </p:sp>
          </p:grpSp>
          <p:sp>
            <p:nvSpPr>
              <p:cNvPr id="652" name="Shape 652"/>
              <p:cNvSpPr/>
              <p:nvPr/>
            </p:nvSpPr>
            <p:spPr>
              <a:xfrm flipV="1">
                <a:off x="1371599" y="1457325"/>
                <a:ext cx="66677" cy="295275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</p:grpSp>
        <p:sp>
          <p:nvSpPr>
            <p:cNvPr id="654" name="Shape 654"/>
            <p:cNvSpPr/>
            <p:nvPr/>
          </p:nvSpPr>
          <p:spPr>
            <a:xfrm>
              <a:off x="1721400" y="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655" name="Shape 655"/>
            <p:cNvSpPr/>
            <p:nvPr/>
          </p:nvSpPr>
          <p:spPr>
            <a:xfrm>
              <a:off x="948288" y="4572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656" name="Shape 656"/>
            <p:cNvSpPr/>
            <p:nvPr/>
          </p:nvSpPr>
          <p:spPr>
            <a:xfrm>
              <a:off x="2486575" y="4572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657" name="Shape 657"/>
            <p:cNvSpPr/>
            <p:nvPr/>
          </p:nvSpPr>
          <p:spPr>
            <a:xfrm>
              <a:off x="352975" y="10668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658" name="Shape 658"/>
            <p:cNvSpPr/>
            <p:nvPr/>
          </p:nvSpPr>
          <p:spPr>
            <a:xfrm>
              <a:off x="1572175" y="10668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659" name="Shape 659"/>
            <p:cNvSpPr/>
            <p:nvPr/>
          </p:nvSpPr>
          <p:spPr>
            <a:xfrm>
              <a:off x="2015088" y="1046162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660" name="Shape 660"/>
            <p:cNvSpPr/>
            <p:nvPr/>
          </p:nvSpPr>
          <p:spPr>
            <a:xfrm>
              <a:off x="3081888" y="1046162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661" name="Shape 661"/>
            <p:cNvSpPr/>
            <p:nvPr/>
          </p:nvSpPr>
          <p:spPr>
            <a:xfrm>
              <a:off x="103738" y="2646362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662" name="Shape 662"/>
            <p:cNvSpPr/>
            <p:nvPr/>
          </p:nvSpPr>
          <p:spPr>
            <a:xfrm>
              <a:off x="713338" y="26670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663" name="Shape 663"/>
            <p:cNvSpPr/>
            <p:nvPr/>
          </p:nvSpPr>
          <p:spPr>
            <a:xfrm>
              <a:off x="1268963" y="26670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grpSp>
        <p:nvGrpSpPr>
          <p:cNvPr id="667" name="Group 667"/>
          <p:cNvGrpSpPr/>
          <p:nvPr/>
        </p:nvGrpSpPr>
        <p:grpSpPr>
          <a:xfrm>
            <a:off x="6248401" y="4114801"/>
            <a:ext cx="457201" cy="457201"/>
            <a:chOff x="0" y="0"/>
            <a:chExt cx="457200" cy="457200"/>
          </a:xfrm>
        </p:grpSpPr>
        <p:sp>
          <p:nvSpPr>
            <p:cNvPr id="665" name="Shape 665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540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66" name="Shape 666"/>
            <p:cNvSpPr/>
            <p:nvPr/>
          </p:nvSpPr>
          <p:spPr>
            <a:xfrm>
              <a:off x="68200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42</a:t>
              </a:r>
            </a:p>
          </p:txBody>
        </p:sp>
      </p:grpSp>
      <p:grpSp>
        <p:nvGrpSpPr>
          <p:cNvPr id="670" name="Group 670"/>
          <p:cNvGrpSpPr/>
          <p:nvPr/>
        </p:nvGrpSpPr>
        <p:grpSpPr>
          <a:xfrm>
            <a:off x="6019801" y="4800601"/>
            <a:ext cx="457201" cy="457201"/>
            <a:chOff x="0" y="0"/>
            <a:chExt cx="457200" cy="457200"/>
          </a:xfrm>
        </p:grpSpPr>
        <p:sp>
          <p:nvSpPr>
            <p:cNvPr id="668" name="Shape 668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CC99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69" name="Shape 669"/>
            <p:cNvSpPr/>
            <p:nvPr/>
          </p:nvSpPr>
          <p:spPr>
            <a:xfrm>
              <a:off x="66613" y="34925"/>
              <a:ext cx="347787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10</a:t>
              </a:r>
            </a:p>
          </p:txBody>
        </p:sp>
      </p:grpSp>
      <p:grpSp>
        <p:nvGrpSpPr>
          <p:cNvPr id="673" name="Group 673"/>
          <p:cNvGrpSpPr/>
          <p:nvPr/>
        </p:nvGrpSpPr>
        <p:grpSpPr>
          <a:xfrm>
            <a:off x="5181601" y="4114801"/>
            <a:ext cx="457201" cy="457201"/>
            <a:chOff x="0" y="0"/>
            <a:chExt cx="457200" cy="457200"/>
          </a:xfrm>
        </p:grpSpPr>
        <p:sp>
          <p:nvSpPr>
            <p:cNvPr id="671" name="Shape 671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540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72" name="Shape 672"/>
            <p:cNvSpPr/>
            <p:nvPr/>
          </p:nvSpPr>
          <p:spPr>
            <a:xfrm>
              <a:off x="68200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50</a:t>
              </a:r>
            </a:p>
          </p:txBody>
        </p:sp>
      </p:grpSp>
      <p:grpSp>
        <p:nvGrpSpPr>
          <p:cNvPr id="676" name="Group 676"/>
          <p:cNvGrpSpPr/>
          <p:nvPr/>
        </p:nvGrpSpPr>
        <p:grpSpPr>
          <a:xfrm>
            <a:off x="5486401" y="4800601"/>
            <a:ext cx="457201" cy="457201"/>
            <a:chOff x="0" y="0"/>
            <a:chExt cx="457200" cy="457200"/>
          </a:xfrm>
        </p:grpSpPr>
        <p:sp>
          <p:nvSpPr>
            <p:cNvPr id="674" name="Shape 674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CC99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75" name="Shape 675"/>
            <p:cNvSpPr/>
            <p:nvPr/>
          </p:nvSpPr>
          <p:spPr>
            <a:xfrm>
              <a:off x="66613" y="34925"/>
              <a:ext cx="347787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35</a:t>
              </a:r>
            </a:p>
          </p:txBody>
        </p:sp>
      </p:grpSp>
      <p:grpSp>
        <p:nvGrpSpPr>
          <p:cNvPr id="679" name="Group 679"/>
          <p:cNvGrpSpPr/>
          <p:nvPr/>
        </p:nvGrpSpPr>
        <p:grpSpPr>
          <a:xfrm>
            <a:off x="7232651" y="3505201"/>
            <a:ext cx="457201" cy="457201"/>
            <a:chOff x="0" y="0"/>
            <a:chExt cx="457200" cy="457200"/>
          </a:xfrm>
        </p:grpSpPr>
        <p:sp>
          <p:nvSpPr>
            <p:cNvPr id="677" name="Shape 677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540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78" name="Shape 678"/>
            <p:cNvSpPr/>
            <p:nvPr/>
          </p:nvSpPr>
          <p:spPr>
            <a:xfrm>
              <a:off x="68200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28</a:t>
              </a:r>
            </a:p>
          </p:txBody>
        </p:sp>
      </p:grpSp>
      <p:grpSp>
        <p:nvGrpSpPr>
          <p:cNvPr id="682" name="Group 682"/>
          <p:cNvGrpSpPr/>
          <p:nvPr/>
        </p:nvGrpSpPr>
        <p:grpSpPr>
          <a:xfrm>
            <a:off x="5715001" y="3505201"/>
            <a:ext cx="457201" cy="457201"/>
            <a:chOff x="0" y="0"/>
            <a:chExt cx="457200" cy="457200"/>
          </a:xfrm>
        </p:grpSpPr>
        <p:sp>
          <p:nvSpPr>
            <p:cNvPr id="680" name="Shape 680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540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81" name="Shape 681"/>
            <p:cNvSpPr/>
            <p:nvPr/>
          </p:nvSpPr>
          <p:spPr>
            <a:xfrm>
              <a:off x="68200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50</a:t>
              </a:r>
            </a:p>
          </p:txBody>
        </p:sp>
      </p:grpSp>
      <p:grpSp>
        <p:nvGrpSpPr>
          <p:cNvPr id="685" name="Group 685"/>
          <p:cNvGrpSpPr/>
          <p:nvPr/>
        </p:nvGrpSpPr>
        <p:grpSpPr>
          <a:xfrm>
            <a:off x="5181601" y="4114801"/>
            <a:ext cx="457201" cy="457201"/>
            <a:chOff x="0" y="0"/>
            <a:chExt cx="457200" cy="457200"/>
          </a:xfrm>
        </p:grpSpPr>
        <p:sp>
          <p:nvSpPr>
            <p:cNvPr id="683" name="Shape 683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540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84" name="Shape 684"/>
            <p:cNvSpPr/>
            <p:nvPr/>
          </p:nvSpPr>
          <p:spPr>
            <a:xfrm>
              <a:off x="129932" y="34925"/>
              <a:ext cx="221149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1</a:t>
              </a:r>
            </a:p>
          </p:txBody>
        </p:sp>
      </p:grpSp>
      <p:grpSp>
        <p:nvGrpSpPr>
          <p:cNvPr id="688" name="Group 688"/>
          <p:cNvGrpSpPr/>
          <p:nvPr/>
        </p:nvGrpSpPr>
        <p:grpSpPr>
          <a:xfrm>
            <a:off x="5181601" y="4114801"/>
            <a:ext cx="457201" cy="457201"/>
            <a:chOff x="0" y="0"/>
            <a:chExt cx="457200" cy="457200"/>
          </a:xfrm>
        </p:grpSpPr>
        <p:sp>
          <p:nvSpPr>
            <p:cNvPr id="686" name="Shape 686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540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87" name="Shape 687"/>
            <p:cNvSpPr/>
            <p:nvPr/>
          </p:nvSpPr>
          <p:spPr>
            <a:xfrm>
              <a:off x="68200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35</a:t>
              </a:r>
            </a:p>
          </p:txBody>
        </p:sp>
      </p:grpSp>
      <p:grpSp>
        <p:nvGrpSpPr>
          <p:cNvPr id="691" name="Group 691"/>
          <p:cNvGrpSpPr/>
          <p:nvPr/>
        </p:nvGrpSpPr>
        <p:grpSpPr>
          <a:xfrm>
            <a:off x="5486401" y="4800601"/>
            <a:ext cx="457201" cy="457201"/>
            <a:chOff x="0" y="0"/>
            <a:chExt cx="457200" cy="457200"/>
          </a:xfrm>
        </p:grpSpPr>
        <p:sp>
          <p:nvSpPr>
            <p:cNvPr id="689" name="Shape 689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CC99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90" name="Shape 690"/>
            <p:cNvSpPr/>
            <p:nvPr/>
          </p:nvSpPr>
          <p:spPr>
            <a:xfrm>
              <a:off x="132313" y="349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</p:grpSp>
      <p:grpSp>
        <p:nvGrpSpPr>
          <p:cNvPr id="694" name="Group 694"/>
          <p:cNvGrpSpPr/>
          <p:nvPr/>
        </p:nvGrpSpPr>
        <p:grpSpPr>
          <a:xfrm>
            <a:off x="6470651" y="3048001"/>
            <a:ext cx="457201" cy="457201"/>
            <a:chOff x="0" y="0"/>
            <a:chExt cx="457200" cy="457200"/>
          </a:xfrm>
        </p:grpSpPr>
        <p:sp>
          <p:nvSpPr>
            <p:cNvPr id="692" name="Shape 692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540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93" name="Shape 693"/>
            <p:cNvSpPr/>
            <p:nvPr/>
          </p:nvSpPr>
          <p:spPr>
            <a:xfrm>
              <a:off x="68200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50</a:t>
              </a:r>
            </a:p>
          </p:txBody>
        </p:sp>
      </p:grpSp>
      <p:grpSp>
        <p:nvGrpSpPr>
          <p:cNvPr id="697" name="Group 697"/>
          <p:cNvGrpSpPr/>
          <p:nvPr/>
        </p:nvGrpSpPr>
        <p:grpSpPr>
          <a:xfrm>
            <a:off x="5715001" y="3505201"/>
            <a:ext cx="457201" cy="457201"/>
            <a:chOff x="0" y="0"/>
            <a:chExt cx="457200" cy="457200"/>
          </a:xfrm>
        </p:grpSpPr>
        <p:sp>
          <p:nvSpPr>
            <p:cNvPr id="695" name="Shape 695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540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96" name="Shape 696"/>
            <p:cNvSpPr/>
            <p:nvPr/>
          </p:nvSpPr>
          <p:spPr>
            <a:xfrm>
              <a:off x="68200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15</a:t>
              </a:r>
            </a:p>
          </p:txBody>
        </p:sp>
      </p:grpSp>
      <p:grpSp>
        <p:nvGrpSpPr>
          <p:cNvPr id="700" name="Group 700"/>
          <p:cNvGrpSpPr/>
          <p:nvPr/>
        </p:nvGrpSpPr>
        <p:grpSpPr>
          <a:xfrm>
            <a:off x="5715001" y="3505201"/>
            <a:ext cx="457201" cy="457201"/>
            <a:chOff x="0" y="0"/>
            <a:chExt cx="457200" cy="457200"/>
          </a:xfrm>
        </p:grpSpPr>
        <p:sp>
          <p:nvSpPr>
            <p:cNvPr id="698" name="Shape 698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540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99" name="Shape 699"/>
            <p:cNvSpPr/>
            <p:nvPr/>
          </p:nvSpPr>
          <p:spPr>
            <a:xfrm>
              <a:off x="68200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42</a:t>
              </a:r>
            </a:p>
          </p:txBody>
        </p:sp>
      </p:grpSp>
      <p:grpSp>
        <p:nvGrpSpPr>
          <p:cNvPr id="703" name="Group 703"/>
          <p:cNvGrpSpPr/>
          <p:nvPr/>
        </p:nvGrpSpPr>
        <p:grpSpPr>
          <a:xfrm>
            <a:off x="6248401" y="4114801"/>
            <a:ext cx="457201" cy="457201"/>
            <a:chOff x="0" y="0"/>
            <a:chExt cx="457200" cy="457200"/>
          </a:xfrm>
        </p:grpSpPr>
        <p:sp>
          <p:nvSpPr>
            <p:cNvPr id="701" name="Shape 701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540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02" name="Shape 702"/>
            <p:cNvSpPr/>
            <p:nvPr/>
          </p:nvSpPr>
          <p:spPr>
            <a:xfrm>
              <a:off x="68200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15</a:t>
              </a:r>
            </a:p>
          </p:txBody>
        </p:sp>
      </p:grpSp>
      <p:sp>
        <p:nvSpPr>
          <p:cNvPr id="749" name="Shape 749"/>
          <p:cNvSpPr/>
          <p:nvPr/>
        </p:nvSpPr>
        <p:spPr>
          <a:xfrm>
            <a:off x="5676495" y="4343400"/>
            <a:ext cx="530362" cy="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21600" y="0"/>
                </a:moveTo>
                <a:cubicBezTo>
                  <a:pt x="14400" y="0"/>
                  <a:pt x="7200" y="0"/>
                  <a:pt x="0" y="0"/>
                </a:cubicBezTo>
              </a:path>
            </a:pathLst>
          </a:custGeom>
          <a:ln w="19080">
            <a:solidFill>
              <a:srgbClr val="FF0000"/>
            </a:solidFill>
            <a:miter/>
            <a:tailEnd type="triangle"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750" name="Shape 750"/>
          <p:cNvSpPr/>
          <p:nvPr/>
        </p:nvSpPr>
        <p:spPr>
          <a:xfrm>
            <a:off x="6209895" y="3733800"/>
            <a:ext cx="981212" cy="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21600" y="0"/>
                </a:moveTo>
                <a:cubicBezTo>
                  <a:pt x="14400" y="0"/>
                  <a:pt x="7200" y="0"/>
                  <a:pt x="0" y="0"/>
                </a:cubicBezTo>
              </a:path>
            </a:pathLst>
          </a:custGeom>
          <a:ln w="19080">
            <a:solidFill>
              <a:srgbClr val="FF0000"/>
            </a:solidFill>
            <a:miter/>
            <a:tailEnd type="triangle"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751" name="Shape 751"/>
          <p:cNvSpPr/>
          <p:nvPr/>
        </p:nvSpPr>
        <p:spPr>
          <a:xfrm>
            <a:off x="5654649" y="3806605"/>
            <a:ext cx="1561643" cy="4641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ln w="19080">
            <a:solidFill>
              <a:srgbClr val="FF0000"/>
            </a:solidFill>
            <a:miter/>
            <a:tailEnd type="triangle"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752" name="Shape 752"/>
          <p:cNvSpPr/>
          <p:nvPr/>
        </p:nvSpPr>
        <p:spPr>
          <a:xfrm>
            <a:off x="6161108" y="3408846"/>
            <a:ext cx="319571" cy="1933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ln w="19080">
            <a:solidFill>
              <a:srgbClr val="FF0000"/>
            </a:solidFill>
            <a:miter/>
            <a:tailEnd type="triangle"/>
          </a:ln>
        </p:spPr>
        <p:txBody>
          <a:bodyPr/>
          <a:lstStyle/>
          <a:p>
            <a:pPr lvl="0"/>
            <a:endParaRPr/>
          </a:p>
        </p:txBody>
      </p:sp>
      <p:grpSp>
        <p:nvGrpSpPr>
          <p:cNvPr id="748" name="Group 748"/>
          <p:cNvGrpSpPr/>
          <p:nvPr/>
        </p:nvGrpSpPr>
        <p:grpSpPr>
          <a:xfrm>
            <a:off x="4267200" y="2057400"/>
            <a:ext cx="4572000" cy="717586"/>
            <a:chOff x="0" y="0"/>
            <a:chExt cx="4572000" cy="717585"/>
          </a:xfrm>
        </p:grpSpPr>
        <p:grpSp>
          <p:nvGrpSpPr>
            <p:cNvPr id="710" name="Group 710"/>
            <p:cNvGrpSpPr/>
            <p:nvPr/>
          </p:nvGrpSpPr>
          <p:grpSpPr>
            <a:xfrm>
              <a:off x="0" y="0"/>
              <a:ext cx="457200" cy="381000"/>
              <a:chOff x="0" y="0"/>
              <a:chExt cx="457200" cy="381000"/>
            </a:xfrm>
          </p:grpSpPr>
          <p:sp>
            <p:nvSpPr>
              <p:cNvPr id="708" name="Shape 708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709" name="Shape 709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50</a:t>
                </a:r>
              </a:p>
            </p:txBody>
          </p:sp>
        </p:grpSp>
        <p:grpSp>
          <p:nvGrpSpPr>
            <p:cNvPr id="713" name="Group 713"/>
            <p:cNvGrpSpPr/>
            <p:nvPr/>
          </p:nvGrpSpPr>
          <p:grpSpPr>
            <a:xfrm>
              <a:off x="457200" y="0"/>
              <a:ext cx="457200" cy="381000"/>
              <a:chOff x="0" y="0"/>
              <a:chExt cx="457200" cy="381000"/>
            </a:xfrm>
          </p:grpSpPr>
          <p:sp>
            <p:nvSpPr>
              <p:cNvPr id="711" name="Shape 711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712" name="Shape 712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42</a:t>
                </a:r>
              </a:p>
            </p:txBody>
          </p:sp>
        </p:grpSp>
        <p:grpSp>
          <p:nvGrpSpPr>
            <p:cNvPr id="716" name="Group 716"/>
            <p:cNvGrpSpPr/>
            <p:nvPr/>
          </p:nvGrpSpPr>
          <p:grpSpPr>
            <a:xfrm>
              <a:off x="914400" y="0"/>
              <a:ext cx="457200" cy="381000"/>
              <a:chOff x="0" y="0"/>
              <a:chExt cx="457200" cy="381000"/>
            </a:xfrm>
          </p:grpSpPr>
          <p:sp>
            <p:nvSpPr>
              <p:cNvPr id="714" name="Shape 714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715" name="Shape 715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28</a:t>
                </a:r>
              </a:p>
            </p:txBody>
          </p:sp>
        </p:grpSp>
        <p:grpSp>
          <p:nvGrpSpPr>
            <p:cNvPr id="719" name="Group 719"/>
            <p:cNvGrpSpPr/>
            <p:nvPr/>
          </p:nvGrpSpPr>
          <p:grpSpPr>
            <a:xfrm>
              <a:off x="1371600" y="0"/>
              <a:ext cx="457200" cy="381000"/>
              <a:chOff x="0" y="0"/>
              <a:chExt cx="457200" cy="381000"/>
            </a:xfrm>
          </p:grpSpPr>
          <p:sp>
            <p:nvSpPr>
              <p:cNvPr id="717" name="Shape 717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718" name="Shape 718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35</a:t>
                </a:r>
              </a:p>
            </p:txBody>
          </p:sp>
        </p:grpSp>
        <p:grpSp>
          <p:nvGrpSpPr>
            <p:cNvPr id="722" name="Group 722"/>
            <p:cNvGrpSpPr/>
            <p:nvPr/>
          </p:nvGrpSpPr>
          <p:grpSpPr>
            <a:xfrm>
              <a:off x="1828800" y="0"/>
              <a:ext cx="457200" cy="381000"/>
              <a:chOff x="0" y="0"/>
              <a:chExt cx="457200" cy="381000"/>
            </a:xfrm>
          </p:grpSpPr>
          <p:sp>
            <p:nvSpPr>
              <p:cNvPr id="720" name="Shape 720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721" name="Shape 721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</a:t>
                </a:r>
              </a:p>
            </p:txBody>
          </p:sp>
        </p:grpSp>
        <p:grpSp>
          <p:nvGrpSpPr>
            <p:cNvPr id="725" name="Group 725"/>
            <p:cNvGrpSpPr/>
            <p:nvPr/>
          </p:nvGrpSpPr>
          <p:grpSpPr>
            <a:xfrm>
              <a:off x="2286000" y="0"/>
              <a:ext cx="457200" cy="381000"/>
              <a:chOff x="0" y="0"/>
              <a:chExt cx="457200" cy="381000"/>
            </a:xfrm>
          </p:grpSpPr>
          <p:sp>
            <p:nvSpPr>
              <p:cNvPr id="723" name="Shape 723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724" name="Shape 724"/>
              <p:cNvSpPr/>
              <p:nvPr/>
            </p:nvSpPr>
            <p:spPr>
              <a:xfrm>
                <a:off x="118025" y="4745"/>
                <a:ext cx="221150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5</a:t>
                </a:r>
              </a:p>
            </p:txBody>
          </p:sp>
        </p:grpSp>
        <p:grpSp>
          <p:nvGrpSpPr>
            <p:cNvPr id="728" name="Group 728"/>
            <p:cNvGrpSpPr/>
            <p:nvPr/>
          </p:nvGrpSpPr>
          <p:grpSpPr>
            <a:xfrm>
              <a:off x="2743200" y="0"/>
              <a:ext cx="457200" cy="381000"/>
              <a:chOff x="0" y="0"/>
              <a:chExt cx="457200" cy="381000"/>
            </a:xfrm>
          </p:grpSpPr>
          <p:sp>
            <p:nvSpPr>
              <p:cNvPr id="726" name="Shape 726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727" name="Shape 727"/>
              <p:cNvSpPr/>
              <p:nvPr/>
            </p:nvSpPr>
            <p:spPr>
              <a:xfrm>
                <a:off x="118025" y="4745"/>
                <a:ext cx="221150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8</a:t>
                </a:r>
              </a:p>
            </p:txBody>
          </p:sp>
        </p:grpSp>
        <p:grpSp>
          <p:nvGrpSpPr>
            <p:cNvPr id="731" name="Group 731"/>
            <p:cNvGrpSpPr/>
            <p:nvPr/>
          </p:nvGrpSpPr>
          <p:grpSpPr>
            <a:xfrm>
              <a:off x="3200400" y="0"/>
              <a:ext cx="457200" cy="381000"/>
              <a:chOff x="0" y="0"/>
              <a:chExt cx="457200" cy="381000"/>
            </a:xfrm>
          </p:grpSpPr>
          <p:sp>
            <p:nvSpPr>
              <p:cNvPr id="729" name="Shape 729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730" name="Shape 730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21</a:t>
                </a:r>
              </a:p>
            </p:txBody>
          </p:sp>
        </p:grpSp>
        <p:grpSp>
          <p:nvGrpSpPr>
            <p:cNvPr id="734" name="Group 734"/>
            <p:cNvGrpSpPr/>
            <p:nvPr/>
          </p:nvGrpSpPr>
          <p:grpSpPr>
            <a:xfrm>
              <a:off x="3657600" y="0"/>
              <a:ext cx="457200" cy="381000"/>
              <a:chOff x="0" y="0"/>
              <a:chExt cx="457200" cy="381000"/>
            </a:xfrm>
          </p:grpSpPr>
          <p:sp>
            <p:nvSpPr>
              <p:cNvPr id="732" name="Shape 732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733" name="Shape 733"/>
              <p:cNvSpPr/>
              <p:nvPr/>
            </p:nvSpPr>
            <p:spPr>
              <a:xfrm>
                <a:off x="118025" y="4745"/>
                <a:ext cx="221150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</a:t>
                </a:r>
              </a:p>
            </p:txBody>
          </p:sp>
        </p:grpSp>
        <p:grpSp>
          <p:nvGrpSpPr>
            <p:cNvPr id="737" name="Group 737"/>
            <p:cNvGrpSpPr/>
            <p:nvPr/>
          </p:nvGrpSpPr>
          <p:grpSpPr>
            <a:xfrm>
              <a:off x="4114800" y="0"/>
              <a:ext cx="457200" cy="381000"/>
              <a:chOff x="0" y="0"/>
              <a:chExt cx="457200" cy="381000"/>
            </a:xfrm>
          </p:grpSpPr>
          <p:sp>
            <p:nvSpPr>
              <p:cNvPr id="735" name="Shape 735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736" name="Shape 736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10</a:t>
                </a:r>
              </a:p>
            </p:txBody>
          </p:sp>
        </p:grpSp>
        <p:sp>
          <p:nvSpPr>
            <p:cNvPr id="738" name="Shape 738"/>
            <p:cNvSpPr/>
            <p:nvPr/>
          </p:nvSpPr>
          <p:spPr>
            <a:xfrm>
              <a:off x="1172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739" name="Shape 739"/>
            <p:cNvSpPr/>
            <p:nvPr/>
          </p:nvSpPr>
          <p:spPr>
            <a:xfrm>
              <a:off x="5871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740" name="Shape 740"/>
            <p:cNvSpPr/>
            <p:nvPr/>
          </p:nvSpPr>
          <p:spPr>
            <a:xfrm>
              <a:off x="10443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741" name="Shape 741"/>
            <p:cNvSpPr/>
            <p:nvPr/>
          </p:nvSpPr>
          <p:spPr>
            <a:xfrm>
              <a:off x="14427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742" name="Shape 742"/>
            <p:cNvSpPr/>
            <p:nvPr/>
          </p:nvSpPr>
          <p:spPr>
            <a:xfrm>
              <a:off x="19587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743" name="Shape 743"/>
            <p:cNvSpPr/>
            <p:nvPr/>
          </p:nvSpPr>
          <p:spPr>
            <a:xfrm>
              <a:off x="2415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744" name="Shape 744"/>
            <p:cNvSpPr/>
            <p:nvPr/>
          </p:nvSpPr>
          <p:spPr>
            <a:xfrm>
              <a:off x="2849319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745" name="Shape 745"/>
            <p:cNvSpPr/>
            <p:nvPr/>
          </p:nvSpPr>
          <p:spPr>
            <a:xfrm>
              <a:off x="3330331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746" name="Shape 746"/>
            <p:cNvSpPr/>
            <p:nvPr/>
          </p:nvSpPr>
          <p:spPr>
            <a:xfrm>
              <a:off x="3763719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747" name="Shape 747"/>
            <p:cNvSpPr/>
            <p:nvPr/>
          </p:nvSpPr>
          <p:spPr>
            <a:xfrm>
              <a:off x="42240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A09F8E07-0598-4802-93D8-A4590C936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CONSTRUIR HEAP: EJEMPLO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7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7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1"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fill="hold"/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6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fill="hold"/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8"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2" fill="hold"/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fill="hold"/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6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1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fill="hold"/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7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2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" grpId="0" build="p" animBg="1" advAuto="0"/>
      <p:bldP spid="613" grpId="0" animBg="1" advAuto="0"/>
      <p:bldP spid="664" grpId="0" animBg="1" advAuto="0"/>
      <p:bldP spid="667" grpId="0" animBg="1" advAuto="0"/>
      <p:bldP spid="670" grpId="0" animBg="1" advAuto="0"/>
      <p:bldP spid="673" grpId="0" animBg="1" advAuto="0"/>
      <p:bldP spid="676" grpId="0" animBg="1" advAuto="0"/>
      <p:bldP spid="679" grpId="0" animBg="1" advAuto="0"/>
      <p:bldP spid="682" grpId="0" animBg="1" advAuto="0"/>
      <p:bldP spid="685" grpId="0" animBg="1" advAuto="0"/>
      <p:bldP spid="688" grpId="0" animBg="1" advAuto="0"/>
      <p:bldP spid="691" grpId="0" animBg="1" advAuto="0"/>
      <p:bldP spid="694" grpId="0" animBg="1" advAuto="0"/>
      <p:bldP spid="697" grpId="0" animBg="1" advAuto="0"/>
      <p:bldP spid="700" grpId="0" animBg="1" advAuto="0"/>
      <p:bldP spid="703" grpId="0" animBg="1" advAuto="0"/>
      <p:bldP spid="749" grpId="0" animBg="1" advAuto="0"/>
      <p:bldP spid="750" grpId="0" animBg="1" advAuto="0"/>
      <p:bldP spid="751" grpId="0" animBg="1" advAuto="0"/>
      <p:bldP spid="752" grpId="0" animBg="1" advAuto="0"/>
      <p:bldP spid="748" grpId="0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B401D94-BD5B-410B-808B-11EB59DE8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CONSTRUIR HEAP: IMPLEMENTACION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8AB35F2-D966-452D-8354-6CDFBEB07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908" y="2472140"/>
            <a:ext cx="6698183" cy="267288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Shape 758"/>
          <p:cNvSpPr>
            <a:spLocks noGrp="1"/>
          </p:cNvSpPr>
          <p:nvPr>
            <p:ph type="body" idx="1"/>
          </p:nvPr>
        </p:nvSpPr>
        <p:spPr>
          <a:xfrm>
            <a:off x="800100" y="1557337"/>
            <a:ext cx="7886700" cy="49101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55984" indent="-255984" algn="l">
              <a:lnSpc>
                <a:spcPct val="120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Que </a:t>
            </a:r>
            <a:r>
              <a:rPr sz="2400" dirty="0" err="1">
                <a:solidFill>
                  <a:srgbClr val="002850"/>
                </a:solidFill>
              </a:rPr>
              <a:t>importancia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tiene</a:t>
            </a:r>
            <a:r>
              <a:rPr sz="2400" dirty="0">
                <a:solidFill>
                  <a:srgbClr val="002850"/>
                </a:solidFill>
              </a:rPr>
              <a:t> la </a:t>
            </a:r>
            <a:r>
              <a:rPr sz="2400" dirty="0" err="1">
                <a:solidFill>
                  <a:srgbClr val="002850"/>
                </a:solidFill>
              </a:rPr>
              <a:t>raiz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en</a:t>
            </a:r>
            <a:r>
              <a:rPr sz="2400" dirty="0">
                <a:solidFill>
                  <a:srgbClr val="002850"/>
                </a:solidFill>
              </a:rPr>
              <a:t> el heap?</a:t>
            </a:r>
          </a:p>
          <a:p>
            <a:pPr marL="660173" lvl="1" indent="-202973" algn="l">
              <a:lnSpc>
                <a:spcPct val="120000"/>
              </a:lnSpc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Es el mayor/</a:t>
            </a:r>
            <a:r>
              <a:rPr dirty="0" err="1">
                <a:solidFill>
                  <a:srgbClr val="002850"/>
                </a:solidFill>
              </a:rPr>
              <a:t>menor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elemento</a:t>
            </a:r>
            <a:r>
              <a:rPr dirty="0">
                <a:solidFill>
                  <a:srgbClr val="002850"/>
                </a:solidFill>
              </a:rPr>
              <a:t> del </a:t>
            </a:r>
            <a:r>
              <a:rPr dirty="0" err="1">
                <a:solidFill>
                  <a:srgbClr val="002850"/>
                </a:solidFill>
              </a:rPr>
              <a:t>mismo</a:t>
            </a:r>
            <a:endParaRPr dirty="0">
              <a:solidFill>
                <a:srgbClr val="002850"/>
              </a:solidFill>
            </a:endParaRPr>
          </a:p>
          <a:p>
            <a:pPr marL="660173" lvl="1" indent="-202973" algn="l">
              <a:lnSpc>
                <a:spcPct val="120000"/>
              </a:lnSpc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rgbClr val="002850"/>
                </a:solidFill>
              </a:rPr>
              <a:t>Sobre</a:t>
            </a:r>
            <a:r>
              <a:rPr dirty="0">
                <a:solidFill>
                  <a:srgbClr val="002850"/>
                </a:solidFill>
              </a:rPr>
              <a:t> el resto de </a:t>
            </a:r>
            <a:r>
              <a:rPr dirty="0" err="1">
                <a:solidFill>
                  <a:srgbClr val="002850"/>
                </a:solidFill>
              </a:rPr>
              <a:t>elementos</a:t>
            </a:r>
            <a:r>
              <a:rPr dirty="0">
                <a:solidFill>
                  <a:srgbClr val="002850"/>
                </a:solidFill>
              </a:rPr>
              <a:t> no </a:t>
            </a:r>
            <a:r>
              <a:rPr dirty="0" err="1">
                <a:solidFill>
                  <a:srgbClr val="002850"/>
                </a:solidFill>
              </a:rPr>
              <a:t>estamos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seguros</a:t>
            </a:r>
            <a:endParaRPr dirty="0">
              <a:solidFill>
                <a:srgbClr val="002850"/>
              </a:solidFill>
            </a:endParaRPr>
          </a:p>
          <a:p>
            <a:pPr marL="660173" lvl="1" indent="-202973" algn="l">
              <a:lnSpc>
                <a:spcPct val="120000"/>
              </a:lnSpc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Pero de la </a:t>
            </a:r>
            <a:r>
              <a:rPr dirty="0" err="1">
                <a:solidFill>
                  <a:srgbClr val="002850"/>
                </a:solidFill>
              </a:rPr>
              <a:t>raiz</a:t>
            </a:r>
            <a:r>
              <a:rPr dirty="0">
                <a:solidFill>
                  <a:srgbClr val="002850"/>
                </a:solidFill>
              </a:rPr>
              <a:t>, es la mayor de </a:t>
            </a:r>
            <a:r>
              <a:rPr dirty="0" err="1">
                <a:solidFill>
                  <a:srgbClr val="002850"/>
                </a:solidFill>
              </a:rPr>
              <a:t>todos</a:t>
            </a:r>
            <a:endParaRPr dirty="0">
              <a:solidFill>
                <a:srgbClr val="002850"/>
              </a:solidFill>
            </a:endParaRPr>
          </a:p>
          <a:p>
            <a:pPr marL="255984" indent="-255984" algn="l">
              <a:lnSpc>
                <a:spcPct val="120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Desencolar</a:t>
            </a:r>
            <a:r>
              <a:rPr sz="2400" dirty="0">
                <a:solidFill>
                  <a:srgbClr val="002850"/>
                </a:solidFill>
              </a:rPr>
              <a:t> es </a:t>
            </a:r>
            <a:r>
              <a:rPr sz="2400" dirty="0" err="1">
                <a:solidFill>
                  <a:srgbClr val="002850"/>
                </a:solidFill>
              </a:rPr>
              <a:t>eliminar</a:t>
            </a:r>
            <a:r>
              <a:rPr sz="2400" dirty="0">
                <a:solidFill>
                  <a:srgbClr val="002850"/>
                </a:solidFill>
              </a:rPr>
              <a:t> la </a:t>
            </a:r>
            <a:r>
              <a:rPr sz="2400" dirty="0" err="1">
                <a:solidFill>
                  <a:srgbClr val="002850"/>
                </a:solidFill>
              </a:rPr>
              <a:t>raiz</a:t>
            </a:r>
            <a:endParaRPr sz="2400" dirty="0">
              <a:solidFill>
                <a:srgbClr val="002850"/>
              </a:solidFill>
            </a:endParaRPr>
          </a:p>
          <a:p>
            <a:pPr marL="660173" lvl="1" indent="-202973" algn="l">
              <a:lnSpc>
                <a:spcPct val="120000"/>
              </a:lnSpc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Que valor se </a:t>
            </a:r>
            <a:r>
              <a:rPr dirty="0" err="1">
                <a:solidFill>
                  <a:srgbClr val="002850"/>
                </a:solidFill>
              </a:rPr>
              <a:t>ubica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en</a:t>
            </a:r>
            <a:r>
              <a:rPr dirty="0">
                <a:solidFill>
                  <a:srgbClr val="002850"/>
                </a:solidFill>
              </a:rPr>
              <a:t> la </a:t>
            </a:r>
            <a:r>
              <a:rPr dirty="0" err="1">
                <a:solidFill>
                  <a:srgbClr val="002850"/>
                </a:solidFill>
              </a:rPr>
              <a:t>nueva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raiz</a:t>
            </a:r>
            <a:r>
              <a:rPr dirty="0">
                <a:solidFill>
                  <a:srgbClr val="002850"/>
                </a:solidFill>
              </a:rPr>
              <a:t>?</a:t>
            </a:r>
          </a:p>
          <a:p>
            <a:pPr marL="660173" lvl="1" indent="-202973" algn="l">
              <a:lnSpc>
                <a:spcPct val="120000"/>
              </a:lnSpc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El ultimo </a:t>
            </a:r>
            <a:r>
              <a:rPr dirty="0" err="1">
                <a:solidFill>
                  <a:srgbClr val="002850"/>
                </a:solidFill>
              </a:rPr>
              <a:t>reemplaza</a:t>
            </a:r>
            <a:r>
              <a:rPr dirty="0">
                <a:solidFill>
                  <a:srgbClr val="002850"/>
                </a:solidFill>
              </a:rPr>
              <a:t> al primero</a:t>
            </a:r>
          </a:p>
          <a:p>
            <a:pPr marL="660173" lvl="1" indent="-202973" algn="l">
              <a:lnSpc>
                <a:spcPct val="120000"/>
              </a:lnSpc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El </a:t>
            </a:r>
            <a:r>
              <a:rPr dirty="0" err="1">
                <a:solidFill>
                  <a:srgbClr val="002850"/>
                </a:solidFill>
              </a:rPr>
              <a:t>tamaño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efectivo</a:t>
            </a:r>
            <a:r>
              <a:rPr dirty="0">
                <a:solidFill>
                  <a:srgbClr val="002850"/>
                </a:solidFill>
              </a:rPr>
              <a:t> del heap cambia</a:t>
            </a:r>
          </a:p>
          <a:p>
            <a:pPr marL="660173" lvl="1" indent="-202973" algn="l">
              <a:lnSpc>
                <a:spcPct val="120000"/>
              </a:lnSpc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Se </a:t>
            </a:r>
            <a:r>
              <a:rPr dirty="0" err="1">
                <a:solidFill>
                  <a:srgbClr val="002850"/>
                </a:solidFill>
              </a:rPr>
              <a:t>ajusta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desde</a:t>
            </a:r>
            <a:r>
              <a:rPr dirty="0">
                <a:solidFill>
                  <a:srgbClr val="002850"/>
                </a:solidFill>
              </a:rPr>
              <a:t> la </a:t>
            </a:r>
            <a:r>
              <a:rPr dirty="0" err="1">
                <a:solidFill>
                  <a:srgbClr val="002850"/>
                </a:solidFill>
              </a:rPr>
              <a:t>raiz</a:t>
            </a:r>
            <a:endParaRPr dirty="0">
              <a:solidFill>
                <a:srgbClr val="002850"/>
              </a:solidFill>
            </a:endParaRPr>
          </a:p>
          <a:p>
            <a:pPr marL="660173" lvl="1" indent="-202973" algn="l">
              <a:lnSpc>
                <a:spcPct val="120000"/>
              </a:lnSpc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El arbol </a:t>
            </a:r>
            <a:r>
              <a:rPr dirty="0" err="1">
                <a:solidFill>
                  <a:srgbClr val="002850"/>
                </a:solidFill>
              </a:rPr>
              <a:t>queda</a:t>
            </a:r>
            <a:r>
              <a:rPr dirty="0">
                <a:solidFill>
                  <a:srgbClr val="002850"/>
                </a:solidFill>
              </a:rPr>
              <a:t> bien </a:t>
            </a:r>
            <a:r>
              <a:rPr dirty="0" err="1">
                <a:solidFill>
                  <a:srgbClr val="002850"/>
                </a:solidFill>
              </a:rPr>
              <a:t>otra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vez</a:t>
            </a:r>
            <a:endParaRPr dirty="0">
              <a:solidFill>
                <a:srgbClr val="002850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9D8E24F-0A2B-4428-97DB-5CE0AA2E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DESENCOLAR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5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7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7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7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7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7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7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7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7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7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8" grpId="0" build="p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Shape 761"/>
          <p:cNvSpPr>
            <a:spLocks noGrp="1"/>
          </p:cNvSpPr>
          <p:nvPr>
            <p:ph type="body" idx="1"/>
          </p:nvPr>
        </p:nvSpPr>
        <p:spPr>
          <a:xfrm>
            <a:off x="685800" y="2017714"/>
            <a:ext cx="3886200" cy="411480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98648" indent="-298648">
              <a:lnSpc>
                <a:spcPct val="120000"/>
              </a:lnSpc>
              <a:spcBef>
                <a:spcPts val="7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Intercambiar valores</a:t>
            </a:r>
          </a:p>
          <a:p>
            <a:pPr marL="776741" lvl="1" indent="-244928">
              <a:lnSpc>
                <a:spcPct val="120000"/>
              </a:lnSpc>
              <a:spcBef>
                <a:spcPts val="6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Raiz con ultimo</a:t>
            </a:r>
          </a:p>
          <a:p>
            <a:pPr marL="298648" indent="-298648">
              <a:lnSpc>
                <a:spcPct val="120000"/>
              </a:lnSpc>
              <a:spcBef>
                <a:spcPts val="7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Aminorar tamaño efectivo</a:t>
            </a:r>
          </a:p>
          <a:p>
            <a:pPr marL="298648" indent="-298648">
              <a:lnSpc>
                <a:spcPct val="120000"/>
              </a:lnSpc>
              <a:spcBef>
                <a:spcPts val="7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Ajustar arbol</a:t>
            </a:r>
          </a:p>
        </p:txBody>
      </p:sp>
      <p:grpSp>
        <p:nvGrpSpPr>
          <p:cNvPr id="813" name="Group 813"/>
          <p:cNvGrpSpPr/>
          <p:nvPr/>
        </p:nvGrpSpPr>
        <p:grpSpPr>
          <a:xfrm>
            <a:off x="5164134" y="1676402"/>
            <a:ext cx="3352804" cy="3038513"/>
            <a:chOff x="-3" y="0"/>
            <a:chExt cx="3352803" cy="3038512"/>
          </a:xfrm>
        </p:grpSpPr>
        <p:grpSp>
          <p:nvGrpSpPr>
            <p:cNvPr id="811" name="Group 811"/>
            <p:cNvGrpSpPr/>
            <p:nvPr/>
          </p:nvGrpSpPr>
          <p:grpSpPr>
            <a:xfrm>
              <a:off x="-3" y="0"/>
              <a:ext cx="3352803" cy="3038512"/>
              <a:chOff x="-2" y="0"/>
              <a:chExt cx="3352802" cy="3038511"/>
            </a:xfrm>
          </p:grpSpPr>
          <p:grpSp>
            <p:nvGrpSpPr>
              <p:cNvPr id="801" name="Group 801"/>
              <p:cNvGrpSpPr/>
              <p:nvPr/>
            </p:nvGrpSpPr>
            <p:grpSpPr>
              <a:xfrm>
                <a:off x="-2" y="360361"/>
                <a:ext cx="3352802" cy="2209802"/>
                <a:chOff x="-1" y="-1"/>
                <a:chExt cx="3352801" cy="2209801"/>
              </a:xfrm>
            </p:grpSpPr>
            <p:grpSp>
              <p:nvGrpSpPr>
                <p:cNvPr id="764" name="Group 764"/>
                <p:cNvGrpSpPr/>
                <p:nvPr/>
              </p:nvGrpSpPr>
              <p:grpSpPr>
                <a:xfrm>
                  <a:off x="1606549" y="-1"/>
                  <a:ext cx="476925" cy="457201"/>
                  <a:chOff x="7509" y="0"/>
                  <a:chExt cx="476923" cy="457200"/>
                </a:xfrm>
              </p:grpSpPr>
              <p:sp>
                <p:nvSpPr>
                  <p:cNvPr id="762" name="Shape 762"/>
                  <p:cNvSpPr/>
                  <p:nvPr/>
                </p:nvSpPr>
                <p:spPr>
                  <a:xfrm>
                    <a:off x="7509" y="0"/>
                    <a:ext cx="457201" cy="4572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rgbClr val="CCFFFF"/>
                  </a:solidFill>
                  <a:ln w="936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>
                      <a:defRPr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63" name="Shape 763"/>
                  <p:cNvSpPr/>
                  <p:nvPr/>
                </p:nvSpPr>
                <p:spPr>
                  <a:xfrm>
                    <a:off x="10011" y="34925"/>
                    <a:ext cx="474421" cy="37151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none" lIns="46799" tIns="46799" rIns="46799" bIns="46799" numCol="1" anchor="t">
                    <a:spAutoFit/>
                  </a:bodyPr>
                  <a:lstStyle>
                    <a:lvl1pPr algn="ctr">
                      <a:lnSpc>
                        <a:spcPct val="100000"/>
                      </a:lnSpc>
                      <a:spcBef>
                        <a:spcPts val="1000"/>
                      </a:spcBef>
                      <a:tabLst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600" b="1">
                        <a:latin typeface="Tahoma"/>
                        <a:ea typeface="Tahoma"/>
                        <a:cs typeface="Tahoma"/>
                        <a:sym typeface="Tahoma"/>
                      </a:defRPr>
                    </a:lvl1pPr>
                  </a:lstStyle>
                  <a:p>
                    <a:pPr lvl="0">
                      <a:defRPr sz="1800" b="0"/>
                    </a:pPr>
                    <a:r>
                      <a:rPr sz="1800"/>
                      <a:t>150</a:t>
                    </a:r>
                  </a:p>
                </p:txBody>
              </p:sp>
            </p:grpSp>
            <p:grpSp>
              <p:nvGrpSpPr>
                <p:cNvPr id="767" name="Group 767"/>
                <p:cNvGrpSpPr/>
                <p:nvPr/>
              </p:nvGrpSpPr>
              <p:grpSpPr>
                <a:xfrm>
                  <a:off x="838199" y="457199"/>
                  <a:ext cx="476925" cy="457201"/>
                  <a:chOff x="7509" y="0"/>
                  <a:chExt cx="476923" cy="457200"/>
                </a:xfrm>
              </p:grpSpPr>
              <p:sp>
                <p:nvSpPr>
                  <p:cNvPr id="765" name="Shape 765"/>
                  <p:cNvSpPr/>
                  <p:nvPr/>
                </p:nvSpPr>
                <p:spPr>
                  <a:xfrm>
                    <a:off x="7509" y="0"/>
                    <a:ext cx="457201" cy="4572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rgbClr val="CCFFFF"/>
                  </a:solidFill>
                  <a:ln w="936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>
                      <a:defRPr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66" name="Shape 766"/>
                  <p:cNvSpPr/>
                  <p:nvPr/>
                </p:nvSpPr>
                <p:spPr>
                  <a:xfrm>
                    <a:off x="10011" y="34925"/>
                    <a:ext cx="474421" cy="37151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none" lIns="46799" tIns="46799" rIns="46799" bIns="46799" numCol="1" anchor="t">
                    <a:spAutoFit/>
                  </a:bodyPr>
                  <a:lstStyle>
                    <a:lvl1pPr algn="ctr">
                      <a:lnSpc>
                        <a:spcPct val="100000"/>
                      </a:lnSpc>
                      <a:spcBef>
                        <a:spcPts val="1000"/>
                      </a:spcBef>
                      <a:tabLst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600" b="1">
                        <a:latin typeface="Tahoma"/>
                        <a:ea typeface="Tahoma"/>
                        <a:cs typeface="Tahoma"/>
                        <a:sym typeface="Tahoma"/>
                      </a:defRPr>
                    </a:lvl1pPr>
                  </a:lstStyle>
                  <a:p>
                    <a:pPr lvl="0">
                      <a:defRPr sz="1800" b="0"/>
                    </a:pPr>
                    <a:r>
                      <a:rPr sz="1800"/>
                      <a:t>125</a:t>
                    </a:r>
                  </a:p>
                </p:txBody>
              </p:sp>
            </p:grpSp>
            <p:grpSp>
              <p:nvGrpSpPr>
                <p:cNvPr id="770" name="Group 770"/>
                <p:cNvGrpSpPr/>
                <p:nvPr/>
              </p:nvGrpSpPr>
              <p:grpSpPr>
                <a:xfrm>
                  <a:off x="2362199" y="457199"/>
                  <a:ext cx="457201" cy="457201"/>
                  <a:chOff x="0" y="0"/>
                  <a:chExt cx="457200" cy="457200"/>
                </a:xfrm>
              </p:grpSpPr>
              <p:sp>
                <p:nvSpPr>
                  <p:cNvPr id="768" name="Shape 768"/>
                  <p:cNvSpPr/>
                  <p:nvPr/>
                </p:nvSpPr>
                <p:spPr>
                  <a:xfrm>
                    <a:off x="0" y="0"/>
                    <a:ext cx="457200" cy="4572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rgbClr val="CCFFFF"/>
                  </a:solidFill>
                  <a:ln w="936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>
                      <a:tabLst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600" b="1">
                        <a:latin typeface="Tahoma"/>
                        <a:ea typeface="Tahoma"/>
                        <a:cs typeface="Tahoma"/>
                        <a:sym typeface="Tahoma"/>
                      </a:defRPr>
                    </a:pPr>
                    <a:endParaRPr sz="1600"/>
                  </a:p>
                </p:txBody>
              </p:sp>
              <p:sp>
                <p:nvSpPr>
                  <p:cNvPr id="769" name="Shape 769"/>
                  <p:cNvSpPr/>
                  <p:nvPr/>
                </p:nvSpPr>
                <p:spPr>
                  <a:xfrm>
                    <a:off x="54707" y="42845"/>
                    <a:ext cx="347786" cy="37151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none" lIns="46799" tIns="46799" rIns="46799" bIns="46799" numCol="1" anchor="ctr">
                    <a:spAutoFit/>
                  </a:bodyPr>
                  <a:lstStyle>
                    <a:lvl1pPr algn="ctr">
                      <a:lnSpc>
                        <a:spcPct val="100000"/>
                      </a:lnSpc>
                      <a:tabLst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600" b="1">
                        <a:latin typeface="Tahoma"/>
                        <a:ea typeface="Tahoma"/>
                        <a:cs typeface="Tahoma"/>
                        <a:sym typeface="Tahoma"/>
                      </a:defRPr>
                    </a:lvl1pPr>
                  </a:lstStyle>
                  <a:p>
                    <a:pPr lvl="0">
                      <a:defRPr sz="1800" b="0"/>
                    </a:pPr>
                    <a:r>
                      <a:rPr sz="1800"/>
                      <a:t>75</a:t>
                    </a:r>
                  </a:p>
                </p:txBody>
              </p:sp>
            </p:grpSp>
            <p:grpSp>
              <p:nvGrpSpPr>
                <p:cNvPr id="773" name="Group 773"/>
                <p:cNvGrpSpPr/>
                <p:nvPr/>
              </p:nvGrpSpPr>
              <p:grpSpPr>
                <a:xfrm>
                  <a:off x="304799" y="1066799"/>
                  <a:ext cx="457201" cy="457201"/>
                  <a:chOff x="0" y="0"/>
                  <a:chExt cx="457200" cy="457200"/>
                </a:xfrm>
              </p:grpSpPr>
              <p:sp>
                <p:nvSpPr>
                  <p:cNvPr id="771" name="Shape 771"/>
                  <p:cNvSpPr/>
                  <p:nvPr/>
                </p:nvSpPr>
                <p:spPr>
                  <a:xfrm>
                    <a:off x="0" y="0"/>
                    <a:ext cx="457200" cy="4572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rgbClr val="CCFFFF"/>
                  </a:solidFill>
                  <a:ln w="936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>
                      <a:defRPr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72" name="Shape 772"/>
                  <p:cNvSpPr/>
                  <p:nvPr/>
                </p:nvSpPr>
                <p:spPr>
                  <a:xfrm>
                    <a:off x="68200" y="34925"/>
                    <a:ext cx="347786" cy="37151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none" lIns="46799" tIns="46799" rIns="46799" bIns="46799" numCol="1" anchor="t">
                    <a:spAutoFit/>
                  </a:bodyPr>
                  <a:lstStyle>
                    <a:lvl1pPr algn="ctr">
                      <a:lnSpc>
                        <a:spcPct val="100000"/>
                      </a:lnSpc>
                      <a:spcBef>
                        <a:spcPts val="1000"/>
                      </a:spcBef>
                      <a:tabLst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600" b="1">
                        <a:latin typeface="Tahoma"/>
                        <a:ea typeface="Tahoma"/>
                        <a:cs typeface="Tahoma"/>
                        <a:sym typeface="Tahoma"/>
                      </a:defRPr>
                    </a:lvl1pPr>
                  </a:lstStyle>
                  <a:p>
                    <a:pPr lvl="0">
                      <a:defRPr sz="1800" b="0"/>
                    </a:pPr>
                    <a:r>
                      <a:rPr sz="1800"/>
                      <a:t>80</a:t>
                    </a:r>
                  </a:p>
                </p:txBody>
              </p:sp>
            </p:grpSp>
            <p:grpSp>
              <p:nvGrpSpPr>
                <p:cNvPr id="776" name="Group 776"/>
                <p:cNvGrpSpPr/>
                <p:nvPr/>
              </p:nvGrpSpPr>
              <p:grpSpPr>
                <a:xfrm>
                  <a:off x="1371599" y="1066799"/>
                  <a:ext cx="457201" cy="457201"/>
                  <a:chOff x="0" y="0"/>
                  <a:chExt cx="457200" cy="457200"/>
                </a:xfrm>
              </p:grpSpPr>
              <p:sp>
                <p:nvSpPr>
                  <p:cNvPr id="774" name="Shape 774"/>
                  <p:cNvSpPr/>
                  <p:nvPr/>
                </p:nvSpPr>
                <p:spPr>
                  <a:xfrm>
                    <a:off x="0" y="0"/>
                    <a:ext cx="457200" cy="4572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rgbClr val="CCFFFF"/>
                  </a:solidFill>
                  <a:ln w="936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>
                      <a:defRPr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75" name="Shape 775"/>
                  <p:cNvSpPr/>
                  <p:nvPr/>
                </p:nvSpPr>
                <p:spPr>
                  <a:xfrm>
                    <a:off x="68200" y="34925"/>
                    <a:ext cx="347786" cy="37151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none" lIns="46799" tIns="46799" rIns="46799" bIns="46799" numCol="1" anchor="t">
                    <a:spAutoFit/>
                  </a:bodyPr>
                  <a:lstStyle>
                    <a:lvl1pPr algn="ctr">
                      <a:lnSpc>
                        <a:spcPct val="100000"/>
                      </a:lnSpc>
                      <a:spcBef>
                        <a:spcPts val="1000"/>
                      </a:spcBef>
                      <a:tabLst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600" b="1">
                        <a:latin typeface="Tahoma"/>
                        <a:ea typeface="Tahoma"/>
                        <a:cs typeface="Tahoma"/>
                        <a:sym typeface="Tahoma"/>
                      </a:defRPr>
                    </a:lvl1pPr>
                  </a:lstStyle>
                  <a:p>
                    <a:pPr lvl="0">
                      <a:defRPr sz="1800" b="0"/>
                    </a:pPr>
                    <a:r>
                      <a:rPr sz="1800"/>
                      <a:t>30</a:t>
                    </a:r>
                  </a:p>
                </p:txBody>
              </p:sp>
            </p:grpSp>
            <p:sp>
              <p:nvSpPr>
                <p:cNvPr id="777" name="Shape 777"/>
                <p:cNvSpPr/>
                <p:nvPr/>
              </p:nvSpPr>
              <p:spPr>
                <a:xfrm flipH="1">
                  <a:off x="1228724" y="390524"/>
                  <a:ext cx="444501" cy="133352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 sz="1200"/>
                </a:p>
              </p:txBody>
            </p:sp>
            <p:sp>
              <p:nvSpPr>
                <p:cNvPr id="778" name="Shape 778"/>
                <p:cNvSpPr/>
                <p:nvPr/>
              </p:nvSpPr>
              <p:spPr>
                <a:xfrm>
                  <a:off x="1995487" y="390524"/>
                  <a:ext cx="431801" cy="133352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 sz="1200"/>
                </a:p>
              </p:txBody>
            </p:sp>
            <p:sp>
              <p:nvSpPr>
                <p:cNvPr id="779" name="Shape 779"/>
                <p:cNvSpPr/>
                <p:nvPr/>
              </p:nvSpPr>
              <p:spPr>
                <a:xfrm flipV="1">
                  <a:off x="533399" y="847725"/>
                  <a:ext cx="371477" cy="219075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 sz="1200"/>
                </a:p>
              </p:txBody>
            </p:sp>
            <p:sp>
              <p:nvSpPr>
                <p:cNvPr id="780" name="Shape 780"/>
                <p:cNvSpPr/>
                <p:nvPr/>
              </p:nvSpPr>
              <p:spPr>
                <a:xfrm flipH="1" flipV="1">
                  <a:off x="1228725" y="847724"/>
                  <a:ext cx="371476" cy="219077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 sz="1200"/>
                </a:p>
              </p:txBody>
            </p:sp>
            <p:grpSp>
              <p:nvGrpSpPr>
                <p:cNvPr id="783" name="Group 783"/>
                <p:cNvGrpSpPr/>
                <p:nvPr/>
              </p:nvGrpSpPr>
              <p:grpSpPr>
                <a:xfrm>
                  <a:off x="1904999" y="1066799"/>
                  <a:ext cx="457201" cy="457201"/>
                  <a:chOff x="0" y="0"/>
                  <a:chExt cx="457200" cy="457200"/>
                </a:xfrm>
              </p:grpSpPr>
              <p:sp>
                <p:nvSpPr>
                  <p:cNvPr id="781" name="Shape 781"/>
                  <p:cNvSpPr/>
                  <p:nvPr/>
                </p:nvSpPr>
                <p:spPr>
                  <a:xfrm>
                    <a:off x="0" y="0"/>
                    <a:ext cx="457200" cy="4572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rgbClr val="FFCC99"/>
                  </a:solidFill>
                  <a:ln w="936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>
                      <a:defRPr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82" name="Shape 782"/>
                  <p:cNvSpPr/>
                  <p:nvPr/>
                </p:nvSpPr>
                <p:spPr>
                  <a:xfrm>
                    <a:off x="66613" y="34925"/>
                    <a:ext cx="347787" cy="37151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none" lIns="46799" tIns="46799" rIns="46799" bIns="46799" numCol="1" anchor="t">
                    <a:spAutoFit/>
                  </a:bodyPr>
                  <a:lstStyle>
                    <a:lvl1pPr algn="ctr">
                      <a:lnSpc>
                        <a:spcPct val="100000"/>
                      </a:lnSpc>
                      <a:spcBef>
                        <a:spcPts val="1000"/>
                      </a:spcBef>
                      <a:tabLst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lvl1pPr>
                  </a:lstStyle>
                  <a:p>
                    <a:pPr lvl="0">
                      <a:defRPr sz="1800"/>
                    </a:pPr>
                    <a:r>
                      <a:rPr sz="1800"/>
                      <a:t>25</a:t>
                    </a:r>
                  </a:p>
                </p:txBody>
              </p:sp>
            </p:grpSp>
            <p:grpSp>
              <p:nvGrpSpPr>
                <p:cNvPr id="786" name="Group 786"/>
                <p:cNvGrpSpPr/>
                <p:nvPr/>
              </p:nvGrpSpPr>
              <p:grpSpPr>
                <a:xfrm>
                  <a:off x="2895599" y="1066799"/>
                  <a:ext cx="457201" cy="457201"/>
                  <a:chOff x="0" y="0"/>
                  <a:chExt cx="457200" cy="457200"/>
                </a:xfrm>
              </p:grpSpPr>
              <p:sp>
                <p:nvSpPr>
                  <p:cNvPr id="784" name="Shape 784"/>
                  <p:cNvSpPr/>
                  <p:nvPr/>
                </p:nvSpPr>
                <p:spPr>
                  <a:xfrm>
                    <a:off x="0" y="0"/>
                    <a:ext cx="457200" cy="4572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rgbClr val="FFCC99"/>
                  </a:solidFill>
                  <a:ln w="936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>
                      <a:defRPr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85" name="Shape 785"/>
                  <p:cNvSpPr/>
                  <p:nvPr/>
                </p:nvSpPr>
                <p:spPr>
                  <a:xfrm>
                    <a:off x="66613" y="34925"/>
                    <a:ext cx="347787" cy="37151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none" lIns="46799" tIns="46799" rIns="46799" bIns="46799" numCol="1" anchor="t">
                    <a:spAutoFit/>
                  </a:bodyPr>
                  <a:lstStyle>
                    <a:lvl1pPr algn="ctr">
                      <a:lnSpc>
                        <a:spcPct val="100000"/>
                      </a:lnSpc>
                      <a:spcBef>
                        <a:spcPts val="1000"/>
                      </a:spcBef>
                      <a:tabLst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lvl1pPr>
                  </a:lstStyle>
                  <a:p>
                    <a:pPr lvl="0">
                      <a:defRPr sz="1800"/>
                    </a:pPr>
                    <a:r>
                      <a:rPr sz="1800"/>
                      <a:t>72</a:t>
                    </a:r>
                  </a:p>
                </p:txBody>
              </p:sp>
            </p:grpSp>
            <p:sp>
              <p:nvSpPr>
                <p:cNvPr id="787" name="Shape 787"/>
                <p:cNvSpPr/>
                <p:nvPr/>
              </p:nvSpPr>
              <p:spPr>
                <a:xfrm flipV="1">
                  <a:off x="2133600" y="847724"/>
                  <a:ext cx="295276" cy="219077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 sz="1200"/>
                </a:p>
              </p:txBody>
            </p:sp>
            <p:sp>
              <p:nvSpPr>
                <p:cNvPr id="788" name="Shape 788"/>
                <p:cNvSpPr/>
                <p:nvPr/>
              </p:nvSpPr>
              <p:spPr>
                <a:xfrm flipH="1" flipV="1">
                  <a:off x="2752724" y="847724"/>
                  <a:ext cx="371476" cy="219077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 sz="1200"/>
                </a:p>
              </p:txBody>
            </p:sp>
            <p:grpSp>
              <p:nvGrpSpPr>
                <p:cNvPr id="791" name="Group 791"/>
                <p:cNvGrpSpPr/>
                <p:nvPr/>
              </p:nvGrpSpPr>
              <p:grpSpPr>
                <a:xfrm>
                  <a:off x="-1" y="1752599"/>
                  <a:ext cx="457201" cy="457201"/>
                  <a:chOff x="0" y="0"/>
                  <a:chExt cx="457200" cy="457200"/>
                </a:xfrm>
              </p:grpSpPr>
              <p:sp>
                <p:nvSpPr>
                  <p:cNvPr id="789" name="Shape 789"/>
                  <p:cNvSpPr/>
                  <p:nvPr/>
                </p:nvSpPr>
                <p:spPr>
                  <a:xfrm>
                    <a:off x="0" y="0"/>
                    <a:ext cx="457200" cy="4572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rgbClr val="FFCC99"/>
                  </a:solidFill>
                  <a:ln w="936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>
                      <a:defRPr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90" name="Shape 790"/>
                  <p:cNvSpPr/>
                  <p:nvPr/>
                </p:nvSpPr>
                <p:spPr>
                  <a:xfrm>
                    <a:off x="28513" y="34925"/>
                    <a:ext cx="347787" cy="37151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none" lIns="46799" tIns="46799" rIns="46799" bIns="46799" numCol="1" anchor="t">
                    <a:spAutoFit/>
                  </a:bodyPr>
                  <a:lstStyle>
                    <a:lvl1pPr algn="ctr">
                      <a:lnSpc>
                        <a:spcPct val="100000"/>
                      </a:lnSpc>
                      <a:spcBef>
                        <a:spcPts val="1000"/>
                      </a:spcBef>
                      <a:tabLst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lvl1pPr>
                  </a:lstStyle>
                  <a:p>
                    <a:pPr lvl="0">
                      <a:defRPr sz="1800"/>
                    </a:pPr>
                    <a:r>
                      <a:rPr sz="1800"/>
                      <a:t>15</a:t>
                    </a:r>
                  </a:p>
                </p:txBody>
              </p:sp>
            </p:grpSp>
            <p:sp>
              <p:nvSpPr>
                <p:cNvPr id="792" name="Shape 792"/>
                <p:cNvSpPr/>
                <p:nvPr/>
              </p:nvSpPr>
              <p:spPr>
                <a:xfrm flipV="1">
                  <a:off x="228599" y="1457325"/>
                  <a:ext cx="142876" cy="295275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 sz="1200"/>
                </a:p>
              </p:txBody>
            </p:sp>
            <p:grpSp>
              <p:nvGrpSpPr>
                <p:cNvPr id="795" name="Group 795"/>
                <p:cNvGrpSpPr/>
                <p:nvPr/>
              </p:nvGrpSpPr>
              <p:grpSpPr>
                <a:xfrm>
                  <a:off x="609599" y="1752599"/>
                  <a:ext cx="457201" cy="457201"/>
                  <a:chOff x="0" y="0"/>
                  <a:chExt cx="457200" cy="457200"/>
                </a:xfrm>
              </p:grpSpPr>
              <p:sp>
                <p:nvSpPr>
                  <p:cNvPr id="793" name="Shape 793"/>
                  <p:cNvSpPr/>
                  <p:nvPr/>
                </p:nvSpPr>
                <p:spPr>
                  <a:xfrm>
                    <a:off x="0" y="0"/>
                    <a:ext cx="457200" cy="4572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rgbClr val="FFCC99"/>
                  </a:solidFill>
                  <a:ln w="936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>
                      <a:defRPr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94" name="Shape 794"/>
                  <p:cNvSpPr/>
                  <p:nvPr/>
                </p:nvSpPr>
                <p:spPr>
                  <a:xfrm>
                    <a:off x="66613" y="34925"/>
                    <a:ext cx="347787" cy="37151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none" lIns="46799" tIns="46799" rIns="46799" bIns="46799" numCol="1" anchor="t">
                    <a:spAutoFit/>
                  </a:bodyPr>
                  <a:lstStyle>
                    <a:lvl1pPr algn="ctr">
                      <a:lnSpc>
                        <a:spcPct val="100000"/>
                      </a:lnSpc>
                      <a:spcBef>
                        <a:spcPts val="1000"/>
                      </a:spcBef>
                      <a:tabLst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lvl1pPr>
                  </a:lstStyle>
                  <a:p>
                    <a:pPr lvl="0">
                      <a:defRPr sz="1800"/>
                    </a:pPr>
                    <a:r>
                      <a:rPr sz="1800"/>
                      <a:t>20</a:t>
                    </a:r>
                  </a:p>
                </p:txBody>
              </p:sp>
            </p:grpSp>
            <p:sp>
              <p:nvSpPr>
                <p:cNvPr id="796" name="Shape 796"/>
                <p:cNvSpPr/>
                <p:nvPr/>
              </p:nvSpPr>
              <p:spPr>
                <a:xfrm flipH="1" flipV="1">
                  <a:off x="695324" y="1457325"/>
                  <a:ext cx="142876" cy="295275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 sz="1200"/>
                </a:p>
              </p:txBody>
            </p:sp>
            <p:grpSp>
              <p:nvGrpSpPr>
                <p:cNvPr id="799" name="Group 799"/>
                <p:cNvGrpSpPr/>
                <p:nvPr/>
              </p:nvGrpSpPr>
              <p:grpSpPr>
                <a:xfrm>
                  <a:off x="1142999" y="1752599"/>
                  <a:ext cx="457201" cy="457201"/>
                  <a:chOff x="0" y="0"/>
                  <a:chExt cx="457200" cy="457200"/>
                </a:xfrm>
              </p:grpSpPr>
              <p:sp>
                <p:nvSpPr>
                  <p:cNvPr id="797" name="Shape 797"/>
                  <p:cNvSpPr/>
                  <p:nvPr/>
                </p:nvSpPr>
                <p:spPr>
                  <a:xfrm>
                    <a:off x="0" y="0"/>
                    <a:ext cx="457200" cy="4572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rgbClr val="FFCC99"/>
                  </a:solidFill>
                  <a:ln w="936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>
                      <a:defRPr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98" name="Shape 798"/>
                  <p:cNvSpPr/>
                  <p:nvPr/>
                </p:nvSpPr>
                <p:spPr>
                  <a:xfrm>
                    <a:off x="66613" y="34925"/>
                    <a:ext cx="347787" cy="37151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none" lIns="46799" tIns="46799" rIns="46799" bIns="46799" numCol="1" anchor="t">
                    <a:spAutoFit/>
                  </a:bodyPr>
                  <a:lstStyle>
                    <a:lvl1pPr algn="ctr">
                      <a:lnSpc>
                        <a:spcPct val="100000"/>
                      </a:lnSpc>
                      <a:spcBef>
                        <a:spcPts val="1000"/>
                      </a:spcBef>
                      <a:tabLst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lvl1pPr>
                  </a:lstStyle>
                  <a:p>
                    <a:pPr lvl="0">
                      <a:defRPr sz="1800"/>
                    </a:pPr>
                    <a:r>
                      <a:rPr sz="1800"/>
                      <a:t>28</a:t>
                    </a:r>
                  </a:p>
                </p:txBody>
              </p:sp>
            </p:grpSp>
            <p:sp>
              <p:nvSpPr>
                <p:cNvPr id="800" name="Shape 800"/>
                <p:cNvSpPr/>
                <p:nvPr/>
              </p:nvSpPr>
              <p:spPr>
                <a:xfrm flipV="1">
                  <a:off x="1371599" y="1457325"/>
                  <a:ext cx="66677" cy="295275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 sz="1200"/>
                </a:p>
              </p:txBody>
            </p:sp>
          </p:grpSp>
          <p:sp>
            <p:nvSpPr>
              <p:cNvPr id="802" name="Shape 802"/>
              <p:cNvSpPr/>
              <p:nvPr/>
            </p:nvSpPr>
            <p:spPr>
              <a:xfrm>
                <a:off x="1721400" y="0"/>
                <a:ext cx="221150" cy="371511"/>
              </a:xfrm>
              <a:prstGeom prst="rect">
                <a:avLst/>
              </a:prstGeom>
              <a:noFill/>
              <a:ln w="9360" cap="flat">
                <a:solidFill>
                  <a:srgbClr val="800000"/>
                </a:solidFill>
                <a:prstDash val="solid"/>
                <a:miter lim="8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7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2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0</a:t>
                </a:r>
              </a:p>
            </p:txBody>
          </p:sp>
          <p:sp>
            <p:nvSpPr>
              <p:cNvPr id="803" name="Shape 803"/>
              <p:cNvSpPr/>
              <p:nvPr/>
            </p:nvSpPr>
            <p:spPr>
              <a:xfrm>
                <a:off x="948288" y="457200"/>
                <a:ext cx="221150" cy="371511"/>
              </a:xfrm>
              <a:prstGeom prst="rect">
                <a:avLst/>
              </a:prstGeom>
              <a:noFill/>
              <a:ln w="9360" cap="flat">
                <a:solidFill>
                  <a:srgbClr val="800000"/>
                </a:solidFill>
                <a:prstDash val="solid"/>
                <a:miter lim="8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7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2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</a:t>
                </a:r>
              </a:p>
            </p:txBody>
          </p:sp>
          <p:sp>
            <p:nvSpPr>
              <p:cNvPr id="804" name="Shape 804"/>
              <p:cNvSpPr/>
              <p:nvPr/>
            </p:nvSpPr>
            <p:spPr>
              <a:xfrm>
                <a:off x="2486575" y="457200"/>
                <a:ext cx="221150" cy="371511"/>
              </a:xfrm>
              <a:prstGeom prst="rect">
                <a:avLst/>
              </a:prstGeom>
              <a:noFill/>
              <a:ln w="9360" cap="flat">
                <a:solidFill>
                  <a:srgbClr val="800000"/>
                </a:solidFill>
                <a:prstDash val="solid"/>
                <a:miter lim="8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7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2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</a:t>
                </a:r>
              </a:p>
            </p:txBody>
          </p:sp>
          <p:sp>
            <p:nvSpPr>
              <p:cNvPr id="805" name="Shape 805"/>
              <p:cNvSpPr/>
              <p:nvPr/>
            </p:nvSpPr>
            <p:spPr>
              <a:xfrm>
                <a:off x="352975" y="1066800"/>
                <a:ext cx="221150" cy="371511"/>
              </a:xfrm>
              <a:prstGeom prst="rect">
                <a:avLst/>
              </a:prstGeom>
              <a:noFill/>
              <a:ln w="9360" cap="flat">
                <a:solidFill>
                  <a:srgbClr val="800000"/>
                </a:solidFill>
                <a:prstDash val="solid"/>
                <a:miter lim="8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7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2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3</a:t>
                </a:r>
              </a:p>
            </p:txBody>
          </p:sp>
          <p:sp>
            <p:nvSpPr>
              <p:cNvPr id="806" name="Shape 806"/>
              <p:cNvSpPr/>
              <p:nvPr/>
            </p:nvSpPr>
            <p:spPr>
              <a:xfrm>
                <a:off x="1572175" y="1066800"/>
                <a:ext cx="221150" cy="371511"/>
              </a:xfrm>
              <a:prstGeom prst="rect">
                <a:avLst/>
              </a:prstGeom>
              <a:noFill/>
              <a:ln w="9360" cap="flat">
                <a:solidFill>
                  <a:srgbClr val="800000"/>
                </a:solidFill>
                <a:prstDash val="solid"/>
                <a:miter lim="8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7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2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4</a:t>
                </a:r>
              </a:p>
            </p:txBody>
          </p:sp>
          <p:sp>
            <p:nvSpPr>
              <p:cNvPr id="807" name="Shape 807"/>
              <p:cNvSpPr/>
              <p:nvPr/>
            </p:nvSpPr>
            <p:spPr>
              <a:xfrm>
                <a:off x="2015088" y="1046162"/>
                <a:ext cx="221150" cy="371511"/>
              </a:xfrm>
              <a:prstGeom prst="rect">
                <a:avLst/>
              </a:prstGeom>
              <a:noFill/>
              <a:ln w="9360" cap="flat">
                <a:solidFill>
                  <a:srgbClr val="800000"/>
                </a:solidFill>
                <a:prstDash val="solid"/>
                <a:miter lim="8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7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2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5</a:t>
                </a:r>
              </a:p>
            </p:txBody>
          </p:sp>
          <p:sp>
            <p:nvSpPr>
              <p:cNvPr id="808" name="Shape 808"/>
              <p:cNvSpPr/>
              <p:nvPr/>
            </p:nvSpPr>
            <p:spPr>
              <a:xfrm>
                <a:off x="3081888" y="1046162"/>
                <a:ext cx="221150" cy="371511"/>
              </a:xfrm>
              <a:prstGeom prst="rect">
                <a:avLst/>
              </a:prstGeom>
              <a:noFill/>
              <a:ln w="9360" cap="flat">
                <a:solidFill>
                  <a:srgbClr val="800000"/>
                </a:solidFill>
                <a:prstDash val="solid"/>
                <a:miter lim="8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7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2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6</a:t>
                </a:r>
              </a:p>
            </p:txBody>
          </p:sp>
          <p:sp>
            <p:nvSpPr>
              <p:cNvPr id="809" name="Shape 809"/>
              <p:cNvSpPr/>
              <p:nvPr/>
            </p:nvSpPr>
            <p:spPr>
              <a:xfrm>
                <a:off x="103738" y="2646362"/>
                <a:ext cx="221150" cy="371511"/>
              </a:xfrm>
              <a:prstGeom prst="rect">
                <a:avLst/>
              </a:prstGeom>
              <a:noFill/>
              <a:ln w="9360" cap="flat">
                <a:solidFill>
                  <a:srgbClr val="800000"/>
                </a:solidFill>
                <a:prstDash val="solid"/>
                <a:miter lim="8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7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2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</a:t>
                </a:r>
              </a:p>
            </p:txBody>
          </p:sp>
          <p:sp>
            <p:nvSpPr>
              <p:cNvPr id="810" name="Shape 810"/>
              <p:cNvSpPr/>
              <p:nvPr/>
            </p:nvSpPr>
            <p:spPr>
              <a:xfrm>
                <a:off x="713338" y="2667000"/>
                <a:ext cx="221150" cy="371511"/>
              </a:xfrm>
              <a:prstGeom prst="rect">
                <a:avLst/>
              </a:prstGeom>
              <a:noFill/>
              <a:ln w="9360" cap="flat">
                <a:solidFill>
                  <a:srgbClr val="800000"/>
                </a:solidFill>
                <a:prstDash val="solid"/>
                <a:miter lim="8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7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2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8</a:t>
                </a:r>
              </a:p>
            </p:txBody>
          </p:sp>
        </p:grpSp>
        <p:sp>
          <p:nvSpPr>
            <p:cNvPr id="812" name="Shape 812"/>
            <p:cNvSpPr/>
            <p:nvPr/>
          </p:nvSpPr>
          <p:spPr>
            <a:xfrm>
              <a:off x="1268963" y="26670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grpSp>
        <p:nvGrpSpPr>
          <p:cNvPr id="854" name="Group 854"/>
          <p:cNvGrpSpPr/>
          <p:nvPr/>
        </p:nvGrpSpPr>
        <p:grpSpPr>
          <a:xfrm>
            <a:off x="4410988" y="4876800"/>
            <a:ext cx="4580612" cy="717586"/>
            <a:chOff x="-8612" y="0"/>
            <a:chExt cx="4580612" cy="717585"/>
          </a:xfrm>
        </p:grpSpPr>
        <p:grpSp>
          <p:nvGrpSpPr>
            <p:cNvPr id="816" name="Group 816"/>
            <p:cNvGrpSpPr/>
            <p:nvPr/>
          </p:nvGrpSpPr>
          <p:grpSpPr>
            <a:xfrm>
              <a:off x="-8612" y="0"/>
              <a:ext cx="474424" cy="381000"/>
              <a:chOff x="-8612" y="0"/>
              <a:chExt cx="474424" cy="381000"/>
            </a:xfrm>
          </p:grpSpPr>
          <p:sp>
            <p:nvSpPr>
              <p:cNvPr id="814" name="Shape 814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815" name="Shape 815"/>
              <p:cNvSpPr/>
              <p:nvPr/>
            </p:nvSpPr>
            <p:spPr>
              <a:xfrm>
                <a:off x="-8612" y="4745"/>
                <a:ext cx="474424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150</a:t>
                </a:r>
              </a:p>
            </p:txBody>
          </p:sp>
        </p:grpSp>
        <p:grpSp>
          <p:nvGrpSpPr>
            <p:cNvPr id="819" name="Group 819"/>
            <p:cNvGrpSpPr/>
            <p:nvPr/>
          </p:nvGrpSpPr>
          <p:grpSpPr>
            <a:xfrm>
              <a:off x="448588" y="0"/>
              <a:ext cx="474424" cy="381000"/>
              <a:chOff x="-8612" y="0"/>
              <a:chExt cx="474424" cy="381000"/>
            </a:xfrm>
          </p:grpSpPr>
          <p:sp>
            <p:nvSpPr>
              <p:cNvPr id="817" name="Shape 817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818" name="Shape 818"/>
              <p:cNvSpPr/>
              <p:nvPr/>
            </p:nvSpPr>
            <p:spPr>
              <a:xfrm>
                <a:off x="-8612" y="4745"/>
                <a:ext cx="474424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125</a:t>
                </a:r>
              </a:p>
            </p:txBody>
          </p:sp>
        </p:grpSp>
        <p:grpSp>
          <p:nvGrpSpPr>
            <p:cNvPr id="822" name="Group 822"/>
            <p:cNvGrpSpPr/>
            <p:nvPr/>
          </p:nvGrpSpPr>
          <p:grpSpPr>
            <a:xfrm>
              <a:off x="914400" y="0"/>
              <a:ext cx="457200" cy="381000"/>
              <a:chOff x="0" y="0"/>
              <a:chExt cx="457200" cy="381000"/>
            </a:xfrm>
          </p:grpSpPr>
          <p:sp>
            <p:nvSpPr>
              <p:cNvPr id="820" name="Shape 820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821" name="Shape 821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75</a:t>
                </a:r>
              </a:p>
            </p:txBody>
          </p:sp>
        </p:grpSp>
        <p:grpSp>
          <p:nvGrpSpPr>
            <p:cNvPr id="825" name="Group 825"/>
            <p:cNvGrpSpPr/>
            <p:nvPr/>
          </p:nvGrpSpPr>
          <p:grpSpPr>
            <a:xfrm>
              <a:off x="1371600" y="0"/>
              <a:ext cx="457200" cy="381000"/>
              <a:chOff x="0" y="0"/>
              <a:chExt cx="457200" cy="381000"/>
            </a:xfrm>
          </p:grpSpPr>
          <p:sp>
            <p:nvSpPr>
              <p:cNvPr id="823" name="Shape 823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824" name="Shape 824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80</a:t>
                </a:r>
              </a:p>
            </p:txBody>
          </p:sp>
        </p:grpSp>
        <p:grpSp>
          <p:nvGrpSpPr>
            <p:cNvPr id="828" name="Group 828"/>
            <p:cNvGrpSpPr/>
            <p:nvPr/>
          </p:nvGrpSpPr>
          <p:grpSpPr>
            <a:xfrm>
              <a:off x="1828800" y="0"/>
              <a:ext cx="457200" cy="381000"/>
              <a:chOff x="0" y="0"/>
              <a:chExt cx="457200" cy="381000"/>
            </a:xfrm>
          </p:grpSpPr>
          <p:sp>
            <p:nvSpPr>
              <p:cNvPr id="826" name="Shape 826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827" name="Shape 827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30</a:t>
                </a:r>
              </a:p>
            </p:txBody>
          </p:sp>
        </p:grpSp>
        <p:grpSp>
          <p:nvGrpSpPr>
            <p:cNvPr id="831" name="Group 831"/>
            <p:cNvGrpSpPr/>
            <p:nvPr/>
          </p:nvGrpSpPr>
          <p:grpSpPr>
            <a:xfrm>
              <a:off x="2286000" y="0"/>
              <a:ext cx="457200" cy="381000"/>
              <a:chOff x="0" y="0"/>
              <a:chExt cx="457200" cy="381000"/>
            </a:xfrm>
          </p:grpSpPr>
          <p:sp>
            <p:nvSpPr>
              <p:cNvPr id="829" name="Shape 829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830" name="Shape 830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25</a:t>
                </a:r>
              </a:p>
            </p:txBody>
          </p:sp>
        </p:grpSp>
        <p:grpSp>
          <p:nvGrpSpPr>
            <p:cNvPr id="834" name="Group 834"/>
            <p:cNvGrpSpPr/>
            <p:nvPr/>
          </p:nvGrpSpPr>
          <p:grpSpPr>
            <a:xfrm>
              <a:off x="2743200" y="0"/>
              <a:ext cx="457200" cy="381000"/>
              <a:chOff x="0" y="0"/>
              <a:chExt cx="457200" cy="381000"/>
            </a:xfrm>
          </p:grpSpPr>
          <p:sp>
            <p:nvSpPr>
              <p:cNvPr id="832" name="Shape 832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833" name="Shape 833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72</a:t>
                </a:r>
              </a:p>
            </p:txBody>
          </p:sp>
        </p:grpSp>
        <p:grpSp>
          <p:nvGrpSpPr>
            <p:cNvPr id="837" name="Group 837"/>
            <p:cNvGrpSpPr/>
            <p:nvPr/>
          </p:nvGrpSpPr>
          <p:grpSpPr>
            <a:xfrm>
              <a:off x="3200400" y="0"/>
              <a:ext cx="457200" cy="381000"/>
              <a:chOff x="0" y="0"/>
              <a:chExt cx="457200" cy="381000"/>
            </a:xfrm>
          </p:grpSpPr>
          <p:sp>
            <p:nvSpPr>
              <p:cNvPr id="835" name="Shape 835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836" name="Shape 836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</a:t>
                </a:r>
              </a:p>
            </p:txBody>
          </p:sp>
        </p:grpSp>
        <p:grpSp>
          <p:nvGrpSpPr>
            <p:cNvPr id="840" name="Group 840"/>
            <p:cNvGrpSpPr/>
            <p:nvPr/>
          </p:nvGrpSpPr>
          <p:grpSpPr>
            <a:xfrm>
              <a:off x="3657600" y="0"/>
              <a:ext cx="457200" cy="381000"/>
              <a:chOff x="0" y="0"/>
              <a:chExt cx="457200" cy="381000"/>
            </a:xfrm>
          </p:grpSpPr>
          <p:sp>
            <p:nvSpPr>
              <p:cNvPr id="838" name="Shape 838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839" name="Shape 839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20</a:t>
                </a:r>
              </a:p>
            </p:txBody>
          </p:sp>
        </p:grpSp>
        <p:grpSp>
          <p:nvGrpSpPr>
            <p:cNvPr id="843" name="Group 843"/>
            <p:cNvGrpSpPr/>
            <p:nvPr/>
          </p:nvGrpSpPr>
          <p:grpSpPr>
            <a:xfrm>
              <a:off x="4114800" y="0"/>
              <a:ext cx="457200" cy="381000"/>
              <a:chOff x="0" y="0"/>
              <a:chExt cx="457200" cy="381000"/>
            </a:xfrm>
          </p:grpSpPr>
          <p:sp>
            <p:nvSpPr>
              <p:cNvPr id="841" name="Shape 841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842" name="Shape 842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28</a:t>
                </a:r>
              </a:p>
            </p:txBody>
          </p:sp>
        </p:grpSp>
        <p:sp>
          <p:nvSpPr>
            <p:cNvPr id="844" name="Shape 844"/>
            <p:cNvSpPr/>
            <p:nvPr/>
          </p:nvSpPr>
          <p:spPr>
            <a:xfrm>
              <a:off x="1172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845" name="Shape 845"/>
            <p:cNvSpPr/>
            <p:nvPr/>
          </p:nvSpPr>
          <p:spPr>
            <a:xfrm>
              <a:off x="5871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846" name="Shape 846"/>
            <p:cNvSpPr/>
            <p:nvPr/>
          </p:nvSpPr>
          <p:spPr>
            <a:xfrm>
              <a:off x="10443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847" name="Shape 847"/>
            <p:cNvSpPr/>
            <p:nvPr/>
          </p:nvSpPr>
          <p:spPr>
            <a:xfrm>
              <a:off x="14427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848" name="Shape 848"/>
            <p:cNvSpPr/>
            <p:nvPr/>
          </p:nvSpPr>
          <p:spPr>
            <a:xfrm>
              <a:off x="19587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849" name="Shape 849"/>
            <p:cNvSpPr/>
            <p:nvPr/>
          </p:nvSpPr>
          <p:spPr>
            <a:xfrm>
              <a:off x="2415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850" name="Shape 850"/>
            <p:cNvSpPr/>
            <p:nvPr/>
          </p:nvSpPr>
          <p:spPr>
            <a:xfrm>
              <a:off x="2849319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851" name="Shape 851"/>
            <p:cNvSpPr/>
            <p:nvPr/>
          </p:nvSpPr>
          <p:spPr>
            <a:xfrm>
              <a:off x="3330331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852" name="Shape 852"/>
            <p:cNvSpPr/>
            <p:nvPr/>
          </p:nvSpPr>
          <p:spPr>
            <a:xfrm>
              <a:off x="3763719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853" name="Shape 853"/>
            <p:cNvSpPr/>
            <p:nvPr/>
          </p:nvSpPr>
          <p:spPr>
            <a:xfrm>
              <a:off x="42240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grpSp>
        <p:nvGrpSpPr>
          <p:cNvPr id="857" name="Group 857"/>
          <p:cNvGrpSpPr/>
          <p:nvPr/>
        </p:nvGrpSpPr>
        <p:grpSpPr>
          <a:xfrm>
            <a:off x="6781801" y="2036764"/>
            <a:ext cx="457201" cy="457201"/>
            <a:chOff x="0" y="0"/>
            <a:chExt cx="457200" cy="457200"/>
          </a:xfrm>
        </p:grpSpPr>
        <p:sp>
          <p:nvSpPr>
            <p:cNvPr id="855" name="Shape 855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856" name="Shape 856"/>
            <p:cNvSpPr/>
            <p:nvPr/>
          </p:nvSpPr>
          <p:spPr>
            <a:xfrm>
              <a:off x="68200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28</a:t>
              </a:r>
            </a:p>
          </p:txBody>
        </p:sp>
      </p:grpSp>
      <p:grpSp>
        <p:nvGrpSpPr>
          <p:cNvPr id="862" name="Group 862"/>
          <p:cNvGrpSpPr/>
          <p:nvPr/>
        </p:nvGrpSpPr>
        <p:grpSpPr>
          <a:xfrm>
            <a:off x="6303962" y="3473452"/>
            <a:ext cx="477838" cy="752475"/>
            <a:chOff x="0" y="0"/>
            <a:chExt cx="477837" cy="752474"/>
          </a:xfrm>
        </p:grpSpPr>
        <p:grpSp>
          <p:nvGrpSpPr>
            <p:cNvPr id="860" name="Group 860"/>
            <p:cNvGrpSpPr/>
            <p:nvPr/>
          </p:nvGrpSpPr>
          <p:grpSpPr>
            <a:xfrm>
              <a:off x="-1" y="295274"/>
              <a:ext cx="477839" cy="457201"/>
              <a:chOff x="0" y="0"/>
              <a:chExt cx="477837" cy="457200"/>
            </a:xfrm>
          </p:grpSpPr>
          <p:sp>
            <p:nvSpPr>
              <p:cNvPr id="858" name="Shape 858"/>
              <p:cNvSpPr/>
              <p:nvPr/>
            </p:nvSpPr>
            <p:spPr>
              <a:xfrm>
                <a:off x="-1" y="0"/>
                <a:ext cx="477839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5076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859" name="Shape 859"/>
              <p:cNvSpPr/>
              <p:nvPr/>
            </p:nvSpPr>
            <p:spPr>
              <a:xfrm>
                <a:off x="131762" y="34925"/>
                <a:ext cx="234951" cy="387350"/>
              </a:xfrm>
              <a:prstGeom prst="rect">
                <a:avLst/>
              </a:prstGeom>
              <a:solidFill>
                <a:srgbClr val="FFFFFF"/>
              </a:solidFill>
              <a:ln w="5076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</p:grpSp>
        <p:sp>
          <p:nvSpPr>
            <p:cNvPr id="861" name="Shape 861"/>
            <p:cNvSpPr/>
            <p:nvPr/>
          </p:nvSpPr>
          <p:spPr>
            <a:xfrm flipV="1">
              <a:off x="238124" y="0"/>
              <a:ext cx="69852" cy="295275"/>
            </a:xfrm>
            <a:prstGeom prst="line">
              <a:avLst/>
            </a:prstGeom>
            <a:noFill/>
            <a:ln w="5076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</p:grpSp>
      <p:sp>
        <p:nvSpPr>
          <p:cNvPr id="863" name="Shape 863"/>
          <p:cNvSpPr/>
          <p:nvPr/>
        </p:nvSpPr>
        <p:spPr>
          <a:xfrm>
            <a:off x="6400800" y="4343400"/>
            <a:ext cx="381000" cy="38100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901" name="Group 901"/>
          <p:cNvGrpSpPr/>
          <p:nvPr/>
        </p:nvGrpSpPr>
        <p:grpSpPr>
          <a:xfrm>
            <a:off x="4419600" y="4876800"/>
            <a:ext cx="4572000" cy="717586"/>
            <a:chOff x="0" y="0"/>
            <a:chExt cx="4572000" cy="717585"/>
          </a:xfrm>
        </p:grpSpPr>
        <p:grpSp>
          <p:nvGrpSpPr>
            <p:cNvPr id="866" name="Group 866"/>
            <p:cNvGrpSpPr/>
            <p:nvPr/>
          </p:nvGrpSpPr>
          <p:grpSpPr>
            <a:xfrm>
              <a:off x="0" y="0"/>
              <a:ext cx="457200" cy="381000"/>
              <a:chOff x="0" y="0"/>
              <a:chExt cx="457200" cy="381000"/>
            </a:xfrm>
          </p:grpSpPr>
          <p:sp>
            <p:nvSpPr>
              <p:cNvPr id="864" name="Shape 864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865" name="Shape 865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28</a:t>
                </a:r>
              </a:p>
            </p:txBody>
          </p:sp>
        </p:grpSp>
        <p:grpSp>
          <p:nvGrpSpPr>
            <p:cNvPr id="869" name="Group 869"/>
            <p:cNvGrpSpPr/>
            <p:nvPr/>
          </p:nvGrpSpPr>
          <p:grpSpPr>
            <a:xfrm>
              <a:off x="448588" y="0"/>
              <a:ext cx="474424" cy="381000"/>
              <a:chOff x="-8612" y="0"/>
              <a:chExt cx="474424" cy="381000"/>
            </a:xfrm>
          </p:grpSpPr>
          <p:sp>
            <p:nvSpPr>
              <p:cNvPr id="867" name="Shape 867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868" name="Shape 868"/>
              <p:cNvSpPr/>
              <p:nvPr/>
            </p:nvSpPr>
            <p:spPr>
              <a:xfrm>
                <a:off x="-8612" y="4745"/>
                <a:ext cx="474424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125</a:t>
                </a:r>
              </a:p>
            </p:txBody>
          </p:sp>
        </p:grpSp>
        <p:grpSp>
          <p:nvGrpSpPr>
            <p:cNvPr id="872" name="Group 872"/>
            <p:cNvGrpSpPr/>
            <p:nvPr/>
          </p:nvGrpSpPr>
          <p:grpSpPr>
            <a:xfrm>
              <a:off x="914400" y="0"/>
              <a:ext cx="457200" cy="381000"/>
              <a:chOff x="0" y="0"/>
              <a:chExt cx="457200" cy="381000"/>
            </a:xfrm>
          </p:grpSpPr>
          <p:sp>
            <p:nvSpPr>
              <p:cNvPr id="870" name="Shape 870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871" name="Shape 871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75</a:t>
                </a:r>
              </a:p>
            </p:txBody>
          </p:sp>
        </p:grpSp>
        <p:grpSp>
          <p:nvGrpSpPr>
            <p:cNvPr id="875" name="Group 875"/>
            <p:cNvGrpSpPr/>
            <p:nvPr/>
          </p:nvGrpSpPr>
          <p:grpSpPr>
            <a:xfrm>
              <a:off x="1371600" y="0"/>
              <a:ext cx="457200" cy="381000"/>
              <a:chOff x="0" y="0"/>
              <a:chExt cx="457200" cy="381000"/>
            </a:xfrm>
          </p:grpSpPr>
          <p:sp>
            <p:nvSpPr>
              <p:cNvPr id="873" name="Shape 873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874" name="Shape 874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80</a:t>
                </a:r>
              </a:p>
            </p:txBody>
          </p:sp>
        </p:grpSp>
        <p:grpSp>
          <p:nvGrpSpPr>
            <p:cNvPr id="878" name="Group 878"/>
            <p:cNvGrpSpPr/>
            <p:nvPr/>
          </p:nvGrpSpPr>
          <p:grpSpPr>
            <a:xfrm>
              <a:off x="1828800" y="0"/>
              <a:ext cx="457200" cy="381000"/>
              <a:chOff x="0" y="0"/>
              <a:chExt cx="457200" cy="381000"/>
            </a:xfrm>
          </p:grpSpPr>
          <p:sp>
            <p:nvSpPr>
              <p:cNvPr id="876" name="Shape 876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877" name="Shape 877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30</a:t>
                </a:r>
              </a:p>
            </p:txBody>
          </p:sp>
        </p:grpSp>
        <p:grpSp>
          <p:nvGrpSpPr>
            <p:cNvPr id="881" name="Group 881"/>
            <p:cNvGrpSpPr/>
            <p:nvPr/>
          </p:nvGrpSpPr>
          <p:grpSpPr>
            <a:xfrm>
              <a:off x="2286000" y="0"/>
              <a:ext cx="457200" cy="381000"/>
              <a:chOff x="0" y="0"/>
              <a:chExt cx="457200" cy="381000"/>
            </a:xfrm>
          </p:grpSpPr>
          <p:sp>
            <p:nvSpPr>
              <p:cNvPr id="879" name="Shape 879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880" name="Shape 880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25</a:t>
                </a:r>
              </a:p>
            </p:txBody>
          </p:sp>
        </p:grpSp>
        <p:grpSp>
          <p:nvGrpSpPr>
            <p:cNvPr id="884" name="Group 884"/>
            <p:cNvGrpSpPr/>
            <p:nvPr/>
          </p:nvGrpSpPr>
          <p:grpSpPr>
            <a:xfrm>
              <a:off x="2743200" y="0"/>
              <a:ext cx="457200" cy="381000"/>
              <a:chOff x="0" y="0"/>
              <a:chExt cx="457200" cy="381000"/>
            </a:xfrm>
          </p:grpSpPr>
          <p:sp>
            <p:nvSpPr>
              <p:cNvPr id="882" name="Shape 882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883" name="Shape 883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72</a:t>
                </a:r>
              </a:p>
            </p:txBody>
          </p:sp>
        </p:grpSp>
        <p:grpSp>
          <p:nvGrpSpPr>
            <p:cNvPr id="887" name="Group 887"/>
            <p:cNvGrpSpPr/>
            <p:nvPr/>
          </p:nvGrpSpPr>
          <p:grpSpPr>
            <a:xfrm>
              <a:off x="3200400" y="0"/>
              <a:ext cx="457200" cy="381000"/>
              <a:chOff x="0" y="0"/>
              <a:chExt cx="457200" cy="381000"/>
            </a:xfrm>
          </p:grpSpPr>
          <p:sp>
            <p:nvSpPr>
              <p:cNvPr id="885" name="Shape 885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886" name="Shape 886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</a:t>
                </a:r>
              </a:p>
            </p:txBody>
          </p:sp>
        </p:grpSp>
        <p:grpSp>
          <p:nvGrpSpPr>
            <p:cNvPr id="890" name="Group 890"/>
            <p:cNvGrpSpPr/>
            <p:nvPr/>
          </p:nvGrpSpPr>
          <p:grpSpPr>
            <a:xfrm>
              <a:off x="3657600" y="0"/>
              <a:ext cx="457200" cy="381000"/>
              <a:chOff x="0" y="0"/>
              <a:chExt cx="457200" cy="381000"/>
            </a:xfrm>
          </p:grpSpPr>
          <p:sp>
            <p:nvSpPr>
              <p:cNvPr id="888" name="Shape 888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889" name="Shape 889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20</a:t>
                </a:r>
              </a:p>
            </p:txBody>
          </p:sp>
        </p:grpSp>
        <p:sp>
          <p:nvSpPr>
            <p:cNvPr id="891" name="Shape 891"/>
            <p:cNvSpPr/>
            <p:nvPr/>
          </p:nvSpPr>
          <p:spPr>
            <a:xfrm>
              <a:off x="41148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892" name="Shape 892"/>
            <p:cNvSpPr/>
            <p:nvPr/>
          </p:nvSpPr>
          <p:spPr>
            <a:xfrm>
              <a:off x="1172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893" name="Shape 893"/>
            <p:cNvSpPr/>
            <p:nvPr/>
          </p:nvSpPr>
          <p:spPr>
            <a:xfrm>
              <a:off x="5871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894" name="Shape 894"/>
            <p:cNvSpPr/>
            <p:nvPr/>
          </p:nvSpPr>
          <p:spPr>
            <a:xfrm>
              <a:off x="10443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895" name="Shape 895"/>
            <p:cNvSpPr/>
            <p:nvPr/>
          </p:nvSpPr>
          <p:spPr>
            <a:xfrm>
              <a:off x="14427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896" name="Shape 896"/>
            <p:cNvSpPr/>
            <p:nvPr/>
          </p:nvSpPr>
          <p:spPr>
            <a:xfrm>
              <a:off x="19587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897" name="Shape 897"/>
            <p:cNvSpPr/>
            <p:nvPr/>
          </p:nvSpPr>
          <p:spPr>
            <a:xfrm>
              <a:off x="2415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898" name="Shape 898"/>
            <p:cNvSpPr/>
            <p:nvPr/>
          </p:nvSpPr>
          <p:spPr>
            <a:xfrm>
              <a:off x="2849319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899" name="Shape 899"/>
            <p:cNvSpPr/>
            <p:nvPr/>
          </p:nvSpPr>
          <p:spPr>
            <a:xfrm>
              <a:off x="3330331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900" name="Shape 900"/>
            <p:cNvSpPr/>
            <p:nvPr/>
          </p:nvSpPr>
          <p:spPr>
            <a:xfrm>
              <a:off x="3763719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</p:grpSp>
      <p:grpSp>
        <p:nvGrpSpPr>
          <p:cNvPr id="904" name="Group 904"/>
          <p:cNvGrpSpPr/>
          <p:nvPr/>
        </p:nvGrpSpPr>
        <p:grpSpPr>
          <a:xfrm>
            <a:off x="6781800" y="2036764"/>
            <a:ext cx="478513" cy="457201"/>
            <a:chOff x="5921" y="0"/>
            <a:chExt cx="478511" cy="457200"/>
          </a:xfrm>
        </p:grpSpPr>
        <p:sp>
          <p:nvSpPr>
            <p:cNvPr id="902" name="Shape 902"/>
            <p:cNvSpPr/>
            <p:nvPr/>
          </p:nvSpPr>
          <p:spPr>
            <a:xfrm>
              <a:off x="5921" y="0"/>
              <a:ext cx="457201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03" name="Shape 903"/>
            <p:cNvSpPr/>
            <p:nvPr/>
          </p:nvSpPr>
          <p:spPr>
            <a:xfrm>
              <a:off x="10011" y="34925"/>
              <a:ext cx="474421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125</a:t>
              </a:r>
            </a:p>
          </p:txBody>
        </p:sp>
      </p:grpSp>
      <p:grpSp>
        <p:nvGrpSpPr>
          <p:cNvPr id="907" name="Group 907"/>
          <p:cNvGrpSpPr/>
          <p:nvPr/>
        </p:nvGrpSpPr>
        <p:grpSpPr>
          <a:xfrm>
            <a:off x="6019801" y="2479676"/>
            <a:ext cx="457201" cy="457201"/>
            <a:chOff x="0" y="0"/>
            <a:chExt cx="457200" cy="457200"/>
          </a:xfrm>
        </p:grpSpPr>
        <p:sp>
          <p:nvSpPr>
            <p:cNvPr id="905" name="Shape 905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06" name="Shape 906"/>
            <p:cNvSpPr/>
            <p:nvPr/>
          </p:nvSpPr>
          <p:spPr>
            <a:xfrm>
              <a:off x="68200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28</a:t>
              </a:r>
            </a:p>
          </p:txBody>
        </p:sp>
      </p:grpSp>
      <p:grpSp>
        <p:nvGrpSpPr>
          <p:cNvPr id="910" name="Group 910"/>
          <p:cNvGrpSpPr/>
          <p:nvPr/>
        </p:nvGrpSpPr>
        <p:grpSpPr>
          <a:xfrm>
            <a:off x="5465764" y="3103564"/>
            <a:ext cx="457201" cy="457201"/>
            <a:chOff x="0" y="0"/>
            <a:chExt cx="457200" cy="457200"/>
          </a:xfrm>
        </p:grpSpPr>
        <p:sp>
          <p:nvSpPr>
            <p:cNvPr id="908" name="Shape 908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09" name="Shape 909"/>
            <p:cNvSpPr/>
            <p:nvPr/>
          </p:nvSpPr>
          <p:spPr>
            <a:xfrm>
              <a:off x="68200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28</a:t>
              </a:r>
            </a:p>
          </p:txBody>
        </p:sp>
      </p:grpSp>
      <p:grpSp>
        <p:nvGrpSpPr>
          <p:cNvPr id="913" name="Group 913"/>
          <p:cNvGrpSpPr/>
          <p:nvPr/>
        </p:nvGrpSpPr>
        <p:grpSpPr>
          <a:xfrm>
            <a:off x="6007101" y="2479676"/>
            <a:ext cx="457201" cy="457201"/>
            <a:chOff x="0" y="0"/>
            <a:chExt cx="457200" cy="457200"/>
          </a:xfrm>
        </p:grpSpPr>
        <p:sp>
          <p:nvSpPr>
            <p:cNvPr id="911" name="Shape 911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12" name="Shape 912"/>
            <p:cNvSpPr/>
            <p:nvPr/>
          </p:nvSpPr>
          <p:spPr>
            <a:xfrm>
              <a:off x="68200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80</a:t>
              </a:r>
            </a:p>
          </p:txBody>
        </p:sp>
      </p:grpSp>
      <p:grpSp>
        <p:nvGrpSpPr>
          <p:cNvPr id="951" name="Group 951"/>
          <p:cNvGrpSpPr/>
          <p:nvPr/>
        </p:nvGrpSpPr>
        <p:grpSpPr>
          <a:xfrm>
            <a:off x="4410988" y="4876800"/>
            <a:ext cx="4580612" cy="717586"/>
            <a:chOff x="-8612" y="0"/>
            <a:chExt cx="4580612" cy="717585"/>
          </a:xfrm>
        </p:grpSpPr>
        <p:grpSp>
          <p:nvGrpSpPr>
            <p:cNvPr id="916" name="Group 916"/>
            <p:cNvGrpSpPr/>
            <p:nvPr/>
          </p:nvGrpSpPr>
          <p:grpSpPr>
            <a:xfrm>
              <a:off x="-8612" y="0"/>
              <a:ext cx="474424" cy="381000"/>
              <a:chOff x="-8612" y="0"/>
              <a:chExt cx="474424" cy="381000"/>
            </a:xfrm>
          </p:grpSpPr>
          <p:sp>
            <p:nvSpPr>
              <p:cNvPr id="914" name="Shape 914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915" name="Shape 915"/>
              <p:cNvSpPr/>
              <p:nvPr/>
            </p:nvSpPr>
            <p:spPr>
              <a:xfrm>
                <a:off x="-8612" y="4745"/>
                <a:ext cx="474424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125</a:t>
                </a:r>
              </a:p>
            </p:txBody>
          </p:sp>
        </p:grpSp>
        <p:grpSp>
          <p:nvGrpSpPr>
            <p:cNvPr id="919" name="Group 919"/>
            <p:cNvGrpSpPr/>
            <p:nvPr/>
          </p:nvGrpSpPr>
          <p:grpSpPr>
            <a:xfrm>
              <a:off x="457200" y="0"/>
              <a:ext cx="457200" cy="381000"/>
              <a:chOff x="0" y="0"/>
              <a:chExt cx="457200" cy="381000"/>
            </a:xfrm>
          </p:grpSpPr>
          <p:sp>
            <p:nvSpPr>
              <p:cNvPr id="917" name="Shape 917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918" name="Shape 918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80</a:t>
                </a:r>
              </a:p>
            </p:txBody>
          </p:sp>
        </p:grpSp>
        <p:grpSp>
          <p:nvGrpSpPr>
            <p:cNvPr id="922" name="Group 922"/>
            <p:cNvGrpSpPr/>
            <p:nvPr/>
          </p:nvGrpSpPr>
          <p:grpSpPr>
            <a:xfrm>
              <a:off x="914400" y="0"/>
              <a:ext cx="457200" cy="381000"/>
              <a:chOff x="0" y="0"/>
              <a:chExt cx="457200" cy="381000"/>
            </a:xfrm>
          </p:grpSpPr>
          <p:sp>
            <p:nvSpPr>
              <p:cNvPr id="920" name="Shape 920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921" name="Shape 921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75</a:t>
                </a:r>
              </a:p>
            </p:txBody>
          </p:sp>
        </p:grpSp>
        <p:grpSp>
          <p:nvGrpSpPr>
            <p:cNvPr id="925" name="Group 925"/>
            <p:cNvGrpSpPr/>
            <p:nvPr/>
          </p:nvGrpSpPr>
          <p:grpSpPr>
            <a:xfrm>
              <a:off x="1371600" y="0"/>
              <a:ext cx="457200" cy="381000"/>
              <a:chOff x="0" y="0"/>
              <a:chExt cx="457200" cy="381000"/>
            </a:xfrm>
          </p:grpSpPr>
          <p:sp>
            <p:nvSpPr>
              <p:cNvPr id="923" name="Shape 923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924" name="Shape 924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28</a:t>
                </a:r>
              </a:p>
            </p:txBody>
          </p:sp>
        </p:grpSp>
        <p:grpSp>
          <p:nvGrpSpPr>
            <p:cNvPr id="928" name="Group 928"/>
            <p:cNvGrpSpPr/>
            <p:nvPr/>
          </p:nvGrpSpPr>
          <p:grpSpPr>
            <a:xfrm>
              <a:off x="1828800" y="0"/>
              <a:ext cx="457200" cy="381000"/>
              <a:chOff x="0" y="0"/>
              <a:chExt cx="457200" cy="381000"/>
            </a:xfrm>
          </p:grpSpPr>
          <p:sp>
            <p:nvSpPr>
              <p:cNvPr id="926" name="Shape 926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927" name="Shape 927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30</a:t>
                </a:r>
              </a:p>
            </p:txBody>
          </p:sp>
        </p:grpSp>
        <p:grpSp>
          <p:nvGrpSpPr>
            <p:cNvPr id="931" name="Group 931"/>
            <p:cNvGrpSpPr/>
            <p:nvPr/>
          </p:nvGrpSpPr>
          <p:grpSpPr>
            <a:xfrm>
              <a:off x="2286000" y="0"/>
              <a:ext cx="457200" cy="381000"/>
              <a:chOff x="0" y="0"/>
              <a:chExt cx="457200" cy="381000"/>
            </a:xfrm>
          </p:grpSpPr>
          <p:sp>
            <p:nvSpPr>
              <p:cNvPr id="929" name="Shape 929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930" name="Shape 930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25</a:t>
                </a:r>
              </a:p>
            </p:txBody>
          </p:sp>
        </p:grpSp>
        <p:grpSp>
          <p:nvGrpSpPr>
            <p:cNvPr id="934" name="Group 934"/>
            <p:cNvGrpSpPr/>
            <p:nvPr/>
          </p:nvGrpSpPr>
          <p:grpSpPr>
            <a:xfrm>
              <a:off x="2743200" y="0"/>
              <a:ext cx="457200" cy="381000"/>
              <a:chOff x="0" y="0"/>
              <a:chExt cx="457200" cy="381000"/>
            </a:xfrm>
          </p:grpSpPr>
          <p:sp>
            <p:nvSpPr>
              <p:cNvPr id="932" name="Shape 932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933" name="Shape 933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72</a:t>
                </a:r>
              </a:p>
            </p:txBody>
          </p:sp>
        </p:grpSp>
        <p:grpSp>
          <p:nvGrpSpPr>
            <p:cNvPr id="937" name="Group 937"/>
            <p:cNvGrpSpPr/>
            <p:nvPr/>
          </p:nvGrpSpPr>
          <p:grpSpPr>
            <a:xfrm>
              <a:off x="3200400" y="0"/>
              <a:ext cx="457200" cy="381000"/>
              <a:chOff x="0" y="0"/>
              <a:chExt cx="457200" cy="381000"/>
            </a:xfrm>
          </p:grpSpPr>
          <p:sp>
            <p:nvSpPr>
              <p:cNvPr id="935" name="Shape 935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936" name="Shape 936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</a:t>
                </a:r>
              </a:p>
            </p:txBody>
          </p:sp>
        </p:grpSp>
        <p:grpSp>
          <p:nvGrpSpPr>
            <p:cNvPr id="940" name="Group 940"/>
            <p:cNvGrpSpPr/>
            <p:nvPr/>
          </p:nvGrpSpPr>
          <p:grpSpPr>
            <a:xfrm>
              <a:off x="3657600" y="0"/>
              <a:ext cx="457200" cy="381000"/>
              <a:chOff x="0" y="0"/>
              <a:chExt cx="457200" cy="381000"/>
            </a:xfrm>
          </p:grpSpPr>
          <p:sp>
            <p:nvSpPr>
              <p:cNvPr id="938" name="Shape 938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939" name="Shape 939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20</a:t>
                </a:r>
              </a:p>
            </p:txBody>
          </p:sp>
        </p:grpSp>
        <p:sp>
          <p:nvSpPr>
            <p:cNvPr id="941" name="Shape 941"/>
            <p:cNvSpPr/>
            <p:nvPr/>
          </p:nvSpPr>
          <p:spPr>
            <a:xfrm>
              <a:off x="41148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42" name="Shape 942"/>
            <p:cNvSpPr/>
            <p:nvPr/>
          </p:nvSpPr>
          <p:spPr>
            <a:xfrm>
              <a:off x="1172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943" name="Shape 943"/>
            <p:cNvSpPr/>
            <p:nvPr/>
          </p:nvSpPr>
          <p:spPr>
            <a:xfrm>
              <a:off x="5871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944" name="Shape 944"/>
            <p:cNvSpPr/>
            <p:nvPr/>
          </p:nvSpPr>
          <p:spPr>
            <a:xfrm>
              <a:off x="10443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945" name="Shape 945"/>
            <p:cNvSpPr/>
            <p:nvPr/>
          </p:nvSpPr>
          <p:spPr>
            <a:xfrm>
              <a:off x="14427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946" name="Shape 946"/>
            <p:cNvSpPr/>
            <p:nvPr/>
          </p:nvSpPr>
          <p:spPr>
            <a:xfrm>
              <a:off x="19587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947" name="Shape 947"/>
            <p:cNvSpPr/>
            <p:nvPr/>
          </p:nvSpPr>
          <p:spPr>
            <a:xfrm>
              <a:off x="2415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948" name="Shape 948"/>
            <p:cNvSpPr/>
            <p:nvPr/>
          </p:nvSpPr>
          <p:spPr>
            <a:xfrm>
              <a:off x="2849319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949" name="Shape 949"/>
            <p:cNvSpPr/>
            <p:nvPr/>
          </p:nvSpPr>
          <p:spPr>
            <a:xfrm>
              <a:off x="3330331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950" name="Shape 950"/>
            <p:cNvSpPr/>
            <p:nvPr/>
          </p:nvSpPr>
          <p:spPr>
            <a:xfrm>
              <a:off x="3763719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EA2BDC44-7323-42DA-AE70-2F2EA430C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DESENCOLAR: EJEMPLO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6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7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7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7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9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9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9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9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1" grpId="0" build="p" animBg="1" advAuto="0"/>
      <p:bldP spid="813" grpId="0" animBg="1" advAuto="0"/>
      <p:bldP spid="854" grpId="0" animBg="1" advAuto="0"/>
      <p:bldP spid="857" grpId="0" animBg="1" advAuto="0"/>
      <p:bldP spid="862" grpId="0" animBg="1" advAuto="0"/>
      <p:bldP spid="863" grpId="0" animBg="1" advAuto="0"/>
      <p:bldP spid="901" grpId="0" animBg="1" advAuto="0"/>
      <p:bldP spid="904" grpId="0" animBg="1" advAuto="0"/>
      <p:bldP spid="907" grpId="0" animBg="1" advAuto="0"/>
      <p:bldP spid="910" grpId="0" animBg="1" advAuto="0"/>
      <p:bldP spid="913" grpId="0" animBg="1" advAuto="0"/>
      <p:bldP spid="951" grpId="0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5CFA01C-AE7D-49FE-8B22-90404F7B1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DESENCOLAR: IMPLEMENTACION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FFA85BB-CF8B-4815-871A-D4B5B4A06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12" y="1463041"/>
            <a:ext cx="6886575" cy="466725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Shape 957"/>
          <p:cNvSpPr>
            <a:spLocks noGrp="1"/>
          </p:cNvSpPr>
          <p:nvPr>
            <p:ph type="body" idx="1"/>
          </p:nvPr>
        </p:nvSpPr>
        <p:spPr>
          <a:xfrm>
            <a:off x="589756" y="1785935"/>
            <a:ext cx="7964488" cy="47069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100000"/>
              </a:lnSpc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3200" dirty="0">
                <a:solidFill>
                  <a:srgbClr val="002850"/>
                </a:solidFill>
              </a:rPr>
              <a:t>Al </a:t>
            </a:r>
            <a:r>
              <a:rPr sz="3200" dirty="0" err="1">
                <a:solidFill>
                  <a:srgbClr val="002850"/>
                </a:solidFill>
              </a:rPr>
              <a:t>añadir</a:t>
            </a:r>
            <a:r>
              <a:rPr sz="3200" dirty="0">
                <a:solidFill>
                  <a:srgbClr val="002850"/>
                </a:solidFill>
              </a:rPr>
              <a:t> un nuevo </a:t>
            </a:r>
            <a:r>
              <a:rPr sz="3200" dirty="0" err="1">
                <a:solidFill>
                  <a:srgbClr val="002850"/>
                </a:solidFill>
              </a:rPr>
              <a:t>elemento</a:t>
            </a:r>
            <a:r>
              <a:rPr sz="3200" dirty="0">
                <a:solidFill>
                  <a:srgbClr val="002850"/>
                </a:solidFill>
              </a:rPr>
              <a:t> el Heap</a:t>
            </a:r>
          </a:p>
          <a:p>
            <a:pPr marL="741362" lvl="1" indent="-284162">
              <a:lnSpc>
                <a:spcPct val="100000"/>
              </a:lnSpc>
              <a:spcBef>
                <a:spcPts val="7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02850"/>
                </a:solidFill>
              </a:rPr>
              <a:t>DEBE </a:t>
            </a:r>
            <a:r>
              <a:rPr sz="2800" dirty="0" err="1">
                <a:solidFill>
                  <a:srgbClr val="002850"/>
                </a:solidFill>
              </a:rPr>
              <a:t>conservar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sz="2800" dirty="0" err="1">
                <a:solidFill>
                  <a:srgbClr val="002850"/>
                </a:solidFill>
              </a:rPr>
              <a:t>su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sz="2800" dirty="0" err="1">
                <a:solidFill>
                  <a:srgbClr val="002850"/>
                </a:solidFill>
              </a:rPr>
              <a:t>propiedad</a:t>
            </a:r>
            <a:r>
              <a:rPr sz="2800" dirty="0">
                <a:solidFill>
                  <a:srgbClr val="002850"/>
                </a:solidFill>
              </a:rPr>
              <a:t> de </a:t>
            </a:r>
            <a:r>
              <a:rPr sz="2800" dirty="0" err="1">
                <a:solidFill>
                  <a:srgbClr val="002850"/>
                </a:solidFill>
              </a:rPr>
              <a:t>orden</a:t>
            </a:r>
            <a:endParaRPr sz="2800" dirty="0">
              <a:solidFill>
                <a:srgbClr val="002850"/>
              </a:solidFill>
            </a:endParaRPr>
          </a:p>
          <a:p>
            <a:pPr>
              <a:lnSpc>
                <a:spcPct val="100000"/>
              </a:lnSpc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3200" dirty="0">
                <a:solidFill>
                  <a:srgbClr val="002850"/>
                </a:solidFill>
              </a:rPr>
              <a:t>Se </a:t>
            </a:r>
            <a:r>
              <a:rPr sz="3200" dirty="0" err="1">
                <a:solidFill>
                  <a:srgbClr val="002850"/>
                </a:solidFill>
              </a:rPr>
              <a:t>añade</a:t>
            </a:r>
            <a:r>
              <a:rPr sz="3200" dirty="0">
                <a:solidFill>
                  <a:srgbClr val="002850"/>
                </a:solidFill>
              </a:rPr>
              <a:t> al final del </a:t>
            </a:r>
            <a:r>
              <a:rPr sz="3200" dirty="0" err="1">
                <a:solidFill>
                  <a:srgbClr val="002850"/>
                </a:solidFill>
              </a:rPr>
              <a:t>arreglo</a:t>
            </a:r>
            <a:endParaRPr sz="3200" dirty="0">
              <a:solidFill>
                <a:srgbClr val="002850"/>
              </a:solidFill>
            </a:endParaRPr>
          </a:p>
          <a:p>
            <a:pPr>
              <a:lnSpc>
                <a:spcPct val="100000"/>
              </a:lnSpc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3200" dirty="0">
                <a:solidFill>
                  <a:srgbClr val="002850"/>
                </a:solidFill>
              </a:rPr>
              <a:t>El </a:t>
            </a:r>
            <a:r>
              <a:rPr sz="3200" dirty="0" err="1">
                <a:solidFill>
                  <a:srgbClr val="002850"/>
                </a:solidFill>
              </a:rPr>
              <a:t>elemento</a:t>
            </a:r>
            <a:r>
              <a:rPr sz="3200" dirty="0">
                <a:solidFill>
                  <a:srgbClr val="002850"/>
                </a:solidFill>
              </a:rPr>
              <a:t> </a:t>
            </a:r>
            <a:r>
              <a:rPr sz="3200" dirty="0" err="1">
                <a:solidFill>
                  <a:srgbClr val="002850"/>
                </a:solidFill>
              </a:rPr>
              <a:t>empieza</a:t>
            </a:r>
            <a:r>
              <a:rPr sz="3200" dirty="0">
                <a:solidFill>
                  <a:srgbClr val="002850"/>
                </a:solidFill>
              </a:rPr>
              <a:t> a </a:t>
            </a:r>
            <a:r>
              <a:rPr sz="3200" dirty="0" err="1">
                <a:solidFill>
                  <a:srgbClr val="002850"/>
                </a:solidFill>
              </a:rPr>
              <a:t>subir</a:t>
            </a:r>
            <a:r>
              <a:rPr sz="3200" dirty="0">
                <a:solidFill>
                  <a:srgbClr val="002850"/>
                </a:solidFill>
              </a:rPr>
              <a:t> a </a:t>
            </a:r>
            <a:r>
              <a:rPr sz="3200" dirty="0" err="1">
                <a:solidFill>
                  <a:srgbClr val="002850"/>
                </a:solidFill>
              </a:rPr>
              <a:t>su</a:t>
            </a:r>
            <a:r>
              <a:rPr sz="3200" dirty="0">
                <a:solidFill>
                  <a:srgbClr val="002850"/>
                </a:solidFill>
              </a:rPr>
              <a:t> </a:t>
            </a:r>
            <a:r>
              <a:rPr sz="3200" dirty="0" err="1">
                <a:solidFill>
                  <a:srgbClr val="002850"/>
                </a:solidFill>
              </a:rPr>
              <a:t>posición</a:t>
            </a:r>
            <a:r>
              <a:rPr sz="3200" dirty="0">
                <a:solidFill>
                  <a:srgbClr val="002850"/>
                </a:solidFill>
              </a:rPr>
              <a:t> ideal</a:t>
            </a:r>
          </a:p>
          <a:p>
            <a:pPr marL="741362" lvl="1" indent="-284162">
              <a:lnSpc>
                <a:spcPct val="100000"/>
              </a:lnSpc>
              <a:spcBef>
                <a:spcPts val="7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800" dirty="0" err="1">
                <a:solidFill>
                  <a:srgbClr val="002850"/>
                </a:solidFill>
              </a:rPr>
              <a:t>Comparando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sz="2800" dirty="0" err="1">
                <a:solidFill>
                  <a:srgbClr val="002850"/>
                </a:solidFill>
              </a:rPr>
              <a:t>siempre</a:t>
            </a:r>
            <a:r>
              <a:rPr sz="2800" dirty="0">
                <a:solidFill>
                  <a:srgbClr val="002850"/>
                </a:solidFill>
              </a:rPr>
              <a:t> con el padre</a:t>
            </a:r>
          </a:p>
          <a:p>
            <a:pPr marL="741362" lvl="1" indent="-284162">
              <a:lnSpc>
                <a:spcPct val="100000"/>
              </a:lnSpc>
              <a:spcBef>
                <a:spcPts val="7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02850"/>
                </a:solidFill>
              </a:rPr>
              <a:t>Hasta que el valor </a:t>
            </a:r>
            <a:r>
              <a:rPr sz="2800" dirty="0" err="1">
                <a:solidFill>
                  <a:srgbClr val="002850"/>
                </a:solidFill>
              </a:rPr>
              <a:t>insertado</a:t>
            </a:r>
            <a:r>
              <a:rPr sz="2800" dirty="0">
                <a:solidFill>
                  <a:srgbClr val="002850"/>
                </a:solidFill>
              </a:rPr>
              <a:t> sea </a:t>
            </a:r>
            <a:r>
              <a:rPr sz="2800" dirty="0" err="1">
                <a:solidFill>
                  <a:srgbClr val="002850"/>
                </a:solidFill>
              </a:rPr>
              <a:t>menor</a:t>
            </a:r>
            <a:r>
              <a:rPr sz="2800" dirty="0">
                <a:solidFill>
                  <a:srgbClr val="002850"/>
                </a:solidFill>
              </a:rPr>
              <a:t> que el del padre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8CE544E-CE78-4F20-94C2-085E562FB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ENCOLAR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5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5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5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9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9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9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9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9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7" grpId="0" build="p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Shape 960"/>
          <p:cNvSpPr>
            <a:spLocks noGrp="1"/>
          </p:cNvSpPr>
          <p:nvPr>
            <p:ph type="body" idx="1"/>
          </p:nvPr>
        </p:nvSpPr>
        <p:spPr>
          <a:xfrm>
            <a:off x="533400" y="2209800"/>
            <a:ext cx="3581400" cy="39243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55984" indent="-255984">
              <a:lnSpc>
                <a:spcPct val="100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Insertar al final</a:t>
            </a:r>
          </a:p>
          <a:p>
            <a:pPr marL="255984" indent="-255984">
              <a:lnSpc>
                <a:spcPct val="100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Subir el valor hasta que ya no sea necesario</a:t>
            </a:r>
          </a:p>
        </p:txBody>
      </p:sp>
      <p:grpSp>
        <p:nvGrpSpPr>
          <p:cNvPr id="1011" name="Group 1011"/>
          <p:cNvGrpSpPr/>
          <p:nvPr/>
        </p:nvGrpSpPr>
        <p:grpSpPr>
          <a:xfrm>
            <a:off x="5105399" y="1593850"/>
            <a:ext cx="3352803" cy="3038512"/>
            <a:chOff x="-2" y="0"/>
            <a:chExt cx="3352802" cy="3038511"/>
          </a:xfrm>
        </p:grpSpPr>
        <p:grpSp>
          <p:nvGrpSpPr>
            <p:cNvPr id="1000" name="Group 1000"/>
            <p:cNvGrpSpPr/>
            <p:nvPr/>
          </p:nvGrpSpPr>
          <p:grpSpPr>
            <a:xfrm>
              <a:off x="-2" y="360361"/>
              <a:ext cx="3352802" cy="2209802"/>
              <a:chOff x="-1" y="-1"/>
              <a:chExt cx="3352801" cy="2209801"/>
            </a:xfrm>
          </p:grpSpPr>
          <p:grpSp>
            <p:nvGrpSpPr>
              <p:cNvPr id="963" name="Group 963"/>
              <p:cNvGrpSpPr/>
              <p:nvPr/>
            </p:nvGrpSpPr>
            <p:grpSpPr>
              <a:xfrm>
                <a:off x="1606549" y="-1"/>
                <a:ext cx="476925" cy="457201"/>
                <a:chOff x="7509" y="0"/>
                <a:chExt cx="476923" cy="457200"/>
              </a:xfrm>
            </p:grpSpPr>
            <p:sp>
              <p:nvSpPr>
                <p:cNvPr id="961" name="Shape 961"/>
                <p:cNvSpPr/>
                <p:nvPr/>
              </p:nvSpPr>
              <p:spPr>
                <a:xfrm>
                  <a:off x="7509" y="0"/>
                  <a:ext cx="457201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962" name="Shape 962"/>
                <p:cNvSpPr/>
                <p:nvPr/>
              </p:nvSpPr>
              <p:spPr>
                <a:xfrm>
                  <a:off x="10011" y="34925"/>
                  <a:ext cx="474421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150</a:t>
                  </a:r>
                </a:p>
              </p:txBody>
            </p:sp>
          </p:grpSp>
          <p:grpSp>
            <p:nvGrpSpPr>
              <p:cNvPr id="966" name="Group 966"/>
              <p:cNvGrpSpPr/>
              <p:nvPr/>
            </p:nvGrpSpPr>
            <p:grpSpPr>
              <a:xfrm>
                <a:off x="838199" y="457199"/>
                <a:ext cx="476925" cy="457201"/>
                <a:chOff x="7509" y="0"/>
                <a:chExt cx="476923" cy="457200"/>
              </a:xfrm>
            </p:grpSpPr>
            <p:sp>
              <p:nvSpPr>
                <p:cNvPr id="964" name="Shape 964"/>
                <p:cNvSpPr/>
                <p:nvPr/>
              </p:nvSpPr>
              <p:spPr>
                <a:xfrm>
                  <a:off x="7509" y="0"/>
                  <a:ext cx="457201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965" name="Shape 965"/>
                <p:cNvSpPr/>
                <p:nvPr/>
              </p:nvSpPr>
              <p:spPr>
                <a:xfrm>
                  <a:off x="10011" y="34925"/>
                  <a:ext cx="474421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125</a:t>
                  </a:r>
                </a:p>
              </p:txBody>
            </p:sp>
          </p:grpSp>
          <p:grpSp>
            <p:nvGrpSpPr>
              <p:cNvPr id="969" name="Group 969"/>
              <p:cNvGrpSpPr/>
              <p:nvPr/>
            </p:nvGrpSpPr>
            <p:grpSpPr>
              <a:xfrm>
                <a:off x="2362199" y="457199"/>
                <a:ext cx="457201" cy="457201"/>
                <a:chOff x="0" y="0"/>
                <a:chExt cx="457200" cy="457200"/>
              </a:xfrm>
            </p:grpSpPr>
            <p:sp>
              <p:nvSpPr>
                <p:cNvPr id="967" name="Shape 967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 sz="1600"/>
                </a:p>
              </p:txBody>
            </p:sp>
            <p:sp>
              <p:nvSpPr>
                <p:cNvPr id="968" name="Shape 968"/>
                <p:cNvSpPr/>
                <p:nvPr/>
              </p:nvSpPr>
              <p:spPr>
                <a:xfrm>
                  <a:off x="54707" y="42845"/>
                  <a:ext cx="347786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ctr">
                  <a:spAutoFit/>
                </a:bodyPr>
                <a:lstStyle>
                  <a:lvl1pPr algn="ctr">
                    <a:lnSpc>
                      <a:spcPct val="100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75</a:t>
                  </a:r>
                </a:p>
              </p:txBody>
            </p:sp>
          </p:grpSp>
          <p:grpSp>
            <p:nvGrpSpPr>
              <p:cNvPr id="972" name="Group 972"/>
              <p:cNvGrpSpPr/>
              <p:nvPr/>
            </p:nvGrpSpPr>
            <p:grpSpPr>
              <a:xfrm>
                <a:off x="304799" y="1066799"/>
                <a:ext cx="457201" cy="457201"/>
                <a:chOff x="0" y="0"/>
                <a:chExt cx="457200" cy="457200"/>
              </a:xfrm>
            </p:grpSpPr>
            <p:sp>
              <p:nvSpPr>
                <p:cNvPr id="970" name="Shape 970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971" name="Shape 971"/>
                <p:cNvSpPr/>
                <p:nvPr/>
              </p:nvSpPr>
              <p:spPr>
                <a:xfrm>
                  <a:off x="68200" y="34925"/>
                  <a:ext cx="347786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80</a:t>
                  </a:r>
                </a:p>
              </p:txBody>
            </p:sp>
          </p:grpSp>
          <p:grpSp>
            <p:nvGrpSpPr>
              <p:cNvPr id="975" name="Group 975"/>
              <p:cNvGrpSpPr/>
              <p:nvPr/>
            </p:nvGrpSpPr>
            <p:grpSpPr>
              <a:xfrm>
                <a:off x="1371599" y="1066799"/>
                <a:ext cx="457201" cy="457201"/>
                <a:chOff x="0" y="0"/>
                <a:chExt cx="457200" cy="457200"/>
              </a:xfrm>
            </p:grpSpPr>
            <p:sp>
              <p:nvSpPr>
                <p:cNvPr id="973" name="Shape 973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974" name="Shape 974"/>
                <p:cNvSpPr/>
                <p:nvPr/>
              </p:nvSpPr>
              <p:spPr>
                <a:xfrm>
                  <a:off x="68200" y="34925"/>
                  <a:ext cx="347786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30</a:t>
                  </a:r>
                </a:p>
              </p:txBody>
            </p:sp>
          </p:grpSp>
          <p:sp>
            <p:nvSpPr>
              <p:cNvPr id="976" name="Shape 976"/>
              <p:cNvSpPr/>
              <p:nvPr/>
            </p:nvSpPr>
            <p:spPr>
              <a:xfrm flipH="1">
                <a:off x="1228724" y="390524"/>
                <a:ext cx="444501" cy="133352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977" name="Shape 977"/>
              <p:cNvSpPr/>
              <p:nvPr/>
            </p:nvSpPr>
            <p:spPr>
              <a:xfrm>
                <a:off x="1997074" y="390524"/>
                <a:ext cx="431801" cy="133352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978" name="Shape 978"/>
              <p:cNvSpPr/>
              <p:nvPr/>
            </p:nvSpPr>
            <p:spPr>
              <a:xfrm flipV="1">
                <a:off x="533399" y="847725"/>
                <a:ext cx="371477" cy="219075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979" name="Shape 979"/>
              <p:cNvSpPr/>
              <p:nvPr/>
            </p:nvSpPr>
            <p:spPr>
              <a:xfrm flipH="1" flipV="1">
                <a:off x="1228725" y="847724"/>
                <a:ext cx="371476" cy="219077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982" name="Group 982"/>
              <p:cNvGrpSpPr/>
              <p:nvPr/>
            </p:nvGrpSpPr>
            <p:grpSpPr>
              <a:xfrm>
                <a:off x="1904999" y="1066799"/>
                <a:ext cx="457201" cy="457201"/>
                <a:chOff x="0" y="0"/>
                <a:chExt cx="457200" cy="457200"/>
              </a:xfrm>
            </p:grpSpPr>
            <p:sp>
              <p:nvSpPr>
                <p:cNvPr id="980" name="Shape 980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981" name="Shape 981"/>
                <p:cNvSpPr/>
                <p:nvPr/>
              </p:nvSpPr>
              <p:spPr>
                <a:xfrm>
                  <a:off x="66613" y="34925"/>
                  <a:ext cx="347787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25</a:t>
                  </a:r>
                </a:p>
              </p:txBody>
            </p:sp>
          </p:grpSp>
          <p:grpSp>
            <p:nvGrpSpPr>
              <p:cNvPr id="985" name="Group 985"/>
              <p:cNvGrpSpPr/>
              <p:nvPr/>
            </p:nvGrpSpPr>
            <p:grpSpPr>
              <a:xfrm>
                <a:off x="2895599" y="1066799"/>
                <a:ext cx="457201" cy="457201"/>
                <a:chOff x="0" y="0"/>
                <a:chExt cx="457200" cy="457200"/>
              </a:xfrm>
            </p:grpSpPr>
            <p:sp>
              <p:nvSpPr>
                <p:cNvPr id="983" name="Shape 983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984" name="Shape 984"/>
                <p:cNvSpPr/>
                <p:nvPr/>
              </p:nvSpPr>
              <p:spPr>
                <a:xfrm>
                  <a:off x="66613" y="34925"/>
                  <a:ext cx="347787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72</a:t>
                  </a:r>
                </a:p>
              </p:txBody>
            </p:sp>
          </p:grpSp>
          <p:sp>
            <p:nvSpPr>
              <p:cNvPr id="986" name="Shape 986"/>
              <p:cNvSpPr/>
              <p:nvPr/>
            </p:nvSpPr>
            <p:spPr>
              <a:xfrm flipV="1">
                <a:off x="2133600" y="847724"/>
                <a:ext cx="295276" cy="219077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987" name="Shape 987"/>
              <p:cNvSpPr/>
              <p:nvPr/>
            </p:nvSpPr>
            <p:spPr>
              <a:xfrm flipH="1" flipV="1">
                <a:off x="2752724" y="847724"/>
                <a:ext cx="371476" cy="219077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990" name="Group 990"/>
              <p:cNvGrpSpPr/>
              <p:nvPr/>
            </p:nvGrpSpPr>
            <p:grpSpPr>
              <a:xfrm>
                <a:off x="-1" y="1752599"/>
                <a:ext cx="457201" cy="457201"/>
                <a:chOff x="0" y="0"/>
                <a:chExt cx="457200" cy="457200"/>
              </a:xfrm>
            </p:grpSpPr>
            <p:sp>
              <p:nvSpPr>
                <p:cNvPr id="988" name="Shape 988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989" name="Shape 989"/>
                <p:cNvSpPr/>
                <p:nvPr/>
              </p:nvSpPr>
              <p:spPr>
                <a:xfrm>
                  <a:off x="28513" y="34925"/>
                  <a:ext cx="347787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15</a:t>
                  </a:r>
                </a:p>
              </p:txBody>
            </p:sp>
          </p:grpSp>
          <p:sp>
            <p:nvSpPr>
              <p:cNvPr id="991" name="Shape 991"/>
              <p:cNvSpPr/>
              <p:nvPr/>
            </p:nvSpPr>
            <p:spPr>
              <a:xfrm flipV="1">
                <a:off x="228599" y="1457325"/>
                <a:ext cx="142876" cy="295275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994" name="Group 994"/>
              <p:cNvGrpSpPr/>
              <p:nvPr/>
            </p:nvGrpSpPr>
            <p:grpSpPr>
              <a:xfrm>
                <a:off x="609599" y="1752599"/>
                <a:ext cx="457201" cy="457201"/>
                <a:chOff x="0" y="0"/>
                <a:chExt cx="457200" cy="457200"/>
              </a:xfrm>
            </p:grpSpPr>
            <p:sp>
              <p:nvSpPr>
                <p:cNvPr id="992" name="Shape 992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993" name="Shape 993"/>
                <p:cNvSpPr/>
                <p:nvPr/>
              </p:nvSpPr>
              <p:spPr>
                <a:xfrm>
                  <a:off x="66613" y="34925"/>
                  <a:ext cx="347787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20</a:t>
                  </a:r>
                </a:p>
              </p:txBody>
            </p:sp>
          </p:grpSp>
          <p:sp>
            <p:nvSpPr>
              <p:cNvPr id="995" name="Shape 995"/>
              <p:cNvSpPr/>
              <p:nvPr/>
            </p:nvSpPr>
            <p:spPr>
              <a:xfrm flipH="1" flipV="1">
                <a:off x="695324" y="1457325"/>
                <a:ext cx="142876" cy="295275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998" name="Group 998"/>
              <p:cNvGrpSpPr/>
              <p:nvPr/>
            </p:nvGrpSpPr>
            <p:grpSpPr>
              <a:xfrm>
                <a:off x="1142999" y="1752599"/>
                <a:ext cx="457201" cy="457201"/>
                <a:chOff x="0" y="0"/>
                <a:chExt cx="457200" cy="457200"/>
              </a:xfrm>
            </p:grpSpPr>
            <p:sp>
              <p:nvSpPr>
                <p:cNvPr id="996" name="Shape 996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997" name="Shape 997"/>
                <p:cNvSpPr/>
                <p:nvPr/>
              </p:nvSpPr>
              <p:spPr>
                <a:xfrm>
                  <a:off x="66613" y="34925"/>
                  <a:ext cx="347787" cy="3715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28</a:t>
                  </a:r>
                </a:p>
              </p:txBody>
            </p:sp>
          </p:grpSp>
          <p:sp>
            <p:nvSpPr>
              <p:cNvPr id="999" name="Shape 999"/>
              <p:cNvSpPr/>
              <p:nvPr/>
            </p:nvSpPr>
            <p:spPr>
              <a:xfrm flipV="1">
                <a:off x="1371599" y="1457325"/>
                <a:ext cx="66677" cy="295275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</p:grpSp>
        <p:sp>
          <p:nvSpPr>
            <p:cNvPr id="1001" name="Shape 1001"/>
            <p:cNvSpPr/>
            <p:nvPr/>
          </p:nvSpPr>
          <p:spPr>
            <a:xfrm>
              <a:off x="1721400" y="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1002" name="Shape 1002"/>
            <p:cNvSpPr/>
            <p:nvPr/>
          </p:nvSpPr>
          <p:spPr>
            <a:xfrm>
              <a:off x="948288" y="4572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1003" name="Shape 1003"/>
            <p:cNvSpPr/>
            <p:nvPr/>
          </p:nvSpPr>
          <p:spPr>
            <a:xfrm>
              <a:off x="2486575" y="4572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1004" name="Shape 1004"/>
            <p:cNvSpPr/>
            <p:nvPr/>
          </p:nvSpPr>
          <p:spPr>
            <a:xfrm>
              <a:off x="352975" y="10668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1005" name="Shape 1005"/>
            <p:cNvSpPr/>
            <p:nvPr/>
          </p:nvSpPr>
          <p:spPr>
            <a:xfrm>
              <a:off x="1572175" y="10668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1006" name="Shape 1006"/>
            <p:cNvSpPr/>
            <p:nvPr/>
          </p:nvSpPr>
          <p:spPr>
            <a:xfrm>
              <a:off x="2015088" y="1046162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1007" name="Shape 1007"/>
            <p:cNvSpPr/>
            <p:nvPr/>
          </p:nvSpPr>
          <p:spPr>
            <a:xfrm>
              <a:off x="3081888" y="1046162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1008" name="Shape 1008"/>
            <p:cNvSpPr/>
            <p:nvPr/>
          </p:nvSpPr>
          <p:spPr>
            <a:xfrm>
              <a:off x="103738" y="2646362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1009" name="Shape 1009"/>
            <p:cNvSpPr/>
            <p:nvPr/>
          </p:nvSpPr>
          <p:spPr>
            <a:xfrm>
              <a:off x="713338" y="26670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1010" name="Shape 1010"/>
            <p:cNvSpPr/>
            <p:nvPr/>
          </p:nvSpPr>
          <p:spPr>
            <a:xfrm>
              <a:off x="1268963" y="26670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sp>
        <p:nvSpPr>
          <p:cNvPr id="1012" name="Shape 1012"/>
          <p:cNvSpPr/>
          <p:nvPr/>
        </p:nvSpPr>
        <p:spPr>
          <a:xfrm>
            <a:off x="338375" y="4638675"/>
            <a:ext cx="2650650" cy="471260"/>
          </a:xfrm>
          <a:prstGeom prst="rect">
            <a:avLst/>
          </a:prstGeom>
          <a:ln w="9360">
            <a:solidFill>
              <a:srgbClr val="99CCFF"/>
            </a:solidFill>
            <a:miter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6799" tIns="46799" rIns="46799" bIns="46799">
            <a:spAutoFit/>
          </a:bodyPr>
          <a:lstStyle/>
          <a:p>
            <a:pPr algn="ctr">
              <a:spcBef>
                <a:spcPts val="15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800"/>
            </a:pPr>
            <a:r>
              <a:rPr sz="2400" b="1">
                <a:latin typeface="Tahoma"/>
                <a:ea typeface="Tahoma"/>
                <a:cs typeface="Tahoma"/>
                <a:sym typeface="Tahoma"/>
              </a:rPr>
              <a:t>Nuevo valor: </a:t>
            </a:r>
            <a:r>
              <a:rPr sz="2400">
                <a:latin typeface="Tahoma"/>
                <a:ea typeface="Tahoma"/>
                <a:cs typeface="Tahoma"/>
                <a:sym typeface="Tahoma"/>
              </a:rPr>
              <a:t>130</a:t>
            </a:r>
          </a:p>
        </p:txBody>
      </p:sp>
      <p:grpSp>
        <p:nvGrpSpPr>
          <p:cNvPr id="1053" name="Group 1053"/>
          <p:cNvGrpSpPr/>
          <p:nvPr/>
        </p:nvGrpSpPr>
        <p:grpSpPr>
          <a:xfrm>
            <a:off x="3801388" y="4683125"/>
            <a:ext cx="4580612" cy="717586"/>
            <a:chOff x="-8612" y="0"/>
            <a:chExt cx="4580612" cy="717585"/>
          </a:xfrm>
        </p:grpSpPr>
        <p:grpSp>
          <p:nvGrpSpPr>
            <p:cNvPr id="1015" name="Group 1015"/>
            <p:cNvGrpSpPr/>
            <p:nvPr/>
          </p:nvGrpSpPr>
          <p:grpSpPr>
            <a:xfrm>
              <a:off x="-8612" y="0"/>
              <a:ext cx="474424" cy="381000"/>
              <a:chOff x="-8612" y="0"/>
              <a:chExt cx="474424" cy="381000"/>
            </a:xfrm>
          </p:grpSpPr>
          <p:sp>
            <p:nvSpPr>
              <p:cNvPr id="1013" name="Shape 1013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014" name="Shape 1014"/>
              <p:cNvSpPr/>
              <p:nvPr/>
            </p:nvSpPr>
            <p:spPr>
              <a:xfrm>
                <a:off x="-8612" y="4745"/>
                <a:ext cx="474424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150</a:t>
                </a:r>
              </a:p>
            </p:txBody>
          </p:sp>
        </p:grpSp>
        <p:grpSp>
          <p:nvGrpSpPr>
            <p:cNvPr id="1018" name="Group 1018"/>
            <p:cNvGrpSpPr/>
            <p:nvPr/>
          </p:nvGrpSpPr>
          <p:grpSpPr>
            <a:xfrm>
              <a:off x="448588" y="0"/>
              <a:ext cx="474424" cy="381000"/>
              <a:chOff x="-8612" y="0"/>
              <a:chExt cx="474424" cy="381000"/>
            </a:xfrm>
          </p:grpSpPr>
          <p:sp>
            <p:nvSpPr>
              <p:cNvPr id="1016" name="Shape 1016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017" name="Shape 1017"/>
              <p:cNvSpPr/>
              <p:nvPr/>
            </p:nvSpPr>
            <p:spPr>
              <a:xfrm>
                <a:off x="-8612" y="4745"/>
                <a:ext cx="474424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125</a:t>
                </a:r>
              </a:p>
            </p:txBody>
          </p:sp>
        </p:grpSp>
        <p:grpSp>
          <p:nvGrpSpPr>
            <p:cNvPr id="1021" name="Group 1021"/>
            <p:cNvGrpSpPr/>
            <p:nvPr/>
          </p:nvGrpSpPr>
          <p:grpSpPr>
            <a:xfrm>
              <a:off x="914400" y="0"/>
              <a:ext cx="457200" cy="381000"/>
              <a:chOff x="0" y="0"/>
              <a:chExt cx="457200" cy="381000"/>
            </a:xfrm>
          </p:grpSpPr>
          <p:sp>
            <p:nvSpPr>
              <p:cNvPr id="1019" name="Shape 1019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020" name="Shape 1020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75</a:t>
                </a:r>
              </a:p>
            </p:txBody>
          </p:sp>
        </p:grpSp>
        <p:grpSp>
          <p:nvGrpSpPr>
            <p:cNvPr id="1024" name="Group 1024"/>
            <p:cNvGrpSpPr/>
            <p:nvPr/>
          </p:nvGrpSpPr>
          <p:grpSpPr>
            <a:xfrm>
              <a:off x="1371600" y="0"/>
              <a:ext cx="457200" cy="381000"/>
              <a:chOff x="0" y="0"/>
              <a:chExt cx="457200" cy="381000"/>
            </a:xfrm>
          </p:grpSpPr>
          <p:sp>
            <p:nvSpPr>
              <p:cNvPr id="1022" name="Shape 1022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023" name="Shape 1023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80</a:t>
                </a:r>
              </a:p>
            </p:txBody>
          </p:sp>
        </p:grpSp>
        <p:grpSp>
          <p:nvGrpSpPr>
            <p:cNvPr id="1027" name="Group 1027"/>
            <p:cNvGrpSpPr/>
            <p:nvPr/>
          </p:nvGrpSpPr>
          <p:grpSpPr>
            <a:xfrm>
              <a:off x="1828800" y="0"/>
              <a:ext cx="457200" cy="381000"/>
              <a:chOff x="0" y="0"/>
              <a:chExt cx="457200" cy="381000"/>
            </a:xfrm>
          </p:grpSpPr>
          <p:sp>
            <p:nvSpPr>
              <p:cNvPr id="1025" name="Shape 1025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026" name="Shape 1026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30</a:t>
                </a:r>
              </a:p>
            </p:txBody>
          </p:sp>
        </p:grpSp>
        <p:grpSp>
          <p:nvGrpSpPr>
            <p:cNvPr id="1030" name="Group 1030"/>
            <p:cNvGrpSpPr/>
            <p:nvPr/>
          </p:nvGrpSpPr>
          <p:grpSpPr>
            <a:xfrm>
              <a:off x="2286000" y="0"/>
              <a:ext cx="457200" cy="381000"/>
              <a:chOff x="0" y="0"/>
              <a:chExt cx="457200" cy="381000"/>
            </a:xfrm>
          </p:grpSpPr>
          <p:sp>
            <p:nvSpPr>
              <p:cNvPr id="1028" name="Shape 1028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029" name="Shape 1029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25</a:t>
                </a:r>
              </a:p>
            </p:txBody>
          </p:sp>
        </p:grpSp>
        <p:grpSp>
          <p:nvGrpSpPr>
            <p:cNvPr id="1033" name="Group 1033"/>
            <p:cNvGrpSpPr/>
            <p:nvPr/>
          </p:nvGrpSpPr>
          <p:grpSpPr>
            <a:xfrm>
              <a:off x="2743200" y="0"/>
              <a:ext cx="457200" cy="381000"/>
              <a:chOff x="0" y="0"/>
              <a:chExt cx="457200" cy="381000"/>
            </a:xfrm>
          </p:grpSpPr>
          <p:sp>
            <p:nvSpPr>
              <p:cNvPr id="1031" name="Shape 1031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032" name="Shape 1032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72</a:t>
                </a:r>
              </a:p>
            </p:txBody>
          </p:sp>
        </p:grpSp>
        <p:grpSp>
          <p:nvGrpSpPr>
            <p:cNvPr id="1036" name="Group 1036"/>
            <p:cNvGrpSpPr/>
            <p:nvPr/>
          </p:nvGrpSpPr>
          <p:grpSpPr>
            <a:xfrm>
              <a:off x="3200400" y="0"/>
              <a:ext cx="457200" cy="381000"/>
              <a:chOff x="0" y="0"/>
              <a:chExt cx="457200" cy="381000"/>
            </a:xfrm>
          </p:grpSpPr>
          <p:sp>
            <p:nvSpPr>
              <p:cNvPr id="1034" name="Shape 1034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035" name="Shape 1035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</a:t>
                </a:r>
              </a:p>
            </p:txBody>
          </p:sp>
        </p:grpSp>
        <p:grpSp>
          <p:nvGrpSpPr>
            <p:cNvPr id="1039" name="Group 1039"/>
            <p:cNvGrpSpPr/>
            <p:nvPr/>
          </p:nvGrpSpPr>
          <p:grpSpPr>
            <a:xfrm>
              <a:off x="3657600" y="0"/>
              <a:ext cx="457200" cy="381000"/>
              <a:chOff x="0" y="0"/>
              <a:chExt cx="457200" cy="381000"/>
            </a:xfrm>
          </p:grpSpPr>
          <p:sp>
            <p:nvSpPr>
              <p:cNvPr id="1037" name="Shape 1037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038" name="Shape 1038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20</a:t>
                </a:r>
              </a:p>
            </p:txBody>
          </p:sp>
        </p:grpSp>
        <p:grpSp>
          <p:nvGrpSpPr>
            <p:cNvPr id="1042" name="Group 1042"/>
            <p:cNvGrpSpPr/>
            <p:nvPr/>
          </p:nvGrpSpPr>
          <p:grpSpPr>
            <a:xfrm>
              <a:off x="4114800" y="0"/>
              <a:ext cx="457200" cy="381000"/>
              <a:chOff x="0" y="0"/>
              <a:chExt cx="457200" cy="381000"/>
            </a:xfrm>
          </p:grpSpPr>
          <p:sp>
            <p:nvSpPr>
              <p:cNvPr id="1040" name="Shape 1040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041" name="Shape 1041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28</a:t>
                </a:r>
              </a:p>
            </p:txBody>
          </p:sp>
        </p:grpSp>
        <p:sp>
          <p:nvSpPr>
            <p:cNvPr id="1043" name="Shape 1043"/>
            <p:cNvSpPr/>
            <p:nvPr/>
          </p:nvSpPr>
          <p:spPr>
            <a:xfrm>
              <a:off x="1172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1044" name="Shape 1044"/>
            <p:cNvSpPr/>
            <p:nvPr/>
          </p:nvSpPr>
          <p:spPr>
            <a:xfrm>
              <a:off x="5871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1045" name="Shape 1045"/>
            <p:cNvSpPr/>
            <p:nvPr/>
          </p:nvSpPr>
          <p:spPr>
            <a:xfrm>
              <a:off x="10443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1046" name="Shape 1046"/>
            <p:cNvSpPr/>
            <p:nvPr/>
          </p:nvSpPr>
          <p:spPr>
            <a:xfrm>
              <a:off x="14427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1047" name="Shape 1047"/>
            <p:cNvSpPr/>
            <p:nvPr/>
          </p:nvSpPr>
          <p:spPr>
            <a:xfrm>
              <a:off x="19587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1048" name="Shape 1048"/>
            <p:cNvSpPr/>
            <p:nvPr/>
          </p:nvSpPr>
          <p:spPr>
            <a:xfrm>
              <a:off x="2415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1049" name="Shape 1049"/>
            <p:cNvSpPr/>
            <p:nvPr/>
          </p:nvSpPr>
          <p:spPr>
            <a:xfrm>
              <a:off x="2849319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1050" name="Shape 1050"/>
            <p:cNvSpPr/>
            <p:nvPr/>
          </p:nvSpPr>
          <p:spPr>
            <a:xfrm>
              <a:off x="3330331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1051" name="Shape 1051"/>
            <p:cNvSpPr/>
            <p:nvPr/>
          </p:nvSpPr>
          <p:spPr>
            <a:xfrm>
              <a:off x="3763719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1052" name="Shape 1052"/>
            <p:cNvSpPr/>
            <p:nvPr/>
          </p:nvSpPr>
          <p:spPr>
            <a:xfrm>
              <a:off x="42240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grpSp>
        <p:nvGrpSpPr>
          <p:cNvPr id="1058" name="Group 1058"/>
          <p:cNvGrpSpPr/>
          <p:nvPr/>
        </p:nvGrpSpPr>
        <p:grpSpPr>
          <a:xfrm>
            <a:off x="8352751" y="4683125"/>
            <a:ext cx="474424" cy="711236"/>
            <a:chOff x="-8611" y="0"/>
            <a:chExt cx="474423" cy="711235"/>
          </a:xfrm>
        </p:grpSpPr>
        <p:grpSp>
          <p:nvGrpSpPr>
            <p:cNvPr id="1056" name="Group 1056"/>
            <p:cNvGrpSpPr/>
            <p:nvPr/>
          </p:nvGrpSpPr>
          <p:grpSpPr>
            <a:xfrm>
              <a:off x="-8611" y="0"/>
              <a:ext cx="474423" cy="381000"/>
              <a:chOff x="-8611" y="0"/>
              <a:chExt cx="474423" cy="381000"/>
            </a:xfrm>
          </p:grpSpPr>
          <p:sp>
            <p:nvSpPr>
              <p:cNvPr id="1054" name="Shape 1054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055" name="Shape 1055"/>
              <p:cNvSpPr/>
              <p:nvPr/>
            </p:nvSpPr>
            <p:spPr>
              <a:xfrm>
                <a:off x="-8611" y="4745"/>
                <a:ext cx="474423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130</a:t>
                </a:r>
              </a:p>
            </p:txBody>
          </p:sp>
        </p:grpSp>
        <p:sp>
          <p:nvSpPr>
            <p:cNvPr id="1057" name="Shape 1057"/>
            <p:cNvSpPr/>
            <p:nvPr/>
          </p:nvSpPr>
          <p:spPr>
            <a:xfrm>
              <a:off x="46770" y="3397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10</a:t>
              </a:r>
            </a:p>
          </p:txBody>
        </p:sp>
      </p:grpSp>
      <p:grpSp>
        <p:nvGrpSpPr>
          <p:cNvPr id="1063" name="Group 1063"/>
          <p:cNvGrpSpPr/>
          <p:nvPr/>
        </p:nvGrpSpPr>
        <p:grpSpPr>
          <a:xfrm>
            <a:off x="6867525" y="3411539"/>
            <a:ext cx="545983" cy="744539"/>
            <a:chOff x="-1" y="0"/>
            <a:chExt cx="545981" cy="744538"/>
          </a:xfrm>
        </p:grpSpPr>
        <p:grpSp>
          <p:nvGrpSpPr>
            <p:cNvPr id="1061" name="Group 1061"/>
            <p:cNvGrpSpPr/>
            <p:nvPr/>
          </p:nvGrpSpPr>
          <p:grpSpPr>
            <a:xfrm>
              <a:off x="66674" y="287337"/>
              <a:ext cx="479306" cy="457201"/>
              <a:chOff x="0" y="0"/>
              <a:chExt cx="479304" cy="457200"/>
            </a:xfrm>
          </p:grpSpPr>
          <p:sp>
            <p:nvSpPr>
              <p:cNvPr id="1059" name="Shape 1059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CC99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060" name="Shape 1060"/>
              <p:cNvSpPr/>
              <p:nvPr/>
            </p:nvSpPr>
            <p:spPr>
              <a:xfrm>
                <a:off x="4884" y="34925"/>
                <a:ext cx="474420" cy="371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130</a:t>
                </a:r>
              </a:p>
            </p:txBody>
          </p:sp>
        </p:grpSp>
        <p:sp>
          <p:nvSpPr>
            <p:cNvPr id="1062" name="Shape 1062"/>
            <p:cNvSpPr/>
            <p:nvPr/>
          </p:nvSpPr>
          <p:spPr>
            <a:xfrm>
              <a:off x="-1" y="0"/>
              <a:ext cx="133352" cy="354013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</p:grpSp>
      <p:grpSp>
        <p:nvGrpSpPr>
          <p:cNvPr id="1066" name="Group 1066"/>
          <p:cNvGrpSpPr/>
          <p:nvPr/>
        </p:nvGrpSpPr>
        <p:grpSpPr>
          <a:xfrm>
            <a:off x="6477001" y="3027364"/>
            <a:ext cx="478513" cy="457201"/>
            <a:chOff x="5921" y="0"/>
            <a:chExt cx="478511" cy="457200"/>
          </a:xfrm>
        </p:grpSpPr>
        <p:sp>
          <p:nvSpPr>
            <p:cNvPr id="1064" name="Shape 1064"/>
            <p:cNvSpPr/>
            <p:nvPr/>
          </p:nvSpPr>
          <p:spPr>
            <a:xfrm>
              <a:off x="5921" y="0"/>
              <a:ext cx="457201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065" name="Shape 1065"/>
            <p:cNvSpPr/>
            <p:nvPr/>
          </p:nvSpPr>
          <p:spPr>
            <a:xfrm>
              <a:off x="10011" y="34925"/>
              <a:ext cx="474421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130</a:t>
              </a:r>
            </a:p>
          </p:txBody>
        </p:sp>
      </p:grpSp>
      <p:grpSp>
        <p:nvGrpSpPr>
          <p:cNvPr id="1069" name="Group 1069"/>
          <p:cNvGrpSpPr/>
          <p:nvPr/>
        </p:nvGrpSpPr>
        <p:grpSpPr>
          <a:xfrm>
            <a:off x="6934201" y="3692526"/>
            <a:ext cx="457201" cy="457201"/>
            <a:chOff x="0" y="0"/>
            <a:chExt cx="457200" cy="457200"/>
          </a:xfrm>
        </p:grpSpPr>
        <p:sp>
          <p:nvSpPr>
            <p:cNvPr id="1067" name="Shape 1067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CC99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068" name="Shape 1068"/>
            <p:cNvSpPr/>
            <p:nvPr/>
          </p:nvSpPr>
          <p:spPr>
            <a:xfrm>
              <a:off x="66613" y="34925"/>
              <a:ext cx="347787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30</a:t>
              </a:r>
            </a:p>
          </p:txBody>
        </p:sp>
      </p:grpSp>
      <p:grpSp>
        <p:nvGrpSpPr>
          <p:cNvPr id="1072" name="Group 1072"/>
          <p:cNvGrpSpPr/>
          <p:nvPr/>
        </p:nvGrpSpPr>
        <p:grpSpPr>
          <a:xfrm>
            <a:off x="5934076" y="2417764"/>
            <a:ext cx="478513" cy="457201"/>
            <a:chOff x="5921" y="0"/>
            <a:chExt cx="478511" cy="457200"/>
          </a:xfrm>
        </p:grpSpPr>
        <p:sp>
          <p:nvSpPr>
            <p:cNvPr id="1070" name="Shape 1070"/>
            <p:cNvSpPr/>
            <p:nvPr/>
          </p:nvSpPr>
          <p:spPr>
            <a:xfrm>
              <a:off x="5921" y="0"/>
              <a:ext cx="457201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071" name="Shape 1071"/>
            <p:cNvSpPr/>
            <p:nvPr/>
          </p:nvSpPr>
          <p:spPr>
            <a:xfrm>
              <a:off x="10011" y="34925"/>
              <a:ext cx="474421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130</a:t>
              </a:r>
            </a:p>
          </p:txBody>
        </p:sp>
      </p:grpSp>
      <p:grpSp>
        <p:nvGrpSpPr>
          <p:cNvPr id="1075" name="Group 1075"/>
          <p:cNvGrpSpPr/>
          <p:nvPr/>
        </p:nvGrpSpPr>
        <p:grpSpPr>
          <a:xfrm>
            <a:off x="6481763" y="3033714"/>
            <a:ext cx="478513" cy="457201"/>
            <a:chOff x="5921" y="0"/>
            <a:chExt cx="478511" cy="457200"/>
          </a:xfrm>
        </p:grpSpPr>
        <p:sp>
          <p:nvSpPr>
            <p:cNvPr id="1073" name="Shape 1073"/>
            <p:cNvSpPr/>
            <p:nvPr/>
          </p:nvSpPr>
          <p:spPr>
            <a:xfrm>
              <a:off x="5921" y="0"/>
              <a:ext cx="457201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074" name="Shape 1074"/>
            <p:cNvSpPr/>
            <p:nvPr/>
          </p:nvSpPr>
          <p:spPr>
            <a:xfrm>
              <a:off x="10011" y="34925"/>
              <a:ext cx="474421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125</a:t>
              </a:r>
            </a:p>
          </p:txBody>
        </p:sp>
      </p:grpSp>
      <p:sp>
        <p:nvSpPr>
          <p:cNvPr id="1076" name="Shape 1076"/>
          <p:cNvSpPr/>
          <p:nvPr/>
        </p:nvSpPr>
        <p:spPr>
          <a:xfrm flipV="1">
            <a:off x="4191000" y="2894012"/>
            <a:ext cx="1588" cy="1222376"/>
          </a:xfrm>
          <a:prstGeom prst="line">
            <a:avLst/>
          </a:prstGeom>
          <a:ln w="9360">
            <a:solidFill>
              <a:srgbClr val="FF0000"/>
            </a:solidFill>
            <a:miter/>
            <a:tailEnd type="triangle"/>
          </a:ln>
        </p:spPr>
        <p:txBody>
          <a:bodyPr lIns="0" tIns="0" rIns="0" bIns="0"/>
          <a:lstStyle/>
          <a:p>
            <a:pPr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20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0585069-55C9-4892-8F42-20400F20B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ENCOLAR: EJEMPLO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6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6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6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9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0" grpId="0" build="p" animBg="1" advAuto="0"/>
      <p:bldP spid="1011" grpId="0" animBg="1" advAuto="0"/>
      <p:bldP spid="1012" grpId="0" animBg="1" advAuto="0"/>
      <p:bldP spid="1053" grpId="0" animBg="1" advAuto="0"/>
      <p:bldP spid="1058" grpId="0" animBg="1" advAuto="0"/>
      <p:bldP spid="1063" grpId="0" animBg="1" advAuto="0"/>
      <p:bldP spid="1066" grpId="0" animBg="1" advAuto="0"/>
      <p:bldP spid="1069" grpId="0" animBg="1" advAuto="0"/>
      <p:bldP spid="1072" grpId="0" animBg="1" advAuto="0"/>
      <p:bldP spid="1075" grpId="0" animBg="1" advAuto="0"/>
      <p:bldP spid="1076" grpId="0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A862FE4-65B4-4EF1-BD5E-05E50C3CD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ENCOLAR: IMPLEMENTACION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D7190CF-0C19-4789-938C-443C27C28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628" y="1609881"/>
            <a:ext cx="5980744" cy="449111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Shape 1082"/>
          <p:cNvSpPr>
            <a:spLocks noGrp="1"/>
          </p:cNvSpPr>
          <p:nvPr>
            <p:ph type="body" idx="1"/>
          </p:nvPr>
        </p:nvSpPr>
        <p:spPr>
          <a:xfrm>
            <a:off x="457200" y="1798637"/>
            <a:ext cx="8229600" cy="464502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100000"/>
              </a:lnSpc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2850"/>
                </a:solidFill>
              </a:rPr>
              <a:t>Uno de los usos de los heaps es ordenar</a:t>
            </a:r>
          </a:p>
          <a:p>
            <a:pPr>
              <a:lnSpc>
                <a:spcPct val="100000"/>
              </a:lnSpc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2850"/>
                </a:solidFill>
              </a:rPr>
              <a:t>Como?</a:t>
            </a:r>
          </a:p>
          <a:p>
            <a:pPr marL="741362" lvl="1" indent="-284162">
              <a:lnSpc>
                <a:spcPct val="100000"/>
              </a:lnSpc>
              <a:spcBef>
                <a:spcPts val="7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Extraer el mayor elemento del heap(raiz)‏</a:t>
            </a:r>
          </a:p>
          <a:p>
            <a:pPr marL="741362" lvl="1" indent="-284162">
              <a:lnSpc>
                <a:spcPct val="100000"/>
              </a:lnSpc>
              <a:spcBef>
                <a:spcPts val="7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Ponerla al final de otro arreglo</a:t>
            </a:r>
          </a:p>
          <a:p>
            <a:pPr marL="741362" lvl="1" indent="-284162">
              <a:lnSpc>
                <a:spcPct val="100000"/>
              </a:lnSpc>
              <a:spcBef>
                <a:spcPts val="7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Repetir los dos ultimos pasos hasta que el Heap quede Vacio</a:t>
            </a:r>
          </a:p>
          <a:p>
            <a:pPr>
              <a:lnSpc>
                <a:spcPct val="100000"/>
              </a:lnSpc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2850"/>
                </a:solidFill>
              </a:rPr>
              <a:t>El arreglo quedara ordenado 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A7B4294-31F2-4A59-83F0-36EDAC2EF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HEAPSORT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Shape 1085"/>
          <p:cNvSpPr>
            <a:spLocks noGrp="1"/>
          </p:cNvSpPr>
          <p:nvPr>
            <p:ph type="body" idx="1"/>
          </p:nvPr>
        </p:nvSpPr>
        <p:spPr>
          <a:xfrm>
            <a:off x="609600" y="2286000"/>
            <a:ext cx="3429000" cy="4114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55984" indent="-255984">
              <a:lnSpc>
                <a:spcPct val="130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Desencolar y ponerlo al final del nuevo arreglo/lista</a:t>
            </a:r>
          </a:p>
          <a:p>
            <a:pPr marL="255984" indent="-255984">
              <a:lnSpc>
                <a:spcPct val="130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Repetir hasta que el arbol quede vacio</a:t>
            </a:r>
          </a:p>
        </p:txBody>
      </p:sp>
      <p:grpSp>
        <p:nvGrpSpPr>
          <p:cNvPr id="1136" name="Group 1136"/>
          <p:cNvGrpSpPr/>
          <p:nvPr/>
        </p:nvGrpSpPr>
        <p:grpSpPr>
          <a:xfrm>
            <a:off x="5257799" y="1371600"/>
            <a:ext cx="3352803" cy="3038512"/>
            <a:chOff x="-2" y="0"/>
            <a:chExt cx="3352802" cy="3038511"/>
          </a:xfrm>
        </p:grpSpPr>
        <p:grpSp>
          <p:nvGrpSpPr>
            <p:cNvPr id="1125" name="Group 1125"/>
            <p:cNvGrpSpPr/>
            <p:nvPr/>
          </p:nvGrpSpPr>
          <p:grpSpPr>
            <a:xfrm>
              <a:off x="-2" y="311148"/>
              <a:ext cx="3352802" cy="2259016"/>
              <a:chOff x="-1" y="-1"/>
              <a:chExt cx="3352801" cy="2259014"/>
            </a:xfrm>
          </p:grpSpPr>
          <p:grpSp>
            <p:nvGrpSpPr>
              <p:cNvPr id="1088" name="Group 1088"/>
              <p:cNvGrpSpPr/>
              <p:nvPr/>
            </p:nvGrpSpPr>
            <p:grpSpPr>
              <a:xfrm>
                <a:off x="1606549" y="-1"/>
                <a:ext cx="476925" cy="457201"/>
                <a:chOff x="7509" y="0"/>
                <a:chExt cx="476923" cy="457200"/>
              </a:xfrm>
            </p:grpSpPr>
            <p:sp>
              <p:nvSpPr>
                <p:cNvPr id="1086" name="Shape 1086"/>
                <p:cNvSpPr/>
                <p:nvPr/>
              </p:nvSpPr>
              <p:spPr>
                <a:xfrm>
                  <a:off x="7509" y="0"/>
                  <a:ext cx="457201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087" name="Shape 1087"/>
                <p:cNvSpPr/>
                <p:nvPr/>
              </p:nvSpPr>
              <p:spPr>
                <a:xfrm>
                  <a:off x="10011" y="34925"/>
                  <a:ext cx="474421" cy="37150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150</a:t>
                  </a:r>
                </a:p>
              </p:txBody>
            </p:sp>
          </p:grpSp>
          <p:grpSp>
            <p:nvGrpSpPr>
              <p:cNvPr id="1091" name="Group 1091"/>
              <p:cNvGrpSpPr/>
              <p:nvPr/>
            </p:nvGrpSpPr>
            <p:grpSpPr>
              <a:xfrm>
                <a:off x="838199" y="506412"/>
                <a:ext cx="476925" cy="457201"/>
                <a:chOff x="7509" y="0"/>
                <a:chExt cx="476923" cy="457200"/>
              </a:xfrm>
            </p:grpSpPr>
            <p:sp>
              <p:nvSpPr>
                <p:cNvPr id="1089" name="Shape 1089"/>
                <p:cNvSpPr/>
                <p:nvPr/>
              </p:nvSpPr>
              <p:spPr>
                <a:xfrm>
                  <a:off x="7509" y="0"/>
                  <a:ext cx="457201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090" name="Shape 1090"/>
                <p:cNvSpPr/>
                <p:nvPr/>
              </p:nvSpPr>
              <p:spPr>
                <a:xfrm>
                  <a:off x="10011" y="34925"/>
                  <a:ext cx="474421" cy="37150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125</a:t>
                  </a:r>
                </a:p>
              </p:txBody>
            </p:sp>
          </p:grpSp>
          <p:grpSp>
            <p:nvGrpSpPr>
              <p:cNvPr id="1094" name="Group 1094"/>
              <p:cNvGrpSpPr/>
              <p:nvPr/>
            </p:nvGrpSpPr>
            <p:grpSpPr>
              <a:xfrm>
                <a:off x="2362199" y="506412"/>
                <a:ext cx="457201" cy="457201"/>
                <a:chOff x="0" y="0"/>
                <a:chExt cx="457200" cy="457200"/>
              </a:xfrm>
            </p:grpSpPr>
            <p:sp>
              <p:nvSpPr>
                <p:cNvPr id="1092" name="Shape 1092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 sz="1600"/>
                </a:p>
              </p:txBody>
            </p:sp>
            <p:sp>
              <p:nvSpPr>
                <p:cNvPr id="1093" name="Shape 1093"/>
                <p:cNvSpPr/>
                <p:nvPr/>
              </p:nvSpPr>
              <p:spPr>
                <a:xfrm>
                  <a:off x="54707" y="42845"/>
                  <a:ext cx="347786" cy="37150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ctr">
                  <a:spAutoFit/>
                </a:bodyPr>
                <a:lstStyle>
                  <a:lvl1pPr algn="ctr">
                    <a:lnSpc>
                      <a:spcPct val="100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75</a:t>
                  </a:r>
                </a:p>
              </p:txBody>
            </p:sp>
          </p:grpSp>
          <p:grpSp>
            <p:nvGrpSpPr>
              <p:cNvPr id="1097" name="Group 1097"/>
              <p:cNvGrpSpPr/>
              <p:nvPr/>
            </p:nvGrpSpPr>
            <p:grpSpPr>
              <a:xfrm>
                <a:off x="304799" y="1116012"/>
                <a:ext cx="457201" cy="457201"/>
                <a:chOff x="0" y="0"/>
                <a:chExt cx="457200" cy="457200"/>
              </a:xfrm>
            </p:grpSpPr>
            <p:sp>
              <p:nvSpPr>
                <p:cNvPr id="1095" name="Shape 1095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096" name="Shape 1096"/>
                <p:cNvSpPr/>
                <p:nvPr/>
              </p:nvSpPr>
              <p:spPr>
                <a:xfrm>
                  <a:off x="68200" y="34925"/>
                  <a:ext cx="347786" cy="37150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80</a:t>
                  </a:r>
                </a:p>
              </p:txBody>
            </p:sp>
          </p:grpSp>
          <p:grpSp>
            <p:nvGrpSpPr>
              <p:cNvPr id="1100" name="Group 1100"/>
              <p:cNvGrpSpPr/>
              <p:nvPr/>
            </p:nvGrpSpPr>
            <p:grpSpPr>
              <a:xfrm>
                <a:off x="1371599" y="1116012"/>
                <a:ext cx="457201" cy="457201"/>
                <a:chOff x="0" y="0"/>
                <a:chExt cx="457200" cy="457200"/>
              </a:xfrm>
            </p:grpSpPr>
            <p:sp>
              <p:nvSpPr>
                <p:cNvPr id="1098" name="Shape 1098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099" name="Shape 1099"/>
                <p:cNvSpPr/>
                <p:nvPr/>
              </p:nvSpPr>
              <p:spPr>
                <a:xfrm>
                  <a:off x="68200" y="34925"/>
                  <a:ext cx="347786" cy="37150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 b="1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 b="0"/>
                  </a:pPr>
                  <a:r>
                    <a:rPr sz="1800"/>
                    <a:t>30</a:t>
                  </a:r>
                </a:p>
              </p:txBody>
            </p:sp>
          </p:grpSp>
          <p:sp>
            <p:nvSpPr>
              <p:cNvPr id="1101" name="Shape 1101"/>
              <p:cNvSpPr/>
              <p:nvPr/>
            </p:nvSpPr>
            <p:spPr>
              <a:xfrm flipH="1">
                <a:off x="1228725" y="390524"/>
                <a:ext cx="444501" cy="182564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1102" name="Shape 1102"/>
              <p:cNvSpPr/>
              <p:nvPr/>
            </p:nvSpPr>
            <p:spPr>
              <a:xfrm>
                <a:off x="1997074" y="390524"/>
                <a:ext cx="431801" cy="182564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1103" name="Shape 1103"/>
              <p:cNvSpPr/>
              <p:nvPr/>
            </p:nvSpPr>
            <p:spPr>
              <a:xfrm flipV="1">
                <a:off x="533399" y="896937"/>
                <a:ext cx="371477" cy="219076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1104" name="Shape 1104"/>
              <p:cNvSpPr/>
              <p:nvPr/>
            </p:nvSpPr>
            <p:spPr>
              <a:xfrm flipH="1" flipV="1">
                <a:off x="1228725" y="896937"/>
                <a:ext cx="371476" cy="219076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1107" name="Group 1107"/>
              <p:cNvGrpSpPr/>
              <p:nvPr/>
            </p:nvGrpSpPr>
            <p:grpSpPr>
              <a:xfrm>
                <a:off x="1904999" y="1116012"/>
                <a:ext cx="457201" cy="457201"/>
                <a:chOff x="0" y="0"/>
                <a:chExt cx="457200" cy="457200"/>
              </a:xfrm>
            </p:grpSpPr>
            <p:sp>
              <p:nvSpPr>
                <p:cNvPr id="1105" name="Shape 1105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106" name="Shape 1106"/>
                <p:cNvSpPr/>
                <p:nvPr/>
              </p:nvSpPr>
              <p:spPr>
                <a:xfrm>
                  <a:off x="66613" y="34925"/>
                  <a:ext cx="347787" cy="37150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25</a:t>
                  </a:r>
                </a:p>
              </p:txBody>
            </p:sp>
          </p:grpSp>
          <p:grpSp>
            <p:nvGrpSpPr>
              <p:cNvPr id="1110" name="Group 1110"/>
              <p:cNvGrpSpPr/>
              <p:nvPr/>
            </p:nvGrpSpPr>
            <p:grpSpPr>
              <a:xfrm>
                <a:off x="2895599" y="1116012"/>
                <a:ext cx="457201" cy="457201"/>
                <a:chOff x="0" y="0"/>
                <a:chExt cx="457200" cy="457200"/>
              </a:xfrm>
            </p:grpSpPr>
            <p:sp>
              <p:nvSpPr>
                <p:cNvPr id="1108" name="Shape 1108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109" name="Shape 1109"/>
                <p:cNvSpPr/>
                <p:nvPr/>
              </p:nvSpPr>
              <p:spPr>
                <a:xfrm>
                  <a:off x="66613" y="34925"/>
                  <a:ext cx="347787" cy="37150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72</a:t>
                  </a:r>
                </a:p>
              </p:txBody>
            </p:sp>
          </p:grpSp>
          <p:sp>
            <p:nvSpPr>
              <p:cNvPr id="1111" name="Shape 1111"/>
              <p:cNvSpPr/>
              <p:nvPr/>
            </p:nvSpPr>
            <p:spPr>
              <a:xfrm flipV="1">
                <a:off x="2133600" y="896937"/>
                <a:ext cx="295276" cy="219076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sp>
            <p:nvSpPr>
              <p:cNvPr id="1112" name="Shape 1112"/>
              <p:cNvSpPr/>
              <p:nvPr/>
            </p:nvSpPr>
            <p:spPr>
              <a:xfrm flipH="1" flipV="1">
                <a:off x="2752724" y="896937"/>
                <a:ext cx="371476" cy="219076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1115" name="Group 1115"/>
              <p:cNvGrpSpPr/>
              <p:nvPr/>
            </p:nvGrpSpPr>
            <p:grpSpPr>
              <a:xfrm>
                <a:off x="-1" y="1801812"/>
                <a:ext cx="457201" cy="457201"/>
                <a:chOff x="0" y="0"/>
                <a:chExt cx="457200" cy="457200"/>
              </a:xfrm>
            </p:grpSpPr>
            <p:sp>
              <p:nvSpPr>
                <p:cNvPr id="1113" name="Shape 1113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114" name="Shape 1114"/>
                <p:cNvSpPr/>
                <p:nvPr/>
              </p:nvSpPr>
              <p:spPr>
                <a:xfrm>
                  <a:off x="28513" y="34925"/>
                  <a:ext cx="347787" cy="37150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15</a:t>
                  </a:r>
                </a:p>
              </p:txBody>
            </p:sp>
          </p:grpSp>
          <p:sp>
            <p:nvSpPr>
              <p:cNvPr id="1116" name="Shape 1116"/>
              <p:cNvSpPr/>
              <p:nvPr/>
            </p:nvSpPr>
            <p:spPr>
              <a:xfrm flipV="1">
                <a:off x="228599" y="1506537"/>
                <a:ext cx="142876" cy="295276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1119" name="Group 1119"/>
              <p:cNvGrpSpPr/>
              <p:nvPr/>
            </p:nvGrpSpPr>
            <p:grpSpPr>
              <a:xfrm>
                <a:off x="609599" y="1801812"/>
                <a:ext cx="457201" cy="457201"/>
                <a:chOff x="0" y="0"/>
                <a:chExt cx="457200" cy="457200"/>
              </a:xfrm>
            </p:grpSpPr>
            <p:sp>
              <p:nvSpPr>
                <p:cNvPr id="1117" name="Shape 1117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118" name="Shape 1118"/>
                <p:cNvSpPr/>
                <p:nvPr/>
              </p:nvSpPr>
              <p:spPr>
                <a:xfrm>
                  <a:off x="66613" y="34925"/>
                  <a:ext cx="347787" cy="37150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20</a:t>
                  </a:r>
                </a:p>
              </p:txBody>
            </p:sp>
          </p:grpSp>
          <p:sp>
            <p:nvSpPr>
              <p:cNvPr id="1120" name="Shape 1120"/>
              <p:cNvSpPr/>
              <p:nvPr/>
            </p:nvSpPr>
            <p:spPr>
              <a:xfrm flipH="1" flipV="1">
                <a:off x="695324" y="1506537"/>
                <a:ext cx="142876" cy="295276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  <p:grpSp>
            <p:nvGrpSpPr>
              <p:cNvPr id="1123" name="Group 1123"/>
              <p:cNvGrpSpPr/>
              <p:nvPr/>
            </p:nvGrpSpPr>
            <p:grpSpPr>
              <a:xfrm>
                <a:off x="1142999" y="1801812"/>
                <a:ext cx="457201" cy="457201"/>
                <a:chOff x="0" y="0"/>
                <a:chExt cx="457200" cy="457200"/>
              </a:xfrm>
            </p:grpSpPr>
            <p:sp>
              <p:nvSpPr>
                <p:cNvPr id="1121" name="Shape 1121"/>
                <p:cNvSpPr/>
                <p:nvPr/>
              </p:nvSpPr>
              <p:spPr>
                <a:xfrm>
                  <a:off x="0" y="0"/>
                  <a:ext cx="4572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936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122" name="Shape 1122"/>
                <p:cNvSpPr/>
                <p:nvPr/>
              </p:nvSpPr>
              <p:spPr>
                <a:xfrm>
                  <a:off x="66613" y="34925"/>
                  <a:ext cx="347787" cy="37150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6799" tIns="46799" rIns="46799" bIns="46799" numCol="1" anchor="t">
                  <a:spAutoFit/>
                </a:bodyPr>
                <a:lstStyle>
                  <a:lvl1pPr algn="ctr">
                    <a:lnSpc>
                      <a:spcPct val="100000"/>
                    </a:lnSpc>
                    <a:spcBef>
                      <a:spcPts val="10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28</a:t>
                  </a:r>
                </a:p>
              </p:txBody>
            </p:sp>
          </p:grpSp>
          <p:sp>
            <p:nvSpPr>
              <p:cNvPr id="1124" name="Shape 1124"/>
              <p:cNvSpPr/>
              <p:nvPr/>
            </p:nvSpPr>
            <p:spPr>
              <a:xfrm flipV="1">
                <a:off x="1371599" y="1506537"/>
                <a:ext cx="66677" cy="295276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 sz="1200"/>
              </a:p>
            </p:txBody>
          </p:sp>
        </p:grpSp>
        <p:sp>
          <p:nvSpPr>
            <p:cNvPr id="1126" name="Shape 1126"/>
            <p:cNvSpPr/>
            <p:nvPr/>
          </p:nvSpPr>
          <p:spPr>
            <a:xfrm>
              <a:off x="1721400" y="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1127" name="Shape 1127"/>
            <p:cNvSpPr/>
            <p:nvPr/>
          </p:nvSpPr>
          <p:spPr>
            <a:xfrm>
              <a:off x="948288" y="4572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1128" name="Shape 1128"/>
            <p:cNvSpPr/>
            <p:nvPr/>
          </p:nvSpPr>
          <p:spPr>
            <a:xfrm>
              <a:off x="2486575" y="4572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1129" name="Shape 1129"/>
            <p:cNvSpPr/>
            <p:nvPr/>
          </p:nvSpPr>
          <p:spPr>
            <a:xfrm>
              <a:off x="352975" y="10668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1130" name="Shape 1130"/>
            <p:cNvSpPr/>
            <p:nvPr/>
          </p:nvSpPr>
          <p:spPr>
            <a:xfrm>
              <a:off x="1572175" y="10668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1131" name="Shape 1131"/>
            <p:cNvSpPr/>
            <p:nvPr/>
          </p:nvSpPr>
          <p:spPr>
            <a:xfrm>
              <a:off x="2015088" y="1046162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1132" name="Shape 1132"/>
            <p:cNvSpPr/>
            <p:nvPr/>
          </p:nvSpPr>
          <p:spPr>
            <a:xfrm>
              <a:off x="3081888" y="1046162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1133" name="Shape 1133"/>
            <p:cNvSpPr/>
            <p:nvPr/>
          </p:nvSpPr>
          <p:spPr>
            <a:xfrm>
              <a:off x="103738" y="2646362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1134" name="Shape 1134"/>
            <p:cNvSpPr/>
            <p:nvPr/>
          </p:nvSpPr>
          <p:spPr>
            <a:xfrm>
              <a:off x="713338" y="26670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1135" name="Shape 1135"/>
            <p:cNvSpPr/>
            <p:nvPr/>
          </p:nvSpPr>
          <p:spPr>
            <a:xfrm>
              <a:off x="1268963" y="2667000"/>
              <a:ext cx="221150" cy="371511"/>
            </a:xfrm>
            <a:prstGeom prst="rect">
              <a:avLst/>
            </a:prstGeom>
            <a:noFill/>
            <a:ln w="9360" cap="flat">
              <a:solidFill>
                <a:srgbClr val="800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grpSp>
        <p:nvGrpSpPr>
          <p:cNvPr id="1177" name="Group 1177"/>
          <p:cNvGrpSpPr/>
          <p:nvPr/>
        </p:nvGrpSpPr>
        <p:grpSpPr>
          <a:xfrm>
            <a:off x="4334788" y="4454525"/>
            <a:ext cx="4580612" cy="717586"/>
            <a:chOff x="-8612" y="0"/>
            <a:chExt cx="4580612" cy="717585"/>
          </a:xfrm>
        </p:grpSpPr>
        <p:grpSp>
          <p:nvGrpSpPr>
            <p:cNvPr id="1139" name="Group 1139"/>
            <p:cNvGrpSpPr/>
            <p:nvPr/>
          </p:nvGrpSpPr>
          <p:grpSpPr>
            <a:xfrm>
              <a:off x="-8612" y="0"/>
              <a:ext cx="474424" cy="381000"/>
              <a:chOff x="-8612" y="0"/>
              <a:chExt cx="474424" cy="381000"/>
            </a:xfrm>
          </p:grpSpPr>
          <p:sp>
            <p:nvSpPr>
              <p:cNvPr id="1137" name="Shape 1137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138" name="Shape 1138"/>
              <p:cNvSpPr/>
              <p:nvPr/>
            </p:nvSpPr>
            <p:spPr>
              <a:xfrm>
                <a:off x="-8612" y="4745"/>
                <a:ext cx="474424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150</a:t>
                </a:r>
              </a:p>
            </p:txBody>
          </p:sp>
        </p:grpSp>
        <p:grpSp>
          <p:nvGrpSpPr>
            <p:cNvPr id="1142" name="Group 1142"/>
            <p:cNvGrpSpPr/>
            <p:nvPr/>
          </p:nvGrpSpPr>
          <p:grpSpPr>
            <a:xfrm>
              <a:off x="448588" y="0"/>
              <a:ext cx="474424" cy="381000"/>
              <a:chOff x="-8612" y="0"/>
              <a:chExt cx="474424" cy="381000"/>
            </a:xfrm>
          </p:grpSpPr>
          <p:sp>
            <p:nvSpPr>
              <p:cNvPr id="1140" name="Shape 1140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141" name="Shape 1141"/>
              <p:cNvSpPr/>
              <p:nvPr/>
            </p:nvSpPr>
            <p:spPr>
              <a:xfrm>
                <a:off x="-8612" y="4745"/>
                <a:ext cx="474424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125</a:t>
                </a:r>
              </a:p>
            </p:txBody>
          </p:sp>
        </p:grpSp>
        <p:grpSp>
          <p:nvGrpSpPr>
            <p:cNvPr id="1145" name="Group 1145"/>
            <p:cNvGrpSpPr/>
            <p:nvPr/>
          </p:nvGrpSpPr>
          <p:grpSpPr>
            <a:xfrm>
              <a:off x="914400" y="0"/>
              <a:ext cx="457200" cy="381000"/>
              <a:chOff x="0" y="0"/>
              <a:chExt cx="457200" cy="381000"/>
            </a:xfrm>
          </p:grpSpPr>
          <p:sp>
            <p:nvSpPr>
              <p:cNvPr id="1143" name="Shape 1143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144" name="Shape 1144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75</a:t>
                </a:r>
              </a:p>
            </p:txBody>
          </p:sp>
        </p:grpSp>
        <p:grpSp>
          <p:nvGrpSpPr>
            <p:cNvPr id="1148" name="Group 1148"/>
            <p:cNvGrpSpPr/>
            <p:nvPr/>
          </p:nvGrpSpPr>
          <p:grpSpPr>
            <a:xfrm>
              <a:off x="1371600" y="0"/>
              <a:ext cx="457200" cy="381000"/>
              <a:chOff x="0" y="0"/>
              <a:chExt cx="457200" cy="381000"/>
            </a:xfrm>
          </p:grpSpPr>
          <p:sp>
            <p:nvSpPr>
              <p:cNvPr id="1146" name="Shape 1146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147" name="Shape 1147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80</a:t>
                </a:r>
              </a:p>
            </p:txBody>
          </p:sp>
        </p:grpSp>
        <p:grpSp>
          <p:nvGrpSpPr>
            <p:cNvPr id="1151" name="Group 1151"/>
            <p:cNvGrpSpPr/>
            <p:nvPr/>
          </p:nvGrpSpPr>
          <p:grpSpPr>
            <a:xfrm>
              <a:off x="1828800" y="0"/>
              <a:ext cx="457200" cy="381000"/>
              <a:chOff x="0" y="0"/>
              <a:chExt cx="457200" cy="381000"/>
            </a:xfrm>
          </p:grpSpPr>
          <p:sp>
            <p:nvSpPr>
              <p:cNvPr id="1149" name="Shape 1149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150" name="Shape 1150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30</a:t>
                </a:r>
              </a:p>
            </p:txBody>
          </p:sp>
        </p:grpSp>
        <p:grpSp>
          <p:nvGrpSpPr>
            <p:cNvPr id="1154" name="Group 1154"/>
            <p:cNvGrpSpPr/>
            <p:nvPr/>
          </p:nvGrpSpPr>
          <p:grpSpPr>
            <a:xfrm>
              <a:off x="2286000" y="0"/>
              <a:ext cx="457200" cy="381000"/>
              <a:chOff x="0" y="0"/>
              <a:chExt cx="457200" cy="381000"/>
            </a:xfrm>
          </p:grpSpPr>
          <p:sp>
            <p:nvSpPr>
              <p:cNvPr id="1152" name="Shape 1152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153" name="Shape 1153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25</a:t>
                </a:r>
              </a:p>
            </p:txBody>
          </p:sp>
        </p:grpSp>
        <p:grpSp>
          <p:nvGrpSpPr>
            <p:cNvPr id="1157" name="Group 1157"/>
            <p:cNvGrpSpPr/>
            <p:nvPr/>
          </p:nvGrpSpPr>
          <p:grpSpPr>
            <a:xfrm>
              <a:off x="2743200" y="0"/>
              <a:ext cx="457200" cy="381000"/>
              <a:chOff x="0" y="0"/>
              <a:chExt cx="457200" cy="381000"/>
            </a:xfrm>
          </p:grpSpPr>
          <p:sp>
            <p:nvSpPr>
              <p:cNvPr id="1155" name="Shape 1155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156" name="Shape 1156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72</a:t>
                </a:r>
              </a:p>
            </p:txBody>
          </p:sp>
        </p:grpSp>
        <p:grpSp>
          <p:nvGrpSpPr>
            <p:cNvPr id="1160" name="Group 1160"/>
            <p:cNvGrpSpPr/>
            <p:nvPr/>
          </p:nvGrpSpPr>
          <p:grpSpPr>
            <a:xfrm>
              <a:off x="3200400" y="0"/>
              <a:ext cx="457200" cy="381000"/>
              <a:chOff x="0" y="0"/>
              <a:chExt cx="457200" cy="381000"/>
            </a:xfrm>
          </p:grpSpPr>
          <p:sp>
            <p:nvSpPr>
              <p:cNvPr id="1158" name="Shape 1158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159" name="Shape 1159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</a:t>
                </a:r>
              </a:p>
            </p:txBody>
          </p:sp>
        </p:grpSp>
        <p:grpSp>
          <p:nvGrpSpPr>
            <p:cNvPr id="1163" name="Group 1163"/>
            <p:cNvGrpSpPr/>
            <p:nvPr/>
          </p:nvGrpSpPr>
          <p:grpSpPr>
            <a:xfrm>
              <a:off x="3657600" y="0"/>
              <a:ext cx="457200" cy="381000"/>
              <a:chOff x="0" y="0"/>
              <a:chExt cx="457200" cy="381000"/>
            </a:xfrm>
          </p:grpSpPr>
          <p:sp>
            <p:nvSpPr>
              <p:cNvPr id="1161" name="Shape 1161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162" name="Shape 1162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20</a:t>
                </a:r>
              </a:p>
            </p:txBody>
          </p:sp>
        </p:grpSp>
        <p:grpSp>
          <p:nvGrpSpPr>
            <p:cNvPr id="1166" name="Group 1166"/>
            <p:cNvGrpSpPr/>
            <p:nvPr/>
          </p:nvGrpSpPr>
          <p:grpSpPr>
            <a:xfrm>
              <a:off x="4114800" y="0"/>
              <a:ext cx="457200" cy="381000"/>
              <a:chOff x="0" y="0"/>
              <a:chExt cx="457200" cy="381000"/>
            </a:xfrm>
          </p:grpSpPr>
          <p:sp>
            <p:nvSpPr>
              <p:cNvPr id="1164" name="Shape 1164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165" name="Shape 1165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28</a:t>
                </a:r>
              </a:p>
            </p:txBody>
          </p:sp>
        </p:grpSp>
        <p:sp>
          <p:nvSpPr>
            <p:cNvPr id="1167" name="Shape 1167"/>
            <p:cNvSpPr/>
            <p:nvPr/>
          </p:nvSpPr>
          <p:spPr>
            <a:xfrm>
              <a:off x="1172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1168" name="Shape 1168"/>
            <p:cNvSpPr/>
            <p:nvPr/>
          </p:nvSpPr>
          <p:spPr>
            <a:xfrm>
              <a:off x="5871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1169" name="Shape 1169"/>
            <p:cNvSpPr/>
            <p:nvPr/>
          </p:nvSpPr>
          <p:spPr>
            <a:xfrm>
              <a:off x="10443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1170" name="Shape 1170"/>
            <p:cNvSpPr/>
            <p:nvPr/>
          </p:nvSpPr>
          <p:spPr>
            <a:xfrm>
              <a:off x="14427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1171" name="Shape 1171"/>
            <p:cNvSpPr/>
            <p:nvPr/>
          </p:nvSpPr>
          <p:spPr>
            <a:xfrm>
              <a:off x="19587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1172" name="Shape 1172"/>
            <p:cNvSpPr/>
            <p:nvPr/>
          </p:nvSpPr>
          <p:spPr>
            <a:xfrm>
              <a:off x="2415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1173" name="Shape 1173"/>
            <p:cNvSpPr/>
            <p:nvPr/>
          </p:nvSpPr>
          <p:spPr>
            <a:xfrm>
              <a:off x="2849319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1174" name="Shape 1174"/>
            <p:cNvSpPr/>
            <p:nvPr/>
          </p:nvSpPr>
          <p:spPr>
            <a:xfrm>
              <a:off x="3330331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1175" name="Shape 1175"/>
            <p:cNvSpPr/>
            <p:nvPr/>
          </p:nvSpPr>
          <p:spPr>
            <a:xfrm>
              <a:off x="3763719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1176" name="Shape 1176"/>
            <p:cNvSpPr/>
            <p:nvPr/>
          </p:nvSpPr>
          <p:spPr>
            <a:xfrm>
              <a:off x="42240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grpSp>
        <p:nvGrpSpPr>
          <p:cNvPr id="1180" name="Group 1180"/>
          <p:cNvGrpSpPr/>
          <p:nvPr/>
        </p:nvGrpSpPr>
        <p:grpSpPr>
          <a:xfrm>
            <a:off x="6864351" y="1676401"/>
            <a:ext cx="457201" cy="457201"/>
            <a:chOff x="0" y="0"/>
            <a:chExt cx="457200" cy="457200"/>
          </a:xfrm>
        </p:grpSpPr>
        <p:sp>
          <p:nvSpPr>
            <p:cNvPr id="1178" name="Shape 1178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179" name="Shape 1179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28</a:t>
              </a:r>
            </a:p>
          </p:txBody>
        </p:sp>
      </p:grpSp>
      <p:grpSp>
        <p:nvGrpSpPr>
          <p:cNvPr id="1185" name="Group 1185"/>
          <p:cNvGrpSpPr/>
          <p:nvPr/>
        </p:nvGrpSpPr>
        <p:grpSpPr>
          <a:xfrm>
            <a:off x="4343400" y="5368925"/>
            <a:ext cx="457200" cy="717586"/>
            <a:chOff x="0" y="0"/>
            <a:chExt cx="457200" cy="717585"/>
          </a:xfrm>
        </p:grpSpPr>
        <p:grpSp>
          <p:nvGrpSpPr>
            <p:cNvPr id="1183" name="Group 1183"/>
            <p:cNvGrpSpPr/>
            <p:nvPr/>
          </p:nvGrpSpPr>
          <p:grpSpPr>
            <a:xfrm>
              <a:off x="0" y="0"/>
              <a:ext cx="457200" cy="381000"/>
              <a:chOff x="0" y="0"/>
              <a:chExt cx="457200" cy="381000"/>
            </a:xfrm>
          </p:grpSpPr>
          <p:sp>
            <p:nvSpPr>
              <p:cNvPr id="1181" name="Shape 1181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182" name="Shape 1182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</a:t>
                </a:r>
              </a:p>
            </p:txBody>
          </p:sp>
        </p:grpSp>
        <p:sp>
          <p:nvSpPr>
            <p:cNvPr id="1184" name="Shape 1184"/>
            <p:cNvSpPr/>
            <p:nvPr/>
          </p:nvSpPr>
          <p:spPr>
            <a:xfrm>
              <a:off x="1172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</p:grpSp>
      <p:grpSp>
        <p:nvGrpSpPr>
          <p:cNvPr id="1190" name="Group 1190"/>
          <p:cNvGrpSpPr/>
          <p:nvPr/>
        </p:nvGrpSpPr>
        <p:grpSpPr>
          <a:xfrm>
            <a:off x="4800600" y="5368925"/>
            <a:ext cx="457200" cy="717586"/>
            <a:chOff x="0" y="0"/>
            <a:chExt cx="457200" cy="717585"/>
          </a:xfrm>
        </p:grpSpPr>
        <p:grpSp>
          <p:nvGrpSpPr>
            <p:cNvPr id="1188" name="Group 1188"/>
            <p:cNvGrpSpPr/>
            <p:nvPr/>
          </p:nvGrpSpPr>
          <p:grpSpPr>
            <a:xfrm>
              <a:off x="0" y="0"/>
              <a:ext cx="457200" cy="381000"/>
              <a:chOff x="0" y="0"/>
              <a:chExt cx="457200" cy="381000"/>
            </a:xfrm>
          </p:grpSpPr>
          <p:sp>
            <p:nvSpPr>
              <p:cNvPr id="1186" name="Shape 1186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187" name="Shape 1187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20</a:t>
                </a:r>
              </a:p>
            </p:txBody>
          </p:sp>
        </p:grpSp>
        <p:sp>
          <p:nvSpPr>
            <p:cNvPr id="1189" name="Shape 1189"/>
            <p:cNvSpPr/>
            <p:nvPr/>
          </p:nvSpPr>
          <p:spPr>
            <a:xfrm>
              <a:off x="129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</p:grpSp>
      <p:grpSp>
        <p:nvGrpSpPr>
          <p:cNvPr id="1195" name="Group 1195"/>
          <p:cNvGrpSpPr/>
          <p:nvPr/>
        </p:nvGrpSpPr>
        <p:grpSpPr>
          <a:xfrm>
            <a:off x="5257800" y="5368925"/>
            <a:ext cx="457200" cy="717586"/>
            <a:chOff x="0" y="0"/>
            <a:chExt cx="457200" cy="717585"/>
          </a:xfrm>
        </p:grpSpPr>
        <p:grpSp>
          <p:nvGrpSpPr>
            <p:cNvPr id="1193" name="Group 1193"/>
            <p:cNvGrpSpPr/>
            <p:nvPr/>
          </p:nvGrpSpPr>
          <p:grpSpPr>
            <a:xfrm>
              <a:off x="0" y="0"/>
              <a:ext cx="457200" cy="381000"/>
              <a:chOff x="0" y="0"/>
              <a:chExt cx="457200" cy="381000"/>
            </a:xfrm>
          </p:grpSpPr>
          <p:sp>
            <p:nvSpPr>
              <p:cNvPr id="1191" name="Shape 1191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192" name="Shape 1192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25</a:t>
                </a:r>
              </a:p>
            </p:txBody>
          </p:sp>
        </p:grpSp>
        <p:sp>
          <p:nvSpPr>
            <p:cNvPr id="1194" name="Shape 1194"/>
            <p:cNvSpPr/>
            <p:nvPr/>
          </p:nvSpPr>
          <p:spPr>
            <a:xfrm>
              <a:off x="129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</p:grpSp>
      <p:grpSp>
        <p:nvGrpSpPr>
          <p:cNvPr id="1200" name="Group 1200"/>
          <p:cNvGrpSpPr/>
          <p:nvPr/>
        </p:nvGrpSpPr>
        <p:grpSpPr>
          <a:xfrm>
            <a:off x="5715000" y="5368925"/>
            <a:ext cx="457200" cy="711236"/>
            <a:chOff x="0" y="0"/>
            <a:chExt cx="457200" cy="711235"/>
          </a:xfrm>
        </p:grpSpPr>
        <p:grpSp>
          <p:nvGrpSpPr>
            <p:cNvPr id="1198" name="Group 1198"/>
            <p:cNvGrpSpPr/>
            <p:nvPr/>
          </p:nvGrpSpPr>
          <p:grpSpPr>
            <a:xfrm>
              <a:off x="0" y="0"/>
              <a:ext cx="457200" cy="381000"/>
              <a:chOff x="0" y="0"/>
              <a:chExt cx="457200" cy="381000"/>
            </a:xfrm>
          </p:grpSpPr>
          <p:sp>
            <p:nvSpPr>
              <p:cNvPr id="1196" name="Shape 1196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197" name="Shape 1197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28</a:t>
                </a:r>
              </a:p>
            </p:txBody>
          </p:sp>
        </p:grpSp>
        <p:sp>
          <p:nvSpPr>
            <p:cNvPr id="1199" name="Shape 1199"/>
            <p:cNvSpPr/>
            <p:nvPr/>
          </p:nvSpPr>
          <p:spPr>
            <a:xfrm>
              <a:off x="711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</p:grpSp>
      <p:grpSp>
        <p:nvGrpSpPr>
          <p:cNvPr id="1205" name="Group 1205"/>
          <p:cNvGrpSpPr/>
          <p:nvPr/>
        </p:nvGrpSpPr>
        <p:grpSpPr>
          <a:xfrm>
            <a:off x="6172200" y="5368925"/>
            <a:ext cx="457200" cy="717586"/>
            <a:chOff x="0" y="0"/>
            <a:chExt cx="457200" cy="717585"/>
          </a:xfrm>
        </p:grpSpPr>
        <p:grpSp>
          <p:nvGrpSpPr>
            <p:cNvPr id="1203" name="Group 1203"/>
            <p:cNvGrpSpPr/>
            <p:nvPr/>
          </p:nvGrpSpPr>
          <p:grpSpPr>
            <a:xfrm>
              <a:off x="0" y="0"/>
              <a:ext cx="457200" cy="381000"/>
              <a:chOff x="0" y="0"/>
              <a:chExt cx="457200" cy="381000"/>
            </a:xfrm>
          </p:grpSpPr>
          <p:sp>
            <p:nvSpPr>
              <p:cNvPr id="1201" name="Shape 1201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202" name="Shape 1202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30</a:t>
                </a:r>
              </a:p>
            </p:txBody>
          </p:sp>
        </p:grpSp>
        <p:sp>
          <p:nvSpPr>
            <p:cNvPr id="1204" name="Shape 1204"/>
            <p:cNvSpPr/>
            <p:nvPr/>
          </p:nvSpPr>
          <p:spPr>
            <a:xfrm>
              <a:off x="129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</p:grpSp>
      <p:grpSp>
        <p:nvGrpSpPr>
          <p:cNvPr id="1210" name="Group 1210"/>
          <p:cNvGrpSpPr/>
          <p:nvPr/>
        </p:nvGrpSpPr>
        <p:grpSpPr>
          <a:xfrm>
            <a:off x="6629400" y="5368925"/>
            <a:ext cx="457200" cy="717586"/>
            <a:chOff x="0" y="0"/>
            <a:chExt cx="457200" cy="717585"/>
          </a:xfrm>
        </p:grpSpPr>
        <p:grpSp>
          <p:nvGrpSpPr>
            <p:cNvPr id="1208" name="Group 1208"/>
            <p:cNvGrpSpPr/>
            <p:nvPr/>
          </p:nvGrpSpPr>
          <p:grpSpPr>
            <a:xfrm>
              <a:off x="0" y="0"/>
              <a:ext cx="457200" cy="381000"/>
              <a:chOff x="0" y="0"/>
              <a:chExt cx="457200" cy="381000"/>
            </a:xfrm>
          </p:grpSpPr>
          <p:sp>
            <p:nvSpPr>
              <p:cNvPr id="1206" name="Shape 1206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207" name="Shape 1207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72</a:t>
                </a:r>
              </a:p>
            </p:txBody>
          </p:sp>
        </p:grpSp>
        <p:sp>
          <p:nvSpPr>
            <p:cNvPr id="1209" name="Shape 1209"/>
            <p:cNvSpPr/>
            <p:nvPr/>
          </p:nvSpPr>
          <p:spPr>
            <a:xfrm>
              <a:off x="129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</p:grpSp>
      <p:grpSp>
        <p:nvGrpSpPr>
          <p:cNvPr id="1215" name="Group 1215"/>
          <p:cNvGrpSpPr/>
          <p:nvPr/>
        </p:nvGrpSpPr>
        <p:grpSpPr>
          <a:xfrm>
            <a:off x="7086600" y="5368925"/>
            <a:ext cx="457200" cy="717586"/>
            <a:chOff x="0" y="0"/>
            <a:chExt cx="457200" cy="717585"/>
          </a:xfrm>
        </p:grpSpPr>
        <p:grpSp>
          <p:nvGrpSpPr>
            <p:cNvPr id="1213" name="Group 1213"/>
            <p:cNvGrpSpPr/>
            <p:nvPr/>
          </p:nvGrpSpPr>
          <p:grpSpPr>
            <a:xfrm>
              <a:off x="0" y="0"/>
              <a:ext cx="457200" cy="381000"/>
              <a:chOff x="0" y="0"/>
              <a:chExt cx="457200" cy="381000"/>
            </a:xfrm>
          </p:grpSpPr>
          <p:sp>
            <p:nvSpPr>
              <p:cNvPr id="1211" name="Shape 1211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212" name="Shape 1212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75</a:t>
                </a:r>
              </a:p>
            </p:txBody>
          </p:sp>
        </p:grpSp>
        <p:sp>
          <p:nvSpPr>
            <p:cNvPr id="1214" name="Shape 1214"/>
            <p:cNvSpPr/>
            <p:nvPr/>
          </p:nvSpPr>
          <p:spPr>
            <a:xfrm>
              <a:off x="106119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</p:grpSp>
      <p:grpSp>
        <p:nvGrpSpPr>
          <p:cNvPr id="1220" name="Group 1220"/>
          <p:cNvGrpSpPr/>
          <p:nvPr/>
        </p:nvGrpSpPr>
        <p:grpSpPr>
          <a:xfrm>
            <a:off x="7543800" y="5368925"/>
            <a:ext cx="457200" cy="711236"/>
            <a:chOff x="0" y="0"/>
            <a:chExt cx="457200" cy="711235"/>
          </a:xfrm>
        </p:grpSpPr>
        <p:grpSp>
          <p:nvGrpSpPr>
            <p:cNvPr id="1218" name="Group 1218"/>
            <p:cNvGrpSpPr/>
            <p:nvPr/>
          </p:nvGrpSpPr>
          <p:grpSpPr>
            <a:xfrm>
              <a:off x="0" y="0"/>
              <a:ext cx="457200" cy="381000"/>
              <a:chOff x="0" y="0"/>
              <a:chExt cx="457200" cy="381000"/>
            </a:xfrm>
          </p:grpSpPr>
          <p:sp>
            <p:nvSpPr>
              <p:cNvPr id="1216" name="Shape 1216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217" name="Shape 1217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80</a:t>
                </a:r>
              </a:p>
            </p:txBody>
          </p:sp>
        </p:grpSp>
        <p:sp>
          <p:nvSpPr>
            <p:cNvPr id="1219" name="Shape 1219"/>
            <p:cNvSpPr/>
            <p:nvPr/>
          </p:nvSpPr>
          <p:spPr>
            <a:xfrm>
              <a:off x="129931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</p:grpSp>
      <p:grpSp>
        <p:nvGrpSpPr>
          <p:cNvPr id="1225" name="Group 1225"/>
          <p:cNvGrpSpPr/>
          <p:nvPr/>
        </p:nvGrpSpPr>
        <p:grpSpPr>
          <a:xfrm>
            <a:off x="7992388" y="5368925"/>
            <a:ext cx="474424" cy="711236"/>
            <a:chOff x="-8612" y="0"/>
            <a:chExt cx="474424" cy="711235"/>
          </a:xfrm>
        </p:grpSpPr>
        <p:grpSp>
          <p:nvGrpSpPr>
            <p:cNvPr id="1223" name="Group 1223"/>
            <p:cNvGrpSpPr/>
            <p:nvPr/>
          </p:nvGrpSpPr>
          <p:grpSpPr>
            <a:xfrm>
              <a:off x="-8612" y="0"/>
              <a:ext cx="474424" cy="381000"/>
              <a:chOff x="-8612" y="0"/>
              <a:chExt cx="474424" cy="381000"/>
            </a:xfrm>
          </p:grpSpPr>
          <p:sp>
            <p:nvSpPr>
              <p:cNvPr id="1221" name="Shape 1221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222" name="Shape 1222"/>
              <p:cNvSpPr/>
              <p:nvPr/>
            </p:nvSpPr>
            <p:spPr>
              <a:xfrm>
                <a:off x="-8612" y="4745"/>
                <a:ext cx="474424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125</a:t>
                </a:r>
              </a:p>
            </p:txBody>
          </p:sp>
        </p:grpSp>
        <p:sp>
          <p:nvSpPr>
            <p:cNvPr id="1224" name="Shape 1224"/>
            <p:cNvSpPr/>
            <p:nvPr/>
          </p:nvSpPr>
          <p:spPr>
            <a:xfrm>
              <a:off x="106119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</p:grpSp>
      <p:grpSp>
        <p:nvGrpSpPr>
          <p:cNvPr id="1230" name="Group 1230"/>
          <p:cNvGrpSpPr/>
          <p:nvPr/>
        </p:nvGrpSpPr>
        <p:grpSpPr>
          <a:xfrm>
            <a:off x="8449588" y="5368925"/>
            <a:ext cx="474424" cy="711236"/>
            <a:chOff x="-8612" y="0"/>
            <a:chExt cx="474424" cy="711235"/>
          </a:xfrm>
        </p:grpSpPr>
        <p:grpSp>
          <p:nvGrpSpPr>
            <p:cNvPr id="1228" name="Group 1228"/>
            <p:cNvGrpSpPr/>
            <p:nvPr/>
          </p:nvGrpSpPr>
          <p:grpSpPr>
            <a:xfrm>
              <a:off x="-8612" y="0"/>
              <a:ext cx="474424" cy="381000"/>
              <a:chOff x="-8612" y="0"/>
              <a:chExt cx="474424" cy="381000"/>
            </a:xfrm>
          </p:grpSpPr>
          <p:sp>
            <p:nvSpPr>
              <p:cNvPr id="1226" name="Shape 1226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227" name="Shape 1227"/>
              <p:cNvSpPr/>
              <p:nvPr/>
            </p:nvSpPr>
            <p:spPr>
              <a:xfrm>
                <a:off x="-8612" y="4745"/>
                <a:ext cx="474424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150</a:t>
                </a:r>
              </a:p>
            </p:txBody>
          </p:sp>
        </p:grpSp>
        <p:sp>
          <p:nvSpPr>
            <p:cNvPr id="1229" name="Shape 1229"/>
            <p:cNvSpPr/>
            <p:nvPr/>
          </p:nvSpPr>
          <p:spPr>
            <a:xfrm>
              <a:off x="1092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grpSp>
        <p:nvGrpSpPr>
          <p:cNvPr id="1233" name="Group 1233"/>
          <p:cNvGrpSpPr/>
          <p:nvPr/>
        </p:nvGrpSpPr>
        <p:grpSpPr>
          <a:xfrm>
            <a:off x="6864351" y="1676401"/>
            <a:ext cx="476925" cy="457201"/>
            <a:chOff x="7509" y="0"/>
            <a:chExt cx="476923" cy="457200"/>
          </a:xfrm>
        </p:grpSpPr>
        <p:sp>
          <p:nvSpPr>
            <p:cNvPr id="1231" name="Shape 1231"/>
            <p:cNvSpPr/>
            <p:nvPr/>
          </p:nvSpPr>
          <p:spPr>
            <a:xfrm>
              <a:off x="7509" y="0"/>
              <a:ext cx="457201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32" name="Shape 1232"/>
            <p:cNvSpPr/>
            <p:nvPr/>
          </p:nvSpPr>
          <p:spPr>
            <a:xfrm>
              <a:off x="10011" y="34925"/>
              <a:ext cx="474421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125</a:t>
              </a:r>
            </a:p>
          </p:txBody>
        </p:sp>
      </p:grpSp>
      <p:grpSp>
        <p:nvGrpSpPr>
          <p:cNvPr id="1236" name="Group 1236"/>
          <p:cNvGrpSpPr/>
          <p:nvPr/>
        </p:nvGrpSpPr>
        <p:grpSpPr>
          <a:xfrm>
            <a:off x="6102351" y="2189164"/>
            <a:ext cx="457201" cy="457201"/>
            <a:chOff x="0" y="0"/>
            <a:chExt cx="457200" cy="457200"/>
          </a:xfrm>
        </p:grpSpPr>
        <p:sp>
          <p:nvSpPr>
            <p:cNvPr id="1234" name="Shape 1234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35" name="Shape 1235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80</a:t>
              </a:r>
            </a:p>
          </p:txBody>
        </p:sp>
      </p:grpSp>
      <p:grpSp>
        <p:nvGrpSpPr>
          <p:cNvPr id="1239" name="Group 1239"/>
          <p:cNvGrpSpPr/>
          <p:nvPr/>
        </p:nvGrpSpPr>
        <p:grpSpPr>
          <a:xfrm>
            <a:off x="6858001" y="1676401"/>
            <a:ext cx="457201" cy="457201"/>
            <a:chOff x="0" y="0"/>
            <a:chExt cx="457200" cy="457200"/>
          </a:xfrm>
        </p:grpSpPr>
        <p:sp>
          <p:nvSpPr>
            <p:cNvPr id="1237" name="Shape 1237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38" name="Shape 1238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20</a:t>
              </a:r>
            </a:p>
          </p:txBody>
        </p:sp>
      </p:grpSp>
      <p:grpSp>
        <p:nvGrpSpPr>
          <p:cNvPr id="1242" name="Group 1242"/>
          <p:cNvGrpSpPr/>
          <p:nvPr/>
        </p:nvGrpSpPr>
        <p:grpSpPr>
          <a:xfrm>
            <a:off x="5562601" y="2798764"/>
            <a:ext cx="457201" cy="457201"/>
            <a:chOff x="0" y="0"/>
            <a:chExt cx="457200" cy="457200"/>
          </a:xfrm>
        </p:grpSpPr>
        <p:sp>
          <p:nvSpPr>
            <p:cNvPr id="1240" name="Shape 1240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41" name="Shape 1241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28</a:t>
              </a:r>
            </a:p>
          </p:txBody>
        </p:sp>
      </p:grpSp>
      <p:grpSp>
        <p:nvGrpSpPr>
          <p:cNvPr id="1247" name="Group 1247"/>
          <p:cNvGrpSpPr/>
          <p:nvPr/>
        </p:nvGrpSpPr>
        <p:grpSpPr>
          <a:xfrm>
            <a:off x="6400801" y="3189289"/>
            <a:ext cx="457201" cy="742951"/>
            <a:chOff x="0" y="0"/>
            <a:chExt cx="457200" cy="742949"/>
          </a:xfrm>
        </p:grpSpPr>
        <p:grpSp>
          <p:nvGrpSpPr>
            <p:cNvPr id="1245" name="Group 1245"/>
            <p:cNvGrpSpPr/>
            <p:nvPr/>
          </p:nvGrpSpPr>
          <p:grpSpPr>
            <a:xfrm>
              <a:off x="-1" y="285749"/>
              <a:ext cx="457201" cy="457201"/>
              <a:chOff x="0" y="0"/>
              <a:chExt cx="457200" cy="457200"/>
            </a:xfrm>
          </p:grpSpPr>
          <p:sp>
            <p:nvSpPr>
              <p:cNvPr id="1243" name="Shape 1243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5076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244" name="Shape 1244"/>
              <p:cNvSpPr/>
              <p:nvPr/>
            </p:nvSpPr>
            <p:spPr>
              <a:xfrm>
                <a:off x="123825" y="34925"/>
                <a:ext cx="234950" cy="387350"/>
              </a:xfrm>
              <a:prstGeom prst="rect">
                <a:avLst/>
              </a:prstGeom>
              <a:solidFill>
                <a:srgbClr val="FFFFFF"/>
              </a:solidFill>
              <a:ln w="5076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</p:grpSp>
        <p:sp>
          <p:nvSpPr>
            <p:cNvPr id="1246" name="Shape 1246"/>
            <p:cNvSpPr/>
            <p:nvPr/>
          </p:nvSpPr>
          <p:spPr>
            <a:xfrm flipV="1">
              <a:off x="228599" y="0"/>
              <a:ext cx="66677" cy="285751"/>
            </a:xfrm>
            <a:prstGeom prst="line">
              <a:avLst/>
            </a:prstGeom>
            <a:noFill/>
            <a:ln w="5076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</p:grpSp>
      <p:grpSp>
        <p:nvGrpSpPr>
          <p:cNvPr id="1286" name="Group 1286"/>
          <p:cNvGrpSpPr/>
          <p:nvPr/>
        </p:nvGrpSpPr>
        <p:grpSpPr>
          <a:xfrm>
            <a:off x="4334788" y="4454525"/>
            <a:ext cx="4580612" cy="717586"/>
            <a:chOff x="-8612" y="0"/>
            <a:chExt cx="4580612" cy="717585"/>
          </a:xfrm>
        </p:grpSpPr>
        <p:grpSp>
          <p:nvGrpSpPr>
            <p:cNvPr id="1250" name="Group 1250"/>
            <p:cNvGrpSpPr/>
            <p:nvPr/>
          </p:nvGrpSpPr>
          <p:grpSpPr>
            <a:xfrm>
              <a:off x="-8612" y="0"/>
              <a:ext cx="474424" cy="381000"/>
              <a:chOff x="-8612" y="0"/>
              <a:chExt cx="474424" cy="381000"/>
            </a:xfrm>
          </p:grpSpPr>
          <p:sp>
            <p:nvSpPr>
              <p:cNvPr id="1248" name="Shape 1248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249" name="Shape 1249"/>
              <p:cNvSpPr/>
              <p:nvPr/>
            </p:nvSpPr>
            <p:spPr>
              <a:xfrm>
                <a:off x="-8612" y="4745"/>
                <a:ext cx="474424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125</a:t>
                </a:r>
              </a:p>
            </p:txBody>
          </p:sp>
        </p:grpSp>
        <p:grpSp>
          <p:nvGrpSpPr>
            <p:cNvPr id="1253" name="Group 1253"/>
            <p:cNvGrpSpPr/>
            <p:nvPr/>
          </p:nvGrpSpPr>
          <p:grpSpPr>
            <a:xfrm>
              <a:off x="457200" y="0"/>
              <a:ext cx="457200" cy="381000"/>
              <a:chOff x="0" y="0"/>
              <a:chExt cx="457200" cy="381000"/>
            </a:xfrm>
          </p:grpSpPr>
          <p:sp>
            <p:nvSpPr>
              <p:cNvPr id="1251" name="Shape 1251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252" name="Shape 1252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80</a:t>
                </a:r>
              </a:p>
            </p:txBody>
          </p:sp>
        </p:grpSp>
        <p:grpSp>
          <p:nvGrpSpPr>
            <p:cNvPr id="1256" name="Group 1256"/>
            <p:cNvGrpSpPr/>
            <p:nvPr/>
          </p:nvGrpSpPr>
          <p:grpSpPr>
            <a:xfrm>
              <a:off x="914400" y="0"/>
              <a:ext cx="457200" cy="381000"/>
              <a:chOff x="0" y="0"/>
              <a:chExt cx="457200" cy="381000"/>
            </a:xfrm>
          </p:grpSpPr>
          <p:sp>
            <p:nvSpPr>
              <p:cNvPr id="1254" name="Shape 1254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255" name="Shape 1255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75</a:t>
                </a:r>
              </a:p>
            </p:txBody>
          </p:sp>
        </p:grpSp>
        <p:grpSp>
          <p:nvGrpSpPr>
            <p:cNvPr id="1259" name="Group 1259"/>
            <p:cNvGrpSpPr/>
            <p:nvPr/>
          </p:nvGrpSpPr>
          <p:grpSpPr>
            <a:xfrm>
              <a:off x="1371600" y="0"/>
              <a:ext cx="457200" cy="381000"/>
              <a:chOff x="0" y="0"/>
              <a:chExt cx="457200" cy="381000"/>
            </a:xfrm>
          </p:grpSpPr>
          <p:sp>
            <p:nvSpPr>
              <p:cNvPr id="1257" name="Shape 1257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258" name="Shape 1258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28</a:t>
                </a:r>
              </a:p>
            </p:txBody>
          </p:sp>
        </p:grpSp>
        <p:grpSp>
          <p:nvGrpSpPr>
            <p:cNvPr id="1262" name="Group 1262"/>
            <p:cNvGrpSpPr/>
            <p:nvPr/>
          </p:nvGrpSpPr>
          <p:grpSpPr>
            <a:xfrm>
              <a:off x="1828800" y="0"/>
              <a:ext cx="457200" cy="381000"/>
              <a:chOff x="0" y="0"/>
              <a:chExt cx="457200" cy="381000"/>
            </a:xfrm>
          </p:grpSpPr>
          <p:sp>
            <p:nvSpPr>
              <p:cNvPr id="1260" name="Shape 1260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261" name="Shape 1261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30</a:t>
                </a:r>
              </a:p>
            </p:txBody>
          </p:sp>
        </p:grpSp>
        <p:grpSp>
          <p:nvGrpSpPr>
            <p:cNvPr id="1265" name="Group 1265"/>
            <p:cNvGrpSpPr/>
            <p:nvPr/>
          </p:nvGrpSpPr>
          <p:grpSpPr>
            <a:xfrm>
              <a:off x="2286000" y="0"/>
              <a:ext cx="457200" cy="381000"/>
              <a:chOff x="0" y="0"/>
              <a:chExt cx="457200" cy="381000"/>
            </a:xfrm>
          </p:grpSpPr>
          <p:sp>
            <p:nvSpPr>
              <p:cNvPr id="1263" name="Shape 1263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264" name="Shape 1264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25</a:t>
                </a:r>
              </a:p>
            </p:txBody>
          </p:sp>
        </p:grpSp>
        <p:grpSp>
          <p:nvGrpSpPr>
            <p:cNvPr id="1268" name="Group 1268"/>
            <p:cNvGrpSpPr/>
            <p:nvPr/>
          </p:nvGrpSpPr>
          <p:grpSpPr>
            <a:xfrm>
              <a:off x="2743200" y="0"/>
              <a:ext cx="457200" cy="381000"/>
              <a:chOff x="0" y="0"/>
              <a:chExt cx="457200" cy="381000"/>
            </a:xfrm>
          </p:grpSpPr>
          <p:sp>
            <p:nvSpPr>
              <p:cNvPr id="1266" name="Shape 1266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267" name="Shape 1267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72</a:t>
                </a:r>
              </a:p>
            </p:txBody>
          </p:sp>
        </p:grpSp>
        <p:grpSp>
          <p:nvGrpSpPr>
            <p:cNvPr id="1271" name="Group 1271"/>
            <p:cNvGrpSpPr/>
            <p:nvPr/>
          </p:nvGrpSpPr>
          <p:grpSpPr>
            <a:xfrm>
              <a:off x="3200400" y="0"/>
              <a:ext cx="457200" cy="381000"/>
              <a:chOff x="0" y="0"/>
              <a:chExt cx="457200" cy="381000"/>
            </a:xfrm>
          </p:grpSpPr>
          <p:sp>
            <p:nvSpPr>
              <p:cNvPr id="1269" name="Shape 1269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270" name="Shape 1270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</a:t>
                </a:r>
              </a:p>
            </p:txBody>
          </p:sp>
        </p:grpSp>
        <p:grpSp>
          <p:nvGrpSpPr>
            <p:cNvPr id="1274" name="Group 1274"/>
            <p:cNvGrpSpPr/>
            <p:nvPr/>
          </p:nvGrpSpPr>
          <p:grpSpPr>
            <a:xfrm>
              <a:off x="3657600" y="0"/>
              <a:ext cx="457200" cy="381000"/>
              <a:chOff x="0" y="0"/>
              <a:chExt cx="457200" cy="381000"/>
            </a:xfrm>
          </p:grpSpPr>
          <p:sp>
            <p:nvSpPr>
              <p:cNvPr id="1272" name="Shape 1272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273" name="Shape 1273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20</a:t>
                </a:r>
              </a:p>
            </p:txBody>
          </p:sp>
        </p:grpSp>
        <p:sp>
          <p:nvSpPr>
            <p:cNvPr id="1275" name="Shape 1275"/>
            <p:cNvSpPr/>
            <p:nvPr/>
          </p:nvSpPr>
          <p:spPr>
            <a:xfrm>
              <a:off x="41148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76" name="Shape 1276"/>
            <p:cNvSpPr/>
            <p:nvPr/>
          </p:nvSpPr>
          <p:spPr>
            <a:xfrm>
              <a:off x="1172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1277" name="Shape 1277"/>
            <p:cNvSpPr/>
            <p:nvPr/>
          </p:nvSpPr>
          <p:spPr>
            <a:xfrm>
              <a:off x="5871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1278" name="Shape 1278"/>
            <p:cNvSpPr/>
            <p:nvPr/>
          </p:nvSpPr>
          <p:spPr>
            <a:xfrm>
              <a:off x="10443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1279" name="Shape 1279"/>
            <p:cNvSpPr/>
            <p:nvPr/>
          </p:nvSpPr>
          <p:spPr>
            <a:xfrm>
              <a:off x="14427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1280" name="Shape 1280"/>
            <p:cNvSpPr/>
            <p:nvPr/>
          </p:nvSpPr>
          <p:spPr>
            <a:xfrm>
              <a:off x="19587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1281" name="Shape 1281"/>
            <p:cNvSpPr/>
            <p:nvPr/>
          </p:nvSpPr>
          <p:spPr>
            <a:xfrm>
              <a:off x="2415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1282" name="Shape 1282"/>
            <p:cNvSpPr/>
            <p:nvPr/>
          </p:nvSpPr>
          <p:spPr>
            <a:xfrm>
              <a:off x="2849319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1283" name="Shape 1283"/>
            <p:cNvSpPr/>
            <p:nvPr/>
          </p:nvSpPr>
          <p:spPr>
            <a:xfrm>
              <a:off x="3330331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1284" name="Shape 1284"/>
            <p:cNvSpPr/>
            <p:nvPr/>
          </p:nvSpPr>
          <p:spPr>
            <a:xfrm>
              <a:off x="3763719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1285" name="Shape 1285"/>
            <p:cNvSpPr/>
            <p:nvPr/>
          </p:nvSpPr>
          <p:spPr>
            <a:xfrm>
              <a:off x="42240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grpSp>
        <p:nvGrpSpPr>
          <p:cNvPr id="1291" name="Group 1291"/>
          <p:cNvGrpSpPr/>
          <p:nvPr/>
        </p:nvGrpSpPr>
        <p:grpSpPr>
          <a:xfrm>
            <a:off x="5867401" y="3179762"/>
            <a:ext cx="457201" cy="752476"/>
            <a:chOff x="0" y="0"/>
            <a:chExt cx="457200" cy="752474"/>
          </a:xfrm>
        </p:grpSpPr>
        <p:grpSp>
          <p:nvGrpSpPr>
            <p:cNvPr id="1289" name="Group 1289"/>
            <p:cNvGrpSpPr/>
            <p:nvPr/>
          </p:nvGrpSpPr>
          <p:grpSpPr>
            <a:xfrm>
              <a:off x="-1" y="295274"/>
              <a:ext cx="457201" cy="457201"/>
              <a:chOff x="0" y="0"/>
              <a:chExt cx="457200" cy="457200"/>
            </a:xfrm>
          </p:grpSpPr>
          <p:sp>
            <p:nvSpPr>
              <p:cNvPr id="1287" name="Shape 1287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5076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288" name="Shape 1288"/>
              <p:cNvSpPr/>
              <p:nvPr/>
            </p:nvSpPr>
            <p:spPr>
              <a:xfrm>
                <a:off x="123825" y="34925"/>
                <a:ext cx="234950" cy="387350"/>
              </a:xfrm>
              <a:prstGeom prst="rect">
                <a:avLst/>
              </a:prstGeom>
              <a:solidFill>
                <a:srgbClr val="FFFFFF"/>
              </a:solidFill>
              <a:ln w="5076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</p:grpSp>
        <p:sp>
          <p:nvSpPr>
            <p:cNvPr id="1290" name="Shape 1290"/>
            <p:cNvSpPr/>
            <p:nvPr/>
          </p:nvSpPr>
          <p:spPr>
            <a:xfrm flipH="1" flipV="1">
              <a:off x="85725" y="0"/>
              <a:ext cx="142875" cy="295275"/>
            </a:xfrm>
            <a:prstGeom prst="line">
              <a:avLst/>
            </a:prstGeom>
            <a:noFill/>
            <a:ln w="5076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</p:grpSp>
      <p:grpSp>
        <p:nvGrpSpPr>
          <p:cNvPr id="1294" name="Group 1294"/>
          <p:cNvGrpSpPr/>
          <p:nvPr/>
        </p:nvGrpSpPr>
        <p:grpSpPr>
          <a:xfrm>
            <a:off x="6864351" y="1676401"/>
            <a:ext cx="457201" cy="457201"/>
            <a:chOff x="0" y="0"/>
            <a:chExt cx="457200" cy="457200"/>
          </a:xfrm>
        </p:grpSpPr>
        <p:sp>
          <p:nvSpPr>
            <p:cNvPr id="1292" name="Shape 1292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93" name="Shape 1293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80</a:t>
              </a:r>
            </a:p>
          </p:txBody>
        </p:sp>
      </p:grpSp>
      <p:grpSp>
        <p:nvGrpSpPr>
          <p:cNvPr id="1297" name="Group 1297"/>
          <p:cNvGrpSpPr/>
          <p:nvPr/>
        </p:nvGrpSpPr>
        <p:grpSpPr>
          <a:xfrm>
            <a:off x="6096001" y="2189164"/>
            <a:ext cx="457201" cy="457201"/>
            <a:chOff x="0" y="0"/>
            <a:chExt cx="457200" cy="457200"/>
          </a:xfrm>
        </p:grpSpPr>
        <p:sp>
          <p:nvSpPr>
            <p:cNvPr id="1295" name="Shape 1295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96" name="Shape 1296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30</a:t>
              </a:r>
            </a:p>
          </p:txBody>
        </p:sp>
      </p:grpSp>
      <p:grpSp>
        <p:nvGrpSpPr>
          <p:cNvPr id="1300" name="Group 1300"/>
          <p:cNvGrpSpPr/>
          <p:nvPr/>
        </p:nvGrpSpPr>
        <p:grpSpPr>
          <a:xfrm>
            <a:off x="6858001" y="1676401"/>
            <a:ext cx="457201" cy="457201"/>
            <a:chOff x="0" y="0"/>
            <a:chExt cx="457200" cy="457200"/>
          </a:xfrm>
        </p:grpSpPr>
        <p:sp>
          <p:nvSpPr>
            <p:cNvPr id="1298" name="Shape 1298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99" name="Shape 1299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15</a:t>
              </a:r>
            </a:p>
          </p:txBody>
        </p:sp>
      </p:grpSp>
      <p:grpSp>
        <p:nvGrpSpPr>
          <p:cNvPr id="1303" name="Group 1303"/>
          <p:cNvGrpSpPr/>
          <p:nvPr/>
        </p:nvGrpSpPr>
        <p:grpSpPr>
          <a:xfrm>
            <a:off x="6629401" y="2798764"/>
            <a:ext cx="457201" cy="457201"/>
            <a:chOff x="0" y="0"/>
            <a:chExt cx="457200" cy="457200"/>
          </a:xfrm>
        </p:grpSpPr>
        <p:sp>
          <p:nvSpPr>
            <p:cNvPr id="1301" name="Shape 1301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302" name="Shape 1302"/>
            <p:cNvSpPr/>
            <p:nvPr/>
          </p:nvSpPr>
          <p:spPr>
            <a:xfrm>
              <a:off x="68200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20</a:t>
              </a:r>
            </a:p>
          </p:txBody>
        </p:sp>
      </p:grpSp>
      <p:grpSp>
        <p:nvGrpSpPr>
          <p:cNvPr id="1340" name="Group 1340"/>
          <p:cNvGrpSpPr/>
          <p:nvPr/>
        </p:nvGrpSpPr>
        <p:grpSpPr>
          <a:xfrm>
            <a:off x="4343400" y="4454525"/>
            <a:ext cx="4572000" cy="717586"/>
            <a:chOff x="0" y="0"/>
            <a:chExt cx="4572000" cy="717585"/>
          </a:xfrm>
        </p:grpSpPr>
        <p:grpSp>
          <p:nvGrpSpPr>
            <p:cNvPr id="1306" name="Group 1306"/>
            <p:cNvGrpSpPr/>
            <p:nvPr/>
          </p:nvGrpSpPr>
          <p:grpSpPr>
            <a:xfrm>
              <a:off x="0" y="0"/>
              <a:ext cx="457200" cy="381000"/>
              <a:chOff x="0" y="0"/>
              <a:chExt cx="457200" cy="381000"/>
            </a:xfrm>
          </p:grpSpPr>
          <p:sp>
            <p:nvSpPr>
              <p:cNvPr id="1304" name="Shape 1304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305" name="Shape 1305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80</a:t>
                </a:r>
              </a:p>
            </p:txBody>
          </p:sp>
        </p:grpSp>
        <p:grpSp>
          <p:nvGrpSpPr>
            <p:cNvPr id="1309" name="Group 1309"/>
            <p:cNvGrpSpPr/>
            <p:nvPr/>
          </p:nvGrpSpPr>
          <p:grpSpPr>
            <a:xfrm>
              <a:off x="457200" y="0"/>
              <a:ext cx="457200" cy="381000"/>
              <a:chOff x="0" y="0"/>
              <a:chExt cx="457200" cy="381000"/>
            </a:xfrm>
          </p:grpSpPr>
          <p:sp>
            <p:nvSpPr>
              <p:cNvPr id="1307" name="Shape 1307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308" name="Shape 1308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30</a:t>
                </a:r>
              </a:p>
            </p:txBody>
          </p:sp>
        </p:grpSp>
        <p:grpSp>
          <p:nvGrpSpPr>
            <p:cNvPr id="1312" name="Group 1312"/>
            <p:cNvGrpSpPr/>
            <p:nvPr/>
          </p:nvGrpSpPr>
          <p:grpSpPr>
            <a:xfrm>
              <a:off x="914400" y="0"/>
              <a:ext cx="457200" cy="381000"/>
              <a:chOff x="0" y="0"/>
              <a:chExt cx="457200" cy="381000"/>
            </a:xfrm>
          </p:grpSpPr>
          <p:sp>
            <p:nvSpPr>
              <p:cNvPr id="1310" name="Shape 1310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311" name="Shape 1311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75</a:t>
                </a:r>
              </a:p>
            </p:txBody>
          </p:sp>
        </p:grpSp>
        <p:grpSp>
          <p:nvGrpSpPr>
            <p:cNvPr id="1315" name="Group 1315"/>
            <p:cNvGrpSpPr/>
            <p:nvPr/>
          </p:nvGrpSpPr>
          <p:grpSpPr>
            <a:xfrm>
              <a:off x="1371600" y="0"/>
              <a:ext cx="457200" cy="381000"/>
              <a:chOff x="0" y="0"/>
              <a:chExt cx="457200" cy="381000"/>
            </a:xfrm>
          </p:grpSpPr>
          <p:sp>
            <p:nvSpPr>
              <p:cNvPr id="1313" name="Shape 1313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314" name="Shape 1314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28</a:t>
                </a:r>
              </a:p>
            </p:txBody>
          </p:sp>
        </p:grpSp>
        <p:grpSp>
          <p:nvGrpSpPr>
            <p:cNvPr id="1318" name="Group 1318"/>
            <p:cNvGrpSpPr/>
            <p:nvPr/>
          </p:nvGrpSpPr>
          <p:grpSpPr>
            <a:xfrm>
              <a:off x="1828800" y="0"/>
              <a:ext cx="457200" cy="381000"/>
              <a:chOff x="0" y="0"/>
              <a:chExt cx="457200" cy="381000"/>
            </a:xfrm>
          </p:grpSpPr>
          <p:sp>
            <p:nvSpPr>
              <p:cNvPr id="1316" name="Shape 1316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317" name="Shape 1317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20</a:t>
                </a:r>
              </a:p>
            </p:txBody>
          </p:sp>
        </p:grpSp>
        <p:grpSp>
          <p:nvGrpSpPr>
            <p:cNvPr id="1321" name="Group 1321"/>
            <p:cNvGrpSpPr/>
            <p:nvPr/>
          </p:nvGrpSpPr>
          <p:grpSpPr>
            <a:xfrm>
              <a:off x="2286000" y="0"/>
              <a:ext cx="457200" cy="381000"/>
              <a:chOff x="0" y="0"/>
              <a:chExt cx="457200" cy="381000"/>
            </a:xfrm>
          </p:grpSpPr>
          <p:sp>
            <p:nvSpPr>
              <p:cNvPr id="1319" name="Shape 1319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320" name="Shape 1320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25</a:t>
                </a:r>
              </a:p>
            </p:txBody>
          </p:sp>
        </p:grpSp>
        <p:grpSp>
          <p:nvGrpSpPr>
            <p:cNvPr id="1324" name="Group 1324"/>
            <p:cNvGrpSpPr/>
            <p:nvPr/>
          </p:nvGrpSpPr>
          <p:grpSpPr>
            <a:xfrm>
              <a:off x="2743200" y="0"/>
              <a:ext cx="457200" cy="381000"/>
              <a:chOff x="0" y="0"/>
              <a:chExt cx="457200" cy="381000"/>
            </a:xfrm>
          </p:grpSpPr>
          <p:sp>
            <p:nvSpPr>
              <p:cNvPr id="1322" name="Shape 1322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323" name="Shape 1323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72</a:t>
                </a:r>
              </a:p>
            </p:txBody>
          </p:sp>
        </p:grpSp>
        <p:grpSp>
          <p:nvGrpSpPr>
            <p:cNvPr id="1327" name="Group 1327"/>
            <p:cNvGrpSpPr/>
            <p:nvPr/>
          </p:nvGrpSpPr>
          <p:grpSpPr>
            <a:xfrm>
              <a:off x="3200400" y="0"/>
              <a:ext cx="457200" cy="381000"/>
              <a:chOff x="0" y="0"/>
              <a:chExt cx="457200" cy="381000"/>
            </a:xfrm>
          </p:grpSpPr>
          <p:sp>
            <p:nvSpPr>
              <p:cNvPr id="1325" name="Shape 1325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326" name="Shape 1326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</a:t>
                </a:r>
              </a:p>
            </p:txBody>
          </p:sp>
        </p:grpSp>
        <p:sp>
          <p:nvSpPr>
            <p:cNvPr id="1328" name="Shape 1328"/>
            <p:cNvSpPr/>
            <p:nvPr/>
          </p:nvSpPr>
          <p:spPr>
            <a:xfrm>
              <a:off x="36576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329" name="Shape 1329"/>
            <p:cNvSpPr/>
            <p:nvPr/>
          </p:nvSpPr>
          <p:spPr>
            <a:xfrm>
              <a:off x="41148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330" name="Shape 1330"/>
            <p:cNvSpPr/>
            <p:nvPr/>
          </p:nvSpPr>
          <p:spPr>
            <a:xfrm>
              <a:off x="1172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1331" name="Shape 1331"/>
            <p:cNvSpPr/>
            <p:nvPr/>
          </p:nvSpPr>
          <p:spPr>
            <a:xfrm>
              <a:off x="5871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1332" name="Shape 1332"/>
            <p:cNvSpPr/>
            <p:nvPr/>
          </p:nvSpPr>
          <p:spPr>
            <a:xfrm>
              <a:off x="10443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1333" name="Shape 1333"/>
            <p:cNvSpPr/>
            <p:nvPr/>
          </p:nvSpPr>
          <p:spPr>
            <a:xfrm>
              <a:off x="14427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1334" name="Shape 1334"/>
            <p:cNvSpPr/>
            <p:nvPr/>
          </p:nvSpPr>
          <p:spPr>
            <a:xfrm>
              <a:off x="19587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1335" name="Shape 1335"/>
            <p:cNvSpPr/>
            <p:nvPr/>
          </p:nvSpPr>
          <p:spPr>
            <a:xfrm>
              <a:off x="2415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1336" name="Shape 1336"/>
            <p:cNvSpPr/>
            <p:nvPr/>
          </p:nvSpPr>
          <p:spPr>
            <a:xfrm>
              <a:off x="2849319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1337" name="Shape 1337"/>
            <p:cNvSpPr/>
            <p:nvPr/>
          </p:nvSpPr>
          <p:spPr>
            <a:xfrm>
              <a:off x="3330331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1338" name="Shape 1338"/>
            <p:cNvSpPr/>
            <p:nvPr/>
          </p:nvSpPr>
          <p:spPr>
            <a:xfrm>
              <a:off x="3763719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1339" name="Shape 1339"/>
            <p:cNvSpPr/>
            <p:nvPr/>
          </p:nvSpPr>
          <p:spPr>
            <a:xfrm>
              <a:off x="42240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grpSp>
        <p:nvGrpSpPr>
          <p:cNvPr id="1345" name="Group 1345"/>
          <p:cNvGrpSpPr/>
          <p:nvPr/>
        </p:nvGrpSpPr>
        <p:grpSpPr>
          <a:xfrm>
            <a:off x="5257801" y="3179762"/>
            <a:ext cx="457201" cy="752476"/>
            <a:chOff x="0" y="0"/>
            <a:chExt cx="457200" cy="752474"/>
          </a:xfrm>
        </p:grpSpPr>
        <p:grpSp>
          <p:nvGrpSpPr>
            <p:cNvPr id="1343" name="Group 1343"/>
            <p:cNvGrpSpPr/>
            <p:nvPr/>
          </p:nvGrpSpPr>
          <p:grpSpPr>
            <a:xfrm>
              <a:off x="-1" y="295274"/>
              <a:ext cx="457201" cy="457201"/>
              <a:chOff x="0" y="0"/>
              <a:chExt cx="457200" cy="457200"/>
            </a:xfrm>
          </p:grpSpPr>
          <p:sp>
            <p:nvSpPr>
              <p:cNvPr id="1341" name="Shape 1341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5076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342" name="Shape 1342"/>
              <p:cNvSpPr/>
              <p:nvPr/>
            </p:nvSpPr>
            <p:spPr>
              <a:xfrm>
                <a:off x="85725" y="34925"/>
                <a:ext cx="234950" cy="387350"/>
              </a:xfrm>
              <a:prstGeom prst="rect">
                <a:avLst/>
              </a:prstGeom>
              <a:solidFill>
                <a:srgbClr val="FFFFFF"/>
              </a:solidFill>
              <a:ln w="5076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</p:grpSp>
        <p:sp>
          <p:nvSpPr>
            <p:cNvPr id="1344" name="Shape 1344"/>
            <p:cNvSpPr/>
            <p:nvPr/>
          </p:nvSpPr>
          <p:spPr>
            <a:xfrm flipV="1">
              <a:off x="228599" y="0"/>
              <a:ext cx="142876" cy="295275"/>
            </a:xfrm>
            <a:prstGeom prst="line">
              <a:avLst/>
            </a:prstGeom>
            <a:noFill/>
            <a:ln w="5076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</p:grpSp>
      <p:grpSp>
        <p:nvGrpSpPr>
          <p:cNvPr id="1348" name="Group 1348"/>
          <p:cNvGrpSpPr/>
          <p:nvPr/>
        </p:nvGrpSpPr>
        <p:grpSpPr>
          <a:xfrm>
            <a:off x="6858001" y="1676401"/>
            <a:ext cx="457201" cy="457201"/>
            <a:chOff x="0" y="0"/>
            <a:chExt cx="457200" cy="457200"/>
          </a:xfrm>
        </p:grpSpPr>
        <p:sp>
          <p:nvSpPr>
            <p:cNvPr id="1346" name="Shape 1346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347" name="Shape 1347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75</a:t>
              </a:r>
            </a:p>
          </p:txBody>
        </p:sp>
      </p:grpSp>
      <p:grpSp>
        <p:nvGrpSpPr>
          <p:cNvPr id="1351" name="Group 1351"/>
          <p:cNvGrpSpPr/>
          <p:nvPr/>
        </p:nvGrpSpPr>
        <p:grpSpPr>
          <a:xfrm>
            <a:off x="7620001" y="2189164"/>
            <a:ext cx="457201" cy="457201"/>
            <a:chOff x="0" y="0"/>
            <a:chExt cx="457200" cy="457200"/>
          </a:xfrm>
        </p:grpSpPr>
        <p:sp>
          <p:nvSpPr>
            <p:cNvPr id="1349" name="Shape 1349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pPr>
              <a:endParaRPr sz="1600"/>
            </a:p>
          </p:txBody>
        </p:sp>
        <p:sp>
          <p:nvSpPr>
            <p:cNvPr id="1350" name="Shape 1350"/>
            <p:cNvSpPr/>
            <p:nvPr/>
          </p:nvSpPr>
          <p:spPr>
            <a:xfrm>
              <a:off x="54707" y="4284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ctr">
              <a:spAutoFit/>
            </a:bodyPr>
            <a:lstStyle>
              <a:lvl1pPr algn="ctr">
                <a:lnSpc>
                  <a:spcPct val="100000"/>
                </a:lnSpc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72</a:t>
              </a:r>
            </a:p>
          </p:txBody>
        </p:sp>
      </p:grpSp>
      <p:grpSp>
        <p:nvGrpSpPr>
          <p:cNvPr id="1354" name="Group 1354"/>
          <p:cNvGrpSpPr/>
          <p:nvPr/>
        </p:nvGrpSpPr>
        <p:grpSpPr>
          <a:xfrm>
            <a:off x="6858001" y="1676401"/>
            <a:ext cx="457201" cy="457201"/>
            <a:chOff x="0" y="0"/>
            <a:chExt cx="457200" cy="457200"/>
          </a:xfrm>
        </p:grpSpPr>
        <p:sp>
          <p:nvSpPr>
            <p:cNvPr id="1352" name="Shape 1352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353" name="Shape 1353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15</a:t>
              </a:r>
            </a:p>
          </p:txBody>
        </p:sp>
      </p:grpSp>
      <p:grpSp>
        <p:nvGrpSpPr>
          <p:cNvPr id="1357" name="Group 1357"/>
          <p:cNvGrpSpPr/>
          <p:nvPr/>
        </p:nvGrpSpPr>
        <p:grpSpPr>
          <a:xfrm>
            <a:off x="8153401" y="2798764"/>
            <a:ext cx="457201" cy="457201"/>
            <a:chOff x="0" y="0"/>
            <a:chExt cx="457200" cy="457200"/>
          </a:xfrm>
        </p:grpSpPr>
        <p:sp>
          <p:nvSpPr>
            <p:cNvPr id="1355" name="Shape 1355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CC99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356" name="Shape 1356"/>
            <p:cNvSpPr/>
            <p:nvPr/>
          </p:nvSpPr>
          <p:spPr>
            <a:xfrm>
              <a:off x="66613" y="34925"/>
              <a:ext cx="347787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15</a:t>
              </a:r>
            </a:p>
          </p:txBody>
        </p:sp>
      </p:grpSp>
      <p:grpSp>
        <p:nvGrpSpPr>
          <p:cNvPr id="1392" name="Group 1392"/>
          <p:cNvGrpSpPr/>
          <p:nvPr/>
        </p:nvGrpSpPr>
        <p:grpSpPr>
          <a:xfrm>
            <a:off x="4343400" y="4454525"/>
            <a:ext cx="4572000" cy="717586"/>
            <a:chOff x="0" y="0"/>
            <a:chExt cx="4572000" cy="717585"/>
          </a:xfrm>
        </p:grpSpPr>
        <p:grpSp>
          <p:nvGrpSpPr>
            <p:cNvPr id="1360" name="Group 1360"/>
            <p:cNvGrpSpPr/>
            <p:nvPr/>
          </p:nvGrpSpPr>
          <p:grpSpPr>
            <a:xfrm>
              <a:off x="0" y="0"/>
              <a:ext cx="457200" cy="381000"/>
              <a:chOff x="0" y="0"/>
              <a:chExt cx="457200" cy="381000"/>
            </a:xfrm>
          </p:grpSpPr>
          <p:sp>
            <p:nvSpPr>
              <p:cNvPr id="1358" name="Shape 1358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359" name="Shape 1359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75</a:t>
                </a:r>
              </a:p>
            </p:txBody>
          </p:sp>
        </p:grpSp>
        <p:grpSp>
          <p:nvGrpSpPr>
            <p:cNvPr id="1363" name="Group 1363"/>
            <p:cNvGrpSpPr/>
            <p:nvPr/>
          </p:nvGrpSpPr>
          <p:grpSpPr>
            <a:xfrm>
              <a:off x="457200" y="0"/>
              <a:ext cx="457200" cy="381000"/>
              <a:chOff x="0" y="0"/>
              <a:chExt cx="457200" cy="381000"/>
            </a:xfrm>
          </p:grpSpPr>
          <p:sp>
            <p:nvSpPr>
              <p:cNvPr id="1361" name="Shape 1361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362" name="Shape 1362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30</a:t>
                </a:r>
              </a:p>
            </p:txBody>
          </p:sp>
        </p:grpSp>
        <p:grpSp>
          <p:nvGrpSpPr>
            <p:cNvPr id="1366" name="Group 1366"/>
            <p:cNvGrpSpPr/>
            <p:nvPr/>
          </p:nvGrpSpPr>
          <p:grpSpPr>
            <a:xfrm>
              <a:off x="914400" y="0"/>
              <a:ext cx="457200" cy="381000"/>
              <a:chOff x="0" y="0"/>
              <a:chExt cx="457200" cy="381000"/>
            </a:xfrm>
          </p:grpSpPr>
          <p:sp>
            <p:nvSpPr>
              <p:cNvPr id="1364" name="Shape 1364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365" name="Shape 1365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72</a:t>
                </a:r>
              </a:p>
            </p:txBody>
          </p:sp>
        </p:grpSp>
        <p:grpSp>
          <p:nvGrpSpPr>
            <p:cNvPr id="1369" name="Group 1369"/>
            <p:cNvGrpSpPr/>
            <p:nvPr/>
          </p:nvGrpSpPr>
          <p:grpSpPr>
            <a:xfrm>
              <a:off x="1371600" y="0"/>
              <a:ext cx="457200" cy="381000"/>
              <a:chOff x="0" y="0"/>
              <a:chExt cx="457200" cy="381000"/>
            </a:xfrm>
          </p:grpSpPr>
          <p:sp>
            <p:nvSpPr>
              <p:cNvPr id="1367" name="Shape 1367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368" name="Shape 1368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28</a:t>
                </a:r>
              </a:p>
            </p:txBody>
          </p:sp>
        </p:grpSp>
        <p:grpSp>
          <p:nvGrpSpPr>
            <p:cNvPr id="1372" name="Group 1372"/>
            <p:cNvGrpSpPr/>
            <p:nvPr/>
          </p:nvGrpSpPr>
          <p:grpSpPr>
            <a:xfrm>
              <a:off x="1828800" y="0"/>
              <a:ext cx="457200" cy="381000"/>
              <a:chOff x="0" y="0"/>
              <a:chExt cx="457200" cy="381000"/>
            </a:xfrm>
          </p:grpSpPr>
          <p:sp>
            <p:nvSpPr>
              <p:cNvPr id="1370" name="Shape 1370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371" name="Shape 1371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20</a:t>
                </a:r>
              </a:p>
            </p:txBody>
          </p:sp>
        </p:grpSp>
        <p:grpSp>
          <p:nvGrpSpPr>
            <p:cNvPr id="1375" name="Group 1375"/>
            <p:cNvGrpSpPr/>
            <p:nvPr/>
          </p:nvGrpSpPr>
          <p:grpSpPr>
            <a:xfrm>
              <a:off x="2286000" y="0"/>
              <a:ext cx="457200" cy="381000"/>
              <a:chOff x="0" y="0"/>
              <a:chExt cx="457200" cy="381000"/>
            </a:xfrm>
          </p:grpSpPr>
          <p:sp>
            <p:nvSpPr>
              <p:cNvPr id="1373" name="Shape 1373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374" name="Shape 1374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25</a:t>
                </a:r>
              </a:p>
            </p:txBody>
          </p:sp>
        </p:grpSp>
        <p:grpSp>
          <p:nvGrpSpPr>
            <p:cNvPr id="1378" name="Group 1378"/>
            <p:cNvGrpSpPr/>
            <p:nvPr/>
          </p:nvGrpSpPr>
          <p:grpSpPr>
            <a:xfrm>
              <a:off x="2743200" y="0"/>
              <a:ext cx="457200" cy="381000"/>
              <a:chOff x="0" y="0"/>
              <a:chExt cx="457200" cy="381000"/>
            </a:xfrm>
          </p:grpSpPr>
          <p:sp>
            <p:nvSpPr>
              <p:cNvPr id="1376" name="Shape 1376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377" name="Shape 1377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</a:t>
                </a:r>
              </a:p>
            </p:txBody>
          </p:sp>
        </p:grpSp>
        <p:sp>
          <p:nvSpPr>
            <p:cNvPr id="1379" name="Shape 1379"/>
            <p:cNvSpPr/>
            <p:nvPr/>
          </p:nvSpPr>
          <p:spPr>
            <a:xfrm>
              <a:off x="32004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380" name="Shape 1380"/>
            <p:cNvSpPr/>
            <p:nvPr/>
          </p:nvSpPr>
          <p:spPr>
            <a:xfrm>
              <a:off x="36576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381" name="Shape 1381"/>
            <p:cNvSpPr/>
            <p:nvPr/>
          </p:nvSpPr>
          <p:spPr>
            <a:xfrm>
              <a:off x="41148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382" name="Shape 1382"/>
            <p:cNvSpPr/>
            <p:nvPr/>
          </p:nvSpPr>
          <p:spPr>
            <a:xfrm>
              <a:off x="1172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1383" name="Shape 1383"/>
            <p:cNvSpPr/>
            <p:nvPr/>
          </p:nvSpPr>
          <p:spPr>
            <a:xfrm>
              <a:off x="5871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1384" name="Shape 1384"/>
            <p:cNvSpPr/>
            <p:nvPr/>
          </p:nvSpPr>
          <p:spPr>
            <a:xfrm>
              <a:off x="10443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1385" name="Shape 1385"/>
            <p:cNvSpPr/>
            <p:nvPr/>
          </p:nvSpPr>
          <p:spPr>
            <a:xfrm>
              <a:off x="14427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1386" name="Shape 1386"/>
            <p:cNvSpPr/>
            <p:nvPr/>
          </p:nvSpPr>
          <p:spPr>
            <a:xfrm>
              <a:off x="19587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1387" name="Shape 1387"/>
            <p:cNvSpPr/>
            <p:nvPr/>
          </p:nvSpPr>
          <p:spPr>
            <a:xfrm>
              <a:off x="2415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1388" name="Shape 1388"/>
            <p:cNvSpPr/>
            <p:nvPr/>
          </p:nvSpPr>
          <p:spPr>
            <a:xfrm>
              <a:off x="2849319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1389" name="Shape 1389"/>
            <p:cNvSpPr/>
            <p:nvPr/>
          </p:nvSpPr>
          <p:spPr>
            <a:xfrm>
              <a:off x="3330331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1390" name="Shape 1390"/>
            <p:cNvSpPr/>
            <p:nvPr/>
          </p:nvSpPr>
          <p:spPr>
            <a:xfrm>
              <a:off x="3763719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1391" name="Shape 1391"/>
            <p:cNvSpPr/>
            <p:nvPr/>
          </p:nvSpPr>
          <p:spPr>
            <a:xfrm>
              <a:off x="42240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grpSp>
        <p:nvGrpSpPr>
          <p:cNvPr id="1397" name="Group 1397"/>
          <p:cNvGrpSpPr/>
          <p:nvPr/>
        </p:nvGrpSpPr>
        <p:grpSpPr>
          <a:xfrm>
            <a:off x="8010527" y="2579687"/>
            <a:ext cx="600075" cy="682626"/>
            <a:chOff x="0" y="0"/>
            <a:chExt cx="600074" cy="682625"/>
          </a:xfrm>
        </p:grpSpPr>
        <p:sp>
          <p:nvSpPr>
            <p:cNvPr id="1393" name="Shape 1393"/>
            <p:cNvSpPr/>
            <p:nvPr/>
          </p:nvSpPr>
          <p:spPr>
            <a:xfrm flipH="1" flipV="1">
              <a:off x="0" y="-1"/>
              <a:ext cx="371476" cy="219077"/>
            </a:xfrm>
            <a:prstGeom prst="line">
              <a:avLst/>
            </a:prstGeom>
            <a:noFill/>
            <a:ln w="5724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grpSp>
          <p:nvGrpSpPr>
            <p:cNvPr id="1396" name="Group 1396"/>
            <p:cNvGrpSpPr/>
            <p:nvPr/>
          </p:nvGrpSpPr>
          <p:grpSpPr>
            <a:xfrm>
              <a:off x="142874" y="225424"/>
              <a:ext cx="457201" cy="457201"/>
              <a:chOff x="0" y="0"/>
              <a:chExt cx="457200" cy="457200"/>
            </a:xfrm>
          </p:grpSpPr>
          <p:sp>
            <p:nvSpPr>
              <p:cNvPr id="1394" name="Shape 1394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24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395" name="Shape 1395"/>
              <p:cNvSpPr/>
              <p:nvPr/>
            </p:nvSpPr>
            <p:spPr>
              <a:xfrm>
                <a:off x="120650" y="34925"/>
                <a:ext cx="241300" cy="393700"/>
              </a:xfrm>
              <a:prstGeom prst="rect">
                <a:avLst/>
              </a:prstGeom>
              <a:solidFill>
                <a:srgbClr val="FFFFFF"/>
              </a:solidFill>
              <a:ln w="5724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</p:grpSp>
      </p:grpSp>
      <p:grpSp>
        <p:nvGrpSpPr>
          <p:cNvPr id="1400" name="Group 1400"/>
          <p:cNvGrpSpPr/>
          <p:nvPr/>
        </p:nvGrpSpPr>
        <p:grpSpPr>
          <a:xfrm>
            <a:off x="6858001" y="1676401"/>
            <a:ext cx="457201" cy="457201"/>
            <a:chOff x="0" y="0"/>
            <a:chExt cx="457200" cy="457200"/>
          </a:xfrm>
        </p:grpSpPr>
        <p:sp>
          <p:nvSpPr>
            <p:cNvPr id="1398" name="Shape 1398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399" name="Shape 1399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72</a:t>
              </a:r>
            </a:p>
          </p:txBody>
        </p:sp>
      </p:grpSp>
      <p:grpSp>
        <p:nvGrpSpPr>
          <p:cNvPr id="1403" name="Group 1403"/>
          <p:cNvGrpSpPr/>
          <p:nvPr/>
        </p:nvGrpSpPr>
        <p:grpSpPr>
          <a:xfrm>
            <a:off x="7620001" y="2189164"/>
            <a:ext cx="457201" cy="457201"/>
            <a:chOff x="0" y="0"/>
            <a:chExt cx="457200" cy="457200"/>
          </a:xfrm>
        </p:grpSpPr>
        <p:sp>
          <p:nvSpPr>
            <p:cNvPr id="1401" name="Shape 1401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pPr>
              <a:endParaRPr sz="1600"/>
            </a:p>
          </p:txBody>
        </p:sp>
        <p:sp>
          <p:nvSpPr>
            <p:cNvPr id="1402" name="Shape 1402"/>
            <p:cNvSpPr/>
            <p:nvPr/>
          </p:nvSpPr>
          <p:spPr>
            <a:xfrm>
              <a:off x="54707" y="4284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ctr">
              <a:spAutoFit/>
            </a:bodyPr>
            <a:lstStyle>
              <a:lvl1pPr algn="ctr">
                <a:lnSpc>
                  <a:spcPct val="100000"/>
                </a:lnSpc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25</a:t>
              </a:r>
            </a:p>
          </p:txBody>
        </p:sp>
      </p:grpSp>
      <p:grpSp>
        <p:nvGrpSpPr>
          <p:cNvPr id="1406" name="Group 1406"/>
          <p:cNvGrpSpPr/>
          <p:nvPr/>
        </p:nvGrpSpPr>
        <p:grpSpPr>
          <a:xfrm>
            <a:off x="6853239" y="1676401"/>
            <a:ext cx="457201" cy="457201"/>
            <a:chOff x="0" y="0"/>
            <a:chExt cx="457200" cy="457200"/>
          </a:xfrm>
        </p:grpSpPr>
        <p:sp>
          <p:nvSpPr>
            <p:cNvPr id="1404" name="Shape 1404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405" name="Shape 1405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15</a:t>
              </a:r>
            </a:p>
          </p:txBody>
        </p:sp>
      </p:grpSp>
      <p:grpSp>
        <p:nvGrpSpPr>
          <p:cNvPr id="1409" name="Group 1409"/>
          <p:cNvGrpSpPr/>
          <p:nvPr/>
        </p:nvGrpSpPr>
        <p:grpSpPr>
          <a:xfrm>
            <a:off x="7162801" y="2798764"/>
            <a:ext cx="457201" cy="457201"/>
            <a:chOff x="0" y="0"/>
            <a:chExt cx="457200" cy="457200"/>
          </a:xfrm>
        </p:grpSpPr>
        <p:sp>
          <p:nvSpPr>
            <p:cNvPr id="1407" name="Shape 1407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CC99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408" name="Shape 1408"/>
            <p:cNvSpPr/>
            <p:nvPr/>
          </p:nvSpPr>
          <p:spPr>
            <a:xfrm>
              <a:off x="66613" y="34925"/>
              <a:ext cx="347787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15</a:t>
              </a:r>
            </a:p>
          </p:txBody>
        </p:sp>
      </p:grpSp>
      <p:grpSp>
        <p:nvGrpSpPr>
          <p:cNvPr id="1442" name="Group 1442"/>
          <p:cNvGrpSpPr/>
          <p:nvPr/>
        </p:nvGrpSpPr>
        <p:grpSpPr>
          <a:xfrm>
            <a:off x="4343400" y="4454525"/>
            <a:ext cx="4572000" cy="717586"/>
            <a:chOff x="0" y="0"/>
            <a:chExt cx="4572000" cy="717585"/>
          </a:xfrm>
        </p:grpSpPr>
        <p:grpSp>
          <p:nvGrpSpPr>
            <p:cNvPr id="1412" name="Group 1412"/>
            <p:cNvGrpSpPr/>
            <p:nvPr/>
          </p:nvGrpSpPr>
          <p:grpSpPr>
            <a:xfrm>
              <a:off x="0" y="0"/>
              <a:ext cx="457200" cy="381000"/>
              <a:chOff x="0" y="0"/>
              <a:chExt cx="457200" cy="381000"/>
            </a:xfrm>
          </p:grpSpPr>
          <p:sp>
            <p:nvSpPr>
              <p:cNvPr id="1410" name="Shape 1410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411" name="Shape 1411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72</a:t>
                </a:r>
              </a:p>
            </p:txBody>
          </p:sp>
        </p:grpSp>
        <p:grpSp>
          <p:nvGrpSpPr>
            <p:cNvPr id="1415" name="Group 1415"/>
            <p:cNvGrpSpPr/>
            <p:nvPr/>
          </p:nvGrpSpPr>
          <p:grpSpPr>
            <a:xfrm>
              <a:off x="457200" y="0"/>
              <a:ext cx="457200" cy="381000"/>
              <a:chOff x="0" y="0"/>
              <a:chExt cx="457200" cy="381000"/>
            </a:xfrm>
          </p:grpSpPr>
          <p:sp>
            <p:nvSpPr>
              <p:cNvPr id="1413" name="Shape 1413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414" name="Shape 1414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30</a:t>
                </a:r>
              </a:p>
            </p:txBody>
          </p:sp>
        </p:grpSp>
        <p:grpSp>
          <p:nvGrpSpPr>
            <p:cNvPr id="1418" name="Group 1418"/>
            <p:cNvGrpSpPr/>
            <p:nvPr/>
          </p:nvGrpSpPr>
          <p:grpSpPr>
            <a:xfrm>
              <a:off x="914400" y="0"/>
              <a:ext cx="457200" cy="381000"/>
              <a:chOff x="0" y="0"/>
              <a:chExt cx="457200" cy="381000"/>
            </a:xfrm>
          </p:grpSpPr>
          <p:sp>
            <p:nvSpPr>
              <p:cNvPr id="1416" name="Shape 1416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417" name="Shape 1417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25</a:t>
                </a:r>
              </a:p>
            </p:txBody>
          </p:sp>
        </p:grpSp>
        <p:grpSp>
          <p:nvGrpSpPr>
            <p:cNvPr id="1421" name="Group 1421"/>
            <p:cNvGrpSpPr/>
            <p:nvPr/>
          </p:nvGrpSpPr>
          <p:grpSpPr>
            <a:xfrm>
              <a:off x="1371600" y="0"/>
              <a:ext cx="457200" cy="381000"/>
              <a:chOff x="0" y="0"/>
              <a:chExt cx="457200" cy="381000"/>
            </a:xfrm>
          </p:grpSpPr>
          <p:sp>
            <p:nvSpPr>
              <p:cNvPr id="1419" name="Shape 1419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420" name="Shape 1420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28</a:t>
                </a:r>
              </a:p>
            </p:txBody>
          </p:sp>
        </p:grpSp>
        <p:grpSp>
          <p:nvGrpSpPr>
            <p:cNvPr id="1424" name="Group 1424"/>
            <p:cNvGrpSpPr/>
            <p:nvPr/>
          </p:nvGrpSpPr>
          <p:grpSpPr>
            <a:xfrm>
              <a:off x="1828800" y="0"/>
              <a:ext cx="457200" cy="381000"/>
              <a:chOff x="0" y="0"/>
              <a:chExt cx="457200" cy="381000"/>
            </a:xfrm>
          </p:grpSpPr>
          <p:sp>
            <p:nvSpPr>
              <p:cNvPr id="1422" name="Shape 1422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423" name="Shape 1423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20</a:t>
                </a:r>
              </a:p>
            </p:txBody>
          </p:sp>
        </p:grpSp>
        <p:grpSp>
          <p:nvGrpSpPr>
            <p:cNvPr id="1427" name="Group 1427"/>
            <p:cNvGrpSpPr/>
            <p:nvPr/>
          </p:nvGrpSpPr>
          <p:grpSpPr>
            <a:xfrm>
              <a:off x="2286000" y="0"/>
              <a:ext cx="457200" cy="381000"/>
              <a:chOff x="0" y="0"/>
              <a:chExt cx="457200" cy="381000"/>
            </a:xfrm>
          </p:grpSpPr>
          <p:sp>
            <p:nvSpPr>
              <p:cNvPr id="1425" name="Shape 1425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426" name="Shape 1426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</a:t>
                </a:r>
              </a:p>
            </p:txBody>
          </p:sp>
        </p:grpSp>
        <p:sp>
          <p:nvSpPr>
            <p:cNvPr id="1428" name="Shape 1428"/>
            <p:cNvSpPr/>
            <p:nvPr/>
          </p:nvSpPr>
          <p:spPr>
            <a:xfrm>
              <a:off x="27432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429" name="Shape 1429"/>
            <p:cNvSpPr/>
            <p:nvPr/>
          </p:nvSpPr>
          <p:spPr>
            <a:xfrm>
              <a:off x="32004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430" name="Shape 1430"/>
            <p:cNvSpPr/>
            <p:nvPr/>
          </p:nvSpPr>
          <p:spPr>
            <a:xfrm>
              <a:off x="36576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431" name="Shape 1431"/>
            <p:cNvSpPr/>
            <p:nvPr/>
          </p:nvSpPr>
          <p:spPr>
            <a:xfrm>
              <a:off x="41148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432" name="Shape 1432"/>
            <p:cNvSpPr/>
            <p:nvPr/>
          </p:nvSpPr>
          <p:spPr>
            <a:xfrm>
              <a:off x="1172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1433" name="Shape 1433"/>
            <p:cNvSpPr/>
            <p:nvPr/>
          </p:nvSpPr>
          <p:spPr>
            <a:xfrm>
              <a:off x="5871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1434" name="Shape 1434"/>
            <p:cNvSpPr/>
            <p:nvPr/>
          </p:nvSpPr>
          <p:spPr>
            <a:xfrm>
              <a:off x="10443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1435" name="Shape 1435"/>
            <p:cNvSpPr/>
            <p:nvPr/>
          </p:nvSpPr>
          <p:spPr>
            <a:xfrm>
              <a:off x="14427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1436" name="Shape 1436"/>
            <p:cNvSpPr/>
            <p:nvPr/>
          </p:nvSpPr>
          <p:spPr>
            <a:xfrm>
              <a:off x="19587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1437" name="Shape 1437"/>
            <p:cNvSpPr/>
            <p:nvPr/>
          </p:nvSpPr>
          <p:spPr>
            <a:xfrm>
              <a:off x="2415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1438" name="Shape 1438"/>
            <p:cNvSpPr/>
            <p:nvPr/>
          </p:nvSpPr>
          <p:spPr>
            <a:xfrm>
              <a:off x="2849319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1439" name="Shape 1439"/>
            <p:cNvSpPr/>
            <p:nvPr/>
          </p:nvSpPr>
          <p:spPr>
            <a:xfrm>
              <a:off x="3330331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1440" name="Shape 1440"/>
            <p:cNvSpPr/>
            <p:nvPr/>
          </p:nvSpPr>
          <p:spPr>
            <a:xfrm>
              <a:off x="3763719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1441" name="Shape 1441"/>
            <p:cNvSpPr/>
            <p:nvPr/>
          </p:nvSpPr>
          <p:spPr>
            <a:xfrm>
              <a:off x="42240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grpSp>
        <p:nvGrpSpPr>
          <p:cNvPr id="1447" name="Group 1447"/>
          <p:cNvGrpSpPr/>
          <p:nvPr/>
        </p:nvGrpSpPr>
        <p:grpSpPr>
          <a:xfrm>
            <a:off x="7162799" y="2570162"/>
            <a:ext cx="523876" cy="682626"/>
            <a:chOff x="0" y="0"/>
            <a:chExt cx="523875" cy="682624"/>
          </a:xfrm>
        </p:grpSpPr>
        <p:sp>
          <p:nvSpPr>
            <p:cNvPr id="1443" name="Shape 1443"/>
            <p:cNvSpPr/>
            <p:nvPr/>
          </p:nvSpPr>
          <p:spPr>
            <a:xfrm flipV="1">
              <a:off x="228600" y="-1"/>
              <a:ext cx="295275" cy="219077"/>
            </a:xfrm>
            <a:prstGeom prst="line">
              <a:avLst/>
            </a:prstGeom>
            <a:noFill/>
            <a:ln w="5076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grpSp>
          <p:nvGrpSpPr>
            <p:cNvPr id="1446" name="Group 1446"/>
            <p:cNvGrpSpPr/>
            <p:nvPr/>
          </p:nvGrpSpPr>
          <p:grpSpPr>
            <a:xfrm>
              <a:off x="-1" y="225424"/>
              <a:ext cx="457201" cy="457201"/>
              <a:chOff x="0" y="0"/>
              <a:chExt cx="457200" cy="457200"/>
            </a:xfrm>
          </p:grpSpPr>
          <p:sp>
            <p:nvSpPr>
              <p:cNvPr id="1444" name="Shape 1444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5076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445" name="Shape 1445"/>
              <p:cNvSpPr/>
              <p:nvPr/>
            </p:nvSpPr>
            <p:spPr>
              <a:xfrm>
                <a:off x="123825" y="34925"/>
                <a:ext cx="234950" cy="387350"/>
              </a:xfrm>
              <a:prstGeom prst="rect">
                <a:avLst/>
              </a:prstGeom>
              <a:solidFill>
                <a:srgbClr val="FFFFFF"/>
              </a:solidFill>
              <a:ln w="5076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</p:grpSp>
      </p:grpSp>
      <p:grpSp>
        <p:nvGrpSpPr>
          <p:cNvPr id="1450" name="Group 1450"/>
          <p:cNvGrpSpPr/>
          <p:nvPr/>
        </p:nvGrpSpPr>
        <p:grpSpPr>
          <a:xfrm>
            <a:off x="6858001" y="1676401"/>
            <a:ext cx="457201" cy="457201"/>
            <a:chOff x="0" y="0"/>
            <a:chExt cx="457200" cy="457200"/>
          </a:xfrm>
        </p:grpSpPr>
        <p:sp>
          <p:nvSpPr>
            <p:cNvPr id="1448" name="Shape 1448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449" name="Shape 1449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30</a:t>
              </a:r>
            </a:p>
          </p:txBody>
        </p:sp>
      </p:grpSp>
      <p:grpSp>
        <p:nvGrpSpPr>
          <p:cNvPr id="1453" name="Group 1453"/>
          <p:cNvGrpSpPr/>
          <p:nvPr/>
        </p:nvGrpSpPr>
        <p:grpSpPr>
          <a:xfrm>
            <a:off x="6096001" y="2189164"/>
            <a:ext cx="457201" cy="457201"/>
            <a:chOff x="0" y="0"/>
            <a:chExt cx="457200" cy="457200"/>
          </a:xfrm>
        </p:grpSpPr>
        <p:sp>
          <p:nvSpPr>
            <p:cNvPr id="1451" name="Shape 1451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452" name="Shape 1452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28</a:t>
              </a:r>
            </a:p>
          </p:txBody>
        </p:sp>
      </p:grpSp>
      <p:grpSp>
        <p:nvGrpSpPr>
          <p:cNvPr id="1456" name="Group 1456"/>
          <p:cNvGrpSpPr/>
          <p:nvPr/>
        </p:nvGrpSpPr>
        <p:grpSpPr>
          <a:xfrm>
            <a:off x="6853239" y="1676401"/>
            <a:ext cx="457201" cy="457201"/>
            <a:chOff x="0" y="0"/>
            <a:chExt cx="457200" cy="457200"/>
          </a:xfrm>
        </p:grpSpPr>
        <p:sp>
          <p:nvSpPr>
            <p:cNvPr id="1454" name="Shape 1454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455" name="Shape 1455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20</a:t>
              </a:r>
            </a:p>
          </p:txBody>
        </p:sp>
      </p:grpSp>
      <p:grpSp>
        <p:nvGrpSpPr>
          <p:cNvPr id="1459" name="Group 1459"/>
          <p:cNvGrpSpPr/>
          <p:nvPr/>
        </p:nvGrpSpPr>
        <p:grpSpPr>
          <a:xfrm>
            <a:off x="5562601" y="2798764"/>
            <a:ext cx="457201" cy="457201"/>
            <a:chOff x="0" y="0"/>
            <a:chExt cx="457200" cy="457200"/>
          </a:xfrm>
        </p:grpSpPr>
        <p:sp>
          <p:nvSpPr>
            <p:cNvPr id="1457" name="Shape 1457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458" name="Shape 1458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15</a:t>
              </a:r>
            </a:p>
          </p:txBody>
        </p:sp>
      </p:grpSp>
      <p:grpSp>
        <p:nvGrpSpPr>
          <p:cNvPr id="1490" name="Group 1490"/>
          <p:cNvGrpSpPr/>
          <p:nvPr/>
        </p:nvGrpSpPr>
        <p:grpSpPr>
          <a:xfrm>
            <a:off x="4343400" y="4454525"/>
            <a:ext cx="4572000" cy="717586"/>
            <a:chOff x="0" y="0"/>
            <a:chExt cx="4572000" cy="717585"/>
          </a:xfrm>
        </p:grpSpPr>
        <p:grpSp>
          <p:nvGrpSpPr>
            <p:cNvPr id="1462" name="Group 1462"/>
            <p:cNvGrpSpPr/>
            <p:nvPr/>
          </p:nvGrpSpPr>
          <p:grpSpPr>
            <a:xfrm>
              <a:off x="0" y="0"/>
              <a:ext cx="457200" cy="381000"/>
              <a:chOff x="0" y="0"/>
              <a:chExt cx="457200" cy="381000"/>
            </a:xfrm>
          </p:grpSpPr>
          <p:sp>
            <p:nvSpPr>
              <p:cNvPr id="1460" name="Shape 1460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461" name="Shape 1461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30</a:t>
                </a:r>
              </a:p>
            </p:txBody>
          </p:sp>
        </p:grpSp>
        <p:grpSp>
          <p:nvGrpSpPr>
            <p:cNvPr id="1465" name="Group 1465"/>
            <p:cNvGrpSpPr/>
            <p:nvPr/>
          </p:nvGrpSpPr>
          <p:grpSpPr>
            <a:xfrm>
              <a:off x="457200" y="0"/>
              <a:ext cx="457200" cy="381000"/>
              <a:chOff x="0" y="0"/>
              <a:chExt cx="457200" cy="381000"/>
            </a:xfrm>
          </p:grpSpPr>
          <p:sp>
            <p:nvSpPr>
              <p:cNvPr id="1463" name="Shape 1463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464" name="Shape 1464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28</a:t>
                </a:r>
              </a:p>
            </p:txBody>
          </p:sp>
        </p:grpSp>
        <p:grpSp>
          <p:nvGrpSpPr>
            <p:cNvPr id="1468" name="Group 1468"/>
            <p:cNvGrpSpPr/>
            <p:nvPr/>
          </p:nvGrpSpPr>
          <p:grpSpPr>
            <a:xfrm>
              <a:off x="914400" y="0"/>
              <a:ext cx="457200" cy="381000"/>
              <a:chOff x="0" y="0"/>
              <a:chExt cx="457200" cy="381000"/>
            </a:xfrm>
          </p:grpSpPr>
          <p:sp>
            <p:nvSpPr>
              <p:cNvPr id="1466" name="Shape 1466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467" name="Shape 1467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25</a:t>
                </a:r>
              </a:p>
            </p:txBody>
          </p:sp>
        </p:grpSp>
        <p:grpSp>
          <p:nvGrpSpPr>
            <p:cNvPr id="1471" name="Group 1471"/>
            <p:cNvGrpSpPr/>
            <p:nvPr/>
          </p:nvGrpSpPr>
          <p:grpSpPr>
            <a:xfrm>
              <a:off x="1371600" y="0"/>
              <a:ext cx="457200" cy="381000"/>
              <a:chOff x="0" y="0"/>
              <a:chExt cx="457200" cy="381000"/>
            </a:xfrm>
          </p:grpSpPr>
          <p:sp>
            <p:nvSpPr>
              <p:cNvPr id="1469" name="Shape 1469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470" name="Shape 1470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</a:t>
                </a:r>
              </a:p>
            </p:txBody>
          </p:sp>
        </p:grpSp>
        <p:grpSp>
          <p:nvGrpSpPr>
            <p:cNvPr id="1474" name="Group 1474"/>
            <p:cNvGrpSpPr/>
            <p:nvPr/>
          </p:nvGrpSpPr>
          <p:grpSpPr>
            <a:xfrm>
              <a:off x="1828800" y="0"/>
              <a:ext cx="457200" cy="381000"/>
              <a:chOff x="0" y="0"/>
              <a:chExt cx="457200" cy="381000"/>
            </a:xfrm>
          </p:grpSpPr>
          <p:sp>
            <p:nvSpPr>
              <p:cNvPr id="1472" name="Shape 1472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473" name="Shape 1473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20</a:t>
                </a:r>
              </a:p>
            </p:txBody>
          </p:sp>
        </p:grpSp>
        <p:sp>
          <p:nvSpPr>
            <p:cNvPr id="1475" name="Shape 1475"/>
            <p:cNvSpPr/>
            <p:nvPr/>
          </p:nvSpPr>
          <p:spPr>
            <a:xfrm>
              <a:off x="22860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476" name="Shape 1476"/>
            <p:cNvSpPr/>
            <p:nvPr/>
          </p:nvSpPr>
          <p:spPr>
            <a:xfrm>
              <a:off x="27432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477" name="Shape 1477"/>
            <p:cNvSpPr/>
            <p:nvPr/>
          </p:nvSpPr>
          <p:spPr>
            <a:xfrm>
              <a:off x="32004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478" name="Shape 1478"/>
            <p:cNvSpPr/>
            <p:nvPr/>
          </p:nvSpPr>
          <p:spPr>
            <a:xfrm>
              <a:off x="36576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479" name="Shape 1479"/>
            <p:cNvSpPr/>
            <p:nvPr/>
          </p:nvSpPr>
          <p:spPr>
            <a:xfrm>
              <a:off x="41148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480" name="Shape 1480"/>
            <p:cNvSpPr/>
            <p:nvPr/>
          </p:nvSpPr>
          <p:spPr>
            <a:xfrm>
              <a:off x="1172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1481" name="Shape 1481"/>
            <p:cNvSpPr/>
            <p:nvPr/>
          </p:nvSpPr>
          <p:spPr>
            <a:xfrm>
              <a:off x="5871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1482" name="Shape 1482"/>
            <p:cNvSpPr/>
            <p:nvPr/>
          </p:nvSpPr>
          <p:spPr>
            <a:xfrm>
              <a:off x="10443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1483" name="Shape 1483"/>
            <p:cNvSpPr/>
            <p:nvPr/>
          </p:nvSpPr>
          <p:spPr>
            <a:xfrm>
              <a:off x="14427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1484" name="Shape 1484"/>
            <p:cNvSpPr/>
            <p:nvPr/>
          </p:nvSpPr>
          <p:spPr>
            <a:xfrm>
              <a:off x="19587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1485" name="Shape 1485"/>
            <p:cNvSpPr/>
            <p:nvPr/>
          </p:nvSpPr>
          <p:spPr>
            <a:xfrm>
              <a:off x="2415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1486" name="Shape 1486"/>
            <p:cNvSpPr/>
            <p:nvPr/>
          </p:nvSpPr>
          <p:spPr>
            <a:xfrm>
              <a:off x="2849319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1487" name="Shape 1487"/>
            <p:cNvSpPr/>
            <p:nvPr/>
          </p:nvSpPr>
          <p:spPr>
            <a:xfrm>
              <a:off x="3330331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1488" name="Shape 1488"/>
            <p:cNvSpPr/>
            <p:nvPr/>
          </p:nvSpPr>
          <p:spPr>
            <a:xfrm>
              <a:off x="3763719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1489" name="Shape 1489"/>
            <p:cNvSpPr/>
            <p:nvPr/>
          </p:nvSpPr>
          <p:spPr>
            <a:xfrm>
              <a:off x="42240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grpSp>
        <p:nvGrpSpPr>
          <p:cNvPr id="1495" name="Group 1495"/>
          <p:cNvGrpSpPr/>
          <p:nvPr/>
        </p:nvGrpSpPr>
        <p:grpSpPr>
          <a:xfrm>
            <a:off x="6500812" y="2570162"/>
            <a:ext cx="600076" cy="682626"/>
            <a:chOff x="0" y="0"/>
            <a:chExt cx="600074" cy="682625"/>
          </a:xfrm>
        </p:grpSpPr>
        <p:sp>
          <p:nvSpPr>
            <p:cNvPr id="1491" name="Shape 1491"/>
            <p:cNvSpPr/>
            <p:nvPr/>
          </p:nvSpPr>
          <p:spPr>
            <a:xfrm flipH="1" flipV="1">
              <a:off x="0" y="-1"/>
              <a:ext cx="371476" cy="219077"/>
            </a:xfrm>
            <a:prstGeom prst="line">
              <a:avLst/>
            </a:prstGeom>
            <a:noFill/>
            <a:ln w="540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grpSp>
          <p:nvGrpSpPr>
            <p:cNvPr id="1494" name="Group 1494"/>
            <p:cNvGrpSpPr/>
            <p:nvPr/>
          </p:nvGrpSpPr>
          <p:grpSpPr>
            <a:xfrm>
              <a:off x="142874" y="225424"/>
              <a:ext cx="457201" cy="457201"/>
              <a:chOff x="0" y="0"/>
              <a:chExt cx="457200" cy="457200"/>
            </a:xfrm>
          </p:grpSpPr>
          <p:sp>
            <p:nvSpPr>
              <p:cNvPr id="1492" name="Shape 1492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540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493" name="Shape 1493"/>
              <p:cNvSpPr/>
              <p:nvPr/>
            </p:nvSpPr>
            <p:spPr>
              <a:xfrm>
                <a:off x="122237" y="34925"/>
                <a:ext cx="238126" cy="390525"/>
              </a:xfrm>
              <a:prstGeom prst="rect">
                <a:avLst/>
              </a:prstGeom>
              <a:solidFill>
                <a:srgbClr val="FFFFFF"/>
              </a:solidFill>
              <a:ln w="540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</p:grpSp>
      </p:grpSp>
      <p:grpSp>
        <p:nvGrpSpPr>
          <p:cNvPr id="1498" name="Group 1498"/>
          <p:cNvGrpSpPr/>
          <p:nvPr/>
        </p:nvGrpSpPr>
        <p:grpSpPr>
          <a:xfrm>
            <a:off x="6843714" y="1676401"/>
            <a:ext cx="457201" cy="457201"/>
            <a:chOff x="0" y="0"/>
            <a:chExt cx="457200" cy="457200"/>
          </a:xfrm>
        </p:grpSpPr>
        <p:sp>
          <p:nvSpPr>
            <p:cNvPr id="1496" name="Shape 1496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497" name="Shape 1497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28</a:t>
              </a:r>
            </a:p>
          </p:txBody>
        </p:sp>
      </p:grpSp>
      <p:grpSp>
        <p:nvGrpSpPr>
          <p:cNvPr id="1501" name="Group 1501"/>
          <p:cNvGrpSpPr/>
          <p:nvPr/>
        </p:nvGrpSpPr>
        <p:grpSpPr>
          <a:xfrm>
            <a:off x="6858001" y="1676401"/>
            <a:ext cx="457201" cy="457201"/>
            <a:chOff x="0" y="0"/>
            <a:chExt cx="457200" cy="457200"/>
          </a:xfrm>
        </p:grpSpPr>
        <p:sp>
          <p:nvSpPr>
            <p:cNvPr id="1499" name="Shape 1499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00" name="Shape 1500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15</a:t>
              </a:r>
            </a:p>
          </p:txBody>
        </p:sp>
      </p:grpSp>
      <p:grpSp>
        <p:nvGrpSpPr>
          <p:cNvPr id="1504" name="Group 1504"/>
          <p:cNvGrpSpPr/>
          <p:nvPr/>
        </p:nvGrpSpPr>
        <p:grpSpPr>
          <a:xfrm>
            <a:off x="6096001" y="2189164"/>
            <a:ext cx="457201" cy="457201"/>
            <a:chOff x="0" y="0"/>
            <a:chExt cx="457200" cy="457200"/>
          </a:xfrm>
        </p:grpSpPr>
        <p:sp>
          <p:nvSpPr>
            <p:cNvPr id="1502" name="Shape 1502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03" name="Shape 1503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20</a:t>
              </a:r>
            </a:p>
          </p:txBody>
        </p:sp>
      </p:grpSp>
      <p:grpSp>
        <p:nvGrpSpPr>
          <p:cNvPr id="1533" name="Group 1533"/>
          <p:cNvGrpSpPr/>
          <p:nvPr/>
        </p:nvGrpSpPr>
        <p:grpSpPr>
          <a:xfrm>
            <a:off x="4343400" y="4454525"/>
            <a:ext cx="4572000" cy="717586"/>
            <a:chOff x="0" y="0"/>
            <a:chExt cx="4572000" cy="717585"/>
          </a:xfrm>
        </p:grpSpPr>
        <p:grpSp>
          <p:nvGrpSpPr>
            <p:cNvPr id="1507" name="Group 1507"/>
            <p:cNvGrpSpPr/>
            <p:nvPr/>
          </p:nvGrpSpPr>
          <p:grpSpPr>
            <a:xfrm>
              <a:off x="0" y="0"/>
              <a:ext cx="457200" cy="381000"/>
              <a:chOff x="0" y="0"/>
              <a:chExt cx="457200" cy="381000"/>
            </a:xfrm>
          </p:grpSpPr>
          <p:sp>
            <p:nvSpPr>
              <p:cNvPr id="1505" name="Shape 1505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506" name="Shape 1506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28</a:t>
                </a:r>
              </a:p>
            </p:txBody>
          </p:sp>
        </p:grpSp>
        <p:grpSp>
          <p:nvGrpSpPr>
            <p:cNvPr id="1510" name="Group 1510"/>
            <p:cNvGrpSpPr/>
            <p:nvPr/>
          </p:nvGrpSpPr>
          <p:grpSpPr>
            <a:xfrm>
              <a:off x="457200" y="0"/>
              <a:ext cx="457200" cy="381000"/>
              <a:chOff x="0" y="0"/>
              <a:chExt cx="457200" cy="381000"/>
            </a:xfrm>
          </p:grpSpPr>
          <p:sp>
            <p:nvSpPr>
              <p:cNvPr id="1508" name="Shape 1508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509" name="Shape 1509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20</a:t>
                </a:r>
              </a:p>
            </p:txBody>
          </p:sp>
        </p:grpSp>
        <p:grpSp>
          <p:nvGrpSpPr>
            <p:cNvPr id="1513" name="Group 1513"/>
            <p:cNvGrpSpPr/>
            <p:nvPr/>
          </p:nvGrpSpPr>
          <p:grpSpPr>
            <a:xfrm>
              <a:off x="914400" y="0"/>
              <a:ext cx="457200" cy="381000"/>
              <a:chOff x="0" y="0"/>
              <a:chExt cx="457200" cy="381000"/>
            </a:xfrm>
          </p:grpSpPr>
          <p:sp>
            <p:nvSpPr>
              <p:cNvPr id="1511" name="Shape 1511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512" name="Shape 1512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25</a:t>
                </a:r>
              </a:p>
            </p:txBody>
          </p:sp>
        </p:grpSp>
        <p:grpSp>
          <p:nvGrpSpPr>
            <p:cNvPr id="1516" name="Group 1516"/>
            <p:cNvGrpSpPr/>
            <p:nvPr/>
          </p:nvGrpSpPr>
          <p:grpSpPr>
            <a:xfrm>
              <a:off x="1371600" y="0"/>
              <a:ext cx="457200" cy="381000"/>
              <a:chOff x="0" y="0"/>
              <a:chExt cx="457200" cy="381000"/>
            </a:xfrm>
          </p:grpSpPr>
          <p:sp>
            <p:nvSpPr>
              <p:cNvPr id="1514" name="Shape 1514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515" name="Shape 1515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</a:t>
                </a:r>
              </a:p>
            </p:txBody>
          </p:sp>
        </p:grpSp>
        <p:sp>
          <p:nvSpPr>
            <p:cNvPr id="1517" name="Shape 1517"/>
            <p:cNvSpPr/>
            <p:nvPr/>
          </p:nvSpPr>
          <p:spPr>
            <a:xfrm>
              <a:off x="18288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18" name="Shape 1518"/>
            <p:cNvSpPr/>
            <p:nvPr/>
          </p:nvSpPr>
          <p:spPr>
            <a:xfrm>
              <a:off x="22860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19" name="Shape 1519"/>
            <p:cNvSpPr/>
            <p:nvPr/>
          </p:nvSpPr>
          <p:spPr>
            <a:xfrm>
              <a:off x="27432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20" name="Shape 1520"/>
            <p:cNvSpPr/>
            <p:nvPr/>
          </p:nvSpPr>
          <p:spPr>
            <a:xfrm>
              <a:off x="32004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21" name="Shape 1521"/>
            <p:cNvSpPr/>
            <p:nvPr/>
          </p:nvSpPr>
          <p:spPr>
            <a:xfrm>
              <a:off x="36576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22" name="Shape 1522"/>
            <p:cNvSpPr/>
            <p:nvPr/>
          </p:nvSpPr>
          <p:spPr>
            <a:xfrm>
              <a:off x="41148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23" name="Shape 1523"/>
            <p:cNvSpPr/>
            <p:nvPr/>
          </p:nvSpPr>
          <p:spPr>
            <a:xfrm>
              <a:off x="1172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1524" name="Shape 1524"/>
            <p:cNvSpPr/>
            <p:nvPr/>
          </p:nvSpPr>
          <p:spPr>
            <a:xfrm>
              <a:off x="5871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1525" name="Shape 1525"/>
            <p:cNvSpPr/>
            <p:nvPr/>
          </p:nvSpPr>
          <p:spPr>
            <a:xfrm>
              <a:off x="10443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1526" name="Shape 1526"/>
            <p:cNvSpPr/>
            <p:nvPr/>
          </p:nvSpPr>
          <p:spPr>
            <a:xfrm>
              <a:off x="14427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1527" name="Shape 1527"/>
            <p:cNvSpPr/>
            <p:nvPr/>
          </p:nvSpPr>
          <p:spPr>
            <a:xfrm>
              <a:off x="19587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1528" name="Shape 1528"/>
            <p:cNvSpPr/>
            <p:nvPr/>
          </p:nvSpPr>
          <p:spPr>
            <a:xfrm>
              <a:off x="2415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1529" name="Shape 1529"/>
            <p:cNvSpPr/>
            <p:nvPr/>
          </p:nvSpPr>
          <p:spPr>
            <a:xfrm>
              <a:off x="2849319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1530" name="Shape 1530"/>
            <p:cNvSpPr/>
            <p:nvPr/>
          </p:nvSpPr>
          <p:spPr>
            <a:xfrm>
              <a:off x="3330331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1531" name="Shape 1531"/>
            <p:cNvSpPr/>
            <p:nvPr/>
          </p:nvSpPr>
          <p:spPr>
            <a:xfrm>
              <a:off x="3763719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1532" name="Shape 1532"/>
            <p:cNvSpPr/>
            <p:nvPr/>
          </p:nvSpPr>
          <p:spPr>
            <a:xfrm>
              <a:off x="42240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grpSp>
        <p:nvGrpSpPr>
          <p:cNvPr id="1538" name="Group 1538"/>
          <p:cNvGrpSpPr/>
          <p:nvPr/>
        </p:nvGrpSpPr>
        <p:grpSpPr>
          <a:xfrm>
            <a:off x="5562601" y="2570162"/>
            <a:ext cx="600077" cy="682626"/>
            <a:chOff x="0" y="0"/>
            <a:chExt cx="600075" cy="682624"/>
          </a:xfrm>
        </p:grpSpPr>
        <p:sp>
          <p:nvSpPr>
            <p:cNvPr id="1534" name="Shape 1534"/>
            <p:cNvSpPr/>
            <p:nvPr/>
          </p:nvSpPr>
          <p:spPr>
            <a:xfrm flipV="1">
              <a:off x="228600" y="0"/>
              <a:ext cx="371476" cy="219075"/>
            </a:xfrm>
            <a:prstGeom prst="line">
              <a:avLst/>
            </a:prstGeom>
            <a:noFill/>
            <a:ln w="4752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grpSp>
          <p:nvGrpSpPr>
            <p:cNvPr id="1537" name="Group 1537"/>
            <p:cNvGrpSpPr/>
            <p:nvPr/>
          </p:nvGrpSpPr>
          <p:grpSpPr>
            <a:xfrm>
              <a:off x="-1" y="225424"/>
              <a:ext cx="457201" cy="457201"/>
              <a:chOff x="0" y="0"/>
              <a:chExt cx="457200" cy="457200"/>
            </a:xfrm>
          </p:grpSpPr>
          <p:sp>
            <p:nvSpPr>
              <p:cNvPr id="1535" name="Shape 1535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52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536" name="Shape 1536"/>
              <p:cNvSpPr/>
              <p:nvPr/>
            </p:nvSpPr>
            <p:spPr>
              <a:xfrm>
                <a:off x="123825" y="34925"/>
                <a:ext cx="231775" cy="384175"/>
              </a:xfrm>
              <a:prstGeom prst="rect">
                <a:avLst/>
              </a:prstGeom>
              <a:solidFill>
                <a:srgbClr val="FFFFFF"/>
              </a:solidFill>
              <a:ln w="4752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</p:grpSp>
      </p:grpSp>
      <p:grpSp>
        <p:nvGrpSpPr>
          <p:cNvPr id="1541" name="Group 1541"/>
          <p:cNvGrpSpPr/>
          <p:nvPr/>
        </p:nvGrpSpPr>
        <p:grpSpPr>
          <a:xfrm>
            <a:off x="6858001" y="1676401"/>
            <a:ext cx="457201" cy="457201"/>
            <a:chOff x="0" y="0"/>
            <a:chExt cx="457200" cy="457200"/>
          </a:xfrm>
        </p:grpSpPr>
        <p:sp>
          <p:nvSpPr>
            <p:cNvPr id="1539" name="Shape 1539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40" name="Shape 1540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25</a:t>
              </a:r>
            </a:p>
          </p:txBody>
        </p:sp>
      </p:grpSp>
      <p:grpSp>
        <p:nvGrpSpPr>
          <p:cNvPr id="1544" name="Group 1544"/>
          <p:cNvGrpSpPr/>
          <p:nvPr/>
        </p:nvGrpSpPr>
        <p:grpSpPr>
          <a:xfrm>
            <a:off x="6858001" y="1676401"/>
            <a:ext cx="457201" cy="457201"/>
            <a:chOff x="0" y="0"/>
            <a:chExt cx="457200" cy="457200"/>
          </a:xfrm>
        </p:grpSpPr>
        <p:sp>
          <p:nvSpPr>
            <p:cNvPr id="1542" name="Shape 1542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43" name="Shape 1543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15</a:t>
              </a:r>
            </a:p>
          </p:txBody>
        </p:sp>
      </p:grpSp>
      <p:grpSp>
        <p:nvGrpSpPr>
          <p:cNvPr id="1547" name="Group 1547"/>
          <p:cNvGrpSpPr/>
          <p:nvPr/>
        </p:nvGrpSpPr>
        <p:grpSpPr>
          <a:xfrm>
            <a:off x="7620001" y="2189164"/>
            <a:ext cx="457201" cy="457201"/>
            <a:chOff x="0" y="0"/>
            <a:chExt cx="457200" cy="457200"/>
          </a:xfrm>
        </p:grpSpPr>
        <p:sp>
          <p:nvSpPr>
            <p:cNvPr id="1545" name="Shape 1545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pPr>
              <a:endParaRPr sz="1600"/>
            </a:p>
          </p:txBody>
        </p:sp>
        <p:sp>
          <p:nvSpPr>
            <p:cNvPr id="1546" name="Shape 1546"/>
            <p:cNvSpPr/>
            <p:nvPr/>
          </p:nvSpPr>
          <p:spPr>
            <a:xfrm>
              <a:off x="54707" y="4284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ctr">
              <a:spAutoFit/>
            </a:bodyPr>
            <a:lstStyle>
              <a:lvl1pPr algn="ctr">
                <a:lnSpc>
                  <a:spcPct val="100000"/>
                </a:lnSpc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15</a:t>
              </a:r>
            </a:p>
          </p:txBody>
        </p:sp>
      </p:grpSp>
      <p:grpSp>
        <p:nvGrpSpPr>
          <p:cNvPr id="1574" name="Group 1574"/>
          <p:cNvGrpSpPr/>
          <p:nvPr/>
        </p:nvGrpSpPr>
        <p:grpSpPr>
          <a:xfrm>
            <a:off x="4343400" y="4454525"/>
            <a:ext cx="4572000" cy="717586"/>
            <a:chOff x="0" y="0"/>
            <a:chExt cx="4572000" cy="717585"/>
          </a:xfrm>
        </p:grpSpPr>
        <p:grpSp>
          <p:nvGrpSpPr>
            <p:cNvPr id="1550" name="Group 1550"/>
            <p:cNvGrpSpPr/>
            <p:nvPr/>
          </p:nvGrpSpPr>
          <p:grpSpPr>
            <a:xfrm>
              <a:off x="0" y="0"/>
              <a:ext cx="457200" cy="381000"/>
              <a:chOff x="0" y="0"/>
              <a:chExt cx="457200" cy="381000"/>
            </a:xfrm>
          </p:grpSpPr>
          <p:sp>
            <p:nvSpPr>
              <p:cNvPr id="1548" name="Shape 1548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549" name="Shape 1549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25</a:t>
                </a:r>
              </a:p>
            </p:txBody>
          </p:sp>
        </p:grpSp>
        <p:grpSp>
          <p:nvGrpSpPr>
            <p:cNvPr id="1553" name="Group 1553"/>
            <p:cNvGrpSpPr/>
            <p:nvPr/>
          </p:nvGrpSpPr>
          <p:grpSpPr>
            <a:xfrm>
              <a:off x="457200" y="0"/>
              <a:ext cx="457200" cy="381000"/>
              <a:chOff x="0" y="0"/>
              <a:chExt cx="457200" cy="381000"/>
            </a:xfrm>
          </p:grpSpPr>
          <p:sp>
            <p:nvSpPr>
              <p:cNvPr id="1551" name="Shape 1551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552" name="Shape 1552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20</a:t>
                </a:r>
              </a:p>
            </p:txBody>
          </p:sp>
        </p:grpSp>
        <p:grpSp>
          <p:nvGrpSpPr>
            <p:cNvPr id="1556" name="Group 1556"/>
            <p:cNvGrpSpPr/>
            <p:nvPr/>
          </p:nvGrpSpPr>
          <p:grpSpPr>
            <a:xfrm>
              <a:off x="914400" y="0"/>
              <a:ext cx="457200" cy="381000"/>
              <a:chOff x="0" y="0"/>
              <a:chExt cx="457200" cy="381000"/>
            </a:xfrm>
          </p:grpSpPr>
          <p:sp>
            <p:nvSpPr>
              <p:cNvPr id="1554" name="Shape 1554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555" name="Shape 1555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</a:t>
                </a:r>
              </a:p>
            </p:txBody>
          </p:sp>
        </p:grpSp>
        <p:sp>
          <p:nvSpPr>
            <p:cNvPr id="1557" name="Shape 1557"/>
            <p:cNvSpPr/>
            <p:nvPr/>
          </p:nvSpPr>
          <p:spPr>
            <a:xfrm>
              <a:off x="13716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58" name="Shape 1558"/>
            <p:cNvSpPr/>
            <p:nvPr/>
          </p:nvSpPr>
          <p:spPr>
            <a:xfrm>
              <a:off x="18288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59" name="Shape 1559"/>
            <p:cNvSpPr/>
            <p:nvPr/>
          </p:nvSpPr>
          <p:spPr>
            <a:xfrm>
              <a:off x="22860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60" name="Shape 1560"/>
            <p:cNvSpPr/>
            <p:nvPr/>
          </p:nvSpPr>
          <p:spPr>
            <a:xfrm>
              <a:off x="27432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61" name="Shape 1561"/>
            <p:cNvSpPr/>
            <p:nvPr/>
          </p:nvSpPr>
          <p:spPr>
            <a:xfrm>
              <a:off x="32004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62" name="Shape 1562"/>
            <p:cNvSpPr/>
            <p:nvPr/>
          </p:nvSpPr>
          <p:spPr>
            <a:xfrm>
              <a:off x="36576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63" name="Shape 1563"/>
            <p:cNvSpPr/>
            <p:nvPr/>
          </p:nvSpPr>
          <p:spPr>
            <a:xfrm>
              <a:off x="41148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64" name="Shape 1564"/>
            <p:cNvSpPr/>
            <p:nvPr/>
          </p:nvSpPr>
          <p:spPr>
            <a:xfrm>
              <a:off x="1172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1565" name="Shape 1565"/>
            <p:cNvSpPr/>
            <p:nvPr/>
          </p:nvSpPr>
          <p:spPr>
            <a:xfrm>
              <a:off x="5871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1566" name="Shape 1566"/>
            <p:cNvSpPr/>
            <p:nvPr/>
          </p:nvSpPr>
          <p:spPr>
            <a:xfrm>
              <a:off x="10443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1567" name="Shape 1567"/>
            <p:cNvSpPr/>
            <p:nvPr/>
          </p:nvSpPr>
          <p:spPr>
            <a:xfrm>
              <a:off x="14427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1568" name="Shape 1568"/>
            <p:cNvSpPr/>
            <p:nvPr/>
          </p:nvSpPr>
          <p:spPr>
            <a:xfrm>
              <a:off x="19587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1569" name="Shape 1569"/>
            <p:cNvSpPr/>
            <p:nvPr/>
          </p:nvSpPr>
          <p:spPr>
            <a:xfrm>
              <a:off x="2415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1570" name="Shape 1570"/>
            <p:cNvSpPr/>
            <p:nvPr/>
          </p:nvSpPr>
          <p:spPr>
            <a:xfrm>
              <a:off x="2849319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1571" name="Shape 1571"/>
            <p:cNvSpPr/>
            <p:nvPr/>
          </p:nvSpPr>
          <p:spPr>
            <a:xfrm>
              <a:off x="3330331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1572" name="Shape 1572"/>
            <p:cNvSpPr/>
            <p:nvPr/>
          </p:nvSpPr>
          <p:spPr>
            <a:xfrm>
              <a:off x="3763719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1573" name="Shape 1573"/>
            <p:cNvSpPr/>
            <p:nvPr/>
          </p:nvSpPr>
          <p:spPr>
            <a:xfrm>
              <a:off x="42240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grpSp>
        <p:nvGrpSpPr>
          <p:cNvPr id="1577" name="Group 1577"/>
          <p:cNvGrpSpPr/>
          <p:nvPr/>
        </p:nvGrpSpPr>
        <p:grpSpPr>
          <a:xfrm>
            <a:off x="7259637" y="2057401"/>
            <a:ext cx="822326" cy="579439"/>
            <a:chOff x="0" y="0"/>
            <a:chExt cx="822324" cy="579437"/>
          </a:xfrm>
        </p:grpSpPr>
        <p:sp>
          <p:nvSpPr>
            <p:cNvPr id="1575" name="Shape 1575"/>
            <p:cNvSpPr/>
            <p:nvPr/>
          </p:nvSpPr>
          <p:spPr>
            <a:xfrm>
              <a:off x="0" y="-1"/>
              <a:ext cx="431800" cy="182564"/>
            </a:xfrm>
            <a:prstGeom prst="line">
              <a:avLst/>
            </a:prstGeom>
            <a:noFill/>
            <a:ln w="5076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sp>
          <p:nvSpPr>
            <p:cNvPr id="1576" name="Shape 1576"/>
            <p:cNvSpPr/>
            <p:nvPr/>
          </p:nvSpPr>
          <p:spPr>
            <a:xfrm>
              <a:off x="365125" y="122237"/>
              <a:ext cx="457200" cy="457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FFFF"/>
            </a:solidFill>
            <a:ln w="5076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1580" name="Group 1580"/>
          <p:cNvGrpSpPr/>
          <p:nvPr/>
        </p:nvGrpSpPr>
        <p:grpSpPr>
          <a:xfrm>
            <a:off x="6858001" y="1676401"/>
            <a:ext cx="457201" cy="457201"/>
            <a:chOff x="0" y="0"/>
            <a:chExt cx="457200" cy="457200"/>
          </a:xfrm>
        </p:grpSpPr>
        <p:sp>
          <p:nvSpPr>
            <p:cNvPr id="1578" name="Shape 1578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79" name="Shape 1579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20</a:t>
              </a:r>
            </a:p>
          </p:txBody>
        </p:sp>
      </p:grpSp>
      <p:grpSp>
        <p:nvGrpSpPr>
          <p:cNvPr id="1583" name="Group 1583"/>
          <p:cNvGrpSpPr/>
          <p:nvPr/>
        </p:nvGrpSpPr>
        <p:grpSpPr>
          <a:xfrm>
            <a:off x="6096001" y="2189164"/>
            <a:ext cx="457201" cy="457201"/>
            <a:chOff x="0" y="0"/>
            <a:chExt cx="457200" cy="457200"/>
          </a:xfrm>
        </p:grpSpPr>
        <p:sp>
          <p:nvSpPr>
            <p:cNvPr id="1581" name="Shape 1581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82" name="Shape 1582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15</a:t>
              </a:r>
            </a:p>
          </p:txBody>
        </p:sp>
      </p:grpSp>
      <p:grpSp>
        <p:nvGrpSpPr>
          <p:cNvPr id="1608" name="Group 1608"/>
          <p:cNvGrpSpPr/>
          <p:nvPr/>
        </p:nvGrpSpPr>
        <p:grpSpPr>
          <a:xfrm>
            <a:off x="4343400" y="4454525"/>
            <a:ext cx="4572000" cy="717586"/>
            <a:chOff x="0" y="0"/>
            <a:chExt cx="4572000" cy="717585"/>
          </a:xfrm>
        </p:grpSpPr>
        <p:grpSp>
          <p:nvGrpSpPr>
            <p:cNvPr id="1586" name="Group 1586"/>
            <p:cNvGrpSpPr/>
            <p:nvPr/>
          </p:nvGrpSpPr>
          <p:grpSpPr>
            <a:xfrm>
              <a:off x="0" y="0"/>
              <a:ext cx="457200" cy="381000"/>
              <a:chOff x="0" y="0"/>
              <a:chExt cx="457200" cy="381000"/>
            </a:xfrm>
          </p:grpSpPr>
          <p:sp>
            <p:nvSpPr>
              <p:cNvPr id="1584" name="Shape 1584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585" name="Shape 1585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20</a:t>
                </a:r>
              </a:p>
            </p:txBody>
          </p:sp>
        </p:grpSp>
        <p:grpSp>
          <p:nvGrpSpPr>
            <p:cNvPr id="1589" name="Group 1589"/>
            <p:cNvGrpSpPr/>
            <p:nvPr/>
          </p:nvGrpSpPr>
          <p:grpSpPr>
            <a:xfrm>
              <a:off x="457200" y="0"/>
              <a:ext cx="457200" cy="381000"/>
              <a:chOff x="0" y="0"/>
              <a:chExt cx="457200" cy="381000"/>
            </a:xfrm>
          </p:grpSpPr>
          <p:sp>
            <p:nvSpPr>
              <p:cNvPr id="1587" name="Shape 1587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588" name="Shape 1588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</a:t>
                </a:r>
              </a:p>
            </p:txBody>
          </p:sp>
        </p:grpSp>
        <p:sp>
          <p:nvSpPr>
            <p:cNvPr id="1590" name="Shape 1590"/>
            <p:cNvSpPr/>
            <p:nvPr/>
          </p:nvSpPr>
          <p:spPr>
            <a:xfrm>
              <a:off x="9144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91" name="Shape 1591"/>
            <p:cNvSpPr/>
            <p:nvPr/>
          </p:nvSpPr>
          <p:spPr>
            <a:xfrm>
              <a:off x="13716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92" name="Shape 1592"/>
            <p:cNvSpPr/>
            <p:nvPr/>
          </p:nvSpPr>
          <p:spPr>
            <a:xfrm>
              <a:off x="18288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93" name="Shape 1593"/>
            <p:cNvSpPr/>
            <p:nvPr/>
          </p:nvSpPr>
          <p:spPr>
            <a:xfrm>
              <a:off x="22860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94" name="Shape 1594"/>
            <p:cNvSpPr/>
            <p:nvPr/>
          </p:nvSpPr>
          <p:spPr>
            <a:xfrm>
              <a:off x="27432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95" name="Shape 1595"/>
            <p:cNvSpPr/>
            <p:nvPr/>
          </p:nvSpPr>
          <p:spPr>
            <a:xfrm>
              <a:off x="32004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96" name="Shape 1596"/>
            <p:cNvSpPr/>
            <p:nvPr/>
          </p:nvSpPr>
          <p:spPr>
            <a:xfrm>
              <a:off x="36576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97" name="Shape 1597"/>
            <p:cNvSpPr/>
            <p:nvPr/>
          </p:nvSpPr>
          <p:spPr>
            <a:xfrm>
              <a:off x="41148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98" name="Shape 1598"/>
            <p:cNvSpPr/>
            <p:nvPr/>
          </p:nvSpPr>
          <p:spPr>
            <a:xfrm>
              <a:off x="1172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1599" name="Shape 1599"/>
            <p:cNvSpPr/>
            <p:nvPr/>
          </p:nvSpPr>
          <p:spPr>
            <a:xfrm>
              <a:off x="5871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1600" name="Shape 1600"/>
            <p:cNvSpPr/>
            <p:nvPr/>
          </p:nvSpPr>
          <p:spPr>
            <a:xfrm>
              <a:off x="10443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1601" name="Shape 1601"/>
            <p:cNvSpPr/>
            <p:nvPr/>
          </p:nvSpPr>
          <p:spPr>
            <a:xfrm>
              <a:off x="14427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1602" name="Shape 1602"/>
            <p:cNvSpPr/>
            <p:nvPr/>
          </p:nvSpPr>
          <p:spPr>
            <a:xfrm>
              <a:off x="19587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1603" name="Shape 1603"/>
            <p:cNvSpPr/>
            <p:nvPr/>
          </p:nvSpPr>
          <p:spPr>
            <a:xfrm>
              <a:off x="2415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1604" name="Shape 1604"/>
            <p:cNvSpPr/>
            <p:nvPr/>
          </p:nvSpPr>
          <p:spPr>
            <a:xfrm>
              <a:off x="2849319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1605" name="Shape 1605"/>
            <p:cNvSpPr/>
            <p:nvPr/>
          </p:nvSpPr>
          <p:spPr>
            <a:xfrm>
              <a:off x="3330331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1606" name="Shape 1606"/>
            <p:cNvSpPr/>
            <p:nvPr/>
          </p:nvSpPr>
          <p:spPr>
            <a:xfrm>
              <a:off x="3763719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1607" name="Shape 1607"/>
            <p:cNvSpPr/>
            <p:nvPr/>
          </p:nvSpPr>
          <p:spPr>
            <a:xfrm>
              <a:off x="42240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grpSp>
        <p:nvGrpSpPr>
          <p:cNvPr id="1613" name="Group 1613"/>
          <p:cNvGrpSpPr/>
          <p:nvPr/>
        </p:nvGrpSpPr>
        <p:grpSpPr>
          <a:xfrm>
            <a:off x="6095999" y="2057401"/>
            <a:ext cx="835026" cy="579439"/>
            <a:chOff x="0" y="0"/>
            <a:chExt cx="835024" cy="579437"/>
          </a:xfrm>
        </p:grpSpPr>
        <p:sp>
          <p:nvSpPr>
            <p:cNvPr id="1609" name="Shape 1609"/>
            <p:cNvSpPr/>
            <p:nvPr/>
          </p:nvSpPr>
          <p:spPr>
            <a:xfrm flipH="1">
              <a:off x="390525" y="-1"/>
              <a:ext cx="444500" cy="182564"/>
            </a:xfrm>
            <a:prstGeom prst="line">
              <a:avLst/>
            </a:prstGeom>
            <a:noFill/>
            <a:ln w="5076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 sz="1200"/>
            </a:p>
          </p:txBody>
        </p:sp>
        <p:grpSp>
          <p:nvGrpSpPr>
            <p:cNvPr id="1612" name="Group 1612"/>
            <p:cNvGrpSpPr/>
            <p:nvPr/>
          </p:nvGrpSpPr>
          <p:grpSpPr>
            <a:xfrm>
              <a:off x="-1" y="122237"/>
              <a:ext cx="457201" cy="457201"/>
              <a:chOff x="0" y="0"/>
              <a:chExt cx="457200" cy="457200"/>
            </a:xfrm>
          </p:grpSpPr>
          <p:sp>
            <p:nvSpPr>
              <p:cNvPr id="1610" name="Shape 1610"/>
              <p:cNvSpPr/>
              <p:nvPr/>
            </p:nvSpPr>
            <p:spPr>
              <a:xfrm>
                <a:off x="0" y="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5076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611" name="Shape 1611"/>
              <p:cNvSpPr/>
              <p:nvPr/>
            </p:nvSpPr>
            <p:spPr>
              <a:xfrm>
                <a:off x="122237" y="34925"/>
                <a:ext cx="234951" cy="387350"/>
              </a:xfrm>
              <a:prstGeom prst="rect">
                <a:avLst/>
              </a:prstGeom>
              <a:solidFill>
                <a:srgbClr val="FFFFFF"/>
              </a:solidFill>
              <a:ln w="5076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</p:grpSp>
      </p:grpSp>
      <p:grpSp>
        <p:nvGrpSpPr>
          <p:cNvPr id="1616" name="Group 1616"/>
          <p:cNvGrpSpPr/>
          <p:nvPr/>
        </p:nvGrpSpPr>
        <p:grpSpPr>
          <a:xfrm>
            <a:off x="6858001" y="1676401"/>
            <a:ext cx="457201" cy="457201"/>
            <a:chOff x="0" y="0"/>
            <a:chExt cx="457200" cy="457200"/>
          </a:xfrm>
        </p:grpSpPr>
        <p:sp>
          <p:nvSpPr>
            <p:cNvPr id="1614" name="Shape 1614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15" name="Shape 1615"/>
            <p:cNvSpPr/>
            <p:nvPr/>
          </p:nvSpPr>
          <p:spPr>
            <a:xfrm>
              <a:off x="66613" y="34925"/>
              <a:ext cx="347786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800"/>
                <a:t>15</a:t>
              </a:r>
            </a:p>
          </p:txBody>
        </p:sp>
      </p:grpSp>
      <p:grpSp>
        <p:nvGrpSpPr>
          <p:cNvPr id="1639" name="Group 1639"/>
          <p:cNvGrpSpPr/>
          <p:nvPr/>
        </p:nvGrpSpPr>
        <p:grpSpPr>
          <a:xfrm>
            <a:off x="4343400" y="4454525"/>
            <a:ext cx="4572000" cy="717586"/>
            <a:chOff x="0" y="0"/>
            <a:chExt cx="4572000" cy="717585"/>
          </a:xfrm>
        </p:grpSpPr>
        <p:grpSp>
          <p:nvGrpSpPr>
            <p:cNvPr id="1619" name="Group 1619"/>
            <p:cNvGrpSpPr/>
            <p:nvPr/>
          </p:nvGrpSpPr>
          <p:grpSpPr>
            <a:xfrm>
              <a:off x="0" y="0"/>
              <a:ext cx="457200" cy="381000"/>
              <a:chOff x="0" y="0"/>
              <a:chExt cx="457200" cy="381000"/>
            </a:xfrm>
          </p:grpSpPr>
          <p:sp>
            <p:nvSpPr>
              <p:cNvPr id="1617" name="Shape 1617"/>
              <p:cNvSpPr/>
              <p:nvPr/>
            </p:nvSpPr>
            <p:spPr>
              <a:xfrm>
                <a:off x="0" y="0"/>
                <a:ext cx="457200" cy="381000"/>
              </a:xfrm>
              <a:prstGeom prst="rect">
                <a:avLst/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 sz="1600"/>
              </a:p>
            </p:txBody>
          </p:sp>
          <p:sp>
            <p:nvSpPr>
              <p:cNvPr id="1618" name="Shape 1618"/>
              <p:cNvSpPr/>
              <p:nvPr/>
            </p:nvSpPr>
            <p:spPr>
              <a:xfrm>
                <a:off x="54706" y="4745"/>
                <a:ext cx="347788" cy="371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6799" tIns="46799" rIns="46799" bIns="46799" numCol="1" anchor="ctr">
                <a:spAutoFit/>
              </a:bodyPr>
              <a:lstStyle>
                <a:lvl1pPr algn="ctr">
                  <a:lnSpc>
                    <a:spcPct val="100000"/>
                  </a:lnSpc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800"/>
                  <a:t>15</a:t>
                </a:r>
              </a:p>
            </p:txBody>
          </p:sp>
        </p:grpSp>
        <p:sp>
          <p:nvSpPr>
            <p:cNvPr id="1620" name="Shape 1620"/>
            <p:cNvSpPr/>
            <p:nvPr/>
          </p:nvSpPr>
          <p:spPr>
            <a:xfrm>
              <a:off x="4572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21" name="Shape 1621"/>
            <p:cNvSpPr/>
            <p:nvPr/>
          </p:nvSpPr>
          <p:spPr>
            <a:xfrm>
              <a:off x="9144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22" name="Shape 1622"/>
            <p:cNvSpPr/>
            <p:nvPr/>
          </p:nvSpPr>
          <p:spPr>
            <a:xfrm>
              <a:off x="13716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23" name="Shape 1623"/>
            <p:cNvSpPr/>
            <p:nvPr/>
          </p:nvSpPr>
          <p:spPr>
            <a:xfrm>
              <a:off x="18288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24" name="Shape 1624"/>
            <p:cNvSpPr/>
            <p:nvPr/>
          </p:nvSpPr>
          <p:spPr>
            <a:xfrm>
              <a:off x="22860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25" name="Shape 1625"/>
            <p:cNvSpPr/>
            <p:nvPr/>
          </p:nvSpPr>
          <p:spPr>
            <a:xfrm>
              <a:off x="27432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26" name="Shape 1626"/>
            <p:cNvSpPr/>
            <p:nvPr/>
          </p:nvSpPr>
          <p:spPr>
            <a:xfrm>
              <a:off x="32004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27" name="Shape 1627"/>
            <p:cNvSpPr/>
            <p:nvPr/>
          </p:nvSpPr>
          <p:spPr>
            <a:xfrm>
              <a:off x="36576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28" name="Shape 1628"/>
            <p:cNvSpPr/>
            <p:nvPr/>
          </p:nvSpPr>
          <p:spPr>
            <a:xfrm>
              <a:off x="41148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29" name="Shape 1629"/>
            <p:cNvSpPr/>
            <p:nvPr/>
          </p:nvSpPr>
          <p:spPr>
            <a:xfrm>
              <a:off x="1172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1630" name="Shape 1630"/>
            <p:cNvSpPr/>
            <p:nvPr/>
          </p:nvSpPr>
          <p:spPr>
            <a:xfrm>
              <a:off x="5871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1631" name="Shape 1631"/>
            <p:cNvSpPr/>
            <p:nvPr/>
          </p:nvSpPr>
          <p:spPr>
            <a:xfrm>
              <a:off x="10443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1632" name="Shape 1632"/>
            <p:cNvSpPr/>
            <p:nvPr/>
          </p:nvSpPr>
          <p:spPr>
            <a:xfrm>
              <a:off x="14427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1633" name="Shape 1633"/>
            <p:cNvSpPr/>
            <p:nvPr/>
          </p:nvSpPr>
          <p:spPr>
            <a:xfrm>
              <a:off x="19587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1634" name="Shape 1634"/>
            <p:cNvSpPr/>
            <p:nvPr/>
          </p:nvSpPr>
          <p:spPr>
            <a:xfrm>
              <a:off x="2415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1635" name="Shape 1635"/>
            <p:cNvSpPr/>
            <p:nvPr/>
          </p:nvSpPr>
          <p:spPr>
            <a:xfrm>
              <a:off x="2849319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1636" name="Shape 1636"/>
            <p:cNvSpPr/>
            <p:nvPr/>
          </p:nvSpPr>
          <p:spPr>
            <a:xfrm>
              <a:off x="3330331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1637" name="Shape 1637"/>
            <p:cNvSpPr/>
            <p:nvPr/>
          </p:nvSpPr>
          <p:spPr>
            <a:xfrm>
              <a:off x="3763719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1638" name="Shape 1638"/>
            <p:cNvSpPr/>
            <p:nvPr/>
          </p:nvSpPr>
          <p:spPr>
            <a:xfrm>
              <a:off x="42240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grpSp>
        <p:nvGrpSpPr>
          <p:cNvPr id="1660" name="Group 1660"/>
          <p:cNvGrpSpPr/>
          <p:nvPr/>
        </p:nvGrpSpPr>
        <p:grpSpPr>
          <a:xfrm>
            <a:off x="4343400" y="4454525"/>
            <a:ext cx="4572000" cy="717586"/>
            <a:chOff x="0" y="0"/>
            <a:chExt cx="4572000" cy="717585"/>
          </a:xfrm>
        </p:grpSpPr>
        <p:sp>
          <p:nvSpPr>
            <p:cNvPr id="1640" name="Shape 1640"/>
            <p:cNvSpPr/>
            <p:nvPr/>
          </p:nvSpPr>
          <p:spPr>
            <a:xfrm>
              <a:off x="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41" name="Shape 1641"/>
            <p:cNvSpPr/>
            <p:nvPr/>
          </p:nvSpPr>
          <p:spPr>
            <a:xfrm>
              <a:off x="4572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42" name="Shape 1642"/>
            <p:cNvSpPr/>
            <p:nvPr/>
          </p:nvSpPr>
          <p:spPr>
            <a:xfrm>
              <a:off x="9144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43" name="Shape 1643"/>
            <p:cNvSpPr/>
            <p:nvPr/>
          </p:nvSpPr>
          <p:spPr>
            <a:xfrm>
              <a:off x="13716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44" name="Shape 1644"/>
            <p:cNvSpPr/>
            <p:nvPr/>
          </p:nvSpPr>
          <p:spPr>
            <a:xfrm>
              <a:off x="18288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45" name="Shape 1645"/>
            <p:cNvSpPr/>
            <p:nvPr/>
          </p:nvSpPr>
          <p:spPr>
            <a:xfrm>
              <a:off x="22860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46" name="Shape 1646"/>
            <p:cNvSpPr/>
            <p:nvPr/>
          </p:nvSpPr>
          <p:spPr>
            <a:xfrm>
              <a:off x="27432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47" name="Shape 1647"/>
            <p:cNvSpPr/>
            <p:nvPr/>
          </p:nvSpPr>
          <p:spPr>
            <a:xfrm>
              <a:off x="32004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48" name="Shape 1648"/>
            <p:cNvSpPr/>
            <p:nvPr/>
          </p:nvSpPr>
          <p:spPr>
            <a:xfrm>
              <a:off x="36576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49" name="Shape 1649"/>
            <p:cNvSpPr/>
            <p:nvPr/>
          </p:nvSpPr>
          <p:spPr>
            <a:xfrm>
              <a:off x="4114800" y="0"/>
              <a:ext cx="457200" cy="381000"/>
            </a:xfrm>
            <a:prstGeom prst="rect">
              <a:avLst/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50" name="Shape 1650"/>
            <p:cNvSpPr/>
            <p:nvPr/>
          </p:nvSpPr>
          <p:spPr>
            <a:xfrm>
              <a:off x="1172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0</a:t>
              </a:r>
            </a:p>
          </p:txBody>
        </p:sp>
        <p:sp>
          <p:nvSpPr>
            <p:cNvPr id="1651" name="Shape 1651"/>
            <p:cNvSpPr/>
            <p:nvPr/>
          </p:nvSpPr>
          <p:spPr>
            <a:xfrm>
              <a:off x="5871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1</a:t>
              </a:r>
            </a:p>
          </p:txBody>
        </p:sp>
        <p:sp>
          <p:nvSpPr>
            <p:cNvPr id="1652" name="Shape 1652"/>
            <p:cNvSpPr/>
            <p:nvPr/>
          </p:nvSpPr>
          <p:spPr>
            <a:xfrm>
              <a:off x="10443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2</a:t>
              </a:r>
            </a:p>
          </p:txBody>
        </p:sp>
        <p:sp>
          <p:nvSpPr>
            <p:cNvPr id="1653" name="Shape 1653"/>
            <p:cNvSpPr/>
            <p:nvPr/>
          </p:nvSpPr>
          <p:spPr>
            <a:xfrm>
              <a:off x="14427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3</a:t>
              </a:r>
            </a:p>
          </p:txBody>
        </p:sp>
        <p:sp>
          <p:nvSpPr>
            <p:cNvPr id="1654" name="Shape 1654"/>
            <p:cNvSpPr/>
            <p:nvPr/>
          </p:nvSpPr>
          <p:spPr>
            <a:xfrm>
              <a:off x="19587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4</a:t>
              </a:r>
            </a:p>
          </p:txBody>
        </p:sp>
        <p:sp>
          <p:nvSpPr>
            <p:cNvPr id="1655" name="Shape 1655"/>
            <p:cNvSpPr/>
            <p:nvPr/>
          </p:nvSpPr>
          <p:spPr>
            <a:xfrm>
              <a:off x="2415931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5</a:t>
              </a:r>
            </a:p>
          </p:txBody>
        </p:sp>
        <p:sp>
          <p:nvSpPr>
            <p:cNvPr id="1656" name="Shape 1656"/>
            <p:cNvSpPr/>
            <p:nvPr/>
          </p:nvSpPr>
          <p:spPr>
            <a:xfrm>
              <a:off x="2849319" y="34607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6</a:t>
              </a:r>
            </a:p>
          </p:txBody>
        </p:sp>
        <p:sp>
          <p:nvSpPr>
            <p:cNvPr id="1657" name="Shape 1657"/>
            <p:cNvSpPr/>
            <p:nvPr/>
          </p:nvSpPr>
          <p:spPr>
            <a:xfrm>
              <a:off x="3330331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7</a:t>
              </a:r>
            </a:p>
          </p:txBody>
        </p:sp>
        <p:sp>
          <p:nvSpPr>
            <p:cNvPr id="1658" name="Shape 1658"/>
            <p:cNvSpPr/>
            <p:nvPr/>
          </p:nvSpPr>
          <p:spPr>
            <a:xfrm>
              <a:off x="3763719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8</a:t>
              </a:r>
            </a:p>
          </p:txBody>
        </p:sp>
        <p:sp>
          <p:nvSpPr>
            <p:cNvPr id="1659" name="Shape 1659"/>
            <p:cNvSpPr/>
            <p:nvPr/>
          </p:nvSpPr>
          <p:spPr>
            <a:xfrm>
              <a:off x="4224094" y="339725"/>
              <a:ext cx="221150" cy="37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 algn="ctr">
                <a:lnSpc>
                  <a:spcPct val="10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800"/>
                <a:t>9</a:t>
              </a:r>
            </a:p>
          </p:txBody>
        </p:sp>
      </p:grpSp>
      <p:grpSp>
        <p:nvGrpSpPr>
          <p:cNvPr id="1663" name="Group 1663"/>
          <p:cNvGrpSpPr/>
          <p:nvPr/>
        </p:nvGrpSpPr>
        <p:grpSpPr>
          <a:xfrm>
            <a:off x="6858001" y="1676401"/>
            <a:ext cx="457201" cy="457201"/>
            <a:chOff x="0" y="0"/>
            <a:chExt cx="457200" cy="457200"/>
          </a:xfrm>
        </p:grpSpPr>
        <p:sp>
          <p:nvSpPr>
            <p:cNvPr id="1661" name="Shape 1661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FFFF"/>
            </a:solidFill>
            <a:ln w="4428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62" name="Shape 1662"/>
            <p:cNvSpPr/>
            <p:nvPr/>
          </p:nvSpPr>
          <p:spPr>
            <a:xfrm>
              <a:off x="125412" y="34925"/>
              <a:ext cx="228601" cy="381000"/>
            </a:xfrm>
            <a:prstGeom prst="rect">
              <a:avLst/>
            </a:prstGeom>
            <a:solidFill>
              <a:srgbClr val="FFFFFF"/>
            </a:solidFill>
            <a:ln w="4428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A7BAF209-9787-4B2D-977D-3EF2E5981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HEAPSORT: EJEMPLO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8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8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8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" fill="hold"/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9" fill="hold"/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3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3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4" fill="hold"/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2" fill="hold"/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9" fill="hold"/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fill="hold"/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8" fill="hold"/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3" fill="hold"/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8" fill="hold"/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500"/>
                            </p:stCondLst>
                            <p:childTnLst>
                              <p:par>
                                <p:cTn id="142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3" fill="hold"/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1" fill="hold"/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1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1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8" fill="hold"/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1" fill="hold"/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7" fill="hold"/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1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2" fill="hold"/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1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1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000"/>
                            </p:stCondLst>
                            <p:childTnLst>
                              <p:par>
                                <p:cTn id="176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7" fill="hold"/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1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1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500"/>
                            </p:stCondLst>
                            <p:childTnLst>
                              <p:par>
                                <p:cTn id="18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2" fill="hold"/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1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0" fill="hold"/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1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1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500"/>
                            </p:stCondLst>
                            <p:childTnLst>
                              <p:par>
                                <p:cTn id="1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7" fill="hold"/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500"/>
                            </p:stCondLst>
                            <p:childTnLst>
                              <p:par>
                                <p:cTn id="199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0" fill="hold"/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1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1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6" fill="hold"/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500"/>
                            </p:stCondLst>
                            <p:childTnLst>
                              <p:par>
                                <p:cTn id="21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1" fill="hold"/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1000"/>
                            </p:stCondLst>
                            <p:childTnLst>
                              <p:par>
                                <p:cTn id="21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6" fill="hold"/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1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1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20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1" fill="hold"/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1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1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1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1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9" fill="hold"/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1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1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1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1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500"/>
                            </p:stCondLst>
                            <p:childTnLst>
                              <p:par>
                                <p:cTn id="2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6" fill="hold"/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500"/>
                            </p:stCondLst>
                            <p:childTnLst>
                              <p:par>
                                <p:cTn id="238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9" fill="hold"/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1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1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5" fill="hold"/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1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1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500"/>
                            </p:stCondLst>
                            <p:childTnLst>
                              <p:par>
                                <p:cTn id="249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0" fill="hold"/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1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1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1000"/>
                            </p:stCondLst>
                            <p:childTnLst>
                              <p:par>
                                <p:cTn id="254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5" fill="hold"/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1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1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1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3" fill="hold"/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4" dur="500" fill="hold"/>
                                        <p:tgtEl>
                                          <p:spTgt spid="1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500" fill="hold"/>
                                        <p:tgtEl>
                                          <p:spTgt spid="1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500" fill="hold"/>
                                        <p:tgtEl>
                                          <p:spTgt spid="1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500" fill="hold"/>
                                        <p:tgtEl>
                                          <p:spTgt spid="1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0" fill="hold"/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500"/>
                            </p:stCondLst>
                            <p:childTnLst>
                              <p:par>
                                <p:cTn id="272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3" fill="hold"/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4" dur="500" fill="hold"/>
                                        <p:tgtEl>
                                          <p:spTgt spid="1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500" fill="hold"/>
                                        <p:tgtEl>
                                          <p:spTgt spid="15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9" fill="hold"/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1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500" fill="hold"/>
                                        <p:tgtEl>
                                          <p:spTgt spid="1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500"/>
                            </p:stCondLst>
                            <p:childTnLst>
                              <p:par>
                                <p:cTn id="283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4" fill="hold"/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5" dur="500" fill="hold"/>
                                        <p:tgtEl>
                                          <p:spTgt spid="1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500" fill="hold"/>
                                        <p:tgtEl>
                                          <p:spTgt spid="1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8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9" fill="hold"/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0" dur="500" fill="hold"/>
                                        <p:tgtEl>
                                          <p:spTgt spid="1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500" fill="hold"/>
                                        <p:tgtEl>
                                          <p:spTgt spid="1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500" fill="hold"/>
                                        <p:tgtEl>
                                          <p:spTgt spid="15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15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7" fill="hold"/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1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1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500" fill="hold"/>
                                        <p:tgtEl>
                                          <p:spTgt spid="1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500" fill="hold"/>
                                        <p:tgtEl>
                                          <p:spTgt spid="1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500"/>
                            </p:stCondLst>
                            <p:childTnLst>
                              <p:par>
                                <p:cTn id="3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4" fill="hold"/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500"/>
                            </p:stCondLst>
                            <p:childTnLst>
                              <p:par>
                                <p:cTn id="306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7" fill="hold"/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00" fill="hold"/>
                                        <p:tgtEl>
                                          <p:spTgt spid="15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00" fill="hold"/>
                                        <p:tgtEl>
                                          <p:spTgt spid="15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3" fill="hold"/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4" dur="500" fill="hold"/>
                                        <p:tgtEl>
                                          <p:spTgt spid="1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500" fill="hold"/>
                                        <p:tgtEl>
                                          <p:spTgt spid="1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500"/>
                            </p:stCondLst>
                            <p:childTnLst>
                              <p:par>
                                <p:cTn id="317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8" fill="hold"/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9" dur="500" fill="hold"/>
                                        <p:tgtEl>
                                          <p:spTgt spid="15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500" fill="hold"/>
                                        <p:tgtEl>
                                          <p:spTgt spid="15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3" fill="hold"/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4" dur="500" fill="hold"/>
                                        <p:tgtEl>
                                          <p:spTgt spid="1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5" dur="500" fill="hold"/>
                                        <p:tgtEl>
                                          <p:spTgt spid="1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500" fill="hold"/>
                                        <p:tgtEl>
                                          <p:spTgt spid="1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7" dur="500" fill="hold"/>
                                        <p:tgtEl>
                                          <p:spTgt spid="1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1" fill="hold"/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2" dur="500" fill="hold"/>
                                        <p:tgtEl>
                                          <p:spTgt spid="1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500" fill="hold"/>
                                        <p:tgtEl>
                                          <p:spTgt spid="1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4" dur="500" fill="hold"/>
                                        <p:tgtEl>
                                          <p:spTgt spid="1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5" dur="500" fill="hold"/>
                                        <p:tgtEl>
                                          <p:spTgt spid="1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" fill="hold">
                            <p:stCondLst>
                              <p:cond delay="500"/>
                            </p:stCondLst>
                            <p:childTnLst>
                              <p:par>
                                <p:cTn id="3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8" fill="hold"/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>
                            <p:stCondLst>
                              <p:cond delay="500"/>
                            </p:stCondLst>
                            <p:childTnLst>
                              <p:par>
                                <p:cTn id="34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1" fill="hold"/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1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500" fill="hold"/>
                                        <p:tgtEl>
                                          <p:spTgt spid="1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1000"/>
                            </p:stCondLst>
                            <p:childTnLst>
                              <p:par>
                                <p:cTn id="345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6" fill="hold"/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7" dur="500" fill="hold"/>
                                        <p:tgtEl>
                                          <p:spTgt spid="1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500" fill="hold"/>
                                        <p:tgtEl>
                                          <p:spTgt spid="1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9" dur="500" fill="hold"/>
                                        <p:tgtEl>
                                          <p:spTgt spid="16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0" dur="500" fill="hold"/>
                                        <p:tgtEl>
                                          <p:spTgt spid="16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4" fill="hold"/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5" dur="500" fill="hold"/>
                                        <p:tgtEl>
                                          <p:spTgt spid="1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6" dur="500" fill="hold"/>
                                        <p:tgtEl>
                                          <p:spTgt spid="1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7" dur="500" fill="hold"/>
                                        <p:tgtEl>
                                          <p:spTgt spid="1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500" fill="hold"/>
                                        <p:tgtEl>
                                          <p:spTgt spid="1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1" fill="hold"/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" fill="hold">
                            <p:stCondLst>
                              <p:cond delay="500"/>
                            </p:stCondLst>
                            <p:childTnLst>
                              <p:par>
                                <p:cTn id="36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4" fill="hold"/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5" dur="500" fill="hold"/>
                                        <p:tgtEl>
                                          <p:spTgt spid="1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500" fill="hold"/>
                                        <p:tgtEl>
                                          <p:spTgt spid="1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7" dur="500" fill="hold"/>
                                        <p:tgtEl>
                                          <p:spTgt spid="1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500" fill="hold"/>
                                        <p:tgtEl>
                                          <p:spTgt spid="1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" grpId="0" build="p" animBg="1" advAuto="0"/>
      <p:bldP spid="1136" grpId="0" animBg="1" advAuto="0"/>
      <p:bldP spid="1177" grpId="0" animBg="1" advAuto="0"/>
      <p:bldP spid="1180" grpId="0" animBg="1" advAuto="0"/>
      <p:bldP spid="1185" grpId="0" animBg="1" advAuto="0"/>
      <p:bldP spid="1190" grpId="0" animBg="1" advAuto="0"/>
      <p:bldP spid="1195" grpId="0" animBg="1" advAuto="0"/>
      <p:bldP spid="1200" grpId="0" animBg="1" advAuto="0"/>
      <p:bldP spid="1205" grpId="0" animBg="1" advAuto="0"/>
      <p:bldP spid="1210" grpId="0" animBg="1" advAuto="0"/>
      <p:bldP spid="1215" grpId="0" animBg="1" advAuto="0"/>
      <p:bldP spid="1220" grpId="0" animBg="1" advAuto="0"/>
      <p:bldP spid="1225" grpId="0" animBg="1" advAuto="0"/>
      <p:bldP spid="1230" grpId="0" animBg="1" advAuto="0"/>
      <p:bldP spid="1233" grpId="0" animBg="1" advAuto="0"/>
      <p:bldP spid="1236" grpId="0" animBg="1" advAuto="0"/>
      <p:bldP spid="1239" grpId="0" animBg="1" advAuto="0"/>
      <p:bldP spid="1242" grpId="0" animBg="1" advAuto="0"/>
      <p:bldP spid="1247" grpId="0" animBg="1" advAuto="0"/>
      <p:bldP spid="1286" grpId="0" animBg="1" advAuto="0"/>
      <p:bldP spid="1291" grpId="0" animBg="1" advAuto="0"/>
      <p:bldP spid="1294" grpId="0" animBg="1" advAuto="0"/>
      <p:bldP spid="1297" grpId="0" animBg="1" advAuto="0"/>
      <p:bldP spid="1300" grpId="0" animBg="1" advAuto="0"/>
      <p:bldP spid="1303" grpId="0" animBg="1" advAuto="0"/>
      <p:bldP spid="1340" grpId="0" animBg="1" advAuto="0"/>
      <p:bldP spid="1345" grpId="0" animBg="1" advAuto="0"/>
      <p:bldP spid="1348" grpId="0" animBg="1" advAuto="0"/>
      <p:bldP spid="1351" grpId="0" animBg="1" advAuto="0"/>
      <p:bldP spid="1354" grpId="0" animBg="1" advAuto="0"/>
      <p:bldP spid="1357" grpId="0" animBg="1" advAuto="0"/>
      <p:bldP spid="1392" grpId="0" animBg="1" advAuto="0"/>
      <p:bldP spid="1397" grpId="0" animBg="1" advAuto="0"/>
      <p:bldP spid="1400" grpId="0" animBg="1" advAuto="0"/>
      <p:bldP spid="1403" grpId="0" animBg="1" advAuto="0"/>
      <p:bldP spid="1406" grpId="0" animBg="1" advAuto="0"/>
      <p:bldP spid="1409" grpId="0" animBg="1" advAuto="0"/>
      <p:bldP spid="1442" grpId="0" animBg="1" advAuto="0"/>
      <p:bldP spid="1447" grpId="0" animBg="1" advAuto="0"/>
      <p:bldP spid="1450" grpId="0" animBg="1" advAuto="0"/>
      <p:bldP spid="1453" grpId="0" animBg="1" advAuto="0"/>
      <p:bldP spid="1456" grpId="0" animBg="1" advAuto="0"/>
      <p:bldP spid="1459" grpId="0" animBg="1" advAuto="0"/>
      <p:bldP spid="1490" grpId="0" animBg="1" advAuto="0"/>
      <p:bldP spid="1495" grpId="0" animBg="1" advAuto="0"/>
      <p:bldP spid="1498" grpId="0" animBg="1" advAuto="0"/>
      <p:bldP spid="1501" grpId="0" animBg="1" advAuto="0"/>
      <p:bldP spid="1504" grpId="0" animBg="1" advAuto="0"/>
      <p:bldP spid="1533" grpId="0" animBg="1" advAuto="0"/>
      <p:bldP spid="1538" grpId="0" animBg="1" advAuto="0"/>
      <p:bldP spid="1541" grpId="0" animBg="1" advAuto="0"/>
      <p:bldP spid="1544" grpId="0" animBg="1" advAuto="0"/>
      <p:bldP spid="1547" grpId="0" animBg="1" advAuto="0"/>
      <p:bldP spid="1574" grpId="0" animBg="1" advAuto="0"/>
      <p:bldP spid="1577" grpId="0" animBg="1" advAuto="0"/>
      <p:bldP spid="1580" grpId="0" animBg="1" advAuto="0"/>
      <p:bldP spid="1583" grpId="0" animBg="1" advAuto="0"/>
      <p:bldP spid="1608" grpId="0" animBg="1" advAuto="0"/>
      <p:bldP spid="1613" grpId="0" animBg="1" advAuto="0"/>
      <p:bldP spid="1616" grpId="0" animBg="1" advAuto="0"/>
      <p:bldP spid="1639" grpId="0" animBg="1" advAuto="0"/>
      <p:bldP spid="1660" grpId="0" animBg="1" advAuto="0"/>
      <p:bldP spid="1663" grpId="0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Shape 1666"/>
          <p:cNvSpPr/>
          <p:nvPr/>
        </p:nvSpPr>
        <p:spPr>
          <a:xfrm>
            <a:off x="395289" y="1916114"/>
            <a:ext cx="8748713" cy="316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6799" tIns="46799" rIns="46799" bIns="46799">
            <a:spAutoFit/>
          </a:bodyPr>
          <a:lstStyle>
            <a:lvl1pPr>
              <a:lnSpc>
                <a:spcPct val="8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8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/>
            <a:r>
              <a:t>Implemente el algoritmo de Heapsort que devuelve una lista o arreglo ordenado.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5F50D72-D5A0-481D-8D0C-40814FCAA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Ejercicio en clase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TemaEstructura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Estructuras" id="{B9E76A34-6BBA-4E1B-A41D-93456DA2E67E}" vid="{CF3D1E05-6514-47BC-8704-219731990ECC}"/>
    </a:ext>
  </a:extLst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8F8F8F"/>
      </a:accent3>
      <a:accent4>
        <a:srgbClr val="707070"/>
      </a:accent4>
      <a:accent5>
        <a:srgbClr val="AAE0C9"/>
      </a:accent5>
      <a:accent6>
        <a:srgbClr val="2E2EB9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00CC99"/>
          </a:solidFill>
          <a:prstDash val="solid"/>
          <a:bevel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49262" rtl="0" fontAlgn="auto" latinLnBrk="1" hangingPunct="0">
          <a:lnSpc>
            <a:spcPct val="93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CC99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49262" rtl="0" fontAlgn="auto" latinLnBrk="1" hangingPunct="0">
          <a:lnSpc>
            <a:spcPct val="93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TemaEstructuras</Template>
  <TotalTime>42</TotalTime>
  <Words>1644</Words>
  <Application>Microsoft Office PowerPoint</Application>
  <PresentationFormat>Presentación en pantalla (4:3)</PresentationFormat>
  <Paragraphs>784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2" baseType="lpstr">
      <vt:lpstr>Arial</vt:lpstr>
      <vt:lpstr>Arial Narrow</vt:lpstr>
      <vt:lpstr>Calibri</vt:lpstr>
      <vt:lpstr>Calibri Light</vt:lpstr>
      <vt:lpstr>Helvetica Neue</vt:lpstr>
      <vt:lpstr>Tahoma</vt:lpstr>
      <vt:lpstr>Wingdings</vt:lpstr>
      <vt:lpstr>TemaEstructuras</vt:lpstr>
      <vt:lpstr>ARBOLES PARCIALMENTE ORDENADOS</vt:lpstr>
      <vt:lpstr>CONCEPTOS</vt:lpstr>
      <vt:lpstr>UTILIDAD DE UN HEAP</vt:lpstr>
      <vt:lpstr>IMPLEMENTACION</vt:lpstr>
      <vt:lpstr>CONTANDO DESDE 0</vt:lpstr>
      <vt:lpstr>REGLAS</vt:lpstr>
      <vt:lpstr>DECLARACION: TDA HEAP</vt:lpstr>
      <vt:lpstr>OPERACIONES BASICAS: TDA HEAP</vt:lpstr>
      <vt:lpstr>MAS OPERACIONES</vt:lpstr>
      <vt:lpstr>AJUSTAR</vt:lpstr>
      <vt:lpstr>AJUSTAR: EJEMPLO</vt:lpstr>
      <vt:lpstr>AJUSTAR: IMPLEMENTACION</vt:lpstr>
      <vt:lpstr>CONSTRUIR UN HEAP</vt:lpstr>
      <vt:lpstr>CONSTRUIR HEAP: EJEMPLO</vt:lpstr>
      <vt:lpstr>CONSTRUIR HEAP: IMPLEMENTACION</vt:lpstr>
      <vt:lpstr>DESENCOLAR</vt:lpstr>
      <vt:lpstr>DESENCOLAR: EJEMPLO</vt:lpstr>
      <vt:lpstr>DESENCOLAR: IMPLEMENTACION</vt:lpstr>
      <vt:lpstr>ENCOLAR</vt:lpstr>
      <vt:lpstr>ENCOLAR: EJEMPLO</vt:lpstr>
      <vt:lpstr>ENCOLAR: IMPLEMENTACION</vt:lpstr>
      <vt:lpstr>HEAPSORT</vt:lpstr>
      <vt:lpstr>HEAPSORT: EJEMPLO</vt:lpstr>
      <vt:lpstr>Ejercicio en clase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ARBOLES PARCIALMENTE ORDENADOS</dc:title>
  <cp:lastModifiedBy>Jocellyn Luna</cp:lastModifiedBy>
  <cp:revision>3</cp:revision>
  <dcterms:modified xsi:type="dcterms:W3CDTF">2020-04-18T18:42:46Z</dcterms:modified>
</cp:coreProperties>
</file>